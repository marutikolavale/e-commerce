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385" r:id="rId3"/>
    <p:sldId id="381" r:id="rId4"/>
    <p:sldId id="398" r:id="rId5"/>
    <p:sldId id="390" r:id="rId6"/>
    <p:sldId id="387" r:id="rId7"/>
    <p:sldId id="388" r:id="rId8"/>
    <p:sldId id="389" r:id="rId9"/>
    <p:sldId id="391" r:id="rId10"/>
    <p:sldId id="392" r:id="rId11"/>
    <p:sldId id="396" r:id="rId12"/>
    <p:sldId id="394" r:id="rId13"/>
    <p:sldId id="397" r:id="rId14"/>
    <p:sldId id="395" r:id="rId15"/>
    <p:sldId id="400" r:id="rId16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7287">
          <p15:clr>
            <a:srgbClr val="A4A3A4"/>
          </p15:clr>
        </p15:guide>
        <p15:guide id="3" orient="horz" pos="346">
          <p15:clr>
            <a:srgbClr val="A4A3A4"/>
          </p15:clr>
        </p15:guide>
        <p15:guide id="4" orient="horz" pos="3974">
          <p15:clr>
            <a:srgbClr val="A4A3A4"/>
          </p15:clr>
        </p15:guide>
        <p15:guide id="5" pos="37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drian Kurniawan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663"/>
    <a:srgbClr val="FD49A0"/>
    <a:srgbClr val="A16AE8"/>
    <a:srgbClr val="FAA61A"/>
    <a:srgbClr val="CB8004"/>
    <a:srgbClr val="C00000"/>
    <a:srgbClr val="00B050"/>
    <a:srgbClr val="7030A0"/>
    <a:srgbClr val="4A45B5"/>
    <a:srgbClr val="009E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7287"/>
        <p:guide orient="horz" pos="346"/>
        <p:guide orient="horz" pos="3974"/>
        <p:guide pos="37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EB733B9-8EC0-42B5-8E57-02021CC32B3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EAE7FE-5257-44BC-A234-983385E49ED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887602A-33D5-4C15-93A9-29982DA28D17}" type="datetimeFigureOut">
              <a:rPr lang="en-ID"/>
              <a:pPr>
                <a:defRPr/>
              </a:pPr>
              <a:t>23/06/2025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A70588-37CF-49E6-87F2-C8E1A884FFA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080689-DD23-4926-A93C-03EC6FA6A2D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E67CC126-3267-408E-9DB7-383FA5F3E75E}" type="slidenum">
              <a:rPr lang="en-ID"/>
              <a:pPr>
                <a:defRPr/>
              </a:pPr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0D675080-1831-4390-874E-2F6D59DC92AD}" type="datetimeFigureOut">
              <a:rPr lang="en-ID"/>
              <a:pPr>
                <a:defRPr/>
              </a:pPr>
              <a:t>23/06/2025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D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ID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C178D5FD-00EC-4DDE-8E7A-108AD046CD7B}" type="slidenum">
              <a:rPr lang="en-ID"/>
              <a:pPr>
                <a:defRPr/>
              </a:pPr>
              <a:t>‹#›</a:t>
            </a:fld>
            <a:endParaRPr lang="en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D" altLang="en-US"/>
          </a:p>
        </p:txBody>
      </p:sp>
      <p:sp>
        <p:nvSpPr>
          <p:cNvPr id="28676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27EAA71-7E94-4C97-97DD-B28239594FC1}" type="slidenum">
              <a:rPr lang="en-ID" altLang="en-US" smtClean="0">
                <a:latin typeface="Calibri" panose="020F050202020403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ID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9"/>
          <p:cNvGrpSpPr>
            <a:grpSpLocks/>
          </p:cNvGrpSpPr>
          <p:nvPr userDrawn="1"/>
        </p:nvGrpSpPr>
        <p:grpSpPr bwMode="auto">
          <a:xfrm>
            <a:off x="0" y="5729288"/>
            <a:ext cx="1084263" cy="1128712"/>
            <a:chOff x="0" y="5729288"/>
            <a:chExt cx="1084263" cy="1128712"/>
          </a:xfrm>
        </p:grpSpPr>
        <p:sp>
          <p:nvSpPr>
            <p:cNvPr id="3" name="Freeform 6"/>
            <p:cNvSpPr>
              <a:spLocks/>
            </p:cNvSpPr>
            <p:nvPr/>
          </p:nvSpPr>
          <p:spPr bwMode="auto">
            <a:xfrm>
              <a:off x="242888" y="6113463"/>
              <a:ext cx="841375" cy="744537"/>
            </a:xfrm>
            <a:custGeom>
              <a:avLst/>
              <a:gdLst>
                <a:gd name="T0" fmla="*/ 2147483646 w 201"/>
                <a:gd name="T1" fmla="*/ 2147483646 h 179"/>
                <a:gd name="T2" fmla="*/ 2147483646 w 201"/>
                <a:gd name="T3" fmla="*/ 2147483646 h 179"/>
                <a:gd name="T4" fmla="*/ 0 w 201"/>
                <a:gd name="T5" fmla="*/ 2147483646 h 179"/>
                <a:gd name="T6" fmla="*/ 2147483646 w 201"/>
                <a:gd name="T7" fmla="*/ 2147483646 h 179"/>
                <a:gd name="T8" fmla="*/ 2147483646 w 201"/>
                <a:gd name="T9" fmla="*/ 2147483646 h 179"/>
                <a:gd name="T10" fmla="*/ 2147483646 w 201"/>
                <a:gd name="T11" fmla="*/ 2147483646 h 179"/>
                <a:gd name="T12" fmla="*/ 2147483646 w 201"/>
                <a:gd name="T13" fmla="*/ 2147483646 h 179"/>
                <a:gd name="T14" fmla="*/ 2147483646 w 201"/>
                <a:gd name="T15" fmla="*/ 2147483646 h 179"/>
                <a:gd name="T16" fmla="*/ 2147483646 w 201"/>
                <a:gd name="T17" fmla="*/ 2147483646 h 17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1" h="179">
                  <a:moveTo>
                    <a:pt x="191" y="75"/>
                  </a:moveTo>
                  <a:cubicBezTo>
                    <a:pt x="155" y="0"/>
                    <a:pt x="4" y="14"/>
                    <a:pt x="4" y="14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20" y="23"/>
                    <a:pt x="37" y="30"/>
                    <a:pt x="51" y="44"/>
                  </a:cubicBezTo>
                  <a:cubicBezTo>
                    <a:pt x="81" y="75"/>
                    <a:pt x="96" y="109"/>
                    <a:pt x="95" y="144"/>
                  </a:cubicBezTo>
                  <a:cubicBezTo>
                    <a:pt x="95" y="157"/>
                    <a:pt x="92" y="169"/>
                    <a:pt x="87" y="179"/>
                  </a:cubicBezTo>
                  <a:cubicBezTo>
                    <a:pt x="197" y="179"/>
                    <a:pt x="197" y="179"/>
                    <a:pt x="197" y="179"/>
                  </a:cubicBezTo>
                  <a:cubicBezTo>
                    <a:pt x="199" y="169"/>
                    <a:pt x="200" y="158"/>
                    <a:pt x="201" y="148"/>
                  </a:cubicBezTo>
                  <a:cubicBezTo>
                    <a:pt x="201" y="123"/>
                    <a:pt x="198" y="99"/>
                    <a:pt x="191" y="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Freeform 7"/>
            <p:cNvSpPr>
              <a:spLocks/>
            </p:cNvSpPr>
            <p:nvPr/>
          </p:nvSpPr>
          <p:spPr bwMode="auto">
            <a:xfrm>
              <a:off x="0" y="5729288"/>
              <a:ext cx="1039813" cy="696912"/>
            </a:xfrm>
            <a:custGeom>
              <a:avLst/>
              <a:gdLst>
                <a:gd name="T0" fmla="*/ 2147483646 w 249"/>
                <a:gd name="T1" fmla="*/ 2147483646 h 167"/>
                <a:gd name="T2" fmla="*/ 2147483646 w 249"/>
                <a:gd name="T3" fmla="*/ 2147483646 h 167"/>
                <a:gd name="T4" fmla="*/ 2147483646 w 249"/>
                <a:gd name="T5" fmla="*/ 2147483646 h 167"/>
                <a:gd name="T6" fmla="*/ 2147483646 w 249"/>
                <a:gd name="T7" fmla="*/ 2147483646 h 167"/>
                <a:gd name="T8" fmla="*/ 0 w 249"/>
                <a:gd name="T9" fmla="*/ 2147483646 h 167"/>
                <a:gd name="T10" fmla="*/ 0 w 249"/>
                <a:gd name="T11" fmla="*/ 2147483646 h 167"/>
                <a:gd name="T12" fmla="*/ 2147483646 w 249"/>
                <a:gd name="T13" fmla="*/ 2147483646 h 1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9" h="167">
                  <a:moveTo>
                    <a:pt x="58" y="110"/>
                  </a:moveTo>
                  <a:cubicBezTo>
                    <a:pt x="62" y="106"/>
                    <a:pt x="62" y="106"/>
                    <a:pt x="62" y="106"/>
                  </a:cubicBezTo>
                  <a:cubicBezTo>
                    <a:pt x="62" y="106"/>
                    <a:pt x="213" y="92"/>
                    <a:pt x="249" y="167"/>
                  </a:cubicBezTo>
                  <a:cubicBezTo>
                    <a:pt x="237" y="129"/>
                    <a:pt x="215" y="93"/>
                    <a:pt x="183" y="62"/>
                  </a:cubicBezTo>
                  <a:cubicBezTo>
                    <a:pt x="130" y="9"/>
                    <a:pt x="64" y="0"/>
                    <a:pt x="0" y="1"/>
                  </a:cubicBezTo>
                  <a:cubicBezTo>
                    <a:pt x="0" y="106"/>
                    <a:pt x="0" y="106"/>
                    <a:pt x="0" y="106"/>
                  </a:cubicBezTo>
                  <a:cubicBezTo>
                    <a:pt x="22" y="106"/>
                    <a:pt x="42" y="107"/>
                    <a:pt x="58" y="1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12"/>
          <p:cNvGrpSpPr>
            <a:grpSpLocks/>
          </p:cNvGrpSpPr>
          <p:nvPr userDrawn="1"/>
        </p:nvGrpSpPr>
        <p:grpSpPr bwMode="auto">
          <a:xfrm>
            <a:off x="9174163" y="4763"/>
            <a:ext cx="3017837" cy="1066800"/>
            <a:chOff x="9174163" y="4763"/>
            <a:chExt cx="3017837" cy="1066800"/>
          </a:xfrm>
        </p:grpSpPr>
        <p:sp>
          <p:nvSpPr>
            <p:cNvPr id="6" name="Freeform 8"/>
            <p:cNvSpPr>
              <a:spLocks/>
            </p:cNvSpPr>
            <p:nvPr/>
          </p:nvSpPr>
          <p:spPr bwMode="auto">
            <a:xfrm>
              <a:off x="9174163" y="4763"/>
              <a:ext cx="1793875" cy="1063625"/>
            </a:xfrm>
            <a:custGeom>
              <a:avLst/>
              <a:gdLst>
                <a:gd name="T0" fmla="*/ 2147483646 w 430"/>
                <a:gd name="T1" fmla="*/ 2147483646 h 255"/>
                <a:gd name="T2" fmla="*/ 2147483646 w 430"/>
                <a:gd name="T3" fmla="*/ 2147483646 h 255"/>
                <a:gd name="T4" fmla="*/ 2147483646 w 430"/>
                <a:gd name="T5" fmla="*/ 2147483646 h 255"/>
                <a:gd name="T6" fmla="*/ 2147483646 w 430"/>
                <a:gd name="T7" fmla="*/ 2147483646 h 255"/>
                <a:gd name="T8" fmla="*/ 2147483646 w 430"/>
                <a:gd name="T9" fmla="*/ 0 h 255"/>
                <a:gd name="T10" fmla="*/ 0 w 430"/>
                <a:gd name="T11" fmla="*/ 0 h 255"/>
                <a:gd name="T12" fmla="*/ 2147483646 w 430"/>
                <a:gd name="T13" fmla="*/ 2147483646 h 255"/>
                <a:gd name="T14" fmla="*/ 2147483646 w 430"/>
                <a:gd name="T15" fmla="*/ 2147483646 h 255"/>
                <a:gd name="T16" fmla="*/ 2147483646 w 430"/>
                <a:gd name="T17" fmla="*/ 2147483646 h 25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30" h="255">
                  <a:moveTo>
                    <a:pt x="430" y="79"/>
                  </a:moveTo>
                  <a:cubicBezTo>
                    <a:pt x="430" y="70"/>
                    <a:pt x="430" y="70"/>
                    <a:pt x="430" y="70"/>
                  </a:cubicBezTo>
                  <a:cubicBezTo>
                    <a:pt x="404" y="87"/>
                    <a:pt x="378" y="96"/>
                    <a:pt x="348" y="96"/>
                  </a:cubicBezTo>
                  <a:cubicBezTo>
                    <a:pt x="283" y="96"/>
                    <a:pt x="230" y="76"/>
                    <a:pt x="194" y="37"/>
                  </a:cubicBezTo>
                  <a:cubicBezTo>
                    <a:pt x="183" y="25"/>
                    <a:pt x="175" y="13"/>
                    <a:pt x="16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" y="53"/>
                    <a:pt x="38" y="104"/>
                    <a:pt x="77" y="146"/>
                  </a:cubicBezTo>
                  <a:cubicBezTo>
                    <a:pt x="102" y="173"/>
                    <a:pt x="132" y="196"/>
                    <a:pt x="165" y="213"/>
                  </a:cubicBezTo>
                  <a:cubicBezTo>
                    <a:pt x="284" y="255"/>
                    <a:pt x="430" y="79"/>
                    <a:pt x="430" y="7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9"/>
            <p:cNvSpPr>
              <a:spLocks/>
            </p:cNvSpPr>
            <p:nvPr/>
          </p:nvSpPr>
          <p:spPr bwMode="auto">
            <a:xfrm>
              <a:off x="9863138" y="4763"/>
              <a:ext cx="2328862" cy="1066800"/>
            </a:xfrm>
            <a:custGeom>
              <a:avLst/>
              <a:gdLst>
                <a:gd name="T0" fmla="*/ 2147483646 w 558"/>
                <a:gd name="T1" fmla="*/ 2147483646 h 256"/>
                <a:gd name="T2" fmla="*/ 2147483646 w 558"/>
                <a:gd name="T3" fmla="*/ 2147483646 h 256"/>
                <a:gd name="T4" fmla="*/ 0 w 558"/>
                <a:gd name="T5" fmla="*/ 2147483646 h 256"/>
                <a:gd name="T6" fmla="*/ 2147483646 w 558"/>
                <a:gd name="T7" fmla="*/ 2147483646 h 256"/>
                <a:gd name="T8" fmla="*/ 2147483646 w 558"/>
                <a:gd name="T9" fmla="*/ 2147483646 h 256"/>
                <a:gd name="T10" fmla="*/ 2147483646 w 558"/>
                <a:gd name="T11" fmla="*/ 0 h 256"/>
                <a:gd name="T12" fmla="*/ 2147483646 w 558"/>
                <a:gd name="T13" fmla="*/ 0 h 256"/>
                <a:gd name="T14" fmla="*/ 2147483646 w 558"/>
                <a:gd name="T15" fmla="*/ 2147483646 h 25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58" h="256">
                  <a:moveTo>
                    <a:pt x="265" y="70"/>
                  </a:moveTo>
                  <a:cubicBezTo>
                    <a:pt x="265" y="79"/>
                    <a:pt x="265" y="79"/>
                    <a:pt x="265" y="79"/>
                  </a:cubicBezTo>
                  <a:cubicBezTo>
                    <a:pt x="265" y="79"/>
                    <a:pt x="119" y="255"/>
                    <a:pt x="0" y="213"/>
                  </a:cubicBezTo>
                  <a:cubicBezTo>
                    <a:pt x="53" y="241"/>
                    <a:pt x="116" y="256"/>
                    <a:pt x="183" y="256"/>
                  </a:cubicBezTo>
                  <a:cubicBezTo>
                    <a:pt x="331" y="256"/>
                    <a:pt x="423" y="152"/>
                    <a:pt x="503" y="61"/>
                  </a:cubicBezTo>
                  <a:cubicBezTo>
                    <a:pt x="522" y="40"/>
                    <a:pt x="540" y="19"/>
                    <a:pt x="558" y="0"/>
                  </a:cubicBezTo>
                  <a:cubicBezTo>
                    <a:pt x="342" y="0"/>
                    <a:pt x="342" y="0"/>
                    <a:pt x="342" y="0"/>
                  </a:cubicBezTo>
                  <a:cubicBezTo>
                    <a:pt x="315" y="30"/>
                    <a:pt x="290" y="53"/>
                    <a:pt x="265" y="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8" name="Picture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7063" y="6318250"/>
            <a:ext cx="1119187" cy="33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12FCC5D0-C112-4903-BB22-33DF07A65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 smtClean="0">
                <a:solidFill>
                  <a:schemeClr val="tx1">
                    <a:tint val="75000"/>
                  </a:schemeClr>
                </a:solidFill>
                <a:latin typeface="Filson Soft Book" panose="00000500000000000000" pitchFamily="50" charset="0"/>
              </a:defRPr>
            </a:lvl1pPr>
          </a:lstStyle>
          <a:p>
            <a:pPr>
              <a:defRPr/>
            </a:pPr>
            <a:fld id="{E99641E0-CC6F-468A-BA22-46EAADAE0F13}" type="datetime2">
              <a:rPr lang="en-IN" smtClean="0"/>
              <a:t>Monday, 23 June 2025</a:t>
            </a:fld>
            <a:endParaRPr lang="en-ID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16AD10A-EAF6-42AC-B1BF-93C1B7A017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lang="en-ID" sz="1000" kern="1200" smtClean="0">
                <a:solidFill>
                  <a:schemeClr val="tx1">
                    <a:tint val="75000"/>
                  </a:schemeClr>
                </a:solidFill>
                <a:latin typeface="Filson Soft Book" panose="00000500000000000000" pitchFamily="50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16A18E9C-4141-422F-880A-67E7F83A44A8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0600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2EE3C9E-B6DA-41C7-B94B-CA719E3F70A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1999" cy="6857999"/>
          </a:xfrm>
          <a:solidFill>
            <a:schemeClr val="bg2">
              <a:lumMod val="95000"/>
            </a:schemeClr>
          </a:solidFill>
        </p:spPr>
        <p:txBody>
          <a:bodyPr rtlCol="0">
            <a:normAutofit/>
          </a:bodyPr>
          <a:lstStyle>
            <a:lvl1pPr>
              <a:defRPr sz="800"/>
            </a:lvl1pPr>
          </a:lstStyle>
          <a:p>
            <a:pPr lvl="0"/>
            <a:endParaRPr lang="en-ID" noProof="0"/>
          </a:p>
        </p:txBody>
      </p:sp>
    </p:spTree>
    <p:extLst>
      <p:ext uri="{BB962C8B-B14F-4D97-AF65-F5344CB8AC3E}">
        <p14:creationId xmlns:p14="http://schemas.microsoft.com/office/powerpoint/2010/main" val="733683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9"/>
          <p:cNvGrpSpPr>
            <a:grpSpLocks/>
          </p:cNvGrpSpPr>
          <p:nvPr userDrawn="1"/>
        </p:nvGrpSpPr>
        <p:grpSpPr bwMode="auto">
          <a:xfrm>
            <a:off x="0" y="5729288"/>
            <a:ext cx="1084263" cy="1128712"/>
            <a:chOff x="0" y="5729288"/>
            <a:chExt cx="1084263" cy="1128712"/>
          </a:xfrm>
        </p:grpSpPr>
        <p:sp>
          <p:nvSpPr>
            <p:cNvPr id="6" name="Freeform 6"/>
            <p:cNvSpPr>
              <a:spLocks/>
            </p:cNvSpPr>
            <p:nvPr/>
          </p:nvSpPr>
          <p:spPr bwMode="auto">
            <a:xfrm>
              <a:off x="242888" y="6113463"/>
              <a:ext cx="841375" cy="744537"/>
            </a:xfrm>
            <a:custGeom>
              <a:avLst/>
              <a:gdLst>
                <a:gd name="T0" fmla="*/ 2147483646 w 201"/>
                <a:gd name="T1" fmla="*/ 2147483646 h 179"/>
                <a:gd name="T2" fmla="*/ 2147483646 w 201"/>
                <a:gd name="T3" fmla="*/ 2147483646 h 179"/>
                <a:gd name="T4" fmla="*/ 0 w 201"/>
                <a:gd name="T5" fmla="*/ 2147483646 h 179"/>
                <a:gd name="T6" fmla="*/ 2147483646 w 201"/>
                <a:gd name="T7" fmla="*/ 2147483646 h 179"/>
                <a:gd name="T8" fmla="*/ 2147483646 w 201"/>
                <a:gd name="T9" fmla="*/ 2147483646 h 179"/>
                <a:gd name="T10" fmla="*/ 2147483646 w 201"/>
                <a:gd name="T11" fmla="*/ 2147483646 h 179"/>
                <a:gd name="T12" fmla="*/ 2147483646 w 201"/>
                <a:gd name="T13" fmla="*/ 2147483646 h 179"/>
                <a:gd name="T14" fmla="*/ 2147483646 w 201"/>
                <a:gd name="T15" fmla="*/ 2147483646 h 179"/>
                <a:gd name="T16" fmla="*/ 2147483646 w 201"/>
                <a:gd name="T17" fmla="*/ 2147483646 h 17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1" h="179">
                  <a:moveTo>
                    <a:pt x="191" y="75"/>
                  </a:moveTo>
                  <a:cubicBezTo>
                    <a:pt x="155" y="0"/>
                    <a:pt x="4" y="14"/>
                    <a:pt x="4" y="14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20" y="23"/>
                    <a:pt x="37" y="30"/>
                    <a:pt x="51" y="44"/>
                  </a:cubicBezTo>
                  <a:cubicBezTo>
                    <a:pt x="81" y="75"/>
                    <a:pt x="96" y="109"/>
                    <a:pt x="95" y="144"/>
                  </a:cubicBezTo>
                  <a:cubicBezTo>
                    <a:pt x="95" y="157"/>
                    <a:pt x="92" y="169"/>
                    <a:pt x="87" y="179"/>
                  </a:cubicBezTo>
                  <a:cubicBezTo>
                    <a:pt x="197" y="179"/>
                    <a:pt x="197" y="179"/>
                    <a:pt x="197" y="179"/>
                  </a:cubicBezTo>
                  <a:cubicBezTo>
                    <a:pt x="199" y="169"/>
                    <a:pt x="200" y="158"/>
                    <a:pt x="201" y="148"/>
                  </a:cubicBezTo>
                  <a:cubicBezTo>
                    <a:pt x="201" y="123"/>
                    <a:pt x="198" y="99"/>
                    <a:pt x="191" y="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/>
            <p:cNvSpPr>
              <a:spLocks/>
            </p:cNvSpPr>
            <p:nvPr/>
          </p:nvSpPr>
          <p:spPr bwMode="auto">
            <a:xfrm>
              <a:off x="0" y="5729288"/>
              <a:ext cx="1039813" cy="696912"/>
            </a:xfrm>
            <a:custGeom>
              <a:avLst/>
              <a:gdLst>
                <a:gd name="T0" fmla="*/ 2147483646 w 249"/>
                <a:gd name="T1" fmla="*/ 2147483646 h 167"/>
                <a:gd name="T2" fmla="*/ 2147483646 w 249"/>
                <a:gd name="T3" fmla="*/ 2147483646 h 167"/>
                <a:gd name="T4" fmla="*/ 2147483646 w 249"/>
                <a:gd name="T5" fmla="*/ 2147483646 h 167"/>
                <a:gd name="T6" fmla="*/ 2147483646 w 249"/>
                <a:gd name="T7" fmla="*/ 2147483646 h 167"/>
                <a:gd name="T8" fmla="*/ 0 w 249"/>
                <a:gd name="T9" fmla="*/ 2147483646 h 167"/>
                <a:gd name="T10" fmla="*/ 0 w 249"/>
                <a:gd name="T11" fmla="*/ 2147483646 h 167"/>
                <a:gd name="T12" fmla="*/ 2147483646 w 249"/>
                <a:gd name="T13" fmla="*/ 2147483646 h 1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9" h="167">
                  <a:moveTo>
                    <a:pt x="58" y="110"/>
                  </a:moveTo>
                  <a:cubicBezTo>
                    <a:pt x="62" y="106"/>
                    <a:pt x="62" y="106"/>
                    <a:pt x="62" y="106"/>
                  </a:cubicBezTo>
                  <a:cubicBezTo>
                    <a:pt x="62" y="106"/>
                    <a:pt x="213" y="92"/>
                    <a:pt x="249" y="167"/>
                  </a:cubicBezTo>
                  <a:cubicBezTo>
                    <a:pt x="237" y="129"/>
                    <a:pt x="215" y="93"/>
                    <a:pt x="183" y="62"/>
                  </a:cubicBezTo>
                  <a:cubicBezTo>
                    <a:pt x="130" y="9"/>
                    <a:pt x="64" y="0"/>
                    <a:pt x="0" y="1"/>
                  </a:cubicBezTo>
                  <a:cubicBezTo>
                    <a:pt x="0" y="106"/>
                    <a:pt x="0" y="106"/>
                    <a:pt x="0" y="106"/>
                  </a:cubicBezTo>
                  <a:cubicBezTo>
                    <a:pt x="22" y="106"/>
                    <a:pt x="42" y="107"/>
                    <a:pt x="58" y="1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12"/>
          <p:cNvGrpSpPr>
            <a:grpSpLocks/>
          </p:cNvGrpSpPr>
          <p:nvPr userDrawn="1"/>
        </p:nvGrpSpPr>
        <p:grpSpPr bwMode="auto">
          <a:xfrm>
            <a:off x="9174163" y="4763"/>
            <a:ext cx="3017837" cy="1066800"/>
            <a:chOff x="9174163" y="4763"/>
            <a:chExt cx="3017837" cy="1066800"/>
          </a:xfrm>
        </p:grpSpPr>
        <p:sp>
          <p:nvSpPr>
            <p:cNvPr id="9" name="Freeform 13"/>
            <p:cNvSpPr>
              <a:spLocks/>
            </p:cNvSpPr>
            <p:nvPr/>
          </p:nvSpPr>
          <p:spPr bwMode="auto">
            <a:xfrm>
              <a:off x="9174163" y="4763"/>
              <a:ext cx="1793875" cy="1063625"/>
            </a:xfrm>
            <a:custGeom>
              <a:avLst/>
              <a:gdLst>
                <a:gd name="T0" fmla="*/ 2147483646 w 430"/>
                <a:gd name="T1" fmla="*/ 2147483646 h 255"/>
                <a:gd name="T2" fmla="*/ 2147483646 w 430"/>
                <a:gd name="T3" fmla="*/ 2147483646 h 255"/>
                <a:gd name="T4" fmla="*/ 2147483646 w 430"/>
                <a:gd name="T5" fmla="*/ 2147483646 h 255"/>
                <a:gd name="T6" fmla="*/ 2147483646 w 430"/>
                <a:gd name="T7" fmla="*/ 2147483646 h 255"/>
                <a:gd name="T8" fmla="*/ 2147483646 w 430"/>
                <a:gd name="T9" fmla="*/ 0 h 255"/>
                <a:gd name="T10" fmla="*/ 0 w 430"/>
                <a:gd name="T11" fmla="*/ 0 h 255"/>
                <a:gd name="T12" fmla="*/ 2147483646 w 430"/>
                <a:gd name="T13" fmla="*/ 2147483646 h 255"/>
                <a:gd name="T14" fmla="*/ 2147483646 w 430"/>
                <a:gd name="T15" fmla="*/ 2147483646 h 255"/>
                <a:gd name="T16" fmla="*/ 2147483646 w 430"/>
                <a:gd name="T17" fmla="*/ 2147483646 h 25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30" h="255">
                  <a:moveTo>
                    <a:pt x="430" y="79"/>
                  </a:moveTo>
                  <a:cubicBezTo>
                    <a:pt x="430" y="70"/>
                    <a:pt x="430" y="70"/>
                    <a:pt x="430" y="70"/>
                  </a:cubicBezTo>
                  <a:cubicBezTo>
                    <a:pt x="404" y="87"/>
                    <a:pt x="378" y="96"/>
                    <a:pt x="348" y="96"/>
                  </a:cubicBezTo>
                  <a:cubicBezTo>
                    <a:pt x="283" y="96"/>
                    <a:pt x="230" y="76"/>
                    <a:pt x="194" y="37"/>
                  </a:cubicBezTo>
                  <a:cubicBezTo>
                    <a:pt x="183" y="25"/>
                    <a:pt x="175" y="13"/>
                    <a:pt x="16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" y="53"/>
                    <a:pt x="38" y="104"/>
                    <a:pt x="77" y="146"/>
                  </a:cubicBezTo>
                  <a:cubicBezTo>
                    <a:pt x="102" y="173"/>
                    <a:pt x="132" y="196"/>
                    <a:pt x="165" y="213"/>
                  </a:cubicBezTo>
                  <a:cubicBezTo>
                    <a:pt x="284" y="255"/>
                    <a:pt x="430" y="79"/>
                    <a:pt x="430" y="7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14"/>
            <p:cNvSpPr>
              <a:spLocks/>
            </p:cNvSpPr>
            <p:nvPr/>
          </p:nvSpPr>
          <p:spPr bwMode="auto">
            <a:xfrm>
              <a:off x="9863138" y="4763"/>
              <a:ext cx="2328862" cy="1066800"/>
            </a:xfrm>
            <a:custGeom>
              <a:avLst/>
              <a:gdLst>
                <a:gd name="T0" fmla="*/ 2147483646 w 558"/>
                <a:gd name="T1" fmla="*/ 2147483646 h 256"/>
                <a:gd name="T2" fmla="*/ 2147483646 w 558"/>
                <a:gd name="T3" fmla="*/ 2147483646 h 256"/>
                <a:gd name="T4" fmla="*/ 0 w 558"/>
                <a:gd name="T5" fmla="*/ 2147483646 h 256"/>
                <a:gd name="T6" fmla="*/ 2147483646 w 558"/>
                <a:gd name="T7" fmla="*/ 2147483646 h 256"/>
                <a:gd name="T8" fmla="*/ 2147483646 w 558"/>
                <a:gd name="T9" fmla="*/ 2147483646 h 256"/>
                <a:gd name="T10" fmla="*/ 2147483646 w 558"/>
                <a:gd name="T11" fmla="*/ 0 h 256"/>
                <a:gd name="T12" fmla="*/ 2147483646 w 558"/>
                <a:gd name="T13" fmla="*/ 0 h 256"/>
                <a:gd name="T14" fmla="*/ 2147483646 w 558"/>
                <a:gd name="T15" fmla="*/ 2147483646 h 25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58" h="256">
                  <a:moveTo>
                    <a:pt x="265" y="70"/>
                  </a:moveTo>
                  <a:cubicBezTo>
                    <a:pt x="265" y="79"/>
                    <a:pt x="265" y="79"/>
                    <a:pt x="265" y="79"/>
                  </a:cubicBezTo>
                  <a:cubicBezTo>
                    <a:pt x="265" y="79"/>
                    <a:pt x="119" y="255"/>
                    <a:pt x="0" y="213"/>
                  </a:cubicBezTo>
                  <a:cubicBezTo>
                    <a:pt x="53" y="241"/>
                    <a:pt x="116" y="256"/>
                    <a:pt x="183" y="256"/>
                  </a:cubicBezTo>
                  <a:cubicBezTo>
                    <a:pt x="331" y="256"/>
                    <a:pt x="423" y="152"/>
                    <a:pt x="503" y="61"/>
                  </a:cubicBezTo>
                  <a:cubicBezTo>
                    <a:pt x="522" y="40"/>
                    <a:pt x="540" y="19"/>
                    <a:pt x="558" y="0"/>
                  </a:cubicBezTo>
                  <a:cubicBezTo>
                    <a:pt x="342" y="0"/>
                    <a:pt x="342" y="0"/>
                    <a:pt x="342" y="0"/>
                  </a:cubicBezTo>
                  <a:cubicBezTo>
                    <a:pt x="315" y="30"/>
                    <a:pt x="290" y="53"/>
                    <a:pt x="265" y="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4F14B928-0E54-41F9-A2D7-10BA6E3D28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29283" y="1384301"/>
            <a:ext cx="5844419" cy="1938992"/>
          </a:xfrm>
        </p:spPr>
        <p:txBody>
          <a:bodyPr anchor="ctr">
            <a:normAutofit/>
          </a:bodyPr>
          <a:lstStyle>
            <a:lvl1pPr marL="0" indent="0">
              <a:buNone/>
              <a:defRPr sz="4000" b="1">
                <a:latin typeface="+mj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E1B19BED-C90C-49B1-8E70-44B8825DC39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198149" y="2643571"/>
            <a:ext cx="3435668" cy="2064012"/>
          </a:xfrm>
          <a:custGeom>
            <a:avLst/>
            <a:gdLst>
              <a:gd name="connsiteX0" fmla="*/ 70116 w 3435668"/>
              <a:gd name="connsiteY0" fmla="*/ 0 h 2064012"/>
              <a:gd name="connsiteX1" fmla="*/ 3368739 w 3435668"/>
              <a:gd name="connsiteY1" fmla="*/ 0 h 2064012"/>
              <a:gd name="connsiteX2" fmla="*/ 3435668 w 3435668"/>
              <a:gd name="connsiteY2" fmla="*/ 66786 h 2064012"/>
              <a:gd name="connsiteX3" fmla="*/ 3435668 w 3435668"/>
              <a:gd name="connsiteY3" fmla="*/ 1997226 h 2064012"/>
              <a:gd name="connsiteX4" fmla="*/ 3368739 w 3435668"/>
              <a:gd name="connsiteY4" fmla="*/ 2064012 h 2064012"/>
              <a:gd name="connsiteX5" fmla="*/ 70116 w 3435668"/>
              <a:gd name="connsiteY5" fmla="*/ 2064012 h 2064012"/>
              <a:gd name="connsiteX6" fmla="*/ 0 w 3435668"/>
              <a:gd name="connsiteY6" fmla="*/ 1997226 h 2064012"/>
              <a:gd name="connsiteX7" fmla="*/ 0 w 3435668"/>
              <a:gd name="connsiteY7" fmla="*/ 66786 h 2064012"/>
              <a:gd name="connsiteX8" fmla="*/ 70116 w 3435668"/>
              <a:gd name="connsiteY8" fmla="*/ 0 h 2064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35668" h="2064012">
                <a:moveTo>
                  <a:pt x="70116" y="0"/>
                </a:moveTo>
                <a:cubicBezTo>
                  <a:pt x="3368739" y="0"/>
                  <a:pt x="3368739" y="0"/>
                  <a:pt x="3368739" y="0"/>
                </a:cubicBezTo>
                <a:cubicBezTo>
                  <a:pt x="3403797" y="0"/>
                  <a:pt x="3435668" y="31803"/>
                  <a:pt x="3435668" y="66786"/>
                </a:cubicBezTo>
                <a:cubicBezTo>
                  <a:pt x="3435668" y="1997226"/>
                  <a:pt x="3435668" y="1997226"/>
                  <a:pt x="3435668" y="1997226"/>
                </a:cubicBezTo>
                <a:cubicBezTo>
                  <a:pt x="3435668" y="2035390"/>
                  <a:pt x="3403797" y="2064012"/>
                  <a:pt x="3368739" y="2064012"/>
                </a:cubicBezTo>
                <a:cubicBezTo>
                  <a:pt x="70116" y="2064012"/>
                  <a:pt x="70116" y="2064012"/>
                  <a:pt x="70116" y="2064012"/>
                </a:cubicBezTo>
                <a:cubicBezTo>
                  <a:pt x="31871" y="2064012"/>
                  <a:pt x="0" y="2035390"/>
                  <a:pt x="0" y="1997226"/>
                </a:cubicBezTo>
                <a:cubicBezTo>
                  <a:pt x="0" y="66786"/>
                  <a:pt x="0" y="66786"/>
                  <a:pt x="0" y="66786"/>
                </a:cubicBezTo>
                <a:cubicBezTo>
                  <a:pt x="0" y="31803"/>
                  <a:pt x="31871" y="0"/>
                  <a:pt x="70116" y="0"/>
                </a:cubicBezTo>
                <a:close/>
              </a:path>
            </a:pathLst>
          </a:custGeom>
          <a:solidFill>
            <a:schemeClr val="bg2">
              <a:lumMod val="85000"/>
            </a:schemeClr>
          </a:solidFill>
        </p:spPr>
        <p:txBody>
          <a:bodyPr rtlCol="0">
            <a:noAutofit/>
          </a:bodyPr>
          <a:lstStyle>
            <a:lvl1pPr>
              <a:defRPr sz="800"/>
            </a:lvl1pPr>
          </a:lstStyle>
          <a:p>
            <a:pPr lvl="0"/>
            <a:endParaRPr lang="en-ID" noProof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B2309AE-0F42-4C34-90E3-0F612D445A8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71605" y="2396994"/>
            <a:ext cx="3435668" cy="2064012"/>
          </a:xfrm>
          <a:custGeom>
            <a:avLst/>
            <a:gdLst>
              <a:gd name="connsiteX0" fmla="*/ 70116 w 3435668"/>
              <a:gd name="connsiteY0" fmla="*/ 0 h 2064012"/>
              <a:gd name="connsiteX1" fmla="*/ 3368739 w 3435668"/>
              <a:gd name="connsiteY1" fmla="*/ 0 h 2064012"/>
              <a:gd name="connsiteX2" fmla="*/ 3435668 w 3435668"/>
              <a:gd name="connsiteY2" fmla="*/ 66786 h 2064012"/>
              <a:gd name="connsiteX3" fmla="*/ 3435668 w 3435668"/>
              <a:gd name="connsiteY3" fmla="*/ 1997226 h 2064012"/>
              <a:gd name="connsiteX4" fmla="*/ 3368739 w 3435668"/>
              <a:gd name="connsiteY4" fmla="*/ 2064012 h 2064012"/>
              <a:gd name="connsiteX5" fmla="*/ 70116 w 3435668"/>
              <a:gd name="connsiteY5" fmla="*/ 2064012 h 2064012"/>
              <a:gd name="connsiteX6" fmla="*/ 0 w 3435668"/>
              <a:gd name="connsiteY6" fmla="*/ 1997226 h 2064012"/>
              <a:gd name="connsiteX7" fmla="*/ 0 w 3435668"/>
              <a:gd name="connsiteY7" fmla="*/ 66786 h 2064012"/>
              <a:gd name="connsiteX8" fmla="*/ 70116 w 3435668"/>
              <a:gd name="connsiteY8" fmla="*/ 0 h 2064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35668" h="2064012">
                <a:moveTo>
                  <a:pt x="70116" y="0"/>
                </a:moveTo>
                <a:cubicBezTo>
                  <a:pt x="3368739" y="0"/>
                  <a:pt x="3368739" y="0"/>
                  <a:pt x="3368739" y="0"/>
                </a:cubicBezTo>
                <a:cubicBezTo>
                  <a:pt x="3403797" y="0"/>
                  <a:pt x="3435668" y="31803"/>
                  <a:pt x="3435668" y="66786"/>
                </a:cubicBezTo>
                <a:cubicBezTo>
                  <a:pt x="3435668" y="1997226"/>
                  <a:pt x="3435668" y="1997226"/>
                  <a:pt x="3435668" y="1997226"/>
                </a:cubicBezTo>
                <a:cubicBezTo>
                  <a:pt x="3435668" y="2035390"/>
                  <a:pt x="3403797" y="2064012"/>
                  <a:pt x="3368739" y="2064012"/>
                </a:cubicBezTo>
                <a:cubicBezTo>
                  <a:pt x="70116" y="2064012"/>
                  <a:pt x="70116" y="2064012"/>
                  <a:pt x="70116" y="2064012"/>
                </a:cubicBezTo>
                <a:cubicBezTo>
                  <a:pt x="31871" y="2064012"/>
                  <a:pt x="0" y="2035390"/>
                  <a:pt x="0" y="1997226"/>
                </a:cubicBezTo>
                <a:cubicBezTo>
                  <a:pt x="0" y="66786"/>
                  <a:pt x="0" y="66786"/>
                  <a:pt x="0" y="66786"/>
                </a:cubicBezTo>
                <a:cubicBezTo>
                  <a:pt x="0" y="31803"/>
                  <a:pt x="31871" y="0"/>
                  <a:pt x="70116" y="0"/>
                </a:cubicBez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rtlCol="0">
            <a:noAutofit/>
          </a:bodyPr>
          <a:lstStyle>
            <a:lvl1pPr>
              <a:defRPr sz="800"/>
            </a:lvl1pPr>
          </a:lstStyle>
          <a:p>
            <a:pPr lvl="0"/>
            <a:endParaRPr lang="en-ID" noProof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12FCC5D0-C112-4903-BB22-33DF07A65203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 smtClean="0">
                <a:solidFill>
                  <a:schemeClr val="tx1">
                    <a:tint val="75000"/>
                  </a:schemeClr>
                </a:solidFill>
                <a:latin typeface="Filson Soft Book" panose="00000500000000000000" pitchFamily="50" charset="0"/>
              </a:defRPr>
            </a:lvl1pPr>
          </a:lstStyle>
          <a:p>
            <a:pPr>
              <a:defRPr/>
            </a:pPr>
            <a:fld id="{7CF79B5D-1BB0-48C4-B3B3-CA07225AA4D6}" type="datetime2">
              <a:rPr lang="en-IN" smtClean="0"/>
              <a:t>Monday, 23 June 2025</a:t>
            </a:fld>
            <a:endParaRPr lang="en-ID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16AD10A-EAF6-42AC-B1BF-93C1B7A0175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lang="en-ID" sz="1000" kern="1200" smtClean="0">
                <a:solidFill>
                  <a:schemeClr val="tx1">
                    <a:tint val="75000"/>
                  </a:schemeClr>
                </a:solidFill>
                <a:latin typeface="Filson Soft Book" panose="00000500000000000000" pitchFamily="50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3EA4B39F-2C6B-4CFC-AA1A-5BA781B7E3C0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224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9"/>
          <p:cNvGrpSpPr>
            <a:grpSpLocks/>
          </p:cNvGrpSpPr>
          <p:nvPr userDrawn="1"/>
        </p:nvGrpSpPr>
        <p:grpSpPr bwMode="auto">
          <a:xfrm>
            <a:off x="0" y="5729288"/>
            <a:ext cx="1084263" cy="1128712"/>
            <a:chOff x="0" y="5729288"/>
            <a:chExt cx="1084263" cy="1128712"/>
          </a:xfrm>
        </p:grpSpPr>
        <p:sp>
          <p:nvSpPr>
            <p:cNvPr id="4" name="Freeform 6"/>
            <p:cNvSpPr>
              <a:spLocks/>
            </p:cNvSpPr>
            <p:nvPr/>
          </p:nvSpPr>
          <p:spPr bwMode="auto">
            <a:xfrm>
              <a:off x="242888" y="6113463"/>
              <a:ext cx="841375" cy="744537"/>
            </a:xfrm>
            <a:custGeom>
              <a:avLst/>
              <a:gdLst>
                <a:gd name="T0" fmla="*/ 2147483646 w 201"/>
                <a:gd name="T1" fmla="*/ 2147483646 h 179"/>
                <a:gd name="T2" fmla="*/ 2147483646 w 201"/>
                <a:gd name="T3" fmla="*/ 2147483646 h 179"/>
                <a:gd name="T4" fmla="*/ 0 w 201"/>
                <a:gd name="T5" fmla="*/ 2147483646 h 179"/>
                <a:gd name="T6" fmla="*/ 2147483646 w 201"/>
                <a:gd name="T7" fmla="*/ 2147483646 h 179"/>
                <a:gd name="T8" fmla="*/ 2147483646 w 201"/>
                <a:gd name="T9" fmla="*/ 2147483646 h 179"/>
                <a:gd name="T10" fmla="*/ 2147483646 w 201"/>
                <a:gd name="T11" fmla="*/ 2147483646 h 179"/>
                <a:gd name="T12" fmla="*/ 2147483646 w 201"/>
                <a:gd name="T13" fmla="*/ 2147483646 h 179"/>
                <a:gd name="T14" fmla="*/ 2147483646 w 201"/>
                <a:gd name="T15" fmla="*/ 2147483646 h 179"/>
                <a:gd name="T16" fmla="*/ 2147483646 w 201"/>
                <a:gd name="T17" fmla="*/ 2147483646 h 17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1" h="179">
                  <a:moveTo>
                    <a:pt x="191" y="75"/>
                  </a:moveTo>
                  <a:cubicBezTo>
                    <a:pt x="155" y="0"/>
                    <a:pt x="4" y="14"/>
                    <a:pt x="4" y="14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20" y="23"/>
                    <a:pt x="37" y="30"/>
                    <a:pt x="51" y="44"/>
                  </a:cubicBezTo>
                  <a:cubicBezTo>
                    <a:pt x="81" y="75"/>
                    <a:pt x="96" y="109"/>
                    <a:pt x="95" y="144"/>
                  </a:cubicBezTo>
                  <a:cubicBezTo>
                    <a:pt x="95" y="157"/>
                    <a:pt x="92" y="169"/>
                    <a:pt x="87" y="179"/>
                  </a:cubicBezTo>
                  <a:cubicBezTo>
                    <a:pt x="197" y="179"/>
                    <a:pt x="197" y="179"/>
                    <a:pt x="197" y="179"/>
                  </a:cubicBezTo>
                  <a:cubicBezTo>
                    <a:pt x="199" y="169"/>
                    <a:pt x="200" y="158"/>
                    <a:pt x="201" y="148"/>
                  </a:cubicBezTo>
                  <a:cubicBezTo>
                    <a:pt x="201" y="123"/>
                    <a:pt x="198" y="99"/>
                    <a:pt x="191" y="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Freeform 7"/>
            <p:cNvSpPr>
              <a:spLocks/>
            </p:cNvSpPr>
            <p:nvPr/>
          </p:nvSpPr>
          <p:spPr bwMode="auto">
            <a:xfrm>
              <a:off x="0" y="5729288"/>
              <a:ext cx="1039813" cy="696912"/>
            </a:xfrm>
            <a:custGeom>
              <a:avLst/>
              <a:gdLst>
                <a:gd name="T0" fmla="*/ 2147483646 w 249"/>
                <a:gd name="T1" fmla="*/ 2147483646 h 167"/>
                <a:gd name="T2" fmla="*/ 2147483646 w 249"/>
                <a:gd name="T3" fmla="*/ 2147483646 h 167"/>
                <a:gd name="T4" fmla="*/ 2147483646 w 249"/>
                <a:gd name="T5" fmla="*/ 2147483646 h 167"/>
                <a:gd name="T6" fmla="*/ 2147483646 w 249"/>
                <a:gd name="T7" fmla="*/ 2147483646 h 167"/>
                <a:gd name="T8" fmla="*/ 0 w 249"/>
                <a:gd name="T9" fmla="*/ 2147483646 h 167"/>
                <a:gd name="T10" fmla="*/ 0 w 249"/>
                <a:gd name="T11" fmla="*/ 2147483646 h 167"/>
                <a:gd name="T12" fmla="*/ 2147483646 w 249"/>
                <a:gd name="T13" fmla="*/ 2147483646 h 1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9" h="167">
                  <a:moveTo>
                    <a:pt x="58" y="110"/>
                  </a:moveTo>
                  <a:cubicBezTo>
                    <a:pt x="62" y="106"/>
                    <a:pt x="62" y="106"/>
                    <a:pt x="62" y="106"/>
                  </a:cubicBezTo>
                  <a:cubicBezTo>
                    <a:pt x="62" y="106"/>
                    <a:pt x="213" y="92"/>
                    <a:pt x="249" y="167"/>
                  </a:cubicBezTo>
                  <a:cubicBezTo>
                    <a:pt x="237" y="129"/>
                    <a:pt x="215" y="93"/>
                    <a:pt x="183" y="62"/>
                  </a:cubicBezTo>
                  <a:cubicBezTo>
                    <a:pt x="130" y="9"/>
                    <a:pt x="64" y="0"/>
                    <a:pt x="0" y="1"/>
                  </a:cubicBezTo>
                  <a:cubicBezTo>
                    <a:pt x="0" y="106"/>
                    <a:pt x="0" y="106"/>
                    <a:pt x="0" y="106"/>
                  </a:cubicBezTo>
                  <a:cubicBezTo>
                    <a:pt x="22" y="106"/>
                    <a:pt x="42" y="107"/>
                    <a:pt x="58" y="1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12"/>
          <p:cNvGrpSpPr>
            <a:grpSpLocks/>
          </p:cNvGrpSpPr>
          <p:nvPr userDrawn="1"/>
        </p:nvGrpSpPr>
        <p:grpSpPr bwMode="auto">
          <a:xfrm>
            <a:off x="9174163" y="4763"/>
            <a:ext cx="3017837" cy="1066800"/>
            <a:chOff x="9174163" y="4763"/>
            <a:chExt cx="3017837" cy="1066800"/>
          </a:xfrm>
        </p:grpSpPr>
        <p:sp>
          <p:nvSpPr>
            <p:cNvPr id="7" name="Freeform 8"/>
            <p:cNvSpPr>
              <a:spLocks/>
            </p:cNvSpPr>
            <p:nvPr/>
          </p:nvSpPr>
          <p:spPr bwMode="auto">
            <a:xfrm>
              <a:off x="9174163" y="4763"/>
              <a:ext cx="1793875" cy="1063625"/>
            </a:xfrm>
            <a:custGeom>
              <a:avLst/>
              <a:gdLst>
                <a:gd name="T0" fmla="*/ 2147483646 w 430"/>
                <a:gd name="T1" fmla="*/ 2147483646 h 255"/>
                <a:gd name="T2" fmla="*/ 2147483646 w 430"/>
                <a:gd name="T3" fmla="*/ 2147483646 h 255"/>
                <a:gd name="T4" fmla="*/ 2147483646 w 430"/>
                <a:gd name="T5" fmla="*/ 2147483646 h 255"/>
                <a:gd name="T6" fmla="*/ 2147483646 w 430"/>
                <a:gd name="T7" fmla="*/ 2147483646 h 255"/>
                <a:gd name="T8" fmla="*/ 2147483646 w 430"/>
                <a:gd name="T9" fmla="*/ 0 h 255"/>
                <a:gd name="T10" fmla="*/ 0 w 430"/>
                <a:gd name="T11" fmla="*/ 0 h 255"/>
                <a:gd name="T12" fmla="*/ 2147483646 w 430"/>
                <a:gd name="T13" fmla="*/ 2147483646 h 255"/>
                <a:gd name="T14" fmla="*/ 2147483646 w 430"/>
                <a:gd name="T15" fmla="*/ 2147483646 h 255"/>
                <a:gd name="T16" fmla="*/ 2147483646 w 430"/>
                <a:gd name="T17" fmla="*/ 2147483646 h 25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30" h="255">
                  <a:moveTo>
                    <a:pt x="430" y="79"/>
                  </a:moveTo>
                  <a:cubicBezTo>
                    <a:pt x="430" y="70"/>
                    <a:pt x="430" y="70"/>
                    <a:pt x="430" y="70"/>
                  </a:cubicBezTo>
                  <a:cubicBezTo>
                    <a:pt x="404" y="87"/>
                    <a:pt x="378" y="96"/>
                    <a:pt x="348" y="96"/>
                  </a:cubicBezTo>
                  <a:cubicBezTo>
                    <a:pt x="283" y="96"/>
                    <a:pt x="230" y="76"/>
                    <a:pt x="194" y="37"/>
                  </a:cubicBezTo>
                  <a:cubicBezTo>
                    <a:pt x="183" y="25"/>
                    <a:pt x="175" y="13"/>
                    <a:pt x="16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" y="53"/>
                    <a:pt x="38" y="104"/>
                    <a:pt x="77" y="146"/>
                  </a:cubicBezTo>
                  <a:cubicBezTo>
                    <a:pt x="102" y="173"/>
                    <a:pt x="132" y="196"/>
                    <a:pt x="165" y="213"/>
                  </a:cubicBezTo>
                  <a:cubicBezTo>
                    <a:pt x="284" y="255"/>
                    <a:pt x="430" y="79"/>
                    <a:pt x="430" y="7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9"/>
            <p:cNvSpPr>
              <a:spLocks/>
            </p:cNvSpPr>
            <p:nvPr/>
          </p:nvSpPr>
          <p:spPr bwMode="auto">
            <a:xfrm>
              <a:off x="9863138" y="4763"/>
              <a:ext cx="2328862" cy="1066800"/>
            </a:xfrm>
            <a:custGeom>
              <a:avLst/>
              <a:gdLst>
                <a:gd name="T0" fmla="*/ 2147483646 w 558"/>
                <a:gd name="T1" fmla="*/ 2147483646 h 256"/>
                <a:gd name="T2" fmla="*/ 2147483646 w 558"/>
                <a:gd name="T3" fmla="*/ 2147483646 h 256"/>
                <a:gd name="T4" fmla="*/ 0 w 558"/>
                <a:gd name="T5" fmla="*/ 2147483646 h 256"/>
                <a:gd name="T6" fmla="*/ 2147483646 w 558"/>
                <a:gd name="T7" fmla="*/ 2147483646 h 256"/>
                <a:gd name="T8" fmla="*/ 2147483646 w 558"/>
                <a:gd name="T9" fmla="*/ 2147483646 h 256"/>
                <a:gd name="T10" fmla="*/ 2147483646 w 558"/>
                <a:gd name="T11" fmla="*/ 0 h 256"/>
                <a:gd name="T12" fmla="*/ 2147483646 w 558"/>
                <a:gd name="T13" fmla="*/ 0 h 256"/>
                <a:gd name="T14" fmla="*/ 2147483646 w 558"/>
                <a:gd name="T15" fmla="*/ 2147483646 h 25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58" h="256">
                  <a:moveTo>
                    <a:pt x="265" y="70"/>
                  </a:moveTo>
                  <a:cubicBezTo>
                    <a:pt x="265" y="79"/>
                    <a:pt x="265" y="79"/>
                    <a:pt x="265" y="79"/>
                  </a:cubicBezTo>
                  <a:cubicBezTo>
                    <a:pt x="265" y="79"/>
                    <a:pt x="119" y="255"/>
                    <a:pt x="0" y="213"/>
                  </a:cubicBezTo>
                  <a:cubicBezTo>
                    <a:pt x="53" y="241"/>
                    <a:pt x="116" y="256"/>
                    <a:pt x="183" y="256"/>
                  </a:cubicBezTo>
                  <a:cubicBezTo>
                    <a:pt x="331" y="256"/>
                    <a:pt x="423" y="152"/>
                    <a:pt x="503" y="61"/>
                  </a:cubicBezTo>
                  <a:cubicBezTo>
                    <a:pt x="522" y="40"/>
                    <a:pt x="540" y="19"/>
                    <a:pt x="558" y="0"/>
                  </a:cubicBezTo>
                  <a:cubicBezTo>
                    <a:pt x="342" y="0"/>
                    <a:pt x="342" y="0"/>
                    <a:pt x="342" y="0"/>
                  </a:cubicBezTo>
                  <a:cubicBezTo>
                    <a:pt x="315" y="30"/>
                    <a:pt x="290" y="53"/>
                    <a:pt x="265" y="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9D3030C0-223C-4913-AADA-F6F496ED3C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75538" y="364220"/>
            <a:ext cx="6640924" cy="705756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b="1">
                <a:latin typeface="+mj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12FCC5D0-C112-4903-BB22-33DF07A652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 smtClean="0">
                <a:solidFill>
                  <a:schemeClr val="tx1">
                    <a:tint val="75000"/>
                  </a:schemeClr>
                </a:solidFill>
                <a:latin typeface="Filson Soft Book" panose="00000500000000000000" pitchFamily="50" charset="0"/>
              </a:defRPr>
            </a:lvl1pPr>
          </a:lstStyle>
          <a:p>
            <a:pPr>
              <a:defRPr/>
            </a:pPr>
            <a:fld id="{46101EB5-F472-467C-ACD3-500EB5F72BC0}" type="datetime2">
              <a:rPr lang="en-IN" smtClean="0"/>
              <a:t>Monday, 23 June 2025</a:t>
            </a:fld>
            <a:endParaRPr lang="en-ID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16AD10A-EAF6-42AC-B1BF-93C1B7A01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lang="en-ID" sz="1000" kern="1200" smtClean="0">
                <a:solidFill>
                  <a:schemeClr val="tx1">
                    <a:tint val="75000"/>
                  </a:schemeClr>
                </a:solidFill>
                <a:latin typeface="Filson Soft Book" panose="00000500000000000000" pitchFamily="50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19B11B10-5191-46F5-A8D5-7AD47144BFE0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0864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30276D5A-1B0E-4008-8AB7-505C5D765ED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1999" cy="6857999"/>
          </a:xfrm>
          <a:solidFill>
            <a:schemeClr val="bg2">
              <a:lumMod val="95000"/>
            </a:schemeClr>
          </a:solidFill>
        </p:spPr>
        <p:txBody>
          <a:bodyPr rtlCol="0">
            <a:normAutofit/>
          </a:bodyPr>
          <a:lstStyle>
            <a:lvl1pPr>
              <a:defRPr sz="800"/>
            </a:lvl1pPr>
          </a:lstStyle>
          <a:p>
            <a:pPr lvl="0"/>
            <a:endParaRPr lang="en-ID" noProof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9D3030C0-223C-4913-AADA-F6F496ED3C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75538" y="364220"/>
            <a:ext cx="6640924" cy="705756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b="1">
                <a:latin typeface="+mj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4710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"/>
          <p:cNvGrpSpPr>
            <a:grpSpLocks/>
          </p:cNvGrpSpPr>
          <p:nvPr userDrawn="1"/>
        </p:nvGrpSpPr>
        <p:grpSpPr bwMode="auto">
          <a:xfrm>
            <a:off x="0" y="5729288"/>
            <a:ext cx="1084263" cy="1128712"/>
            <a:chOff x="0" y="5729288"/>
            <a:chExt cx="1084263" cy="1128712"/>
          </a:xfrm>
        </p:grpSpPr>
        <p:sp>
          <p:nvSpPr>
            <p:cNvPr id="5" name="Freeform 6"/>
            <p:cNvSpPr>
              <a:spLocks/>
            </p:cNvSpPr>
            <p:nvPr/>
          </p:nvSpPr>
          <p:spPr bwMode="auto">
            <a:xfrm>
              <a:off x="242888" y="6113463"/>
              <a:ext cx="841375" cy="744537"/>
            </a:xfrm>
            <a:custGeom>
              <a:avLst/>
              <a:gdLst>
                <a:gd name="T0" fmla="*/ 2147483646 w 201"/>
                <a:gd name="T1" fmla="*/ 2147483646 h 179"/>
                <a:gd name="T2" fmla="*/ 2147483646 w 201"/>
                <a:gd name="T3" fmla="*/ 2147483646 h 179"/>
                <a:gd name="T4" fmla="*/ 0 w 201"/>
                <a:gd name="T5" fmla="*/ 2147483646 h 179"/>
                <a:gd name="T6" fmla="*/ 2147483646 w 201"/>
                <a:gd name="T7" fmla="*/ 2147483646 h 179"/>
                <a:gd name="T8" fmla="*/ 2147483646 w 201"/>
                <a:gd name="T9" fmla="*/ 2147483646 h 179"/>
                <a:gd name="T10" fmla="*/ 2147483646 w 201"/>
                <a:gd name="T11" fmla="*/ 2147483646 h 179"/>
                <a:gd name="T12" fmla="*/ 2147483646 w 201"/>
                <a:gd name="T13" fmla="*/ 2147483646 h 179"/>
                <a:gd name="T14" fmla="*/ 2147483646 w 201"/>
                <a:gd name="T15" fmla="*/ 2147483646 h 179"/>
                <a:gd name="T16" fmla="*/ 2147483646 w 201"/>
                <a:gd name="T17" fmla="*/ 2147483646 h 17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1" h="179">
                  <a:moveTo>
                    <a:pt x="191" y="75"/>
                  </a:moveTo>
                  <a:cubicBezTo>
                    <a:pt x="155" y="0"/>
                    <a:pt x="4" y="14"/>
                    <a:pt x="4" y="14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20" y="23"/>
                    <a:pt x="37" y="30"/>
                    <a:pt x="51" y="44"/>
                  </a:cubicBezTo>
                  <a:cubicBezTo>
                    <a:pt x="81" y="75"/>
                    <a:pt x="96" y="109"/>
                    <a:pt x="95" y="144"/>
                  </a:cubicBezTo>
                  <a:cubicBezTo>
                    <a:pt x="95" y="157"/>
                    <a:pt x="92" y="169"/>
                    <a:pt x="87" y="179"/>
                  </a:cubicBezTo>
                  <a:cubicBezTo>
                    <a:pt x="197" y="179"/>
                    <a:pt x="197" y="179"/>
                    <a:pt x="197" y="179"/>
                  </a:cubicBezTo>
                  <a:cubicBezTo>
                    <a:pt x="199" y="169"/>
                    <a:pt x="200" y="158"/>
                    <a:pt x="201" y="148"/>
                  </a:cubicBezTo>
                  <a:cubicBezTo>
                    <a:pt x="201" y="123"/>
                    <a:pt x="198" y="99"/>
                    <a:pt x="191" y="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11"/>
            <p:cNvSpPr>
              <a:spLocks/>
            </p:cNvSpPr>
            <p:nvPr/>
          </p:nvSpPr>
          <p:spPr bwMode="auto">
            <a:xfrm>
              <a:off x="0" y="5729288"/>
              <a:ext cx="1039813" cy="696912"/>
            </a:xfrm>
            <a:custGeom>
              <a:avLst/>
              <a:gdLst>
                <a:gd name="T0" fmla="*/ 2147483646 w 249"/>
                <a:gd name="T1" fmla="*/ 2147483646 h 167"/>
                <a:gd name="T2" fmla="*/ 2147483646 w 249"/>
                <a:gd name="T3" fmla="*/ 2147483646 h 167"/>
                <a:gd name="T4" fmla="*/ 2147483646 w 249"/>
                <a:gd name="T5" fmla="*/ 2147483646 h 167"/>
                <a:gd name="T6" fmla="*/ 2147483646 w 249"/>
                <a:gd name="T7" fmla="*/ 2147483646 h 167"/>
                <a:gd name="T8" fmla="*/ 0 w 249"/>
                <a:gd name="T9" fmla="*/ 2147483646 h 167"/>
                <a:gd name="T10" fmla="*/ 0 w 249"/>
                <a:gd name="T11" fmla="*/ 2147483646 h 167"/>
                <a:gd name="T12" fmla="*/ 2147483646 w 249"/>
                <a:gd name="T13" fmla="*/ 2147483646 h 1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9" h="167">
                  <a:moveTo>
                    <a:pt x="58" y="110"/>
                  </a:moveTo>
                  <a:cubicBezTo>
                    <a:pt x="62" y="106"/>
                    <a:pt x="62" y="106"/>
                    <a:pt x="62" y="106"/>
                  </a:cubicBezTo>
                  <a:cubicBezTo>
                    <a:pt x="62" y="106"/>
                    <a:pt x="213" y="92"/>
                    <a:pt x="249" y="167"/>
                  </a:cubicBezTo>
                  <a:cubicBezTo>
                    <a:pt x="237" y="129"/>
                    <a:pt x="215" y="93"/>
                    <a:pt x="183" y="62"/>
                  </a:cubicBezTo>
                  <a:cubicBezTo>
                    <a:pt x="130" y="9"/>
                    <a:pt x="64" y="0"/>
                    <a:pt x="0" y="1"/>
                  </a:cubicBezTo>
                  <a:cubicBezTo>
                    <a:pt x="0" y="106"/>
                    <a:pt x="0" y="106"/>
                    <a:pt x="0" y="106"/>
                  </a:cubicBezTo>
                  <a:cubicBezTo>
                    <a:pt x="22" y="106"/>
                    <a:pt x="42" y="107"/>
                    <a:pt x="58" y="1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12"/>
          <p:cNvGrpSpPr>
            <a:grpSpLocks/>
          </p:cNvGrpSpPr>
          <p:nvPr userDrawn="1"/>
        </p:nvGrpSpPr>
        <p:grpSpPr bwMode="auto">
          <a:xfrm>
            <a:off x="9174163" y="4763"/>
            <a:ext cx="3017837" cy="1066800"/>
            <a:chOff x="9174163" y="4763"/>
            <a:chExt cx="3017837" cy="1066800"/>
          </a:xfrm>
        </p:grpSpPr>
        <p:sp>
          <p:nvSpPr>
            <p:cNvPr id="10" name="Freeform 8"/>
            <p:cNvSpPr>
              <a:spLocks/>
            </p:cNvSpPr>
            <p:nvPr/>
          </p:nvSpPr>
          <p:spPr bwMode="auto">
            <a:xfrm>
              <a:off x="9174163" y="4763"/>
              <a:ext cx="1793875" cy="1063625"/>
            </a:xfrm>
            <a:custGeom>
              <a:avLst/>
              <a:gdLst>
                <a:gd name="T0" fmla="*/ 2147483646 w 430"/>
                <a:gd name="T1" fmla="*/ 2147483646 h 255"/>
                <a:gd name="T2" fmla="*/ 2147483646 w 430"/>
                <a:gd name="T3" fmla="*/ 2147483646 h 255"/>
                <a:gd name="T4" fmla="*/ 2147483646 w 430"/>
                <a:gd name="T5" fmla="*/ 2147483646 h 255"/>
                <a:gd name="T6" fmla="*/ 2147483646 w 430"/>
                <a:gd name="T7" fmla="*/ 2147483646 h 255"/>
                <a:gd name="T8" fmla="*/ 2147483646 w 430"/>
                <a:gd name="T9" fmla="*/ 0 h 255"/>
                <a:gd name="T10" fmla="*/ 0 w 430"/>
                <a:gd name="T11" fmla="*/ 0 h 255"/>
                <a:gd name="T12" fmla="*/ 2147483646 w 430"/>
                <a:gd name="T13" fmla="*/ 2147483646 h 255"/>
                <a:gd name="T14" fmla="*/ 2147483646 w 430"/>
                <a:gd name="T15" fmla="*/ 2147483646 h 255"/>
                <a:gd name="T16" fmla="*/ 2147483646 w 430"/>
                <a:gd name="T17" fmla="*/ 2147483646 h 25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30" h="255">
                  <a:moveTo>
                    <a:pt x="430" y="79"/>
                  </a:moveTo>
                  <a:cubicBezTo>
                    <a:pt x="430" y="70"/>
                    <a:pt x="430" y="70"/>
                    <a:pt x="430" y="70"/>
                  </a:cubicBezTo>
                  <a:cubicBezTo>
                    <a:pt x="404" y="87"/>
                    <a:pt x="378" y="96"/>
                    <a:pt x="348" y="96"/>
                  </a:cubicBezTo>
                  <a:cubicBezTo>
                    <a:pt x="283" y="96"/>
                    <a:pt x="230" y="76"/>
                    <a:pt x="194" y="37"/>
                  </a:cubicBezTo>
                  <a:cubicBezTo>
                    <a:pt x="183" y="25"/>
                    <a:pt x="175" y="13"/>
                    <a:pt x="16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" y="53"/>
                    <a:pt x="38" y="104"/>
                    <a:pt x="77" y="146"/>
                  </a:cubicBezTo>
                  <a:cubicBezTo>
                    <a:pt x="102" y="173"/>
                    <a:pt x="132" y="196"/>
                    <a:pt x="165" y="213"/>
                  </a:cubicBezTo>
                  <a:cubicBezTo>
                    <a:pt x="284" y="255"/>
                    <a:pt x="430" y="79"/>
                    <a:pt x="430" y="7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9"/>
            <p:cNvSpPr>
              <a:spLocks/>
            </p:cNvSpPr>
            <p:nvPr/>
          </p:nvSpPr>
          <p:spPr bwMode="auto">
            <a:xfrm>
              <a:off x="9863138" y="4763"/>
              <a:ext cx="2328862" cy="1066800"/>
            </a:xfrm>
            <a:custGeom>
              <a:avLst/>
              <a:gdLst>
                <a:gd name="T0" fmla="*/ 2147483646 w 558"/>
                <a:gd name="T1" fmla="*/ 2147483646 h 256"/>
                <a:gd name="T2" fmla="*/ 2147483646 w 558"/>
                <a:gd name="T3" fmla="*/ 2147483646 h 256"/>
                <a:gd name="T4" fmla="*/ 0 w 558"/>
                <a:gd name="T5" fmla="*/ 2147483646 h 256"/>
                <a:gd name="T6" fmla="*/ 2147483646 w 558"/>
                <a:gd name="T7" fmla="*/ 2147483646 h 256"/>
                <a:gd name="T8" fmla="*/ 2147483646 w 558"/>
                <a:gd name="T9" fmla="*/ 2147483646 h 256"/>
                <a:gd name="T10" fmla="*/ 2147483646 w 558"/>
                <a:gd name="T11" fmla="*/ 0 h 256"/>
                <a:gd name="T12" fmla="*/ 2147483646 w 558"/>
                <a:gd name="T13" fmla="*/ 0 h 256"/>
                <a:gd name="T14" fmla="*/ 2147483646 w 558"/>
                <a:gd name="T15" fmla="*/ 2147483646 h 25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58" h="256">
                  <a:moveTo>
                    <a:pt x="265" y="70"/>
                  </a:moveTo>
                  <a:cubicBezTo>
                    <a:pt x="265" y="79"/>
                    <a:pt x="265" y="79"/>
                    <a:pt x="265" y="79"/>
                  </a:cubicBezTo>
                  <a:cubicBezTo>
                    <a:pt x="265" y="79"/>
                    <a:pt x="119" y="255"/>
                    <a:pt x="0" y="213"/>
                  </a:cubicBezTo>
                  <a:cubicBezTo>
                    <a:pt x="53" y="241"/>
                    <a:pt x="116" y="256"/>
                    <a:pt x="183" y="256"/>
                  </a:cubicBezTo>
                  <a:cubicBezTo>
                    <a:pt x="331" y="256"/>
                    <a:pt x="423" y="152"/>
                    <a:pt x="503" y="61"/>
                  </a:cubicBezTo>
                  <a:cubicBezTo>
                    <a:pt x="522" y="40"/>
                    <a:pt x="540" y="19"/>
                    <a:pt x="558" y="0"/>
                  </a:cubicBezTo>
                  <a:cubicBezTo>
                    <a:pt x="342" y="0"/>
                    <a:pt x="342" y="0"/>
                    <a:pt x="342" y="0"/>
                  </a:cubicBezTo>
                  <a:cubicBezTo>
                    <a:pt x="315" y="30"/>
                    <a:pt x="290" y="53"/>
                    <a:pt x="265" y="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9D3030C0-223C-4913-AADA-F6F496ED3C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75538" y="364220"/>
            <a:ext cx="6640924" cy="705756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b="1">
                <a:latin typeface="+mj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4A04297-4699-449D-A82B-D099259BE3C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87910" y="1973687"/>
            <a:ext cx="2810815" cy="4033413"/>
          </a:xfrm>
          <a:custGeom>
            <a:avLst/>
            <a:gdLst>
              <a:gd name="connsiteX0" fmla="*/ 29795 w 2810815"/>
              <a:gd name="connsiteY0" fmla="*/ 0 h 4033413"/>
              <a:gd name="connsiteX1" fmla="*/ 2781020 w 2810815"/>
              <a:gd name="connsiteY1" fmla="*/ 0 h 4033413"/>
              <a:gd name="connsiteX2" fmla="*/ 2810815 w 2810815"/>
              <a:gd name="connsiteY2" fmla="*/ 29795 h 4033413"/>
              <a:gd name="connsiteX3" fmla="*/ 2810815 w 2810815"/>
              <a:gd name="connsiteY3" fmla="*/ 4003618 h 4033413"/>
              <a:gd name="connsiteX4" fmla="*/ 2781020 w 2810815"/>
              <a:gd name="connsiteY4" fmla="*/ 4033413 h 4033413"/>
              <a:gd name="connsiteX5" fmla="*/ 29795 w 2810815"/>
              <a:gd name="connsiteY5" fmla="*/ 4033413 h 4033413"/>
              <a:gd name="connsiteX6" fmla="*/ 0 w 2810815"/>
              <a:gd name="connsiteY6" fmla="*/ 4003618 h 4033413"/>
              <a:gd name="connsiteX7" fmla="*/ 0 w 2810815"/>
              <a:gd name="connsiteY7" fmla="*/ 29795 h 4033413"/>
              <a:gd name="connsiteX8" fmla="*/ 29795 w 2810815"/>
              <a:gd name="connsiteY8" fmla="*/ 0 h 4033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10815" h="4033413">
                <a:moveTo>
                  <a:pt x="29795" y="0"/>
                </a:moveTo>
                <a:lnTo>
                  <a:pt x="2781020" y="0"/>
                </a:lnTo>
                <a:cubicBezTo>
                  <a:pt x="2797475" y="0"/>
                  <a:pt x="2810815" y="13340"/>
                  <a:pt x="2810815" y="29795"/>
                </a:cubicBezTo>
                <a:lnTo>
                  <a:pt x="2810815" y="4003618"/>
                </a:lnTo>
                <a:cubicBezTo>
                  <a:pt x="2810815" y="4020073"/>
                  <a:pt x="2797475" y="4033413"/>
                  <a:pt x="2781020" y="4033413"/>
                </a:cubicBezTo>
                <a:lnTo>
                  <a:pt x="29795" y="4033413"/>
                </a:lnTo>
                <a:cubicBezTo>
                  <a:pt x="13340" y="4033413"/>
                  <a:pt x="0" y="4020073"/>
                  <a:pt x="0" y="4003618"/>
                </a:cubicBezTo>
                <a:lnTo>
                  <a:pt x="0" y="29795"/>
                </a:lnTo>
                <a:cubicBezTo>
                  <a:pt x="0" y="13340"/>
                  <a:pt x="13340" y="0"/>
                  <a:pt x="29795" y="0"/>
                </a:cubicBez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rtlCol="0">
            <a:noAutofit/>
          </a:bodyPr>
          <a:lstStyle>
            <a:lvl1pPr>
              <a:defRPr sz="800"/>
            </a:lvl1pPr>
          </a:lstStyle>
          <a:p>
            <a:pPr lvl="0"/>
            <a:endParaRPr lang="en-ID" noProof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12FCC5D0-C112-4903-BB22-33DF07A6520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 smtClean="0">
                <a:solidFill>
                  <a:schemeClr val="tx1">
                    <a:tint val="75000"/>
                  </a:schemeClr>
                </a:solidFill>
                <a:latin typeface="Filson Soft Book" panose="00000500000000000000" pitchFamily="50" charset="0"/>
              </a:defRPr>
            </a:lvl1pPr>
          </a:lstStyle>
          <a:p>
            <a:pPr>
              <a:defRPr/>
            </a:pPr>
            <a:fld id="{CF069F12-751C-4E5B-A67C-15D2EAC7D923}" type="datetime2">
              <a:rPr lang="en-IN" smtClean="0"/>
              <a:t>Monday, 23 June 2025</a:t>
            </a:fld>
            <a:endParaRPr lang="en-ID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16AD10A-EAF6-42AC-B1BF-93C1B7A0175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lang="en-ID" sz="1000" kern="1200" smtClean="0">
                <a:solidFill>
                  <a:schemeClr val="tx1">
                    <a:tint val="75000"/>
                  </a:schemeClr>
                </a:solidFill>
                <a:latin typeface="Filson Soft Book" panose="00000500000000000000" pitchFamily="50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08A0324A-DF15-4689-B196-AF69B7004DFE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7486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9"/>
          <p:cNvGrpSpPr>
            <a:grpSpLocks/>
          </p:cNvGrpSpPr>
          <p:nvPr userDrawn="1"/>
        </p:nvGrpSpPr>
        <p:grpSpPr bwMode="auto">
          <a:xfrm>
            <a:off x="0" y="5729288"/>
            <a:ext cx="1084263" cy="1128712"/>
            <a:chOff x="0" y="5729288"/>
            <a:chExt cx="1084263" cy="1128712"/>
          </a:xfrm>
        </p:grpSpPr>
        <p:sp>
          <p:nvSpPr>
            <p:cNvPr id="8" name="Freeform 6"/>
            <p:cNvSpPr>
              <a:spLocks/>
            </p:cNvSpPr>
            <p:nvPr/>
          </p:nvSpPr>
          <p:spPr bwMode="auto">
            <a:xfrm>
              <a:off x="242888" y="6113463"/>
              <a:ext cx="841375" cy="744537"/>
            </a:xfrm>
            <a:custGeom>
              <a:avLst/>
              <a:gdLst>
                <a:gd name="T0" fmla="*/ 2147483646 w 201"/>
                <a:gd name="T1" fmla="*/ 2147483646 h 179"/>
                <a:gd name="T2" fmla="*/ 2147483646 w 201"/>
                <a:gd name="T3" fmla="*/ 2147483646 h 179"/>
                <a:gd name="T4" fmla="*/ 0 w 201"/>
                <a:gd name="T5" fmla="*/ 2147483646 h 179"/>
                <a:gd name="T6" fmla="*/ 2147483646 w 201"/>
                <a:gd name="T7" fmla="*/ 2147483646 h 179"/>
                <a:gd name="T8" fmla="*/ 2147483646 w 201"/>
                <a:gd name="T9" fmla="*/ 2147483646 h 179"/>
                <a:gd name="T10" fmla="*/ 2147483646 w 201"/>
                <a:gd name="T11" fmla="*/ 2147483646 h 179"/>
                <a:gd name="T12" fmla="*/ 2147483646 w 201"/>
                <a:gd name="T13" fmla="*/ 2147483646 h 179"/>
                <a:gd name="T14" fmla="*/ 2147483646 w 201"/>
                <a:gd name="T15" fmla="*/ 2147483646 h 179"/>
                <a:gd name="T16" fmla="*/ 2147483646 w 201"/>
                <a:gd name="T17" fmla="*/ 2147483646 h 17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1" h="179">
                  <a:moveTo>
                    <a:pt x="191" y="75"/>
                  </a:moveTo>
                  <a:cubicBezTo>
                    <a:pt x="155" y="0"/>
                    <a:pt x="4" y="14"/>
                    <a:pt x="4" y="14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20" y="23"/>
                    <a:pt x="37" y="30"/>
                    <a:pt x="51" y="44"/>
                  </a:cubicBezTo>
                  <a:cubicBezTo>
                    <a:pt x="81" y="75"/>
                    <a:pt x="96" y="109"/>
                    <a:pt x="95" y="144"/>
                  </a:cubicBezTo>
                  <a:cubicBezTo>
                    <a:pt x="95" y="157"/>
                    <a:pt x="92" y="169"/>
                    <a:pt x="87" y="179"/>
                  </a:cubicBezTo>
                  <a:cubicBezTo>
                    <a:pt x="197" y="179"/>
                    <a:pt x="197" y="179"/>
                    <a:pt x="197" y="179"/>
                  </a:cubicBezTo>
                  <a:cubicBezTo>
                    <a:pt x="199" y="169"/>
                    <a:pt x="200" y="158"/>
                    <a:pt x="201" y="148"/>
                  </a:cubicBezTo>
                  <a:cubicBezTo>
                    <a:pt x="201" y="123"/>
                    <a:pt x="198" y="99"/>
                    <a:pt x="191" y="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0" y="5729288"/>
              <a:ext cx="1039813" cy="696912"/>
            </a:xfrm>
            <a:custGeom>
              <a:avLst/>
              <a:gdLst>
                <a:gd name="T0" fmla="*/ 2147483646 w 249"/>
                <a:gd name="T1" fmla="*/ 2147483646 h 167"/>
                <a:gd name="T2" fmla="*/ 2147483646 w 249"/>
                <a:gd name="T3" fmla="*/ 2147483646 h 167"/>
                <a:gd name="T4" fmla="*/ 2147483646 w 249"/>
                <a:gd name="T5" fmla="*/ 2147483646 h 167"/>
                <a:gd name="T6" fmla="*/ 2147483646 w 249"/>
                <a:gd name="T7" fmla="*/ 2147483646 h 167"/>
                <a:gd name="T8" fmla="*/ 0 w 249"/>
                <a:gd name="T9" fmla="*/ 2147483646 h 167"/>
                <a:gd name="T10" fmla="*/ 0 w 249"/>
                <a:gd name="T11" fmla="*/ 2147483646 h 167"/>
                <a:gd name="T12" fmla="*/ 2147483646 w 249"/>
                <a:gd name="T13" fmla="*/ 2147483646 h 1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9" h="167">
                  <a:moveTo>
                    <a:pt x="58" y="110"/>
                  </a:moveTo>
                  <a:cubicBezTo>
                    <a:pt x="62" y="106"/>
                    <a:pt x="62" y="106"/>
                    <a:pt x="62" y="106"/>
                  </a:cubicBezTo>
                  <a:cubicBezTo>
                    <a:pt x="62" y="106"/>
                    <a:pt x="213" y="92"/>
                    <a:pt x="249" y="167"/>
                  </a:cubicBezTo>
                  <a:cubicBezTo>
                    <a:pt x="237" y="129"/>
                    <a:pt x="215" y="93"/>
                    <a:pt x="183" y="62"/>
                  </a:cubicBezTo>
                  <a:cubicBezTo>
                    <a:pt x="130" y="9"/>
                    <a:pt x="64" y="0"/>
                    <a:pt x="0" y="1"/>
                  </a:cubicBezTo>
                  <a:cubicBezTo>
                    <a:pt x="0" y="106"/>
                    <a:pt x="0" y="106"/>
                    <a:pt x="0" y="106"/>
                  </a:cubicBezTo>
                  <a:cubicBezTo>
                    <a:pt x="22" y="106"/>
                    <a:pt x="42" y="107"/>
                    <a:pt x="58" y="1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2"/>
          <p:cNvGrpSpPr>
            <a:grpSpLocks/>
          </p:cNvGrpSpPr>
          <p:nvPr userDrawn="1"/>
        </p:nvGrpSpPr>
        <p:grpSpPr bwMode="auto">
          <a:xfrm>
            <a:off x="9174163" y="4763"/>
            <a:ext cx="3017837" cy="1066800"/>
            <a:chOff x="9174163" y="4763"/>
            <a:chExt cx="3017837" cy="1066800"/>
          </a:xfrm>
        </p:grpSpPr>
        <p:sp>
          <p:nvSpPr>
            <p:cNvPr id="13" name="Freeform 8"/>
            <p:cNvSpPr>
              <a:spLocks/>
            </p:cNvSpPr>
            <p:nvPr/>
          </p:nvSpPr>
          <p:spPr bwMode="auto">
            <a:xfrm>
              <a:off x="9174163" y="4763"/>
              <a:ext cx="1793875" cy="1063625"/>
            </a:xfrm>
            <a:custGeom>
              <a:avLst/>
              <a:gdLst>
                <a:gd name="T0" fmla="*/ 2147483646 w 430"/>
                <a:gd name="T1" fmla="*/ 2147483646 h 255"/>
                <a:gd name="T2" fmla="*/ 2147483646 w 430"/>
                <a:gd name="T3" fmla="*/ 2147483646 h 255"/>
                <a:gd name="T4" fmla="*/ 2147483646 w 430"/>
                <a:gd name="T5" fmla="*/ 2147483646 h 255"/>
                <a:gd name="T6" fmla="*/ 2147483646 w 430"/>
                <a:gd name="T7" fmla="*/ 2147483646 h 255"/>
                <a:gd name="T8" fmla="*/ 2147483646 w 430"/>
                <a:gd name="T9" fmla="*/ 0 h 255"/>
                <a:gd name="T10" fmla="*/ 0 w 430"/>
                <a:gd name="T11" fmla="*/ 0 h 255"/>
                <a:gd name="T12" fmla="*/ 2147483646 w 430"/>
                <a:gd name="T13" fmla="*/ 2147483646 h 255"/>
                <a:gd name="T14" fmla="*/ 2147483646 w 430"/>
                <a:gd name="T15" fmla="*/ 2147483646 h 255"/>
                <a:gd name="T16" fmla="*/ 2147483646 w 430"/>
                <a:gd name="T17" fmla="*/ 2147483646 h 25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30" h="255">
                  <a:moveTo>
                    <a:pt x="430" y="79"/>
                  </a:moveTo>
                  <a:cubicBezTo>
                    <a:pt x="430" y="70"/>
                    <a:pt x="430" y="70"/>
                    <a:pt x="430" y="70"/>
                  </a:cubicBezTo>
                  <a:cubicBezTo>
                    <a:pt x="404" y="87"/>
                    <a:pt x="378" y="96"/>
                    <a:pt x="348" y="96"/>
                  </a:cubicBezTo>
                  <a:cubicBezTo>
                    <a:pt x="283" y="96"/>
                    <a:pt x="230" y="76"/>
                    <a:pt x="194" y="37"/>
                  </a:cubicBezTo>
                  <a:cubicBezTo>
                    <a:pt x="183" y="25"/>
                    <a:pt x="175" y="13"/>
                    <a:pt x="16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" y="53"/>
                    <a:pt x="38" y="104"/>
                    <a:pt x="77" y="146"/>
                  </a:cubicBezTo>
                  <a:cubicBezTo>
                    <a:pt x="102" y="173"/>
                    <a:pt x="132" y="196"/>
                    <a:pt x="165" y="213"/>
                  </a:cubicBezTo>
                  <a:cubicBezTo>
                    <a:pt x="284" y="255"/>
                    <a:pt x="430" y="79"/>
                    <a:pt x="430" y="7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9"/>
            <p:cNvSpPr>
              <a:spLocks/>
            </p:cNvSpPr>
            <p:nvPr/>
          </p:nvSpPr>
          <p:spPr bwMode="auto">
            <a:xfrm>
              <a:off x="9863138" y="4763"/>
              <a:ext cx="2328862" cy="1066800"/>
            </a:xfrm>
            <a:custGeom>
              <a:avLst/>
              <a:gdLst>
                <a:gd name="T0" fmla="*/ 2147483646 w 558"/>
                <a:gd name="T1" fmla="*/ 2147483646 h 256"/>
                <a:gd name="T2" fmla="*/ 2147483646 w 558"/>
                <a:gd name="T3" fmla="*/ 2147483646 h 256"/>
                <a:gd name="T4" fmla="*/ 0 w 558"/>
                <a:gd name="T5" fmla="*/ 2147483646 h 256"/>
                <a:gd name="T6" fmla="*/ 2147483646 w 558"/>
                <a:gd name="T7" fmla="*/ 2147483646 h 256"/>
                <a:gd name="T8" fmla="*/ 2147483646 w 558"/>
                <a:gd name="T9" fmla="*/ 2147483646 h 256"/>
                <a:gd name="T10" fmla="*/ 2147483646 w 558"/>
                <a:gd name="T11" fmla="*/ 0 h 256"/>
                <a:gd name="T12" fmla="*/ 2147483646 w 558"/>
                <a:gd name="T13" fmla="*/ 0 h 256"/>
                <a:gd name="T14" fmla="*/ 2147483646 w 558"/>
                <a:gd name="T15" fmla="*/ 2147483646 h 25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58" h="256">
                  <a:moveTo>
                    <a:pt x="265" y="70"/>
                  </a:moveTo>
                  <a:cubicBezTo>
                    <a:pt x="265" y="79"/>
                    <a:pt x="265" y="79"/>
                    <a:pt x="265" y="79"/>
                  </a:cubicBezTo>
                  <a:cubicBezTo>
                    <a:pt x="265" y="79"/>
                    <a:pt x="119" y="255"/>
                    <a:pt x="0" y="213"/>
                  </a:cubicBezTo>
                  <a:cubicBezTo>
                    <a:pt x="53" y="241"/>
                    <a:pt x="116" y="256"/>
                    <a:pt x="183" y="256"/>
                  </a:cubicBezTo>
                  <a:cubicBezTo>
                    <a:pt x="331" y="256"/>
                    <a:pt x="423" y="152"/>
                    <a:pt x="503" y="61"/>
                  </a:cubicBezTo>
                  <a:cubicBezTo>
                    <a:pt x="522" y="40"/>
                    <a:pt x="540" y="19"/>
                    <a:pt x="558" y="0"/>
                  </a:cubicBezTo>
                  <a:cubicBezTo>
                    <a:pt x="342" y="0"/>
                    <a:pt x="342" y="0"/>
                    <a:pt x="342" y="0"/>
                  </a:cubicBezTo>
                  <a:cubicBezTo>
                    <a:pt x="315" y="30"/>
                    <a:pt x="290" y="53"/>
                    <a:pt x="265" y="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9D3030C0-223C-4913-AADA-F6F496ED3C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29283" y="1291237"/>
            <a:ext cx="3839751" cy="589128"/>
          </a:xfrm>
        </p:spPr>
        <p:txBody>
          <a:bodyPr anchor="ctr">
            <a:normAutofit/>
          </a:bodyPr>
          <a:lstStyle>
            <a:lvl1pPr marL="0" indent="0" algn="l">
              <a:buNone/>
              <a:defRPr sz="4000" b="1">
                <a:latin typeface="+mj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04EF408-B05C-4234-8E1C-74D9F94AE1A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78469" y="1291237"/>
            <a:ext cx="2496431" cy="2496432"/>
          </a:xfrm>
          <a:custGeom>
            <a:avLst/>
            <a:gdLst>
              <a:gd name="connsiteX0" fmla="*/ 0 w 2496431"/>
              <a:gd name="connsiteY0" fmla="*/ 0 h 2496432"/>
              <a:gd name="connsiteX1" fmla="*/ 2496431 w 2496431"/>
              <a:gd name="connsiteY1" fmla="*/ 0 h 2496432"/>
              <a:gd name="connsiteX2" fmla="*/ 2496431 w 2496431"/>
              <a:gd name="connsiteY2" fmla="*/ 2496432 h 2496432"/>
              <a:gd name="connsiteX3" fmla="*/ 0 w 2496431"/>
              <a:gd name="connsiteY3" fmla="*/ 2496432 h 2496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96431" h="2496432">
                <a:moveTo>
                  <a:pt x="0" y="0"/>
                </a:moveTo>
                <a:lnTo>
                  <a:pt x="2496431" y="0"/>
                </a:lnTo>
                <a:lnTo>
                  <a:pt x="2496431" y="2496432"/>
                </a:lnTo>
                <a:lnTo>
                  <a:pt x="0" y="2496432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rtlCol="0">
            <a:noAutofit/>
          </a:bodyPr>
          <a:lstStyle>
            <a:lvl1pPr>
              <a:defRPr sz="800"/>
            </a:lvl1pPr>
          </a:lstStyle>
          <a:p>
            <a:pPr lvl="0"/>
            <a:endParaRPr lang="en-ID" noProof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E5042D3-FCD8-47BC-BA92-841E6FC5F7F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071682" y="1291237"/>
            <a:ext cx="2496431" cy="2496432"/>
          </a:xfrm>
          <a:custGeom>
            <a:avLst/>
            <a:gdLst>
              <a:gd name="connsiteX0" fmla="*/ 0 w 2496431"/>
              <a:gd name="connsiteY0" fmla="*/ 0 h 2496432"/>
              <a:gd name="connsiteX1" fmla="*/ 2496431 w 2496431"/>
              <a:gd name="connsiteY1" fmla="*/ 0 h 2496432"/>
              <a:gd name="connsiteX2" fmla="*/ 2496431 w 2496431"/>
              <a:gd name="connsiteY2" fmla="*/ 2496432 h 2496432"/>
              <a:gd name="connsiteX3" fmla="*/ 0 w 2496431"/>
              <a:gd name="connsiteY3" fmla="*/ 2496432 h 2496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96431" h="2496432">
                <a:moveTo>
                  <a:pt x="0" y="0"/>
                </a:moveTo>
                <a:lnTo>
                  <a:pt x="2496431" y="0"/>
                </a:lnTo>
                <a:lnTo>
                  <a:pt x="2496431" y="2496432"/>
                </a:lnTo>
                <a:lnTo>
                  <a:pt x="0" y="2496432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rtlCol="0">
            <a:noAutofit/>
          </a:bodyPr>
          <a:lstStyle>
            <a:lvl1pPr>
              <a:defRPr sz="800"/>
            </a:lvl1pPr>
          </a:lstStyle>
          <a:p>
            <a:pPr lvl="0"/>
            <a:endParaRPr lang="en-ID" noProof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1E8231BB-7342-4DCF-BD43-2AA36565028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78469" y="3989447"/>
            <a:ext cx="2496431" cy="2496432"/>
          </a:xfrm>
          <a:custGeom>
            <a:avLst/>
            <a:gdLst>
              <a:gd name="connsiteX0" fmla="*/ 0 w 2496431"/>
              <a:gd name="connsiteY0" fmla="*/ 0 h 2496432"/>
              <a:gd name="connsiteX1" fmla="*/ 2496431 w 2496431"/>
              <a:gd name="connsiteY1" fmla="*/ 0 h 2496432"/>
              <a:gd name="connsiteX2" fmla="*/ 2496431 w 2496431"/>
              <a:gd name="connsiteY2" fmla="*/ 2496432 h 2496432"/>
              <a:gd name="connsiteX3" fmla="*/ 0 w 2496431"/>
              <a:gd name="connsiteY3" fmla="*/ 2496432 h 2496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96431" h="2496432">
                <a:moveTo>
                  <a:pt x="0" y="0"/>
                </a:moveTo>
                <a:lnTo>
                  <a:pt x="2496431" y="0"/>
                </a:lnTo>
                <a:lnTo>
                  <a:pt x="2496431" y="2496432"/>
                </a:lnTo>
                <a:lnTo>
                  <a:pt x="0" y="2496432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rtlCol="0">
            <a:noAutofit/>
          </a:bodyPr>
          <a:lstStyle>
            <a:lvl1pPr>
              <a:defRPr sz="800"/>
            </a:lvl1pPr>
          </a:lstStyle>
          <a:p>
            <a:pPr lvl="0"/>
            <a:endParaRPr lang="en-ID" noProof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6D405079-25A7-45E9-A4CC-C29666E3F47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071683" y="3989447"/>
            <a:ext cx="2496431" cy="2496432"/>
          </a:xfrm>
          <a:custGeom>
            <a:avLst/>
            <a:gdLst>
              <a:gd name="connsiteX0" fmla="*/ 0 w 2496431"/>
              <a:gd name="connsiteY0" fmla="*/ 0 h 2496432"/>
              <a:gd name="connsiteX1" fmla="*/ 2496431 w 2496431"/>
              <a:gd name="connsiteY1" fmla="*/ 0 h 2496432"/>
              <a:gd name="connsiteX2" fmla="*/ 2496431 w 2496431"/>
              <a:gd name="connsiteY2" fmla="*/ 2496432 h 2496432"/>
              <a:gd name="connsiteX3" fmla="*/ 0 w 2496431"/>
              <a:gd name="connsiteY3" fmla="*/ 2496432 h 2496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96431" h="2496432">
                <a:moveTo>
                  <a:pt x="0" y="0"/>
                </a:moveTo>
                <a:lnTo>
                  <a:pt x="2496431" y="0"/>
                </a:lnTo>
                <a:lnTo>
                  <a:pt x="2496431" y="2496432"/>
                </a:lnTo>
                <a:lnTo>
                  <a:pt x="0" y="2496432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rtlCol="0">
            <a:noAutofit/>
          </a:bodyPr>
          <a:lstStyle>
            <a:lvl1pPr>
              <a:defRPr sz="800"/>
            </a:lvl1pPr>
          </a:lstStyle>
          <a:p>
            <a:pPr lvl="0"/>
            <a:endParaRPr lang="en-ID" noProof="0"/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12FCC5D0-C112-4903-BB22-33DF07A6520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 smtClean="0">
                <a:solidFill>
                  <a:schemeClr val="tx1">
                    <a:tint val="75000"/>
                  </a:schemeClr>
                </a:solidFill>
                <a:latin typeface="Filson Soft Book" panose="00000500000000000000" pitchFamily="50" charset="0"/>
              </a:defRPr>
            </a:lvl1pPr>
          </a:lstStyle>
          <a:p>
            <a:pPr>
              <a:defRPr/>
            </a:pPr>
            <a:fld id="{59CD7FEC-F98D-4360-9D1D-B29825A007EC}" type="datetime2">
              <a:rPr lang="en-IN" smtClean="0"/>
              <a:t>Monday, 23 June 2025</a:t>
            </a:fld>
            <a:endParaRPr lang="en-ID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B16AD10A-EAF6-42AC-B1BF-93C1B7A0175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lang="en-ID" sz="1000" kern="1200" smtClean="0">
                <a:solidFill>
                  <a:schemeClr val="tx1">
                    <a:tint val="75000"/>
                  </a:schemeClr>
                </a:solidFill>
                <a:latin typeface="Filson Soft Book" panose="00000500000000000000" pitchFamily="50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0A425743-44AF-4B44-9A3D-FFB0F255C234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8774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9"/>
          <p:cNvGrpSpPr>
            <a:grpSpLocks/>
          </p:cNvGrpSpPr>
          <p:nvPr userDrawn="1"/>
        </p:nvGrpSpPr>
        <p:grpSpPr bwMode="auto">
          <a:xfrm>
            <a:off x="0" y="5729288"/>
            <a:ext cx="1084263" cy="1128712"/>
            <a:chOff x="0" y="5729288"/>
            <a:chExt cx="1084263" cy="1128712"/>
          </a:xfrm>
        </p:grpSpPr>
        <p:sp>
          <p:nvSpPr>
            <p:cNvPr id="6" name="Freeform 10"/>
            <p:cNvSpPr>
              <a:spLocks/>
            </p:cNvSpPr>
            <p:nvPr/>
          </p:nvSpPr>
          <p:spPr bwMode="auto">
            <a:xfrm>
              <a:off x="242888" y="6113463"/>
              <a:ext cx="841375" cy="744537"/>
            </a:xfrm>
            <a:custGeom>
              <a:avLst/>
              <a:gdLst>
                <a:gd name="T0" fmla="*/ 2147483646 w 201"/>
                <a:gd name="T1" fmla="*/ 2147483646 h 179"/>
                <a:gd name="T2" fmla="*/ 2147483646 w 201"/>
                <a:gd name="T3" fmla="*/ 2147483646 h 179"/>
                <a:gd name="T4" fmla="*/ 0 w 201"/>
                <a:gd name="T5" fmla="*/ 2147483646 h 179"/>
                <a:gd name="T6" fmla="*/ 2147483646 w 201"/>
                <a:gd name="T7" fmla="*/ 2147483646 h 179"/>
                <a:gd name="T8" fmla="*/ 2147483646 w 201"/>
                <a:gd name="T9" fmla="*/ 2147483646 h 179"/>
                <a:gd name="T10" fmla="*/ 2147483646 w 201"/>
                <a:gd name="T11" fmla="*/ 2147483646 h 179"/>
                <a:gd name="T12" fmla="*/ 2147483646 w 201"/>
                <a:gd name="T13" fmla="*/ 2147483646 h 179"/>
                <a:gd name="T14" fmla="*/ 2147483646 w 201"/>
                <a:gd name="T15" fmla="*/ 2147483646 h 179"/>
                <a:gd name="T16" fmla="*/ 2147483646 w 201"/>
                <a:gd name="T17" fmla="*/ 2147483646 h 17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1" h="179">
                  <a:moveTo>
                    <a:pt x="191" y="75"/>
                  </a:moveTo>
                  <a:cubicBezTo>
                    <a:pt x="155" y="0"/>
                    <a:pt x="4" y="14"/>
                    <a:pt x="4" y="14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20" y="23"/>
                    <a:pt x="37" y="30"/>
                    <a:pt x="51" y="44"/>
                  </a:cubicBezTo>
                  <a:cubicBezTo>
                    <a:pt x="81" y="75"/>
                    <a:pt x="96" y="109"/>
                    <a:pt x="95" y="144"/>
                  </a:cubicBezTo>
                  <a:cubicBezTo>
                    <a:pt x="95" y="157"/>
                    <a:pt x="92" y="169"/>
                    <a:pt x="87" y="179"/>
                  </a:cubicBezTo>
                  <a:cubicBezTo>
                    <a:pt x="197" y="179"/>
                    <a:pt x="197" y="179"/>
                    <a:pt x="197" y="179"/>
                  </a:cubicBezTo>
                  <a:cubicBezTo>
                    <a:pt x="199" y="169"/>
                    <a:pt x="200" y="158"/>
                    <a:pt x="201" y="148"/>
                  </a:cubicBezTo>
                  <a:cubicBezTo>
                    <a:pt x="201" y="123"/>
                    <a:pt x="198" y="99"/>
                    <a:pt x="191" y="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11"/>
            <p:cNvSpPr>
              <a:spLocks/>
            </p:cNvSpPr>
            <p:nvPr/>
          </p:nvSpPr>
          <p:spPr bwMode="auto">
            <a:xfrm>
              <a:off x="0" y="5729288"/>
              <a:ext cx="1039813" cy="696912"/>
            </a:xfrm>
            <a:custGeom>
              <a:avLst/>
              <a:gdLst>
                <a:gd name="T0" fmla="*/ 2147483646 w 249"/>
                <a:gd name="T1" fmla="*/ 2147483646 h 167"/>
                <a:gd name="T2" fmla="*/ 2147483646 w 249"/>
                <a:gd name="T3" fmla="*/ 2147483646 h 167"/>
                <a:gd name="T4" fmla="*/ 2147483646 w 249"/>
                <a:gd name="T5" fmla="*/ 2147483646 h 167"/>
                <a:gd name="T6" fmla="*/ 2147483646 w 249"/>
                <a:gd name="T7" fmla="*/ 2147483646 h 167"/>
                <a:gd name="T8" fmla="*/ 0 w 249"/>
                <a:gd name="T9" fmla="*/ 2147483646 h 167"/>
                <a:gd name="T10" fmla="*/ 0 w 249"/>
                <a:gd name="T11" fmla="*/ 2147483646 h 167"/>
                <a:gd name="T12" fmla="*/ 2147483646 w 249"/>
                <a:gd name="T13" fmla="*/ 2147483646 h 1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9" h="167">
                  <a:moveTo>
                    <a:pt x="58" y="110"/>
                  </a:moveTo>
                  <a:cubicBezTo>
                    <a:pt x="62" y="106"/>
                    <a:pt x="62" y="106"/>
                    <a:pt x="62" y="106"/>
                  </a:cubicBezTo>
                  <a:cubicBezTo>
                    <a:pt x="62" y="106"/>
                    <a:pt x="213" y="92"/>
                    <a:pt x="249" y="167"/>
                  </a:cubicBezTo>
                  <a:cubicBezTo>
                    <a:pt x="237" y="129"/>
                    <a:pt x="215" y="93"/>
                    <a:pt x="183" y="62"/>
                  </a:cubicBezTo>
                  <a:cubicBezTo>
                    <a:pt x="130" y="9"/>
                    <a:pt x="64" y="0"/>
                    <a:pt x="0" y="1"/>
                  </a:cubicBezTo>
                  <a:cubicBezTo>
                    <a:pt x="0" y="106"/>
                    <a:pt x="0" y="106"/>
                    <a:pt x="0" y="106"/>
                  </a:cubicBezTo>
                  <a:cubicBezTo>
                    <a:pt x="22" y="106"/>
                    <a:pt x="42" y="107"/>
                    <a:pt x="58" y="1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12"/>
          <p:cNvGrpSpPr>
            <a:grpSpLocks/>
          </p:cNvGrpSpPr>
          <p:nvPr userDrawn="1"/>
        </p:nvGrpSpPr>
        <p:grpSpPr bwMode="auto">
          <a:xfrm>
            <a:off x="9174163" y="4763"/>
            <a:ext cx="3017837" cy="1066800"/>
            <a:chOff x="9174163" y="4763"/>
            <a:chExt cx="3017837" cy="1066800"/>
          </a:xfrm>
        </p:grpSpPr>
        <p:sp>
          <p:nvSpPr>
            <p:cNvPr id="9" name="Freeform 8"/>
            <p:cNvSpPr>
              <a:spLocks/>
            </p:cNvSpPr>
            <p:nvPr/>
          </p:nvSpPr>
          <p:spPr bwMode="auto">
            <a:xfrm>
              <a:off x="9174163" y="4763"/>
              <a:ext cx="1793875" cy="1063625"/>
            </a:xfrm>
            <a:custGeom>
              <a:avLst/>
              <a:gdLst>
                <a:gd name="T0" fmla="*/ 2147483646 w 430"/>
                <a:gd name="T1" fmla="*/ 2147483646 h 255"/>
                <a:gd name="T2" fmla="*/ 2147483646 w 430"/>
                <a:gd name="T3" fmla="*/ 2147483646 h 255"/>
                <a:gd name="T4" fmla="*/ 2147483646 w 430"/>
                <a:gd name="T5" fmla="*/ 2147483646 h 255"/>
                <a:gd name="T6" fmla="*/ 2147483646 w 430"/>
                <a:gd name="T7" fmla="*/ 2147483646 h 255"/>
                <a:gd name="T8" fmla="*/ 2147483646 w 430"/>
                <a:gd name="T9" fmla="*/ 0 h 255"/>
                <a:gd name="T10" fmla="*/ 0 w 430"/>
                <a:gd name="T11" fmla="*/ 0 h 255"/>
                <a:gd name="T12" fmla="*/ 2147483646 w 430"/>
                <a:gd name="T13" fmla="*/ 2147483646 h 255"/>
                <a:gd name="T14" fmla="*/ 2147483646 w 430"/>
                <a:gd name="T15" fmla="*/ 2147483646 h 255"/>
                <a:gd name="T16" fmla="*/ 2147483646 w 430"/>
                <a:gd name="T17" fmla="*/ 2147483646 h 25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30" h="255">
                  <a:moveTo>
                    <a:pt x="430" y="79"/>
                  </a:moveTo>
                  <a:cubicBezTo>
                    <a:pt x="430" y="70"/>
                    <a:pt x="430" y="70"/>
                    <a:pt x="430" y="70"/>
                  </a:cubicBezTo>
                  <a:cubicBezTo>
                    <a:pt x="404" y="87"/>
                    <a:pt x="378" y="96"/>
                    <a:pt x="348" y="96"/>
                  </a:cubicBezTo>
                  <a:cubicBezTo>
                    <a:pt x="283" y="96"/>
                    <a:pt x="230" y="76"/>
                    <a:pt x="194" y="37"/>
                  </a:cubicBezTo>
                  <a:cubicBezTo>
                    <a:pt x="183" y="25"/>
                    <a:pt x="175" y="13"/>
                    <a:pt x="16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" y="53"/>
                    <a:pt x="38" y="104"/>
                    <a:pt x="77" y="146"/>
                  </a:cubicBezTo>
                  <a:cubicBezTo>
                    <a:pt x="102" y="173"/>
                    <a:pt x="132" y="196"/>
                    <a:pt x="165" y="213"/>
                  </a:cubicBezTo>
                  <a:cubicBezTo>
                    <a:pt x="284" y="255"/>
                    <a:pt x="430" y="79"/>
                    <a:pt x="430" y="7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auto">
            <a:xfrm>
              <a:off x="9863138" y="4763"/>
              <a:ext cx="2328862" cy="1066800"/>
            </a:xfrm>
            <a:custGeom>
              <a:avLst/>
              <a:gdLst>
                <a:gd name="T0" fmla="*/ 2147483646 w 558"/>
                <a:gd name="T1" fmla="*/ 2147483646 h 256"/>
                <a:gd name="T2" fmla="*/ 2147483646 w 558"/>
                <a:gd name="T3" fmla="*/ 2147483646 h 256"/>
                <a:gd name="T4" fmla="*/ 0 w 558"/>
                <a:gd name="T5" fmla="*/ 2147483646 h 256"/>
                <a:gd name="T6" fmla="*/ 2147483646 w 558"/>
                <a:gd name="T7" fmla="*/ 2147483646 h 256"/>
                <a:gd name="T8" fmla="*/ 2147483646 w 558"/>
                <a:gd name="T9" fmla="*/ 2147483646 h 256"/>
                <a:gd name="T10" fmla="*/ 2147483646 w 558"/>
                <a:gd name="T11" fmla="*/ 0 h 256"/>
                <a:gd name="T12" fmla="*/ 2147483646 w 558"/>
                <a:gd name="T13" fmla="*/ 0 h 256"/>
                <a:gd name="T14" fmla="*/ 2147483646 w 558"/>
                <a:gd name="T15" fmla="*/ 2147483646 h 25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58" h="256">
                  <a:moveTo>
                    <a:pt x="265" y="70"/>
                  </a:moveTo>
                  <a:cubicBezTo>
                    <a:pt x="265" y="79"/>
                    <a:pt x="265" y="79"/>
                    <a:pt x="265" y="79"/>
                  </a:cubicBezTo>
                  <a:cubicBezTo>
                    <a:pt x="265" y="79"/>
                    <a:pt x="119" y="255"/>
                    <a:pt x="0" y="213"/>
                  </a:cubicBezTo>
                  <a:cubicBezTo>
                    <a:pt x="53" y="241"/>
                    <a:pt x="116" y="256"/>
                    <a:pt x="183" y="256"/>
                  </a:cubicBezTo>
                  <a:cubicBezTo>
                    <a:pt x="331" y="256"/>
                    <a:pt x="423" y="152"/>
                    <a:pt x="503" y="61"/>
                  </a:cubicBezTo>
                  <a:cubicBezTo>
                    <a:pt x="522" y="40"/>
                    <a:pt x="540" y="19"/>
                    <a:pt x="558" y="0"/>
                  </a:cubicBezTo>
                  <a:cubicBezTo>
                    <a:pt x="342" y="0"/>
                    <a:pt x="342" y="0"/>
                    <a:pt x="342" y="0"/>
                  </a:cubicBezTo>
                  <a:cubicBezTo>
                    <a:pt x="315" y="30"/>
                    <a:pt x="290" y="53"/>
                    <a:pt x="265" y="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93F7BE9-1C77-4BB1-A794-B94A6FB68F9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566220" y="1203045"/>
            <a:ext cx="5994410" cy="5285830"/>
          </a:xfrm>
          <a:custGeom>
            <a:avLst/>
            <a:gdLst>
              <a:gd name="connsiteX0" fmla="*/ 1028700 w 6300789"/>
              <a:gd name="connsiteY0" fmla="*/ 3498595 h 5555995"/>
              <a:gd name="connsiteX1" fmla="*/ 2057400 w 6300789"/>
              <a:gd name="connsiteY1" fmla="*/ 4527295 h 5555995"/>
              <a:gd name="connsiteX2" fmla="*/ 1028700 w 6300789"/>
              <a:gd name="connsiteY2" fmla="*/ 5555995 h 5555995"/>
              <a:gd name="connsiteX3" fmla="*/ 0 w 6300789"/>
              <a:gd name="connsiteY3" fmla="*/ 4527295 h 5555995"/>
              <a:gd name="connsiteX4" fmla="*/ 1028700 w 6300789"/>
              <a:gd name="connsiteY4" fmla="*/ 3498595 h 5555995"/>
              <a:gd name="connsiteX5" fmla="*/ 3906556 w 6300789"/>
              <a:gd name="connsiteY5" fmla="*/ 0 h 5555995"/>
              <a:gd name="connsiteX6" fmla="*/ 6300789 w 6300789"/>
              <a:gd name="connsiteY6" fmla="*/ 2394233 h 5555995"/>
              <a:gd name="connsiteX7" fmla="*/ 3906556 w 6300789"/>
              <a:gd name="connsiteY7" fmla="*/ 4788466 h 5555995"/>
              <a:gd name="connsiteX8" fmla="*/ 1512323 w 6300789"/>
              <a:gd name="connsiteY8" fmla="*/ 2394233 h 5555995"/>
              <a:gd name="connsiteX9" fmla="*/ 3906556 w 6300789"/>
              <a:gd name="connsiteY9" fmla="*/ 0 h 5555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300789" h="5555995">
                <a:moveTo>
                  <a:pt x="1028700" y="3498595"/>
                </a:moveTo>
                <a:cubicBezTo>
                  <a:pt x="1596835" y="3498595"/>
                  <a:pt x="2057400" y="3959160"/>
                  <a:pt x="2057400" y="4527295"/>
                </a:cubicBezTo>
                <a:cubicBezTo>
                  <a:pt x="2057400" y="5095430"/>
                  <a:pt x="1596835" y="5555995"/>
                  <a:pt x="1028700" y="5555995"/>
                </a:cubicBezTo>
                <a:cubicBezTo>
                  <a:pt x="460565" y="5555995"/>
                  <a:pt x="0" y="5095430"/>
                  <a:pt x="0" y="4527295"/>
                </a:cubicBezTo>
                <a:cubicBezTo>
                  <a:pt x="0" y="3959160"/>
                  <a:pt x="460565" y="3498595"/>
                  <a:pt x="1028700" y="3498595"/>
                </a:cubicBezTo>
                <a:close/>
                <a:moveTo>
                  <a:pt x="3906556" y="0"/>
                </a:moveTo>
                <a:cubicBezTo>
                  <a:pt x="5228854" y="0"/>
                  <a:pt x="6300789" y="1071935"/>
                  <a:pt x="6300789" y="2394233"/>
                </a:cubicBezTo>
                <a:cubicBezTo>
                  <a:pt x="6300789" y="3716531"/>
                  <a:pt x="5228854" y="4788466"/>
                  <a:pt x="3906556" y="4788466"/>
                </a:cubicBezTo>
                <a:cubicBezTo>
                  <a:pt x="2584258" y="4788466"/>
                  <a:pt x="1512323" y="3716531"/>
                  <a:pt x="1512323" y="2394233"/>
                </a:cubicBezTo>
                <a:cubicBezTo>
                  <a:pt x="1512323" y="1071935"/>
                  <a:pt x="2584258" y="0"/>
                  <a:pt x="3906556" y="0"/>
                </a:cubicBez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rtlCol="0">
            <a:noAutofit/>
          </a:bodyPr>
          <a:lstStyle>
            <a:lvl1pPr>
              <a:defRPr sz="800"/>
            </a:lvl1pPr>
          </a:lstStyle>
          <a:p>
            <a:pPr lvl="0"/>
            <a:endParaRPr lang="en-ID" noProof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5DA602A-9301-406B-A52F-CEC5A29C0AF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29284" y="4154946"/>
            <a:ext cx="969630" cy="954942"/>
          </a:xfrm>
          <a:custGeom>
            <a:avLst/>
            <a:gdLst>
              <a:gd name="connsiteX0" fmla="*/ 462234 w 969630"/>
              <a:gd name="connsiteY0" fmla="*/ 9 h 954942"/>
              <a:gd name="connsiteX1" fmla="*/ 793639 w 969630"/>
              <a:gd name="connsiteY1" fmla="*/ 227515 h 954942"/>
              <a:gd name="connsiteX2" fmla="*/ 969630 w 969630"/>
              <a:gd name="connsiteY2" fmla="*/ 484123 h 954942"/>
              <a:gd name="connsiteX3" fmla="*/ 484255 w 969630"/>
              <a:gd name="connsiteY3" fmla="*/ 954942 h 954942"/>
              <a:gd name="connsiteX4" fmla="*/ 0 w 969630"/>
              <a:gd name="connsiteY4" fmla="*/ 471850 h 954942"/>
              <a:gd name="connsiteX5" fmla="*/ 338530 w 969630"/>
              <a:gd name="connsiteY5" fmla="*/ 12188 h 954942"/>
              <a:gd name="connsiteX6" fmla="*/ 462234 w 969630"/>
              <a:gd name="connsiteY6" fmla="*/ 9 h 954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69630" h="954942">
                <a:moveTo>
                  <a:pt x="462234" y="9"/>
                </a:moveTo>
                <a:cubicBezTo>
                  <a:pt x="576278" y="630"/>
                  <a:pt x="736190" y="37151"/>
                  <a:pt x="793639" y="227515"/>
                </a:cubicBezTo>
                <a:cubicBezTo>
                  <a:pt x="844083" y="392637"/>
                  <a:pt x="901252" y="461809"/>
                  <a:pt x="969630" y="484123"/>
                </a:cubicBezTo>
                <a:cubicBezTo>
                  <a:pt x="962904" y="745193"/>
                  <a:pt x="748801" y="954942"/>
                  <a:pt x="484255" y="954942"/>
                </a:cubicBezTo>
                <a:cubicBezTo>
                  <a:pt x="216345" y="954942"/>
                  <a:pt x="0" y="738499"/>
                  <a:pt x="0" y="471850"/>
                </a:cubicBezTo>
                <a:cubicBezTo>
                  <a:pt x="0" y="256523"/>
                  <a:pt x="142362" y="73551"/>
                  <a:pt x="338530" y="12188"/>
                </a:cubicBezTo>
                <a:cubicBezTo>
                  <a:pt x="341893" y="12188"/>
                  <a:pt x="393807" y="-364"/>
                  <a:pt x="462234" y="9"/>
                </a:cubicBez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rtlCol="0">
            <a:noAutofit/>
          </a:bodyPr>
          <a:lstStyle>
            <a:lvl1pPr>
              <a:defRPr sz="800"/>
            </a:lvl1pPr>
          </a:lstStyle>
          <a:p>
            <a:pPr lvl="0"/>
            <a:endParaRPr lang="en-ID" noProof="0"/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9D3030C0-223C-4913-AADA-F6F496ED3C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75538" y="364220"/>
            <a:ext cx="6640924" cy="705756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b="1">
                <a:latin typeface="+mj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12FCC5D0-C112-4903-BB22-33DF07A6520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 smtClean="0">
                <a:solidFill>
                  <a:schemeClr val="tx1">
                    <a:tint val="75000"/>
                  </a:schemeClr>
                </a:solidFill>
                <a:latin typeface="Filson Soft Book" panose="00000500000000000000" pitchFamily="50" charset="0"/>
              </a:defRPr>
            </a:lvl1pPr>
          </a:lstStyle>
          <a:p>
            <a:pPr>
              <a:defRPr/>
            </a:pPr>
            <a:fld id="{EA6B29A4-3A58-4A16-829E-AFB2D79829C2}" type="datetime2">
              <a:rPr lang="en-IN" smtClean="0"/>
              <a:t>Monday, 23 June 2025</a:t>
            </a:fld>
            <a:endParaRPr lang="en-ID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16AD10A-EAF6-42AC-B1BF-93C1B7A0175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lang="en-ID" sz="1000" kern="1200" smtClean="0">
                <a:solidFill>
                  <a:schemeClr val="tx1">
                    <a:tint val="75000"/>
                  </a:schemeClr>
                </a:solidFill>
                <a:latin typeface="Filson Soft Book" panose="00000500000000000000" pitchFamily="50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7CDB2D24-2629-4A9F-A929-EB146650C18C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8841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9"/>
          <p:cNvGrpSpPr>
            <a:grpSpLocks/>
          </p:cNvGrpSpPr>
          <p:nvPr userDrawn="1"/>
        </p:nvGrpSpPr>
        <p:grpSpPr bwMode="auto">
          <a:xfrm>
            <a:off x="0" y="5729288"/>
            <a:ext cx="1084263" cy="1128712"/>
            <a:chOff x="0" y="5729288"/>
            <a:chExt cx="1084263" cy="1128712"/>
          </a:xfrm>
        </p:grpSpPr>
        <p:sp>
          <p:nvSpPr>
            <p:cNvPr id="6" name="Freeform 6"/>
            <p:cNvSpPr>
              <a:spLocks/>
            </p:cNvSpPr>
            <p:nvPr/>
          </p:nvSpPr>
          <p:spPr bwMode="auto">
            <a:xfrm>
              <a:off x="242888" y="6113463"/>
              <a:ext cx="841375" cy="744537"/>
            </a:xfrm>
            <a:custGeom>
              <a:avLst/>
              <a:gdLst>
                <a:gd name="T0" fmla="*/ 2147483646 w 201"/>
                <a:gd name="T1" fmla="*/ 2147483646 h 179"/>
                <a:gd name="T2" fmla="*/ 2147483646 w 201"/>
                <a:gd name="T3" fmla="*/ 2147483646 h 179"/>
                <a:gd name="T4" fmla="*/ 0 w 201"/>
                <a:gd name="T5" fmla="*/ 2147483646 h 179"/>
                <a:gd name="T6" fmla="*/ 2147483646 w 201"/>
                <a:gd name="T7" fmla="*/ 2147483646 h 179"/>
                <a:gd name="T8" fmla="*/ 2147483646 w 201"/>
                <a:gd name="T9" fmla="*/ 2147483646 h 179"/>
                <a:gd name="T10" fmla="*/ 2147483646 w 201"/>
                <a:gd name="T11" fmla="*/ 2147483646 h 179"/>
                <a:gd name="T12" fmla="*/ 2147483646 w 201"/>
                <a:gd name="T13" fmla="*/ 2147483646 h 179"/>
                <a:gd name="T14" fmla="*/ 2147483646 w 201"/>
                <a:gd name="T15" fmla="*/ 2147483646 h 179"/>
                <a:gd name="T16" fmla="*/ 2147483646 w 201"/>
                <a:gd name="T17" fmla="*/ 2147483646 h 17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1" h="179">
                  <a:moveTo>
                    <a:pt x="191" y="75"/>
                  </a:moveTo>
                  <a:cubicBezTo>
                    <a:pt x="155" y="0"/>
                    <a:pt x="4" y="14"/>
                    <a:pt x="4" y="14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20" y="23"/>
                    <a:pt x="37" y="30"/>
                    <a:pt x="51" y="44"/>
                  </a:cubicBezTo>
                  <a:cubicBezTo>
                    <a:pt x="81" y="75"/>
                    <a:pt x="96" y="109"/>
                    <a:pt x="95" y="144"/>
                  </a:cubicBezTo>
                  <a:cubicBezTo>
                    <a:pt x="95" y="157"/>
                    <a:pt x="92" y="169"/>
                    <a:pt x="87" y="179"/>
                  </a:cubicBezTo>
                  <a:cubicBezTo>
                    <a:pt x="197" y="179"/>
                    <a:pt x="197" y="179"/>
                    <a:pt x="197" y="179"/>
                  </a:cubicBezTo>
                  <a:cubicBezTo>
                    <a:pt x="199" y="169"/>
                    <a:pt x="200" y="158"/>
                    <a:pt x="201" y="148"/>
                  </a:cubicBezTo>
                  <a:cubicBezTo>
                    <a:pt x="201" y="123"/>
                    <a:pt x="198" y="99"/>
                    <a:pt x="191" y="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0" y="5729288"/>
              <a:ext cx="1039813" cy="696912"/>
            </a:xfrm>
            <a:custGeom>
              <a:avLst/>
              <a:gdLst>
                <a:gd name="T0" fmla="*/ 2147483646 w 249"/>
                <a:gd name="T1" fmla="*/ 2147483646 h 167"/>
                <a:gd name="T2" fmla="*/ 2147483646 w 249"/>
                <a:gd name="T3" fmla="*/ 2147483646 h 167"/>
                <a:gd name="T4" fmla="*/ 2147483646 w 249"/>
                <a:gd name="T5" fmla="*/ 2147483646 h 167"/>
                <a:gd name="T6" fmla="*/ 2147483646 w 249"/>
                <a:gd name="T7" fmla="*/ 2147483646 h 167"/>
                <a:gd name="T8" fmla="*/ 0 w 249"/>
                <a:gd name="T9" fmla="*/ 2147483646 h 167"/>
                <a:gd name="T10" fmla="*/ 0 w 249"/>
                <a:gd name="T11" fmla="*/ 2147483646 h 167"/>
                <a:gd name="T12" fmla="*/ 2147483646 w 249"/>
                <a:gd name="T13" fmla="*/ 2147483646 h 1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9" h="167">
                  <a:moveTo>
                    <a:pt x="58" y="110"/>
                  </a:moveTo>
                  <a:cubicBezTo>
                    <a:pt x="62" y="106"/>
                    <a:pt x="62" y="106"/>
                    <a:pt x="62" y="106"/>
                  </a:cubicBezTo>
                  <a:cubicBezTo>
                    <a:pt x="62" y="106"/>
                    <a:pt x="213" y="92"/>
                    <a:pt x="249" y="167"/>
                  </a:cubicBezTo>
                  <a:cubicBezTo>
                    <a:pt x="237" y="129"/>
                    <a:pt x="215" y="93"/>
                    <a:pt x="183" y="62"/>
                  </a:cubicBezTo>
                  <a:cubicBezTo>
                    <a:pt x="130" y="9"/>
                    <a:pt x="64" y="0"/>
                    <a:pt x="0" y="1"/>
                  </a:cubicBezTo>
                  <a:cubicBezTo>
                    <a:pt x="0" y="106"/>
                    <a:pt x="0" y="106"/>
                    <a:pt x="0" y="106"/>
                  </a:cubicBezTo>
                  <a:cubicBezTo>
                    <a:pt x="22" y="106"/>
                    <a:pt x="42" y="107"/>
                    <a:pt x="58" y="1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12"/>
          <p:cNvGrpSpPr>
            <a:grpSpLocks/>
          </p:cNvGrpSpPr>
          <p:nvPr userDrawn="1"/>
        </p:nvGrpSpPr>
        <p:grpSpPr bwMode="auto">
          <a:xfrm>
            <a:off x="9174163" y="4763"/>
            <a:ext cx="3017837" cy="1066800"/>
            <a:chOff x="9174163" y="4763"/>
            <a:chExt cx="3017837" cy="1066800"/>
          </a:xfrm>
        </p:grpSpPr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9174163" y="4763"/>
              <a:ext cx="1793875" cy="1063625"/>
            </a:xfrm>
            <a:custGeom>
              <a:avLst/>
              <a:gdLst>
                <a:gd name="T0" fmla="*/ 2147483646 w 430"/>
                <a:gd name="T1" fmla="*/ 2147483646 h 255"/>
                <a:gd name="T2" fmla="*/ 2147483646 w 430"/>
                <a:gd name="T3" fmla="*/ 2147483646 h 255"/>
                <a:gd name="T4" fmla="*/ 2147483646 w 430"/>
                <a:gd name="T5" fmla="*/ 2147483646 h 255"/>
                <a:gd name="T6" fmla="*/ 2147483646 w 430"/>
                <a:gd name="T7" fmla="*/ 2147483646 h 255"/>
                <a:gd name="T8" fmla="*/ 2147483646 w 430"/>
                <a:gd name="T9" fmla="*/ 0 h 255"/>
                <a:gd name="T10" fmla="*/ 0 w 430"/>
                <a:gd name="T11" fmla="*/ 0 h 255"/>
                <a:gd name="T12" fmla="*/ 2147483646 w 430"/>
                <a:gd name="T13" fmla="*/ 2147483646 h 255"/>
                <a:gd name="T14" fmla="*/ 2147483646 w 430"/>
                <a:gd name="T15" fmla="*/ 2147483646 h 255"/>
                <a:gd name="T16" fmla="*/ 2147483646 w 430"/>
                <a:gd name="T17" fmla="*/ 2147483646 h 25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30" h="255">
                  <a:moveTo>
                    <a:pt x="430" y="79"/>
                  </a:moveTo>
                  <a:cubicBezTo>
                    <a:pt x="430" y="70"/>
                    <a:pt x="430" y="70"/>
                    <a:pt x="430" y="70"/>
                  </a:cubicBezTo>
                  <a:cubicBezTo>
                    <a:pt x="404" y="87"/>
                    <a:pt x="378" y="96"/>
                    <a:pt x="348" y="96"/>
                  </a:cubicBezTo>
                  <a:cubicBezTo>
                    <a:pt x="283" y="96"/>
                    <a:pt x="230" y="76"/>
                    <a:pt x="194" y="37"/>
                  </a:cubicBezTo>
                  <a:cubicBezTo>
                    <a:pt x="183" y="25"/>
                    <a:pt x="175" y="13"/>
                    <a:pt x="16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" y="53"/>
                    <a:pt x="38" y="104"/>
                    <a:pt x="77" y="146"/>
                  </a:cubicBezTo>
                  <a:cubicBezTo>
                    <a:pt x="102" y="173"/>
                    <a:pt x="132" y="196"/>
                    <a:pt x="165" y="213"/>
                  </a:cubicBezTo>
                  <a:cubicBezTo>
                    <a:pt x="284" y="255"/>
                    <a:pt x="430" y="79"/>
                    <a:pt x="430" y="7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9"/>
            <p:cNvSpPr>
              <a:spLocks/>
            </p:cNvSpPr>
            <p:nvPr/>
          </p:nvSpPr>
          <p:spPr bwMode="auto">
            <a:xfrm>
              <a:off x="9863138" y="4763"/>
              <a:ext cx="2328862" cy="1066800"/>
            </a:xfrm>
            <a:custGeom>
              <a:avLst/>
              <a:gdLst>
                <a:gd name="T0" fmla="*/ 2147483646 w 558"/>
                <a:gd name="T1" fmla="*/ 2147483646 h 256"/>
                <a:gd name="T2" fmla="*/ 2147483646 w 558"/>
                <a:gd name="T3" fmla="*/ 2147483646 h 256"/>
                <a:gd name="T4" fmla="*/ 0 w 558"/>
                <a:gd name="T5" fmla="*/ 2147483646 h 256"/>
                <a:gd name="T6" fmla="*/ 2147483646 w 558"/>
                <a:gd name="T7" fmla="*/ 2147483646 h 256"/>
                <a:gd name="T8" fmla="*/ 2147483646 w 558"/>
                <a:gd name="T9" fmla="*/ 2147483646 h 256"/>
                <a:gd name="T10" fmla="*/ 2147483646 w 558"/>
                <a:gd name="T11" fmla="*/ 0 h 256"/>
                <a:gd name="T12" fmla="*/ 2147483646 w 558"/>
                <a:gd name="T13" fmla="*/ 0 h 256"/>
                <a:gd name="T14" fmla="*/ 2147483646 w 558"/>
                <a:gd name="T15" fmla="*/ 2147483646 h 25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58" h="256">
                  <a:moveTo>
                    <a:pt x="265" y="70"/>
                  </a:moveTo>
                  <a:cubicBezTo>
                    <a:pt x="265" y="79"/>
                    <a:pt x="265" y="79"/>
                    <a:pt x="265" y="79"/>
                  </a:cubicBezTo>
                  <a:cubicBezTo>
                    <a:pt x="265" y="79"/>
                    <a:pt x="119" y="255"/>
                    <a:pt x="0" y="213"/>
                  </a:cubicBezTo>
                  <a:cubicBezTo>
                    <a:pt x="53" y="241"/>
                    <a:pt x="116" y="256"/>
                    <a:pt x="183" y="256"/>
                  </a:cubicBezTo>
                  <a:cubicBezTo>
                    <a:pt x="331" y="256"/>
                    <a:pt x="423" y="152"/>
                    <a:pt x="503" y="61"/>
                  </a:cubicBezTo>
                  <a:cubicBezTo>
                    <a:pt x="522" y="40"/>
                    <a:pt x="540" y="19"/>
                    <a:pt x="558" y="0"/>
                  </a:cubicBezTo>
                  <a:cubicBezTo>
                    <a:pt x="342" y="0"/>
                    <a:pt x="342" y="0"/>
                    <a:pt x="342" y="0"/>
                  </a:cubicBezTo>
                  <a:cubicBezTo>
                    <a:pt x="315" y="30"/>
                    <a:pt x="290" y="53"/>
                    <a:pt x="265" y="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9E95A260-BC37-40C7-AD4A-F4F13DFA6B6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67725" y="1794049"/>
            <a:ext cx="4377873" cy="2677555"/>
          </a:xfrm>
          <a:solidFill>
            <a:schemeClr val="bg2">
              <a:lumMod val="95000"/>
            </a:schemeClr>
          </a:solidFill>
        </p:spPr>
        <p:txBody>
          <a:bodyPr rtlCol="0">
            <a:normAutofit/>
          </a:bodyPr>
          <a:lstStyle>
            <a:lvl1pPr>
              <a:defRPr sz="800"/>
            </a:lvl1pPr>
          </a:lstStyle>
          <a:p>
            <a:pPr lvl="0"/>
            <a:endParaRPr lang="en-ID" noProof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7428F91-EE5F-48EA-B689-56E55BA72C4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454350" y="3108273"/>
            <a:ext cx="1804622" cy="1804622"/>
          </a:xfrm>
          <a:custGeom>
            <a:avLst/>
            <a:gdLst>
              <a:gd name="connsiteX0" fmla="*/ 902311 w 1804622"/>
              <a:gd name="connsiteY0" fmla="*/ 0 h 1804622"/>
              <a:gd name="connsiteX1" fmla="*/ 1804622 w 1804622"/>
              <a:gd name="connsiteY1" fmla="*/ 902311 h 1804622"/>
              <a:gd name="connsiteX2" fmla="*/ 902311 w 1804622"/>
              <a:gd name="connsiteY2" fmla="*/ 1804622 h 1804622"/>
              <a:gd name="connsiteX3" fmla="*/ 0 w 1804622"/>
              <a:gd name="connsiteY3" fmla="*/ 902311 h 1804622"/>
              <a:gd name="connsiteX4" fmla="*/ 902311 w 1804622"/>
              <a:gd name="connsiteY4" fmla="*/ 0 h 1804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4622" h="1804622">
                <a:moveTo>
                  <a:pt x="902311" y="0"/>
                </a:moveTo>
                <a:cubicBezTo>
                  <a:pt x="1400644" y="0"/>
                  <a:pt x="1804622" y="403978"/>
                  <a:pt x="1804622" y="902311"/>
                </a:cubicBezTo>
                <a:cubicBezTo>
                  <a:pt x="1804622" y="1400644"/>
                  <a:pt x="1400644" y="1804622"/>
                  <a:pt x="902311" y="1804622"/>
                </a:cubicBezTo>
                <a:cubicBezTo>
                  <a:pt x="403978" y="1804622"/>
                  <a:pt x="0" y="1400644"/>
                  <a:pt x="0" y="902311"/>
                </a:cubicBezTo>
                <a:cubicBezTo>
                  <a:pt x="0" y="403978"/>
                  <a:pt x="403978" y="0"/>
                  <a:pt x="902311" y="0"/>
                </a:cubicBezTo>
                <a:close/>
              </a:path>
            </a:pathLst>
          </a:custGeom>
          <a:solidFill>
            <a:schemeClr val="bg2">
              <a:lumMod val="85000"/>
            </a:schemeClr>
          </a:solidFill>
        </p:spPr>
        <p:txBody>
          <a:bodyPr rtlCol="0">
            <a:noAutofit/>
          </a:bodyPr>
          <a:lstStyle>
            <a:lvl1pPr>
              <a:defRPr sz="800"/>
            </a:lvl1pPr>
          </a:lstStyle>
          <a:p>
            <a:pPr lvl="0"/>
            <a:endParaRPr lang="en-ID" noProof="0"/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9D3030C0-223C-4913-AADA-F6F496ED3C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75538" y="364220"/>
            <a:ext cx="6640924" cy="705756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b="1">
                <a:latin typeface="+mj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12FCC5D0-C112-4903-BB22-33DF07A65203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 smtClean="0">
                <a:solidFill>
                  <a:schemeClr val="tx1">
                    <a:tint val="75000"/>
                  </a:schemeClr>
                </a:solidFill>
                <a:latin typeface="Filson Soft Book" panose="00000500000000000000" pitchFamily="50" charset="0"/>
              </a:defRPr>
            </a:lvl1pPr>
          </a:lstStyle>
          <a:p>
            <a:pPr>
              <a:defRPr/>
            </a:pPr>
            <a:fld id="{3AB95077-7C88-435E-9128-157299DD03FC}" type="datetime2">
              <a:rPr lang="en-IN" smtClean="0"/>
              <a:t>Monday, 23 June 2025</a:t>
            </a:fld>
            <a:endParaRPr lang="en-ID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16AD10A-EAF6-42AC-B1BF-93C1B7A0175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lang="en-ID" sz="1000" kern="1200" smtClean="0">
                <a:solidFill>
                  <a:schemeClr val="tx1">
                    <a:tint val="75000"/>
                  </a:schemeClr>
                </a:solidFill>
                <a:latin typeface="Filson Soft Book" panose="00000500000000000000" pitchFamily="50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2BA7581D-4E8A-4E2A-A3A2-9948C46A7285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7576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9"/>
          <p:cNvGrpSpPr>
            <a:grpSpLocks/>
          </p:cNvGrpSpPr>
          <p:nvPr userDrawn="1"/>
        </p:nvGrpSpPr>
        <p:grpSpPr bwMode="auto">
          <a:xfrm>
            <a:off x="0" y="5729288"/>
            <a:ext cx="1084263" cy="1128712"/>
            <a:chOff x="0" y="5729288"/>
            <a:chExt cx="1084263" cy="1128712"/>
          </a:xfrm>
        </p:grpSpPr>
        <p:sp>
          <p:nvSpPr>
            <p:cNvPr id="8" name="Freeform 6"/>
            <p:cNvSpPr>
              <a:spLocks/>
            </p:cNvSpPr>
            <p:nvPr/>
          </p:nvSpPr>
          <p:spPr bwMode="auto">
            <a:xfrm>
              <a:off x="242888" y="6113463"/>
              <a:ext cx="841375" cy="744537"/>
            </a:xfrm>
            <a:custGeom>
              <a:avLst/>
              <a:gdLst>
                <a:gd name="T0" fmla="*/ 2147483646 w 201"/>
                <a:gd name="T1" fmla="*/ 2147483646 h 179"/>
                <a:gd name="T2" fmla="*/ 2147483646 w 201"/>
                <a:gd name="T3" fmla="*/ 2147483646 h 179"/>
                <a:gd name="T4" fmla="*/ 0 w 201"/>
                <a:gd name="T5" fmla="*/ 2147483646 h 179"/>
                <a:gd name="T6" fmla="*/ 2147483646 w 201"/>
                <a:gd name="T7" fmla="*/ 2147483646 h 179"/>
                <a:gd name="T8" fmla="*/ 2147483646 w 201"/>
                <a:gd name="T9" fmla="*/ 2147483646 h 179"/>
                <a:gd name="T10" fmla="*/ 2147483646 w 201"/>
                <a:gd name="T11" fmla="*/ 2147483646 h 179"/>
                <a:gd name="T12" fmla="*/ 2147483646 w 201"/>
                <a:gd name="T13" fmla="*/ 2147483646 h 179"/>
                <a:gd name="T14" fmla="*/ 2147483646 w 201"/>
                <a:gd name="T15" fmla="*/ 2147483646 h 179"/>
                <a:gd name="T16" fmla="*/ 2147483646 w 201"/>
                <a:gd name="T17" fmla="*/ 2147483646 h 17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1" h="179">
                  <a:moveTo>
                    <a:pt x="191" y="75"/>
                  </a:moveTo>
                  <a:cubicBezTo>
                    <a:pt x="155" y="0"/>
                    <a:pt x="4" y="14"/>
                    <a:pt x="4" y="14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20" y="23"/>
                    <a:pt x="37" y="30"/>
                    <a:pt x="51" y="44"/>
                  </a:cubicBezTo>
                  <a:cubicBezTo>
                    <a:pt x="81" y="75"/>
                    <a:pt x="96" y="109"/>
                    <a:pt x="95" y="144"/>
                  </a:cubicBezTo>
                  <a:cubicBezTo>
                    <a:pt x="95" y="157"/>
                    <a:pt x="92" y="169"/>
                    <a:pt x="87" y="179"/>
                  </a:cubicBezTo>
                  <a:cubicBezTo>
                    <a:pt x="197" y="179"/>
                    <a:pt x="197" y="179"/>
                    <a:pt x="197" y="179"/>
                  </a:cubicBezTo>
                  <a:cubicBezTo>
                    <a:pt x="199" y="169"/>
                    <a:pt x="200" y="158"/>
                    <a:pt x="201" y="148"/>
                  </a:cubicBezTo>
                  <a:cubicBezTo>
                    <a:pt x="201" y="123"/>
                    <a:pt x="198" y="99"/>
                    <a:pt x="191" y="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0" y="5729288"/>
              <a:ext cx="1039813" cy="696912"/>
            </a:xfrm>
            <a:custGeom>
              <a:avLst/>
              <a:gdLst>
                <a:gd name="T0" fmla="*/ 2147483646 w 249"/>
                <a:gd name="T1" fmla="*/ 2147483646 h 167"/>
                <a:gd name="T2" fmla="*/ 2147483646 w 249"/>
                <a:gd name="T3" fmla="*/ 2147483646 h 167"/>
                <a:gd name="T4" fmla="*/ 2147483646 w 249"/>
                <a:gd name="T5" fmla="*/ 2147483646 h 167"/>
                <a:gd name="T6" fmla="*/ 2147483646 w 249"/>
                <a:gd name="T7" fmla="*/ 2147483646 h 167"/>
                <a:gd name="T8" fmla="*/ 0 w 249"/>
                <a:gd name="T9" fmla="*/ 2147483646 h 167"/>
                <a:gd name="T10" fmla="*/ 0 w 249"/>
                <a:gd name="T11" fmla="*/ 2147483646 h 167"/>
                <a:gd name="T12" fmla="*/ 2147483646 w 249"/>
                <a:gd name="T13" fmla="*/ 2147483646 h 1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9" h="167">
                  <a:moveTo>
                    <a:pt x="58" y="110"/>
                  </a:moveTo>
                  <a:cubicBezTo>
                    <a:pt x="62" y="106"/>
                    <a:pt x="62" y="106"/>
                    <a:pt x="62" y="106"/>
                  </a:cubicBezTo>
                  <a:cubicBezTo>
                    <a:pt x="62" y="106"/>
                    <a:pt x="213" y="92"/>
                    <a:pt x="249" y="167"/>
                  </a:cubicBezTo>
                  <a:cubicBezTo>
                    <a:pt x="237" y="129"/>
                    <a:pt x="215" y="93"/>
                    <a:pt x="183" y="62"/>
                  </a:cubicBezTo>
                  <a:cubicBezTo>
                    <a:pt x="130" y="9"/>
                    <a:pt x="64" y="0"/>
                    <a:pt x="0" y="1"/>
                  </a:cubicBezTo>
                  <a:cubicBezTo>
                    <a:pt x="0" y="106"/>
                    <a:pt x="0" y="106"/>
                    <a:pt x="0" y="106"/>
                  </a:cubicBezTo>
                  <a:cubicBezTo>
                    <a:pt x="22" y="106"/>
                    <a:pt x="42" y="107"/>
                    <a:pt x="58" y="1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2"/>
          <p:cNvGrpSpPr>
            <a:grpSpLocks/>
          </p:cNvGrpSpPr>
          <p:nvPr userDrawn="1"/>
        </p:nvGrpSpPr>
        <p:grpSpPr bwMode="auto">
          <a:xfrm>
            <a:off x="9174163" y="4763"/>
            <a:ext cx="3017837" cy="1066800"/>
            <a:chOff x="9174163" y="4763"/>
            <a:chExt cx="3017837" cy="1066800"/>
          </a:xfrm>
        </p:grpSpPr>
        <p:sp>
          <p:nvSpPr>
            <p:cNvPr id="12" name="Freeform 8"/>
            <p:cNvSpPr>
              <a:spLocks/>
            </p:cNvSpPr>
            <p:nvPr/>
          </p:nvSpPr>
          <p:spPr bwMode="auto">
            <a:xfrm>
              <a:off x="9174163" y="4763"/>
              <a:ext cx="1793875" cy="1063625"/>
            </a:xfrm>
            <a:custGeom>
              <a:avLst/>
              <a:gdLst>
                <a:gd name="T0" fmla="*/ 2147483646 w 430"/>
                <a:gd name="T1" fmla="*/ 2147483646 h 255"/>
                <a:gd name="T2" fmla="*/ 2147483646 w 430"/>
                <a:gd name="T3" fmla="*/ 2147483646 h 255"/>
                <a:gd name="T4" fmla="*/ 2147483646 w 430"/>
                <a:gd name="T5" fmla="*/ 2147483646 h 255"/>
                <a:gd name="T6" fmla="*/ 2147483646 w 430"/>
                <a:gd name="T7" fmla="*/ 2147483646 h 255"/>
                <a:gd name="T8" fmla="*/ 2147483646 w 430"/>
                <a:gd name="T9" fmla="*/ 0 h 255"/>
                <a:gd name="T10" fmla="*/ 0 w 430"/>
                <a:gd name="T11" fmla="*/ 0 h 255"/>
                <a:gd name="T12" fmla="*/ 2147483646 w 430"/>
                <a:gd name="T13" fmla="*/ 2147483646 h 255"/>
                <a:gd name="T14" fmla="*/ 2147483646 w 430"/>
                <a:gd name="T15" fmla="*/ 2147483646 h 255"/>
                <a:gd name="T16" fmla="*/ 2147483646 w 430"/>
                <a:gd name="T17" fmla="*/ 2147483646 h 25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30" h="255">
                  <a:moveTo>
                    <a:pt x="430" y="79"/>
                  </a:moveTo>
                  <a:cubicBezTo>
                    <a:pt x="430" y="70"/>
                    <a:pt x="430" y="70"/>
                    <a:pt x="430" y="70"/>
                  </a:cubicBezTo>
                  <a:cubicBezTo>
                    <a:pt x="404" y="87"/>
                    <a:pt x="378" y="96"/>
                    <a:pt x="348" y="96"/>
                  </a:cubicBezTo>
                  <a:cubicBezTo>
                    <a:pt x="283" y="96"/>
                    <a:pt x="230" y="76"/>
                    <a:pt x="194" y="37"/>
                  </a:cubicBezTo>
                  <a:cubicBezTo>
                    <a:pt x="183" y="25"/>
                    <a:pt x="175" y="13"/>
                    <a:pt x="16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" y="53"/>
                    <a:pt x="38" y="104"/>
                    <a:pt x="77" y="146"/>
                  </a:cubicBezTo>
                  <a:cubicBezTo>
                    <a:pt x="102" y="173"/>
                    <a:pt x="132" y="196"/>
                    <a:pt x="165" y="213"/>
                  </a:cubicBezTo>
                  <a:cubicBezTo>
                    <a:pt x="284" y="255"/>
                    <a:pt x="430" y="79"/>
                    <a:pt x="430" y="7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9"/>
            <p:cNvSpPr>
              <a:spLocks/>
            </p:cNvSpPr>
            <p:nvPr/>
          </p:nvSpPr>
          <p:spPr bwMode="auto">
            <a:xfrm>
              <a:off x="9863138" y="4763"/>
              <a:ext cx="2328862" cy="1066800"/>
            </a:xfrm>
            <a:custGeom>
              <a:avLst/>
              <a:gdLst>
                <a:gd name="T0" fmla="*/ 2147483646 w 558"/>
                <a:gd name="T1" fmla="*/ 2147483646 h 256"/>
                <a:gd name="T2" fmla="*/ 2147483646 w 558"/>
                <a:gd name="T3" fmla="*/ 2147483646 h 256"/>
                <a:gd name="T4" fmla="*/ 0 w 558"/>
                <a:gd name="T5" fmla="*/ 2147483646 h 256"/>
                <a:gd name="T6" fmla="*/ 2147483646 w 558"/>
                <a:gd name="T7" fmla="*/ 2147483646 h 256"/>
                <a:gd name="T8" fmla="*/ 2147483646 w 558"/>
                <a:gd name="T9" fmla="*/ 2147483646 h 256"/>
                <a:gd name="T10" fmla="*/ 2147483646 w 558"/>
                <a:gd name="T11" fmla="*/ 0 h 256"/>
                <a:gd name="T12" fmla="*/ 2147483646 w 558"/>
                <a:gd name="T13" fmla="*/ 0 h 256"/>
                <a:gd name="T14" fmla="*/ 2147483646 w 558"/>
                <a:gd name="T15" fmla="*/ 2147483646 h 25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58" h="256">
                  <a:moveTo>
                    <a:pt x="265" y="70"/>
                  </a:moveTo>
                  <a:cubicBezTo>
                    <a:pt x="265" y="79"/>
                    <a:pt x="265" y="79"/>
                    <a:pt x="265" y="79"/>
                  </a:cubicBezTo>
                  <a:cubicBezTo>
                    <a:pt x="265" y="79"/>
                    <a:pt x="119" y="255"/>
                    <a:pt x="0" y="213"/>
                  </a:cubicBezTo>
                  <a:cubicBezTo>
                    <a:pt x="53" y="241"/>
                    <a:pt x="116" y="256"/>
                    <a:pt x="183" y="256"/>
                  </a:cubicBezTo>
                  <a:cubicBezTo>
                    <a:pt x="331" y="256"/>
                    <a:pt x="423" y="152"/>
                    <a:pt x="503" y="61"/>
                  </a:cubicBezTo>
                  <a:cubicBezTo>
                    <a:pt x="522" y="40"/>
                    <a:pt x="540" y="19"/>
                    <a:pt x="558" y="0"/>
                  </a:cubicBezTo>
                  <a:cubicBezTo>
                    <a:pt x="342" y="0"/>
                    <a:pt x="342" y="0"/>
                    <a:pt x="342" y="0"/>
                  </a:cubicBezTo>
                  <a:cubicBezTo>
                    <a:pt x="315" y="30"/>
                    <a:pt x="290" y="53"/>
                    <a:pt x="265" y="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CF18967-09A7-4411-BE3A-1B15556D9A0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28240" y="1915745"/>
            <a:ext cx="1983404" cy="1953358"/>
          </a:xfrm>
          <a:custGeom>
            <a:avLst/>
            <a:gdLst>
              <a:gd name="connsiteX0" fmla="*/ 945512 w 1983404"/>
              <a:gd name="connsiteY0" fmla="*/ 17 h 1953358"/>
              <a:gd name="connsiteX1" fmla="*/ 1623411 w 1983404"/>
              <a:gd name="connsiteY1" fmla="*/ 465387 h 1953358"/>
              <a:gd name="connsiteX2" fmla="*/ 1983404 w 1983404"/>
              <a:gd name="connsiteY2" fmla="*/ 990285 h 1953358"/>
              <a:gd name="connsiteX3" fmla="*/ 990556 w 1983404"/>
              <a:gd name="connsiteY3" fmla="*/ 1953358 h 1953358"/>
              <a:gd name="connsiteX4" fmla="*/ 0 w 1983404"/>
              <a:gd name="connsiteY4" fmla="*/ 965181 h 1953358"/>
              <a:gd name="connsiteX5" fmla="*/ 692472 w 1983404"/>
              <a:gd name="connsiteY5" fmla="*/ 24929 h 1953358"/>
              <a:gd name="connsiteX6" fmla="*/ 945512 w 1983404"/>
              <a:gd name="connsiteY6" fmla="*/ 17 h 1953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83404" h="1953358">
                <a:moveTo>
                  <a:pt x="945512" y="17"/>
                </a:moveTo>
                <a:cubicBezTo>
                  <a:pt x="1178793" y="1287"/>
                  <a:pt x="1505897" y="75993"/>
                  <a:pt x="1623411" y="465387"/>
                </a:cubicBezTo>
                <a:cubicBezTo>
                  <a:pt x="1726593" y="803147"/>
                  <a:pt x="1843534" y="944642"/>
                  <a:pt x="1983404" y="990285"/>
                </a:cubicBezTo>
                <a:cubicBezTo>
                  <a:pt x="1969646" y="1524311"/>
                  <a:pt x="1531693" y="1953358"/>
                  <a:pt x="990556" y="1953358"/>
                </a:cubicBezTo>
                <a:cubicBezTo>
                  <a:pt x="442540" y="1953358"/>
                  <a:pt x="0" y="1510618"/>
                  <a:pt x="0" y="965181"/>
                </a:cubicBezTo>
                <a:cubicBezTo>
                  <a:pt x="0" y="524723"/>
                  <a:pt x="291205" y="150448"/>
                  <a:pt x="692472" y="24929"/>
                </a:cubicBezTo>
                <a:cubicBezTo>
                  <a:pt x="699351" y="24929"/>
                  <a:pt x="805543" y="-745"/>
                  <a:pt x="945512" y="17"/>
                </a:cubicBez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rtlCol="0">
            <a:noAutofit/>
          </a:bodyPr>
          <a:lstStyle>
            <a:lvl1pPr>
              <a:defRPr sz="800"/>
            </a:lvl1pPr>
          </a:lstStyle>
          <a:p>
            <a:pPr lvl="0"/>
            <a:endParaRPr lang="en-ID" noProof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82936B6-CF4D-4302-809D-BB2F0859DD5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645612" y="1915745"/>
            <a:ext cx="1983404" cy="1953358"/>
          </a:xfrm>
          <a:custGeom>
            <a:avLst/>
            <a:gdLst>
              <a:gd name="connsiteX0" fmla="*/ 945512 w 1983404"/>
              <a:gd name="connsiteY0" fmla="*/ 17 h 1953358"/>
              <a:gd name="connsiteX1" fmla="*/ 1623411 w 1983404"/>
              <a:gd name="connsiteY1" fmla="*/ 465387 h 1953358"/>
              <a:gd name="connsiteX2" fmla="*/ 1983404 w 1983404"/>
              <a:gd name="connsiteY2" fmla="*/ 990285 h 1953358"/>
              <a:gd name="connsiteX3" fmla="*/ 990556 w 1983404"/>
              <a:gd name="connsiteY3" fmla="*/ 1953358 h 1953358"/>
              <a:gd name="connsiteX4" fmla="*/ 0 w 1983404"/>
              <a:gd name="connsiteY4" fmla="*/ 965181 h 1953358"/>
              <a:gd name="connsiteX5" fmla="*/ 692472 w 1983404"/>
              <a:gd name="connsiteY5" fmla="*/ 24929 h 1953358"/>
              <a:gd name="connsiteX6" fmla="*/ 945512 w 1983404"/>
              <a:gd name="connsiteY6" fmla="*/ 17 h 1953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83404" h="1953358">
                <a:moveTo>
                  <a:pt x="945512" y="17"/>
                </a:moveTo>
                <a:cubicBezTo>
                  <a:pt x="1178793" y="1287"/>
                  <a:pt x="1505897" y="75993"/>
                  <a:pt x="1623411" y="465387"/>
                </a:cubicBezTo>
                <a:cubicBezTo>
                  <a:pt x="1726593" y="803147"/>
                  <a:pt x="1843534" y="944642"/>
                  <a:pt x="1983404" y="990285"/>
                </a:cubicBezTo>
                <a:cubicBezTo>
                  <a:pt x="1969646" y="1524311"/>
                  <a:pt x="1531693" y="1953358"/>
                  <a:pt x="990556" y="1953358"/>
                </a:cubicBezTo>
                <a:cubicBezTo>
                  <a:pt x="442540" y="1953358"/>
                  <a:pt x="0" y="1510618"/>
                  <a:pt x="0" y="965181"/>
                </a:cubicBezTo>
                <a:cubicBezTo>
                  <a:pt x="0" y="524723"/>
                  <a:pt x="291205" y="150448"/>
                  <a:pt x="692472" y="24929"/>
                </a:cubicBezTo>
                <a:cubicBezTo>
                  <a:pt x="699351" y="24929"/>
                  <a:pt x="805543" y="-745"/>
                  <a:pt x="945512" y="17"/>
                </a:cubicBez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rtlCol="0">
            <a:noAutofit/>
          </a:bodyPr>
          <a:lstStyle>
            <a:lvl1pPr>
              <a:defRPr sz="800"/>
            </a:lvl1pPr>
          </a:lstStyle>
          <a:p>
            <a:pPr lvl="0"/>
            <a:endParaRPr lang="en-ID" noProof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2E0E606E-623F-4AEB-8AF9-D7102F4F6C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62984" y="1915745"/>
            <a:ext cx="1983404" cy="1953358"/>
          </a:xfrm>
          <a:custGeom>
            <a:avLst/>
            <a:gdLst>
              <a:gd name="connsiteX0" fmla="*/ 945512 w 1983404"/>
              <a:gd name="connsiteY0" fmla="*/ 17 h 1953358"/>
              <a:gd name="connsiteX1" fmla="*/ 1623411 w 1983404"/>
              <a:gd name="connsiteY1" fmla="*/ 465387 h 1953358"/>
              <a:gd name="connsiteX2" fmla="*/ 1983404 w 1983404"/>
              <a:gd name="connsiteY2" fmla="*/ 990285 h 1953358"/>
              <a:gd name="connsiteX3" fmla="*/ 990556 w 1983404"/>
              <a:gd name="connsiteY3" fmla="*/ 1953358 h 1953358"/>
              <a:gd name="connsiteX4" fmla="*/ 0 w 1983404"/>
              <a:gd name="connsiteY4" fmla="*/ 965181 h 1953358"/>
              <a:gd name="connsiteX5" fmla="*/ 692472 w 1983404"/>
              <a:gd name="connsiteY5" fmla="*/ 24929 h 1953358"/>
              <a:gd name="connsiteX6" fmla="*/ 945512 w 1983404"/>
              <a:gd name="connsiteY6" fmla="*/ 17 h 1953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83404" h="1953358">
                <a:moveTo>
                  <a:pt x="945512" y="17"/>
                </a:moveTo>
                <a:cubicBezTo>
                  <a:pt x="1178793" y="1287"/>
                  <a:pt x="1505897" y="75993"/>
                  <a:pt x="1623411" y="465387"/>
                </a:cubicBezTo>
                <a:cubicBezTo>
                  <a:pt x="1726593" y="803147"/>
                  <a:pt x="1843534" y="944642"/>
                  <a:pt x="1983404" y="990285"/>
                </a:cubicBezTo>
                <a:cubicBezTo>
                  <a:pt x="1969646" y="1524311"/>
                  <a:pt x="1531693" y="1953358"/>
                  <a:pt x="990556" y="1953358"/>
                </a:cubicBezTo>
                <a:cubicBezTo>
                  <a:pt x="442540" y="1953358"/>
                  <a:pt x="0" y="1510618"/>
                  <a:pt x="0" y="965181"/>
                </a:cubicBezTo>
                <a:cubicBezTo>
                  <a:pt x="0" y="524723"/>
                  <a:pt x="291205" y="150448"/>
                  <a:pt x="692472" y="24929"/>
                </a:cubicBezTo>
                <a:cubicBezTo>
                  <a:pt x="699351" y="24929"/>
                  <a:pt x="805543" y="-745"/>
                  <a:pt x="945512" y="17"/>
                </a:cubicBez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rtlCol="0">
            <a:noAutofit/>
          </a:bodyPr>
          <a:lstStyle>
            <a:lvl1pPr>
              <a:defRPr sz="800"/>
            </a:lvl1pPr>
          </a:lstStyle>
          <a:p>
            <a:pPr lvl="0"/>
            <a:endParaRPr lang="en-ID" noProof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2552BF1-7DDE-4F89-B33B-FC7B57CDD6B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480356" y="1915745"/>
            <a:ext cx="1983404" cy="1953358"/>
          </a:xfrm>
          <a:custGeom>
            <a:avLst/>
            <a:gdLst>
              <a:gd name="connsiteX0" fmla="*/ 945512 w 1983404"/>
              <a:gd name="connsiteY0" fmla="*/ 17 h 1953358"/>
              <a:gd name="connsiteX1" fmla="*/ 1623411 w 1983404"/>
              <a:gd name="connsiteY1" fmla="*/ 465387 h 1953358"/>
              <a:gd name="connsiteX2" fmla="*/ 1983404 w 1983404"/>
              <a:gd name="connsiteY2" fmla="*/ 990285 h 1953358"/>
              <a:gd name="connsiteX3" fmla="*/ 990556 w 1983404"/>
              <a:gd name="connsiteY3" fmla="*/ 1953358 h 1953358"/>
              <a:gd name="connsiteX4" fmla="*/ 0 w 1983404"/>
              <a:gd name="connsiteY4" fmla="*/ 965181 h 1953358"/>
              <a:gd name="connsiteX5" fmla="*/ 692472 w 1983404"/>
              <a:gd name="connsiteY5" fmla="*/ 24929 h 1953358"/>
              <a:gd name="connsiteX6" fmla="*/ 945512 w 1983404"/>
              <a:gd name="connsiteY6" fmla="*/ 17 h 1953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83404" h="1953358">
                <a:moveTo>
                  <a:pt x="945512" y="17"/>
                </a:moveTo>
                <a:cubicBezTo>
                  <a:pt x="1178793" y="1287"/>
                  <a:pt x="1505897" y="75993"/>
                  <a:pt x="1623411" y="465387"/>
                </a:cubicBezTo>
                <a:cubicBezTo>
                  <a:pt x="1726593" y="803147"/>
                  <a:pt x="1843534" y="944642"/>
                  <a:pt x="1983404" y="990285"/>
                </a:cubicBezTo>
                <a:cubicBezTo>
                  <a:pt x="1969646" y="1524311"/>
                  <a:pt x="1531693" y="1953358"/>
                  <a:pt x="990556" y="1953358"/>
                </a:cubicBezTo>
                <a:cubicBezTo>
                  <a:pt x="442540" y="1953358"/>
                  <a:pt x="0" y="1510618"/>
                  <a:pt x="0" y="965181"/>
                </a:cubicBezTo>
                <a:cubicBezTo>
                  <a:pt x="0" y="524723"/>
                  <a:pt x="291205" y="150448"/>
                  <a:pt x="692472" y="24929"/>
                </a:cubicBezTo>
                <a:cubicBezTo>
                  <a:pt x="699351" y="24929"/>
                  <a:pt x="805543" y="-745"/>
                  <a:pt x="945512" y="17"/>
                </a:cubicBez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rtlCol="0">
            <a:noAutofit/>
          </a:bodyPr>
          <a:lstStyle>
            <a:lvl1pPr>
              <a:defRPr sz="800"/>
            </a:lvl1pPr>
          </a:lstStyle>
          <a:p>
            <a:pPr lvl="0"/>
            <a:endParaRPr lang="en-ID" noProof="0"/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9D3030C0-223C-4913-AADA-F6F496ED3C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75538" y="364220"/>
            <a:ext cx="6640924" cy="705756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b="1">
                <a:latin typeface="+mj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12FCC5D0-C112-4903-BB22-33DF07A6520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 smtClean="0">
                <a:solidFill>
                  <a:schemeClr val="tx1">
                    <a:tint val="75000"/>
                  </a:schemeClr>
                </a:solidFill>
                <a:latin typeface="Filson Soft Book" panose="00000500000000000000" pitchFamily="50" charset="0"/>
              </a:defRPr>
            </a:lvl1pPr>
          </a:lstStyle>
          <a:p>
            <a:pPr>
              <a:defRPr/>
            </a:pPr>
            <a:fld id="{C30FB489-2678-4130-91A6-794BF59FFF71}" type="datetime2">
              <a:rPr lang="en-IN" smtClean="0"/>
              <a:t>Monday, 23 June 2025</a:t>
            </a:fld>
            <a:endParaRPr lang="en-ID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16AD10A-EAF6-42AC-B1BF-93C1B7A0175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lang="en-ID" sz="1000" kern="1200" smtClean="0">
                <a:solidFill>
                  <a:schemeClr val="tx1">
                    <a:tint val="75000"/>
                  </a:schemeClr>
                </a:solidFill>
                <a:latin typeface="Filson Soft Book" panose="00000500000000000000" pitchFamily="50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163D6877-BADA-43E4-8E87-23A2908B74CF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0522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"/>
          <p:cNvGrpSpPr>
            <a:grpSpLocks/>
          </p:cNvGrpSpPr>
          <p:nvPr userDrawn="1"/>
        </p:nvGrpSpPr>
        <p:grpSpPr bwMode="auto">
          <a:xfrm>
            <a:off x="0" y="5729288"/>
            <a:ext cx="1084263" cy="1128712"/>
            <a:chOff x="0" y="5729288"/>
            <a:chExt cx="1084263" cy="1128712"/>
          </a:xfrm>
        </p:grpSpPr>
        <p:sp>
          <p:nvSpPr>
            <p:cNvPr id="5" name="Freeform 6"/>
            <p:cNvSpPr>
              <a:spLocks/>
            </p:cNvSpPr>
            <p:nvPr/>
          </p:nvSpPr>
          <p:spPr bwMode="auto">
            <a:xfrm>
              <a:off x="242888" y="6113463"/>
              <a:ext cx="841375" cy="744537"/>
            </a:xfrm>
            <a:custGeom>
              <a:avLst/>
              <a:gdLst>
                <a:gd name="T0" fmla="*/ 2147483646 w 201"/>
                <a:gd name="T1" fmla="*/ 2147483646 h 179"/>
                <a:gd name="T2" fmla="*/ 2147483646 w 201"/>
                <a:gd name="T3" fmla="*/ 2147483646 h 179"/>
                <a:gd name="T4" fmla="*/ 0 w 201"/>
                <a:gd name="T5" fmla="*/ 2147483646 h 179"/>
                <a:gd name="T6" fmla="*/ 2147483646 w 201"/>
                <a:gd name="T7" fmla="*/ 2147483646 h 179"/>
                <a:gd name="T8" fmla="*/ 2147483646 w 201"/>
                <a:gd name="T9" fmla="*/ 2147483646 h 179"/>
                <a:gd name="T10" fmla="*/ 2147483646 w 201"/>
                <a:gd name="T11" fmla="*/ 2147483646 h 179"/>
                <a:gd name="T12" fmla="*/ 2147483646 w 201"/>
                <a:gd name="T13" fmla="*/ 2147483646 h 179"/>
                <a:gd name="T14" fmla="*/ 2147483646 w 201"/>
                <a:gd name="T15" fmla="*/ 2147483646 h 179"/>
                <a:gd name="T16" fmla="*/ 2147483646 w 201"/>
                <a:gd name="T17" fmla="*/ 2147483646 h 17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1" h="179">
                  <a:moveTo>
                    <a:pt x="191" y="75"/>
                  </a:moveTo>
                  <a:cubicBezTo>
                    <a:pt x="155" y="0"/>
                    <a:pt x="4" y="14"/>
                    <a:pt x="4" y="14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20" y="23"/>
                    <a:pt x="37" y="30"/>
                    <a:pt x="51" y="44"/>
                  </a:cubicBezTo>
                  <a:cubicBezTo>
                    <a:pt x="81" y="75"/>
                    <a:pt x="96" y="109"/>
                    <a:pt x="95" y="144"/>
                  </a:cubicBezTo>
                  <a:cubicBezTo>
                    <a:pt x="95" y="157"/>
                    <a:pt x="92" y="169"/>
                    <a:pt x="87" y="179"/>
                  </a:cubicBezTo>
                  <a:cubicBezTo>
                    <a:pt x="197" y="179"/>
                    <a:pt x="197" y="179"/>
                    <a:pt x="197" y="179"/>
                  </a:cubicBezTo>
                  <a:cubicBezTo>
                    <a:pt x="199" y="169"/>
                    <a:pt x="200" y="158"/>
                    <a:pt x="201" y="148"/>
                  </a:cubicBezTo>
                  <a:cubicBezTo>
                    <a:pt x="201" y="123"/>
                    <a:pt x="198" y="99"/>
                    <a:pt x="191" y="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Freeform 7"/>
            <p:cNvSpPr>
              <a:spLocks/>
            </p:cNvSpPr>
            <p:nvPr/>
          </p:nvSpPr>
          <p:spPr bwMode="auto">
            <a:xfrm>
              <a:off x="0" y="5729288"/>
              <a:ext cx="1039813" cy="696912"/>
            </a:xfrm>
            <a:custGeom>
              <a:avLst/>
              <a:gdLst>
                <a:gd name="T0" fmla="*/ 2147483646 w 249"/>
                <a:gd name="T1" fmla="*/ 2147483646 h 167"/>
                <a:gd name="T2" fmla="*/ 2147483646 w 249"/>
                <a:gd name="T3" fmla="*/ 2147483646 h 167"/>
                <a:gd name="T4" fmla="*/ 2147483646 w 249"/>
                <a:gd name="T5" fmla="*/ 2147483646 h 167"/>
                <a:gd name="T6" fmla="*/ 2147483646 w 249"/>
                <a:gd name="T7" fmla="*/ 2147483646 h 167"/>
                <a:gd name="T8" fmla="*/ 0 w 249"/>
                <a:gd name="T9" fmla="*/ 2147483646 h 167"/>
                <a:gd name="T10" fmla="*/ 0 w 249"/>
                <a:gd name="T11" fmla="*/ 2147483646 h 167"/>
                <a:gd name="T12" fmla="*/ 2147483646 w 249"/>
                <a:gd name="T13" fmla="*/ 2147483646 h 1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9" h="167">
                  <a:moveTo>
                    <a:pt x="58" y="110"/>
                  </a:moveTo>
                  <a:cubicBezTo>
                    <a:pt x="62" y="106"/>
                    <a:pt x="62" y="106"/>
                    <a:pt x="62" y="106"/>
                  </a:cubicBezTo>
                  <a:cubicBezTo>
                    <a:pt x="62" y="106"/>
                    <a:pt x="213" y="92"/>
                    <a:pt x="249" y="167"/>
                  </a:cubicBezTo>
                  <a:cubicBezTo>
                    <a:pt x="237" y="129"/>
                    <a:pt x="215" y="93"/>
                    <a:pt x="183" y="62"/>
                  </a:cubicBezTo>
                  <a:cubicBezTo>
                    <a:pt x="130" y="9"/>
                    <a:pt x="64" y="0"/>
                    <a:pt x="0" y="1"/>
                  </a:cubicBezTo>
                  <a:cubicBezTo>
                    <a:pt x="0" y="106"/>
                    <a:pt x="0" y="106"/>
                    <a:pt x="0" y="106"/>
                  </a:cubicBezTo>
                  <a:cubicBezTo>
                    <a:pt x="22" y="106"/>
                    <a:pt x="42" y="107"/>
                    <a:pt x="58" y="1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12"/>
          <p:cNvGrpSpPr>
            <a:grpSpLocks/>
          </p:cNvGrpSpPr>
          <p:nvPr userDrawn="1"/>
        </p:nvGrpSpPr>
        <p:grpSpPr bwMode="auto">
          <a:xfrm>
            <a:off x="9174163" y="4763"/>
            <a:ext cx="3017837" cy="1066800"/>
            <a:chOff x="9174163" y="4763"/>
            <a:chExt cx="3017837" cy="1066800"/>
          </a:xfrm>
        </p:grpSpPr>
        <p:sp>
          <p:nvSpPr>
            <p:cNvPr id="8" name="Freeform 13"/>
            <p:cNvSpPr>
              <a:spLocks/>
            </p:cNvSpPr>
            <p:nvPr/>
          </p:nvSpPr>
          <p:spPr bwMode="auto">
            <a:xfrm>
              <a:off x="9174163" y="4763"/>
              <a:ext cx="1793875" cy="1063625"/>
            </a:xfrm>
            <a:custGeom>
              <a:avLst/>
              <a:gdLst>
                <a:gd name="T0" fmla="*/ 2147483646 w 430"/>
                <a:gd name="T1" fmla="*/ 2147483646 h 255"/>
                <a:gd name="T2" fmla="*/ 2147483646 w 430"/>
                <a:gd name="T3" fmla="*/ 2147483646 h 255"/>
                <a:gd name="T4" fmla="*/ 2147483646 w 430"/>
                <a:gd name="T5" fmla="*/ 2147483646 h 255"/>
                <a:gd name="T6" fmla="*/ 2147483646 w 430"/>
                <a:gd name="T7" fmla="*/ 2147483646 h 255"/>
                <a:gd name="T8" fmla="*/ 2147483646 w 430"/>
                <a:gd name="T9" fmla="*/ 0 h 255"/>
                <a:gd name="T10" fmla="*/ 0 w 430"/>
                <a:gd name="T11" fmla="*/ 0 h 255"/>
                <a:gd name="T12" fmla="*/ 2147483646 w 430"/>
                <a:gd name="T13" fmla="*/ 2147483646 h 255"/>
                <a:gd name="T14" fmla="*/ 2147483646 w 430"/>
                <a:gd name="T15" fmla="*/ 2147483646 h 255"/>
                <a:gd name="T16" fmla="*/ 2147483646 w 430"/>
                <a:gd name="T17" fmla="*/ 2147483646 h 25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30" h="255">
                  <a:moveTo>
                    <a:pt x="430" y="79"/>
                  </a:moveTo>
                  <a:cubicBezTo>
                    <a:pt x="430" y="70"/>
                    <a:pt x="430" y="70"/>
                    <a:pt x="430" y="70"/>
                  </a:cubicBezTo>
                  <a:cubicBezTo>
                    <a:pt x="404" y="87"/>
                    <a:pt x="378" y="96"/>
                    <a:pt x="348" y="96"/>
                  </a:cubicBezTo>
                  <a:cubicBezTo>
                    <a:pt x="283" y="96"/>
                    <a:pt x="230" y="76"/>
                    <a:pt x="194" y="37"/>
                  </a:cubicBezTo>
                  <a:cubicBezTo>
                    <a:pt x="183" y="25"/>
                    <a:pt x="175" y="13"/>
                    <a:pt x="16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" y="53"/>
                    <a:pt x="38" y="104"/>
                    <a:pt x="77" y="146"/>
                  </a:cubicBezTo>
                  <a:cubicBezTo>
                    <a:pt x="102" y="173"/>
                    <a:pt x="132" y="196"/>
                    <a:pt x="165" y="213"/>
                  </a:cubicBezTo>
                  <a:cubicBezTo>
                    <a:pt x="284" y="255"/>
                    <a:pt x="430" y="79"/>
                    <a:pt x="430" y="7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14"/>
            <p:cNvSpPr>
              <a:spLocks/>
            </p:cNvSpPr>
            <p:nvPr/>
          </p:nvSpPr>
          <p:spPr bwMode="auto">
            <a:xfrm>
              <a:off x="9863138" y="4763"/>
              <a:ext cx="2328862" cy="1066800"/>
            </a:xfrm>
            <a:custGeom>
              <a:avLst/>
              <a:gdLst>
                <a:gd name="T0" fmla="*/ 2147483646 w 558"/>
                <a:gd name="T1" fmla="*/ 2147483646 h 256"/>
                <a:gd name="T2" fmla="*/ 2147483646 w 558"/>
                <a:gd name="T3" fmla="*/ 2147483646 h 256"/>
                <a:gd name="T4" fmla="*/ 0 w 558"/>
                <a:gd name="T5" fmla="*/ 2147483646 h 256"/>
                <a:gd name="T6" fmla="*/ 2147483646 w 558"/>
                <a:gd name="T7" fmla="*/ 2147483646 h 256"/>
                <a:gd name="T8" fmla="*/ 2147483646 w 558"/>
                <a:gd name="T9" fmla="*/ 2147483646 h 256"/>
                <a:gd name="T10" fmla="*/ 2147483646 w 558"/>
                <a:gd name="T11" fmla="*/ 0 h 256"/>
                <a:gd name="T12" fmla="*/ 2147483646 w 558"/>
                <a:gd name="T13" fmla="*/ 0 h 256"/>
                <a:gd name="T14" fmla="*/ 2147483646 w 558"/>
                <a:gd name="T15" fmla="*/ 2147483646 h 25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58" h="256">
                  <a:moveTo>
                    <a:pt x="265" y="70"/>
                  </a:moveTo>
                  <a:cubicBezTo>
                    <a:pt x="265" y="79"/>
                    <a:pt x="265" y="79"/>
                    <a:pt x="265" y="79"/>
                  </a:cubicBezTo>
                  <a:cubicBezTo>
                    <a:pt x="265" y="79"/>
                    <a:pt x="119" y="255"/>
                    <a:pt x="0" y="213"/>
                  </a:cubicBezTo>
                  <a:cubicBezTo>
                    <a:pt x="53" y="241"/>
                    <a:pt x="116" y="256"/>
                    <a:pt x="183" y="256"/>
                  </a:cubicBezTo>
                  <a:cubicBezTo>
                    <a:pt x="331" y="256"/>
                    <a:pt x="423" y="152"/>
                    <a:pt x="503" y="61"/>
                  </a:cubicBezTo>
                  <a:cubicBezTo>
                    <a:pt x="522" y="40"/>
                    <a:pt x="540" y="19"/>
                    <a:pt x="558" y="0"/>
                  </a:cubicBezTo>
                  <a:cubicBezTo>
                    <a:pt x="342" y="0"/>
                    <a:pt x="342" y="0"/>
                    <a:pt x="342" y="0"/>
                  </a:cubicBezTo>
                  <a:cubicBezTo>
                    <a:pt x="315" y="30"/>
                    <a:pt x="290" y="53"/>
                    <a:pt x="265" y="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56DA8BC7-00B3-436F-80E3-BAF221197A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082385" y="1957388"/>
            <a:ext cx="2232025" cy="3778250"/>
          </a:xfrm>
          <a:custGeom>
            <a:avLst/>
            <a:gdLst>
              <a:gd name="connsiteX0" fmla="*/ 1155761 w 2232025"/>
              <a:gd name="connsiteY0" fmla="*/ 0 h 3778250"/>
              <a:gd name="connsiteX1" fmla="*/ 1712238 w 2232025"/>
              <a:gd name="connsiteY1" fmla="*/ 0 h 3778250"/>
              <a:gd name="connsiteX2" fmla="*/ 1712238 w 2232025"/>
              <a:gd name="connsiteY2" fmla="*/ 2923141 h 3778250"/>
              <a:gd name="connsiteX3" fmla="*/ 2232025 w 2232025"/>
              <a:gd name="connsiteY3" fmla="*/ 2923141 h 3778250"/>
              <a:gd name="connsiteX4" fmla="*/ 2232025 w 2232025"/>
              <a:gd name="connsiteY4" fmla="*/ 3778250 h 3778250"/>
              <a:gd name="connsiteX5" fmla="*/ 0 w 2232025"/>
              <a:gd name="connsiteY5" fmla="*/ 3778250 h 3778250"/>
              <a:gd name="connsiteX6" fmla="*/ 0 w 2232025"/>
              <a:gd name="connsiteY6" fmla="*/ 2923141 h 3778250"/>
              <a:gd name="connsiteX7" fmla="*/ 525902 w 2232025"/>
              <a:gd name="connsiteY7" fmla="*/ 2923141 h 3778250"/>
              <a:gd name="connsiteX8" fmla="*/ 525902 w 2232025"/>
              <a:gd name="connsiteY8" fmla="*/ 1249309 h 3778250"/>
              <a:gd name="connsiteX9" fmla="*/ 134533 w 2232025"/>
              <a:gd name="connsiteY9" fmla="*/ 1285697 h 3778250"/>
              <a:gd name="connsiteX10" fmla="*/ 0 w 2232025"/>
              <a:gd name="connsiteY10" fmla="*/ 1279632 h 3778250"/>
              <a:gd name="connsiteX11" fmla="*/ 0 w 2232025"/>
              <a:gd name="connsiteY11" fmla="*/ 460910 h 3778250"/>
              <a:gd name="connsiteX12" fmla="*/ 67267 w 2232025"/>
              <a:gd name="connsiteY12" fmla="*/ 460910 h 3778250"/>
              <a:gd name="connsiteX13" fmla="*/ 715471 w 2232025"/>
              <a:gd name="connsiteY13" fmla="*/ 327489 h 3778250"/>
              <a:gd name="connsiteX14" fmla="*/ 1155761 w 2232025"/>
              <a:gd name="connsiteY14" fmla="*/ 0 h 3778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32025" h="3778250">
                <a:moveTo>
                  <a:pt x="1155761" y="0"/>
                </a:moveTo>
                <a:cubicBezTo>
                  <a:pt x="1712238" y="0"/>
                  <a:pt x="1712238" y="0"/>
                  <a:pt x="1712238" y="0"/>
                </a:cubicBezTo>
                <a:cubicBezTo>
                  <a:pt x="1712238" y="2923141"/>
                  <a:pt x="1712238" y="2923141"/>
                  <a:pt x="1712238" y="2923141"/>
                </a:cubicBezTo>
                <a:cubicBezTo>
                  <a:pt x="2232025" y="2923141"/>
                  <a:pt x="2232025" y="2923141"/>
                  <a:pt x="2232025" y="2923141"/>
                </a:cubicBezTo>
                <a:lnTo>
                  <a:pt x="2232025" y="3778250"/>
                </a:lnTo>
                <a:cubicBezTo>
                  <a:pt x="0" y="3778250"/>
                  <a:pt x="0" y="3778250"/>
                  <a:pt x="0" y="3778250"/>
                </a:cubicBezTo>
                <a:cubicBezTo>
                  <a:pt x="0" y="2923141"/>
                  <a:pt x="0" y="2923141"/>
                  <a:pt x="0" y="2923141"/>
                </a:cubicBezTo>
                <a:cubicBezTo>
                  <a:pt x="525902" y="2923141"/>
                  <a:pt x="525902" y="2923141"/>
                  <a:pt x="525902" y="2923141"/>
                </a:cubicBezTo>
                <a:cubicBezTo>
                  <a:pt x="525902" y="1249309"/>
                  <a:pt x="525902" y="1249309"/>
                  <a:pt x="525902" y="1249309"/>
                </a:cubicBezTo>
                <a:cubicBezTo>
                  <a:pt x="434175" y="1273568"/>
                  <a:pt x="299642" y="1285697"/>
                  <a:pt x="134533" y="1285697"/>
                </a:cubicBezTo>
                <a:cubicBezTo>
                  <a:pt x="79497" y="1285697"/>
                  <a:pt x="30576" y="1285697"/>
                  <a:pt x="0" y="1279632"/>
                </a:cubicBezTo>
                <a:cubicBezTo>
                  <a:pt x="0" y="460910"/>
                  <a:pt x="0" y="460910"/>
                  <a:pt x="0" y="460910"/>
                </a:cubicBezTo>
                <a:cubicBezTo>
                  <a:pt x="18345" y="460910"/>
                  <a:pt x="42806" y="460910"/>
                  <a:pt x="67267" y="460910"/>
                </a:cubicBezTo>
                <a:cubicBezTo>
                  <a:pt x="299642" y="460910"/>
                  <a:pt x="513672" y="418458"/>
                  <a:pt x="715471" y="327489"/>
                </a:cubicBezTo>
                <a:cubicBezTo>
                  <a:pt x="923386" y="230455"/>
                  <a:pt x="1064034" y="121292"/>
                  <a:pt x="1155761" y="0"/>
                </a:cubicBez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rtlCol="0">
            <a:noAutofit/>
          </a:bodyPr>
          <a:lstStyle>
            <a:lvl1pPr>
              <a:defRPr sz="800"/>
            </a:lvl1pPr>
          </a:lstStyle>
          <a:p>
            <a:pPr lvl="0"/>
            <a:endParaRPr lang="en-ID" noProof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9D3030C0-223C-4913-AADA-F6F496ED3C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75538" y="364220"/>
            <a:ext cx="6640924" cy="705756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b="1">
                <a:latin typeface="+mj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12FCC5D0-C112-4903-BB22-33DF07A6520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 smtClean="0">
                <a:solidFill>
                  <a:schemeClr val="tx1">
                    <a:tint val="75000"/>
                  </a:schemeClr>
                </a:solidFill>
                <a:latin typeface="Filson Soft Book" panose="00000500000000000000" pitchFamily="50" charset="0"/>
              </a:defRPr>
            </a:lvl1pPr>
          </a:lstStyle>
          <a:p>
            <a:pPr>
              <a:defRPr/>
            </a:pPr>
            <a:fld id="{09D0A7A7-2C44-4F49-9848-1BC04D6F64EA}" type="datetime2">
              <a:rPr lang="en-IN" smtClean="0"/>
              <a:t>Monday, 23 June 2025</a:t>
            </a:fld>
            <a:endParaRPr lang="en-ID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B16AD10A-EAF6-42AC-B1BF-93C1B7A0175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lang="en-ID" sz="1000" kern="1200" smtClean="0">
                <a:solidFill>
                  <a:schemeClr val="tx1">
                    <a:tint val="75000"/>
                  </a:schemeClr>
                </a:solidFill>
                <a:latin typeface="Filson Soft Book" panose="00000500000000000000" pitchFamily="50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4DE18DD7-243E-47B9-9109-658462C0EDC4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50684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"/>
          <p:cNvGrpSpPr>
            <a:grpSpLocks/>
          </p:cNvGrpSpPr>
          <p:nvPr userDrawn="1"/>
        </p:nvGrpSpPr>
        <p:grpSpPr bwMode="auto">
          <a:xfrm>
            <a:off x="9174163" y="4763"/>
            <a:ext cx="3017837" cy="1066800"/>
            <a:chOff x="9174163" y="4763"/>
            <a:chExt cx="3017837" cy="1066800"/>
          </a:xfrm>
        </p:grpSpPr>
        <p:sp>
          <p:nvSpPr>
            <p:cNvPr id="5" name="Freeform 8"/>
            <p:cNvSpPr>
              <a:spLocks/>
            </p:cNvSpPr>
            <p:nvPr/>
          </p:nvSpPr>
          <p:spPr bwMode="auto">
            <a:xfrm>
              <a:off x="9174163" y="4763"/>
              <a:ext cx="1793875" cy="1063625"/>
            </a:xfrm>
            <a:custGeom>
              <a:avLst/>
              <a:gdLst>
                <a:gd name="T0" fmla="*/ 2147483646 w 430"/>
                <a:gd name="T1" fmla="*/ 2147483646 h 255"/>
                <a:gd name="T2" fmla="*/ 2147483646 w 430"/>
                <a:gd name="T3" fmla="*/ 2147483646 h 255"/>
                <a:gd name="T4" fmla="*/ 2147483646 w 430"/>
                <a:gd name="T5" fmla="*/ 2147483646 h 255"/>
                <a:gd name="T6" fmla="*/ 2147483646 w 430"/>
                <a:gd name="T7" fmla="*/ 2147483646 h 255"/>
                <a:gd name="T8" fmla="*/ 2147483646 w 430"/>
                <a:gd name="T9" fmla="*/ 0 h 255"/>
                <a:gd name="T10" fmla="*/ 0 w 430"/>
                <a:gd name="T11" fmla="*/ 0 h 255"/>
                <a:gd name="T12" fmla="*/ 2147483646 w 430"/>
                <a:gd name="T13" fmla="*/ 2147483646 h 255"/>
                <a:gd name="T14" fmla="*/ 2147483646 w 430"/>
                <a:gd name="T15" fmla="*/ 2147483646 h 255"/>
                <a:gd name="T16" fmla="*/ 2147483646 w 430"/>
                <a:gd name="T17" fmla="*/ 2147483646 h 25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30" h="255">
                  <a:moveTo>
                    <a:pt x="430" y="79"/>
                  </a:moveTo>
                  <a:cubicBezTo>
                    <a:pt x="430" y="70"/>
                    <a:pt x="430" y="70"/>
                    <a:pt x="430" y="70"/>
                  </a:cubicBezTo>
                  <a:cubicBezTo>
                    <a:pt x="404" y="87"/>
                    <a:pt x="378" y="96"/>
                    <a:pt x="348" y="96"/>
                  </a:cubicBezTo>
                  <a:cubicBezTo>
                    <a:pt x="283" y="96"/>
                    <a:pt x="230" y="76"/>
                    <a:pt x="194" y="37"/>
                  </a:cubicBezTo>
                  <a:cubicBezTo>
                    <a:pt x="183" y="25"/>
                    <a:pt x="175" y="13"/>
                    <a:pt x="16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" y="53"/>
                    <a:pt x="38" y="104"/>
                    <a:pt x="77" y="146"/>
                  </a:cubicBezTo>
                  <a:cubicBezTo>
                    <a:pt x="102" y="173"/>
                    <a:pt x="132" y="196"/>
                    <a:pt x="165" y="213"/>
                  </a:cubicBezTo>
                  <a:cubicBezTo>
                    <a:pt x="284" y="255"/>
                    <a:pt x="430" y="79"/>
                    <a:pt x="430" y="7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Freeform 9"/>
            <p:cNvSpPr>
              <a:spLocks/>
            </p:cNvSpPr>
            <p:nvPr/>
          </p:nvSpPr>
          <p:spPr bwMode="auto">
            <a:xfrm>
              <a:off x="9863138" y="4763"/>
              <a:ext cx="2328862" cy="1066800"/>
            </a:xfrm>
            <a:custGeom>
              <a:avLst/>
              <a:gdLst>
                <a:gd name="T0" fmla="*/ 2147483646 w 558"/>
                <a:gd name="T1" fmla="*/ 2147483646 h 256"/>
                <a:gd name="T2" fmla="*/ 2147483646 w 558"/>
                <a:gd name="T3" fmla="*/ 2147483646 h 256"/>
                <a:gd name="T4" fmla="*/ 0 w 558"/>
                <a:gd name="T5" fmla="*/ 2147483646 h 256"/>
                <a:gd name="T6" fmla="*/ 2147483646 w 558"/>
                <a:gd name="T7" fmla="*/ 2147483646 h 256"/>
                <a:gd name="T8" fmla="*/ 2147483646 w 558"/>
                <a:gd name="T9" fmla="*/ 2147483646 h 256"/>
                <a:gd name="T10" fmla="*/ 2147483646 w 558"/>
                <a:gd name="T11" fmla="*/ 0 h 256"/>
                <a:gd name="T12" fmla="*/ 2147483646 w 558"/>
                <a:gd name="T13" fmla="*/ 0 h 256"/>
                <a:gd name="T14" fmla="*/ 2147483646 w 558"/>
                <a:gd name="T15" fmla="*/ 2147483646 h 25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58" h="256">
                  <a:moveTo>
                    <a:pt x="265" y="70"/>
                  </a:moveTo>
                  <a:cubicBezTo>
                    <a:pt x="265" y="79"/>
                    <a:pt x="265" y="79"/>
                    <a:pt x="265" y="79"/>
                  </a:cubicBezTo>
                  <a:cubicBezTo>
                    <a:pt x="265" y="79"/>
                    <a:pt x="119" y="255"/>
                    <a:pt x="0" y="213"/>
                  </a:cubicBezTo>
                  <a:cubicBezTo>
                    <a:pt x="53" y="241"/>
                    <a:pt x="116" y="256"/>
                    <a:pt x="183" y="256"/>
                  </a:cubicBezTo>
                  <a:cubicBezTo>
                    <a:pt x="331" y="256"/>
                    <a:pt x="423" y="152"/>
                    <a:pt x="503" y="61"/>
                  </a:cubicBezTo>
                  <a:cubicBezTo>
                    <a:pt x="522" y="40"/>
                    <a:pt x="540" y="19"/>
                    <a:pt x="558" y="0"/>
                  </a:cubicBezTo>
                  <a:cubicBezTo>
                    <a:pt x="342" y="0"/>
                    <a:pt x="342" y="0"/>
                    <a:pt x="342" y="0"/>
                  </a:cubicBezTo>
                  <a:cubicBezTo>
                    <a:pt x="315" y="30"/>
                    <a:pt x="290" y="53"/>
                    <a:pt x="265" y="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9996F3C-4AF8-45CE-A5F0-87F81D9A76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" y="1275468"/>
            <a:ext cx="5147741" cy="5582533"/>
          </a:xfrm>
          <a:custGeom>
            <a:avLst/>
            <a:gdLst>
              <a:gd name="connsiteX0" fmla="*/ 1555829 w 5147741"/>
              <a:gd name="connsiteY0" fmla="*/ 0 h 5582533"/>
              <a:gd name="connsiteX1" fmla="*/ 5147741 w 5147741"/>
              <a:gd name="connsiteY1" fmla="*/ 3580590 h 5582533"/>
              <a:gd name="connsiteX2" fmla="*/ 4532414 w 5147741"/>
              <a:gd name="connsiteY2" fmla="*/ 5582533 h 5582533"/>
              <a:gd name="connsiteX3" fmla="*/ 0 w 5147741"/>
              <a:gd name="connsiteY3" fmla="*/ 5582533 h 5582533"/>
              <a:gd name="connsiteX4" fmla="*/ 0 w 5147741"/>
              <a:gd name="connsiteY4" fmla="*/ 348597 h 5582533"/>
              <a:gd name="connsiteX5" fmla="*/ 1555829 w 5147741"/>
              <a:gd name="connsiteY5" fmla="*/ 0 h 5582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47741" h="5582533">
                <a:moveTo>
                  <a:pt x="1555829" y="0"/>
                </a:moveTo>
                <a:cubicBezTo>
                  <a:pt x="3541886" y="0"/>
                  <a:pt x="5147741" y="1603547"/>
                  <a:pt x="5147741" y="3580590"/>
                </a:cubicBezTo>
                <a:cubicBezTo>
                  <a:pt x="5147741" y="4322604"/>
                  <a:pt x="4922621" y="5009838"/>
                  <a:pt x="4532414" y="5582533"/>
                </a:cubicBezTo>
                <a:cubicBezTo>
                  <a:pt x="4532414" y="5582533"/>
                  <a:pt x="4532414" y="5582533"/>
                  <a:pt x="0" y="5582533"/>
                </a:cubicBezTo>
                <a:cubicBezTo>
                  <a:pt x="0" y="5582533"/>
                  <a:pt x="0" y="5582533"/>
                  <a:pt x="0" y="348597"/>
                </a:cubicBezTo>
                <a:cubicBezTo>
                  <a:pt x="470251" y="124499"/>
                  <a:pt x="995530" y="0"/>
                  <a:pt x="1555829" y="0"/>
                </a:cubicBez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rtlCol="0">
            <a:noAutofit/>
          </a:bodyPr>
          <a:lstStyle>
            <a:lvl1pPr>
              <a:defRPr sz="800"/>
            </a:lvl1pPr>
          </a:lstStyle>
          <a:p>
            <a:pPr lvl="0"/>
            <a:endParaRPr lang="en-ID" noProof="0"/>
          </a:p>
        </p:txBody>
      </p:sp>
      <p:sp>
        <p:nvSpPr>
          <p:cNvPr id="31" name="Text Placeholder 8">
            <a:extLst>
              <a:ext uri="{FF2B5EF4-FFF2-40B4-BE49-F238E27FC236}">
                <a16:creationId xmlns:a16="http://schemas.microsoft.com/office/drawing/2014/main" id="{9D3030C0-223C-4913-AADA-F6F496ED3C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75538" y="364220"/>
            <a:ext cx="6640924" cy="705756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b="1">
                <a:latin typeface="+mj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758825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"/>
          <p:cNvGrpSpPr>
            <a:grpSpLocks/>
          </p:cNvGrpSpPr>
          <p:nvPr userDrawn="1"/>
        </p:nvGrpSpPr>
        <p:grpSpPr bwMode="auto">
          <a:xfrm>
            <a:off x="0" y="5729288"/>
            <a:ext cx="1084263" cy="1128712"/>
            <a:chOff x="0" y="5729288"/>
            <a:chExt cx="1084263" cy="1128712"/>
          </a:xfrm>
        </p:grpSpPr>
        <p:sp>
          <p:nvSpPr>
            <p:cNvPr id="5" name="Freeform 6"/>
            <p:cNvSpPr>
              <a:spLocks/>
            </p:cNvSpPr>
            <p:nvPr/>
          </p:nvSpPr>
          <p:spPr bwMode="auto">
            <a:xfrm>
              <a:off x="242888" y="6113463"/>
              <a:ext cx="841375" cy="744537"/>
            </a:xfrm>
            <a:custGeom>
              <a:avLst/>
              <a:gdLst>
                <a:gd name="T0" fmla="*/ 2147483646 w 201"/>
                <a:gd name="T1" fmla="*/ 2147483646 h 179"/>
                <a:gd name="T2" fmla="*/ 2147483646 w 201"/>
                <a:gd name="T3" fmla="*/ 2147483646 h 179"/>
                <a:gd name="T4" fmla="*/ 0 w 201"/>
                <a:gd name="T5" fmla="*/ 2147483646 h 179"/>
                <a:gd name="T6" fmla="*/ 2147483646 w 201"/>
                <a:gd name="T7" fmla="*/ 2147483646 h 179"/>
                <a:gd name="T8" fmla="*/ 2147483646 w 201"/>
                <a:gd name="T9" fmla="*/ 2147483646 h 179"/>
                <a:gd name="T10" fmla="*/ 2147483646 w 201"/>
                <a:gd name="T11" fmla="*/ 2147483646 h 179"/>
                <a:gd name="T12" fmla="*/ 2147483646 w 201"/>
                <a:gd name="T13" fmla="*/ 2147483646 h 179"/>
                <a:gd name="T14" fmla="*/ 2147483646 w 201"/>
                <a:gd name="T15" fmla="*/ 2147483646 h 179"/>
                <a:gd name="T16" fmla="*/ 2147483646 w 201"/>
                <a:gd name="T17" fmla="*/ 2147483646 h 17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1" h="179">
                  <a:moveTo>
                    <a:pt x="191" y="75"/>
                  </a:moveTo>
                  <a:cubicBezTo>
                    <a:pt x="155" y="0"/>
                    <a:pt x="4" y="14"/>
                    <a:pt x="4" y="14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20" y="23"/>
                    <a:pt x="37" y="30"/>
                    <a:pt x="51" y="44"/>
                  </a:cubicBezTo>
                  <a:cubicBezTo>
                    <a:pt x="81" y="75"/>
                    <a:pt x="96" y="109"/>
                    <a:pt x="95" y="144"/>
                  </a:cubicBezTo>
                  <a:cubicBezTo>
                    <a:pt x="95" y="157"/>
                    <a:pt x="92" y="169"/>
                    <a:pt x="87" y="179"/>
                  </a:cubicBezTo>
                  <a:cubicBezTo>
                    <a:pt x="197" y="179"/>
                    <a:pt x="197" y="179"/>
                    <a:pt x="197" y="179"/>
                  </a:cubicBezTo>
                  <a:cubicBezTo>
                    <a:pt x="199" y="169"/>
                    <a:pt x="200" y="158"/>
                    <a:pt x="201" y="148"/>
                  </a:cubicBezTo>
                  <a:cubicBezTo>
                    <a:pt x="201" y="123"/>
                    <a:pt x="198" y="99"/>
                    <a:pt x="191" y="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Freeform 7"/>
            <p:cNvSpPr>
              <a:spLocks/>
            </p:cNvSpPr>
            <p:nvPr/>
          </p:nvSpPr>
          <p:spPr bwMode="auto">
            <a:xfrm>
              <a:off x="0" y="5729288"/>
              <a:ext cx="1039813" cy="696912"/>
            </a:xfrm>
            <a:custGeom>
              <a:avLst/>
              <a:gdLst>
                <a:gd name="T0" fmla="*/ 2147483646 w 249"/>
                <a:gd name="T1" fmla="*/ 2147483646 h 167"/>
                <a:gd name="T2" fmla="*/ 2147483646 w 249"/>
                <a:gd name="T3" fmla="*/ 2147483646 h 167"/>
                <a:gd name="T4" fmla="*/ 2147483646 w 249"/>
                <a:gd name="T5" fmla="*/ 2147483646 h 167"/>
                <a:gd name="T6" fmla="*/ 2147483646 w 249"/>
                <a:gd name="T7" fmla="*/ 2147483646 h 167"/>
                <a:gd name="T8" fmla="*/ 0 w 249"/>
                <a:gd name="T9" fmla="*/ 2147483646 h 167"/>
                <a:gd name="T10" fmla="*/ 0 w 249"/>
                <a:gd name="T11" fmla="*/ 2147483646 h 167"/>
                <a:gd name="T12" fmla="*/ 2147483646 w 249"/>
                <a:gd name="T13" fmla="*/ 2147483646 h 1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9" h="167">
                  <a:moveTo>
                    <a:pt x="58" y="110"/>
                  </a:moveTo>
                  <a:cubicBezTo>
                    <a:pt x="62" y="106"/>
                    <a:pt x="62" y="106"/>
                    <a:pt x="62" y="106"/>
                  </a:cubicBezTo>
                  <a:cubicBezTo>
                    <a:pt x="62" y="106"/>
                    <a:pt x="213" y="92"/>
                    <a:pt x="249" y="167"/>
                  </a:cubicBezTo>
                  <a:cubicBezTo>
                    <a:pt x="237" y="129"/>
                    <a:pt x="215" y="93"/>
                    <a:pt x="183" y="62"/>
                  </a:cubicBezTo>
                  <a:cubicBezTo>
                    <a:pt x="130" y="9"/>
                    <a:pt x="64" y="0"/>
                    <a:pt x="0" y="1"/>
                  </a:cubicBezTo>
                  <a:cubicBezTo>
                    <a:pt x="0" y="106"/>
                    <a:pt x="0" y="106"/>
                    <a:pt x="0" y="106"/>
                  </a:cubicBezTo>
                  <a:cubicBezTo>
                    <a:pt x="22" y="106"/>
                    <a:pt x="42" y="107"/>
                    <a:pt x="58" y="1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12"/>
          <p:cNvGrpSpPr>
            <a:grpSpLocks/>
          </p:cNvGrpSpPr>
          <p:nvPr userDrawn="1"/>
        </p:nvGrpSpPr>
        <p:grpSpPr bwMode="auto">
          <a:xfrm>
            <a:off x="9174163" y="4763"/>
            <a:ext cx="3017837" cy="1066800"/>
            <a:chOff x="9174163" y="4763"/>
            <a:chExt cx="3017837" cy="1066800"/>
          </a:xfrm>
        </p:grpSpPr>
        <p:sp>
          <p:nvSpPr>
            <p:cNvPr id="8" name="Freeform 8"/>
            <p:cNvSpPr>
              <a:spLocks/>
            </p:cNvSpPr>
            <p:nvPr/>
          </p:nvSpPr>
          <p:spPr bwMode="auto">
            <a:xfrm>
              <a:off x="9174163" y="4763"/>
              <a:ext cx="1793875" cy="1063625"/>
            </a:xfrm>
            <a:custGeom>
              <a:avLst/>
              <a:gdLst>
                <a:gd name="T0" fmla="*/ 2147483646 w 430"/>
                <a:gd name="T1" fmla="*/ 2147483646 h 255"/>
                <a:gd name="T2" fmla="*/ 2147483646 w 430"/>
                <a:gd name="T3" fmla="*/ 2147483646 h 255"/>
                <a:gd name="T4" fmla="*/ 2147483646 w 430"/>
                <a:gd name="T5" fmla="*/ 2147483646 h 255"/>
                <a:gd name="T6" fmla="*/ 2147483646 w 430"/>
                <a:gd name="T7" fmla="*/ 2147483646 h 255"/>
                <a:gd name="T8" fmla="*/ 2147483646 w 430"/>
                <a:gd name="T9" fmla="*/ 0 h 255"/>
                <a:gd name="T10" fmla="*/ 0 w 430"/>
                <a:gd name="T11" fmla="*/ 0 h 255"/>
                <a:gd name="T12" fmla="*/ 2147483646 w 430"/>
                <a:gd name="T13" fmla="*/ 2147483646 h 255"/>
                <a:gd name="T14" fmla="*/ 2147483646 w 430"/>
                <a:gd name="T15" fmla="*/ 2147483646 h 255"/>
                <a:gd name="T16" fmla="*/ 2147483646 w 430"/>
                <a:gd name="T17" fmla="*/ 2147483646 h 25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30" h="255">
                  <a:moveTo>
                    <a:pt x="430" y="79"/>
                  </a:moveTo>
                  <a:cubicBezTo>
                    <a:pt x="430" y="70"/>
                    <a:pt x="430" y="70"/>
                    <a:pt x="430" y="70"/>
                  </a:cubicBezTo>
                  <a:cubicBezTo>
                    <a:pt x="404" y="87"/>
                    <a:pt x="378" y="96"/>
                    <a:pt x="348" y="96"/>
                  </a:cubicBezTo>
                  <a:cubicBezTo>
                    <a:pt x="283" y="96"/>
                    <a:pt x="230" y="76"/>
                    <a:pt x="194" y="37"/>
                  </a:cubicBezTo>
                  <a:cubicBezTo>
                    <a:pt x="183" y="25"/>
                    <a:pt x="175" y="13"/>
                    <a:pt x="16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" y="53"/>
                    <a:pt x="38" y="104"/>
                    <a:pt x="77" y="146"/>
                  </a:cubicBezTo>
                  <a:cubicBezTo>
                    <a:pt x="102" y="173"/>
                    <a:pt x="132" y="196"/>
                    <a:pt x="165" y="213"/>
                  </a:cubicBezTo>
                  <a:cubicBezTo>
                    <a:pt x="284" y="255"/>
                    <a:pt x="430" y="79"/>
                    <a:pt x="430" y="7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9"/>
            <p:cNvSpPr>
              <a:spLocks/>
            </p:cNvSpPr>
            <p:nvPr/>
          </p:nvSpPr>
          <p:spPr bwMode="auto">
            <a:xfrm>
              <a:off x="9863138" y="4763"/>
              <a:ext cx="2328862" cy="1066800"/>
            </a:xfrm>
            <a:custGeom>
              <a:avLst/>
              <a:gdLst>
                <a:gd name="T0" fmla="*/ 2147483646 w 558"/>
                <a:gd name="T1" fmla="*/ 2147483646 h 256"/>
                <a:gd name="T2" fmla="*/ 2147483646 w 558"/>
                <a:gd name="T3" fmla="*/ 2147483646 h 256"/>
                <a:gd name="T4" fmla="*/ 0 w 558"/>
                <a:gd name="T5" fmla="*/ 2147483646 h 256"/>
                <a:gd name="T6" fmla="*/ 2147483646 w 558"/>
                <a:gd name="T7" fmla="*/ 2147483646 h 256"/>
                <a:gd name="T8" fmla="*/ 2147483646 w 558"/>
                <a:gd name="T9" fmla="*/ 2147483646 h 256"/>
                <a:gd name="T10" fmla="*/ 2147483646 w 558"/>
                <a:gd name="T11" fmla="*/ 0 h 256"/>
                <a:gd name="T12" fmla="*/ 2147483646 w 558"/>
                <a:gd name="T13" fmla="*/ 0 h 256"/>
                <a:gd name="T14" fmla="*/ 2147483646 w 558"/>
                <a:gd name="T15" fmla="*/ 2147483646 h 25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58" h="256">
                  <a:moveTo>
                    <a:pt x="265" y="70"/>
                  </a:moveTo>
                  <a:cubicBezTo>
                    <a:pt x="265" y="79"/>
                    <a:pt x="265" y="79"/>
                    <a:pt x="265" y="79"/>
                  </a:cubicBezTo>
                  <a:cubicBezTo>
                    <a:pt x="265" y="79"/>
                    <a:pt x="119" y="255"/>
                    <a:pt x="0" y="213"/>
                  </a:cubicBezTo>
                  <a:cubicBezTo>
                    <a:pt x="53" y="241"/>
                    <a:pt x="116" y="256"/>
                    <a:pt x="183" y="256"/>
                  </a:cubicBezTo>
                  <a:cubicBezTo>
                    <a:pt x="331" y="256"/>
                    <a:pt x="423" y="152"/>
                    <a:pt x="503" y="61"/>
                  </a:cubicBezTo>
                  <a:cubicBezTo>
                    <a:pt x="522" y="40"/>
                    <a:pt x="540" y="19"/>
                    <a:pt x="558" y="0"/>
                  </a:cubicBezTo>
                  <a:cubicBezTo>
                    <a:pt x="342" y="0"/>
                    <a:pt x="342" y="0"/>
                    <a:pt x="342" y="0"/>
                  </a:cubicBezTo>
                  <a:cubicBezTo>
                    <a:pt x="315" y="30"/>
                    <a:pt x="290" y="53"/>
                    <a:pt x="265" y="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9C173E10-E56A-45D1-9C30-1414E8BADAD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99272" y="1603021"/>
            <a:ext cx="3190505" cy="5093201"/>
          </a:xfrm>
          <a:custGeom>
            <a:avLst/>
            <a:gdLst>
              <a:gd name="connsiteX0" fmla="*/ 0 w 3341511"/>
              <a:gd name="connsiteY0" fmla="*/ 0 h 5208329"/>
              <a:gd name="connsiteX1" fmla="*/ 3341510 w 3341511"/>
              <a:gd name="connsiteY1" fmla="*/ 0 h 5208329"/>
              <a:gd name="connsiteX2" fmla="*/ 3341510 w 3341511"/>
              <a:gd name="connsiteY2" fmla="*/ 2011330 h 5208329"/>
              <a:gd name="connsiteX3" fmla="*/ 3341511 w 3341511"/>
              <a:gd name="connsiteY3" fmla="*/ 2011333 h 5208329"/>
              <a:gd name="connsiteX4" fmla="*/ 3341511 w 3341511"/>
              <a:gd name="connsiteY4" fmla="*/ 4717140 h 5208329"/>
              <a:gd name="connsiteX5" fmla="*/ 3320088 w 3341511"/>
              <a:gd name="connsiteY5" fmla="*/ 4736108 h 5208329"/>
              <a:gd name="connsiteX6" fmla="*/ 1975750 w 3341511"/>
              <a:gd name="connsiteY6" fmla="*/ 5208329 h 5208329"/>
              <a:gd name="connsiteX7" fmla="*/ 9475 w 3341511"/>
              <a:gd name="connsiteY7" fmla="*/ 3908025 h 5208329"/>
              <a:gd name="connsiteX8" fmla="*/ 0 w 3341511"/>
              <a:gd name="connsiteY8" fmla="*/ 3882164 h 5208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41511" h="5208329">
                <a:moveTo>
                  <a:pt x="0" y="0"/>
                </a:moveTo>
                <a:lnTo>
                  <a:pt x="3341510" y="0"/>
                </a:lnTo>
                <a:lnTo>
                  <a:pt x="3341510" y="2011330"/>
                </a:lnTo>
                <a:lnTo>
                  <a:pt x="3341511" y="2011333"/>
                </a:lnTo>
                <a:lnTo>
                  <a:pt x="3341511" y="4717140"/>
                </a:lnTo>
                <a:lnTo>
                  <a:pt x="3320088" y="4736108"/>
                </a:lnTo>
                <a:cubicBezTo>
                  <a:pt x="2953119" y="5031438"/>
                  <a:pt x="2485705" y="5208329"/>
                  <a:pt x="1975750" y="5208329"/>
                </a:cubicBezTo>
                <a:cubicBezTo>
                  <a:pt x="1090428" y="5208329"/>
                  <a:pt x="332904" y="4671893"/>
                  <a:pt x="9475" y="3908025"/>
                </a:cubicBezTo>
                <a:lnTo>
                  <a:pt x="0" y="3882164"/>
                </a:lnTo>
                <a:close/>
              </a:path>
            </a:pathLst>
          </a:custGeom>
          <a:noFill/>
        </p:spPr>
        <p:txBody>
          <a:bodyPr rtlCol="0">
            <a:noAutofit/>
          </a:bodyPr>
          <a:lstStyle>
            <a:lvl1pPr>
              <a:defRPr sz="800"/>
            </a:lvl1pPr>
          </a:lstStyle>
          <a:p>
            <a:pPr lvl="0"/>
            <a:endParaRPr lang="en-ID" noProof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9D3030C0-223C-4913-AADA-F6F496ED3C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75538" y="364220"/>
            <a:ext cx="6640924" cy="705756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b="1">
                <a:latin typeface="+mj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16AD10A-EAF6-42AC-B1BF-93C1B7A01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lang="en-ID" sz="1000" kern="1200" smtClean="0">
                <a:solidFill>
                  <a:schemeClr val="tx1">
                    <a:tint val="75000"/>
                  </a:schemeClr>
                </a:solidFill>
                <a:latin typeface="Filson Soft Book" panose="00000500000000000000" pitchFamily="50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3AA4CE37-94E0-432B-AA0C-9933CA423120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94294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"/>
          <p:cNvGrpSpPr>
            <a:grpSpLocks/>
          </p:cNvGrpSpPr>
          <p:nvPr userDrawn="1"/>
        </p:nvGrpSpPr>
        <p:grpSpPr bwMode="auto">
          <a:xfrm>
            <a:off x="0" y="5729288"/>
            <a:ext cx="1084263" cy="1128712"/>
            <a:chOff x="0" y="5729288"/>
            <a:chExt cx="1084263" cy="1128712"/>
          </a:xfrm>
        </p:grpSpPr>
        <p:sp>
          <p:nvSpPr>
            <p:cNvPr id="5" name="Freeform 6"/>
            <p:cNvSpPr>
              <a:spLocks/>
            </p:cNvSpPr>
            <p:nvPr/>
          </p:nvSpPr>
          <p:spPr bwMode="auto">
            <a:xfrm>
              <a:off x="242888" y="6113463"/>
              <a:ext cx="841375" cy="744537"/>
            </a:xfrm>
            <a:custGeom>
              <a:avLst/>
              <a:gdLst>
                <a:gd name="T0" fmla="*/ 2147483646 w 201"/>
                <a:gd name="T1" fmla="*/ 2147483646 h 179"/>
                <a:gd name="T2" fmla="*/ 2147483646 w 201"/>
                <a:gd name="T3" fmla="*/ 2147483646 h 179"/>
                <a:gd name="T4" fmla="*/ 0 w 201"/>
                <a:gd name="T5" fmla="*/ 2147483646 h 179"/>
                <a:gd name="T6" fmla="*/ 2147483646 w 201"/>
                <a:gd name="T7" fmla="*/ 2147483646 h 179"/>
                <a:gd name="T8" fmla="*/ 2147483646 w 201"/>
                <a:gd name="T9" fmla="*/ 2147483646 h 179"/>
                <a:gd name="T10" fmla="*/ 2147483646 w 201"/>
                <a:gd name="T11" fmla="*/ 2147483646 h 179"/>
                <a:gd name="T12" fmla="*/ 2147483646 w 201"/>
                <a:gd name="T13" fmla="*/ 2147483646 h 179"/>
                <a:gd name="T14" fmla="*/ 2147483646 w 201"/>
                <a:gd name="T15" fmla="*/ 2147483646 h 179"/>
                <a:gd name="T16" fmla="*/ 2147483646 w 201"/>
                <a:gd name="T17" fmla="*/ 2147483646 h 17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1" h="179">
                  <a:moveTo>
                    <a:pt x="191" y="75"/>
                  </a:moveTo>
                  <a:cubicBezTo>
                    <a:pt x="155" y="0"/>
                    <a:pt x="4" y="14"/>
                    <a:pt x="4" y="14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20" y="23"/>
                    <a:pt x="37" y="30"/>
                    <a:pt x="51" y="44"/>
                  </a:cubicBezTo>
                  <a:cubicBezTo>
                    <a:pt x="81" y="75"/>
                    <a:pt x="96" y="109"/>
                    <a:pt x="95" y="144"/>
                  </a:cubicBezTo>
                  <a:cubicBezTo>
                    <a:pt x="95" y="157"/>
                    <a:pt x="92" y="169"/>
                    <a:pt x="87" y="179"/>
                  </a:cubicBezTo>
                  <a:cubicBezTo>
                    <a:pt x="197" y="179"/>
                    <a:pt x="197" y="179"/>
                    <a:pt x="197" y="179"/>
                  </a:cubicBezTo>
                  <a:cubicBezTo>
                    <a:pt x="199" y="169"/>
                    <a:pt x="200" y="158"/>
                    <a:pt x="201" y="148"/>
                  </a:cubicBezTo>
                  <a:cubicBezTo>
                    <a:pt x="201" y="123"/>
                    <a:pt x="198" y="99"/>
                    <a:pt x="191" y="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Freeform 7"/>
            <p:cNvSpPr>
              <a:spLocks/>
            </p:cNvSpPr>
            <p:nvPr/>
          </p:nvSpPr>
          <p:spPr bwMode="auto">
            <a:xfrm>
              <a:off x="0" y="5729288"/>
              <a:ext cx="1039813" cy="696912"/>
            </a:xfrm>
            <a:custGeom>
              <a:avLst/>
              <a:gdLst>
                <a:gd name="T0" fmla="*/ 2147483646 w 249"/>
                <a:gd name="T1" fmla="*/ 2147483646 h 167"/>
                <a:gd name="T2" fmla="*/ 2147483646 w 249"/>
                <a:gd name="T3" fmla="*/ 2147483646 h 167"/>
                <a:gd name="T4" fmla="*/ 2147483646 w 249"/>
                <a:gd name="T5" fmla="*/ 2147483646 h 167"/>
                <a:gd name="T6" fmla="*/ 2147483646 w 249"/>
                <a:gd name="T7" fmla="*/ 2147483646 h 167"/>
                <a:gd name="T8" fmla="*/ 0 w 249"/>
                <a:gd name="T9" fmla="*/ 2147483646 h 167"/>
                <a:gd name="T10" fmla="*/ 0 w 249"/>
                <a:gd name="T11" fmla="*/ 2147483646 h 167"/>
                <a:gd name="T12" fmla="*/ 2147483646 w 249"/>
                <a:gd name="T13" fmla="*/ 2147483646 h 1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9" h="167">
                  <a:moveTo>
                    <a:pt x="58" y="110"/>
                  </a:moveTo>
                  <a:cubicBezTo>
                    <a:pt x="62" y="106"/>
                    <a:pt x="62" y="106"/>
                    <a:pt x="62" y="106"/>
                  </a:cubicBezTo>
                  <a:cubicBezTo>
                    <a:pt x="62" y="106"/>
                    <a:pt x="213" y="92"/>
                    <a:pt x="249" y="167"/>
                  </a:cubicBezTo>
                  <a:cubicBezTo>
                    <a:pt x="237" y="129"/>
                    <a:pt x="215" y="93"/>
                    <a:pt x="183" y="62"/>
                  </a:cubicBezTo>
                  <a:cubicBezTo>
                    <a:pt x="130" y="9"/>
                    <a:pt x="64" y="0"/>
                    <a:pt x="0" y="1"/>
                  </a:cubicBezTo>
                  <a:cubicBezTo>
                    <a:pt x="0" y="106"/>
                    <a:pt x="0" y="106"/>
                    <a:pt x="0" y="106"/>
                  </a:cubicBezTo>
                  <a:cubicBezTo>
                    <a:pt x="22" y="106"/>
                    <a:pt x="42" y="107"/>
                    <a:pt x="58" y="1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12"/>
          <p:cNvGrpSpPr>
            <a:grpSpLocks/>
          </p:cNvGrpSpPr>
          <p:nvPr userDrawn="1"/>
        </p:nvGrpSpPr>
        <p:grpSpPr bwMode="auto">
          <a:xfrm>
            <a:off x="9174163" y="4763"/>
            <a:ext cx="3017837" cy="1066800"/>
            <a:chOff x="9174163" y="4763"/>
            <a:chExt cx="3017837" cy="1066800"/>
          </a:xfrm>
        </p:grpSpPr>
        <p:sp>
          <p:nvSpPr>
            <p:cNvPr id="8" name="Freeform 8"/>
            <p:cNvSpPr>
              <a:spLocks/>
            </p:cNvSpPr>
            <p:nvPr/>
          </p:nvSpPr>
          <p:spPr bwMode="auto">
            <a:xfrm>
              <a:off x="9174163" y="4763"/>
              <a:ext cx="1793875" cy="1063625"/>
            </a:xfrm>
            <a:custGeom>
              <a:avLst/>
              <a:gdLst>
                <a:gd name="T0" fmla="*/ 2147483646 w 430"/>
                <a:gd name="T1" fmla="*/ 2147483646 h 255"/>
                <a:gd name="T2" fmla="*/ 2147483646 w 430"/>
                <a:gd name="T3" fmla="*/ 2147483646 h 255"/>
                <a:gd name="T4" fmla="*/ 2147483646 w 430"/>
                <a:gd name="T5" fmla="*/ 2147483646 h 255"/>
                <a:gd name="T6" fmla="*/ 2147483646 w 430"/>
                <a:gd name="T7" fmla="*/ 2147483646 h 255"/>
                <a:gd name="T8" fmla="*/ 2147483646 w 430"/>
                <a:gd name="T9" fmla="*/ 0 h 255"/>
                <a:gd name="T10" fmla="*/ 0 w 430"/>
                <a:gd name="T11" fmla="*/ 0 h 255"/>
                <a:gd name="T12" fmla="*/ 2147483646 w 430"/>
                <a:gd name="T13" fmla="*/ 2147483646 h 255"/>
                <a:gd name="T14" fmla="*/ 2147483646 w 430"/>
                <a:gd name="T15" fmla="*/ 2147483646 h 255"/>
                <a:gd name="T16" fmla="*/ 2147483646 w 430"/>
                <a:gd name="T17" fmla="*/ 2147483646 h 25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30" h="255">
                  <a:moveTo>
                    <a:pt x="430" y="79"/>
                  </a:moveTo>
                  <a:cubicBezTo>
                    <a:pt x="430" y="70"/>
                    <a:pt x="430" y="70"/>
                    <a:pt x="430" y="70"/>
                  </a:cubicBezTo>
                  <a:cubicBezTo>
                    <a:pt x="404" y="87"/>
                    <a:pt x="378" y="96"/>
                    <a:pt x="348" y="96"/>
                  </a:cubicBezTo>
                  <a:cubicBezTo>
                    <a:pt x="283" y="96"/>
                    <a:pt x="230" y="76"/>
                    <a:pt x="194" y="37"/>
                  </a:cubicBezTo>
                  <a:cubicBezTo>
                    <a:pt x="183" y="25"/>
                    <a:pt x="175" y="13"/>
                    <a:pt x="16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" y="53"/>
                    <a:pt x="38" y="104"/>
                    <a:pt x="77" y="146"/>
                  </a:cubicBezTo>
                  <a:cubicBezTo>
                    <a:pt x="102" y="173"/>
                    <a:pt x="132" y="196"/>
                    <a:pt x="165" y="213"/>
                  </a:cubicBezTo>
                  <a:cubicBezTo>
                    <a:pt x="284" y="255"/>
                    <a:pt x="430" y="79"/>
                    <a:pt x="430" y="7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9"/>
            <p:cNvSpPr>
              <a:spLocks/>
            </p:cNvSpPr>
            <p:nvPr/>
          </p:nvSpPr>
          <p:spPr bwMode="auto">
            <a:xfrm>
              <a:off x="9863138" y="4763"/>
              <a:ext cx="2328862" cy="1066800"/>
            </a:xfrm>
            <a:custGeom>
              <a:avLst/>
              <a:gdLst>
                <a:gd name="T0" fmla="*/ 2147483646 w 558"/>
                <a:gd name="T1" fmla="*/ 2147483646 h 256"/>
                <a:gd name="T2" fmla="*/ 2147483646 w 558"/>
                <a:gd name="T3" fmla="*/ 2147483646 h 256"/>
                <a:gd name="T4" fmla="*/ 0 w 558"/>
                <a:gd name="T5" fmla="*/ 2147483646 h 256"/>
                <a:gd name="T6" fmla="*/ 2147483646 w 558"/>
                <a:gd name="T7" fmla="*/ 2147483646 h 256"/>
                <a:gd name="T8" fmla="*/ 2147483646 w 558"/>
                <a:gd name="T9" fmla="*/ 2147483646 h 256"/>
                <a:gd name="T10" fmla="*/ 2147483646 w 558"/>
                <a:gd name="T11" fmla="*/ 0 h 256"/>
                <a:gd name="T12" fmla="*/ 2147483646 w 558"/>
                <a:gd name="T13" fmla="*/ 0 h 256"/>
                <a:gd name="T14" fmla="*/ 2147483646 w 558"/>
                <a:gd name="T15" fmla="*/ 2147483646 h 25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58" h="256">
                  <a:moveTo>
                    <a:pt x="265" y="70"/>
                  </a:moveTo>
                  <a:cubicBezTo>
                    <a:pt x="265" y="79"/>
                    <a:pt x="265" y="79"/>
                    <a:pt x="265" y="79"/>
                  </a:cubicBezTo>
                  <a:cubicBezTo>
                    <a:pt x="265" y="79"/>
                    <a:pt x="119" y="255"/>
                    <a:pt x="0" y="213"/>
                  </a:cubicBezTo>
                  <a:cubicBezTo>
                    <a:pt x="53" y="241"/>
                    <a:pt x="116" y="256"/>
                    <a:pt x="183" y="256"/>
                  </a:cubicBezTo>
                  <a:cubicBezTo>
                    <a:pt x="331" y="256"/>
                    <a:pt x="423" y="152"/>
                    <a:pt x="503" y="61"/>
                  </a:cubicBezTo>
                  <a:cubicBezTo>
                    <a:pt x="522" y="40"/>
                    <a:pt x="540" y="19"/>
                    <a:pt x="558" y="0"/>
                  </a:cubicBezTo>
                  <a:cubicBezTo>
                    <a:pt x="342" y="0"/>
                    <a:pt x="342" y="0"/>
                    <a:pt x="342" y="0"/>
                  </a:cubicBezTo>
                  <a:cubicBezTo>
                    <a:pt x="315" y="30"/>
                    <a:pt x="290" y="53"/>
                    <a:pt x="265" y="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57D31E9-95F7-4164-B835-4D1FFD10739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03634" y="1424566"/>
            <a:ext cx="4650868" cy="4650868"/>
          </a:xfrm>
          <a:custGeom>
            <a:avLst/>
            <a:gdLst>
              <a:gd name="connsiteX0" fmla="*/ 1801376 w 3602750"/>
              <a:gd name="connsiteY0" fmla="*/ 1025199 h 3602750"/>
              <a:gd name="connsiteX1" fmla="*/ 2577553 w 3602750"/>
              <a:gd name="connsiteY1" fmla="*/ 1801376 h 3602750"/>
              <a:gd name="connsiteX2" fmla="*/ 1801376 w 3602750"/>
              <a:gd name="connsiteY2" fmla="*/ 2577553 h 3602750"/>
              <a:gd name="connsiteX3" fmla="*/ 1025199 w 3602750"/>
              <a:gd name="connsiteY3" fmla="*/ 1801376 h 3602750"/>
              <a:gd name="connsiteX4" fmla="*/ 1801376 w 3602750"/>
              <a:gd name="connsiteY4" fmla="*/ 1025199 h 3602750"/>
              <a:gd name="connsiteX5" fmla="*/ 1809640 w 3602750"/>
              <a:gd name="connsiteY5" fmla="*/ 668277 h 3602750"/>
              <a:gd name="connsiteX6" fmla="*/ 676542 w 3602750"/>
              <a:gd name="connsiteY6" fmla="*/ 1801375 h 3602750"/>
              <a:gd name="connsiteX7" fmla="*/ 1809640 w 3602750"/>
              <a:gd name="connsiteY7" fmla="*/ 2934473 h 3602750"/>
              <a:gd name="connsiteX8" fmla="*/ 2942738 w 3602750"/>
              <a:gd name="connsiteY8" fmla="*/ 1801375 h 3602750"/>
              <a:gd name="connsiteX9" fmla="*/ 1809640 w 3602750"/>
              <a:gd name="connsiteY9" fmla="*/ 668277 h 3602750"/>
              <a:gd name="connsiteX10" fmla="*/ 1801375 w 3602750"/>
              <a:gd name="connsiteY10" fmla="*/ 0 h 3602750"/>
              <a:gd name="connsiteX11" fmla="*/ 3602750 w 3602750"/>
              <a:gd name="connsiteY11" fmla="*/ 1801375 h 3602750"/>
              <a:gd name="connsiteX12" fmla="*/ 1801375 w 3602750"/>
              <a:gd name="connsiteY12" fmla="*/ 3602750 h 3602750"/>
              <a:gd name="connsiteX13" fmla="*/ 0 w 3602750"/>
              <a:gd name="connsiteY13" fmla="*/ 1801375 h 3602750"/>
              <a:gd name="connsiteX14" fmla="*/ 1801375 w 3602750"/>
              <a:gd name="connsiteY14" fmla="*/ 0 h 3602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602750" h="3602750">
                <a:moveTo>
                  <a:pt x="1801376" y="1025199"/>
                </a:moveTo>
                <a:cubicBezTo>
                  <a:pt x="2230047" y="1025199"/>
                  <a:pt x="2577553" y="1372705"/>
                  <a:pt x="2577553" y="1801376"/>
                </a:cubicBezTo>
                <a:cubicBezTo>
                  <a:pt x="2577553" y="2230047"/>
                  <a:pt x="2230047" y="2577553"/>
                  <a:pt x="1801376" y="2577553"/>
                </a:cubicBezTo>
                <a:cubicBezTo>
                  <a:pt x="1372705" y="2577553"/>
                  <a:pt x="1025199" y="2230047"/>
                  <a:pt x="1025199" y="1801376"/>
                </a:cubicBezTo>
                <a:cubicBezTo>
                  <a:pt x="1025199" y="1372705"/>
                  <a:pt x="1372705" y="1025199"/>
                  <a:pt x="1801376" y="1025199"/>
                </a:cubicBezTo>
                <a:close/>
                <a:moveTo>
                  <a:pt x="1809640" y="668277"/>
                </a:moveTo>
                <a:cubicBezTo>
                  <a:pt x="1183840" y="668277"/>
                  <a:pt x="676542" y="1175575"/>
                  <a:pt x="676542" y="1801375"/>
                </a:cubicBezTo>
                <a:cubicBezTo>
                  <a:pt x="676542" y="2427176"/>
                  <a:pt x="1183840" y="2934473"/>
                  <a:pt x="1809640" y="2934473"/>
                </a:cubicBezTo>
                <a:cubicBezTo>
                  <a:pt x="2435441" y="2934473"/>
                  <a:pt x="2942738" y="2427176"/>
                  <a:pt x="2942738" y="1801375"/>
                </a:cubicBezTo>
                <a:cubicBezTo>
                  <a:pt x="2942738" y="1175575"/>
                  <a:pt x="2435441" y="668277"/>
                  <a:pt x="1809640" y="668277"/>
                </a:cubicBezTo>
                <a:close/>
                <a:moveTo>
                  <a:pt x="1801375" y="0"/>
                </a:moveTo>
                <a:cubicBezTo>
                  <a:pt x="2796252" y="0"/>
                  <a:pt x="3602750" y="806499"/>
                  <a:pt x="3602750" y="1801375"/>
                </a:cubicBezTo>
                <a:cubicBezTo>
                  <a:pt x="3602750" y="2796252"/>
                  <a:pt x="2796252" y="3602750"/>
                  <a:pt x="1801375" y="3602750"/>
                </a:cubicBezTo>
                <a:cubicBezTo>
                  <a:pt x="806499" y="3602750"/>
                  <a:pt x="0" y="2796252"/>
                  <a:pt x="0" y="1801375"/>
                </a:cubicBezTo>
                <a:cubicBezTo>
                  <a:pt x="0" y="806499"/>
                  <a:pt x="806499" y="0"/>
                  <a:pt x="1801375" y="0"/>
                </a:cubicBez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rtlCol="0">
            <a:noAutofit/>
          </a:bodyPr>
          <a:lstStyle>
            <a:lvl1pPr>
              <a:defRPr sz="800"/>
            </a:lvl1pPr>
          </a:lstStyle>
          <a:p>
            <a:pPr lvl="0"/>
            <a:endParaRPr lang="en-ID" noProof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9D3030C0-223C-4913-AADA-F6F496ED3C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75538" y="364220"/>
            <a:ext cx="6640924" cy="705756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b="1">
                <a:latin typeface="+mj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12FCC5D0-C112-4903-BB22-33DF07A6520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 smtClean="0">
                <a:solidFill>
                  <a:schemeClr val="tx1">
                    <a:tint val="75000"/>
                  </a:schemeClr>
                </a:solidFill>
                <a:latin typeface="Filson Soft Book" panose="00000500000000000000" pitchFamily="50" charset="0"/>
              </a:defRPr>
            </a:lvl1pPr>
          </a:lstStyle>
          <a:p>
            <a:pPr>
              <a:defRPr/>
            </a:pPr>
            <a:fld id="{3502D7F9-222C-4639-B093-28F2EB90817E}" type="datetime2">
              <a:rPr lang="en-IN" smtClean="0"/>
              <a:t>Monday, 23 June 2025</a:t>
            </a:fld>
            <a:endParaRPr lang="en-ID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B16AD10A-EAF6-42AC-B1BF-93C1B7A0175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lang="en-ID" sz="1000" kern="1200" smtClean="0">
                <a:solidFill>
                  <a:schemeClr val="tx1">
                    <a:tint val="75000"/>
                  </a:schemeClr>
                </a:solidFill>
                <a:latin typeface="Filson Soft Book" panose="00000500000000000000" pitchFamily="50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0F23D3B4-ACDB-4EFF-8405-01974EE174E4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24757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9"/>
          <p:cNvGrpSpPr>
            <a:grpSpLocks/>
          </p:cNvGrpSpPr>
          <p:nvPr userDrawn="1"/>
        </p:nvGrpSpPr>
        <p:grpSpPr bwMode="auto">
          <a:xfrm>
            <a:off x="0" y="5729288"/>
            <a:ext cx="1084263" cy="1128712"/>
            <a:chOff x="0" y="5729288"/>
            <a:chExt cx="1084263" cy="1128712"/>
          </a:xfrm>
        </p:grpSpPr>
        <p:sp>
          <p:nvSpPr>
            <p:cNvPr id="7" name="Freeform 10"/>
            <p:cNvSpPr>
              <a:spLocks/>
            </p:cNvSpPr>
            <p:nvPr/>
          </p:nvSpPr>
          <p:spPr bwMode="auto">
            <a:xfrm>
              <a:off x="242888" y="6113463"/>
              <a:ext cx="841375" cy="744537"/>
            </a:xfrm>
            <a:custGeom>
              <a:avLst/>
              <a:gdLst>
                <a:gd name="T0" fmla="*/ 2147483646 w 201"/>
                <a:gd name="T1" fmla="*/ 2147483646 h 179"/>
                <a:gd name="T2" fmla="*/ 2147483646 w 201"/>
                <a:gd name="T3" fmla="*/ 2147483646 h 179"/>
                <a:gd name="T4" fmla="*/ 0 w 201"/>
                <a:gd name="T5" fmla="*/ 2147483646 h 179"/>
                <a:gd name="T6" fmla="*/ 2147483646 w 201"/>
                <a:gd name="T7" fmla="*/ 2147483646 h 179"/>
                <a:gd name="T8" fmla="*/ 2147483646 w 201"/>
                <a:gd name="T9" fmla="*/ 2147483646 h 179"/>
                <a:gd name="T10" fmla="*/ 2147483646 w 201"/>
                <a:gd name="T11" fmla="*/ 2147483646 h 179"/>
                <a:gd name="T12" fmla="*/ 2147483646 w 201"/>
                <a:gd name="T13" fmla="*/ 2147483646 h 179"/>
                <a:gd name="T14" fmla="*/ 2147483646 w 201"/>
                <a:gd name="T15" fmla="*/ 2147483646 h 179"/>
                <a:gd name="T16" fmla="*/ 2147483646 w 201"/>
                <a:gd name="T17" fmla="*/ 2147483646 h 17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1" h="179">
                  <a:moveTo>
                    <a:pt x="191" y="75"/>
                  </a:moveTo>
                  <a:cubicBezTo>
                    <a:pt x="155" y="0"/>
                    <a:pt x="4" y="14"/>
                    <a:pt x="4" y="14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20" y="23"/>
                    <a:pt x="37" y="30"/>
                    <a:pt x="51" y="44"/>
                  </a:cubicBezTo>
                  <a:cubicBezTo>
                    <a:pt x="81" y="75"/>
                    <a:pt x="96" y="109"/>
                    <a:pt x="95" y="144"/>
                  </a:cubicBezTo>
                  <a:cubicBezTo>
                    <a:pt x="95" y="157"/>
                    <a:pt x="92" y="169"/>
                    <a:pt x="87" y="179"/>
                  </a:cubicBezTo>
                  <a:cubicBezTo>
                    <a:pt x="197" y="179"/>
                    <a:pt x="197" y="179"/>
                    <a:pt x="197" y="179"/>
                  </a:cubicBezTo>
                  <a:cubicBezTo>
                    <a:pt x="199" y="169"/>
                    <a:pt x="200" y="158"/>
                    <a:pt x="201" y="148"/>
                  </a:cubicBezTo>
                  <a:cubicBezTo>
                    <a:pt x="201" y="123"/>
                    <a:pt x="198" y="99"/>
                    <a:pt x="191" y="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11"/>
            <p:cNvSpPr>
              <a:spLocks/>
            </p:cNvSpPr>
            <p:nvPr/>
          </p:nvSpPr>
          <p:spPr bwMode="auto">
            <a:xfrm>
              <a:off x="0" y="5729288"/>
              <a:ext cx="1039813" cy="696912"/>
            </a:xfrm>
            <a:custGeom>
              <a:avLst/>
              <a:gdLst>
                <a:gd name="T0" fmla="*/ 2147483646 w 249"/>
                <a:gd name="T1" fmla="*/ 2147483646 h 167"/>
                <a:gd name="T2" fmla="*/ 2147483646 w 249"/>
                <a:gd name="T3" fmla="*/ 2147483646 h 167"/>
                <a:gd name="T4" fmla="*/ 2147483646 w 249"/>
                <a:gd name="T5" fmla="*/ 2147483646 h 167"/>
                <a:gd name="T6" fmla="*/ 2147483646 w 249"/>
                <a:gd name="T7" fmla="*/ 2147483646 h 167"/>
                <a:gd name="T8" fmla="*/ 0 w 249"/>
                <a:gd name="T9" fmla="*/ 2147483646 h 167"/>
                <a:gd name="T10" fmla="*/ 0 w 249"/>
                <a:gd name="T11" fmla="*/ 2147483646 h 167"/>
                <a:gd name="T12" fmla="*/ 2147483646 w 249"/>
                <a:gd name="T13" fmla="*/ 2147483646 h 1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9" h="167">
                  <a:moveTo>
                    <a:pt x="58" y="110"/>
                  </a:moveTo>
                  <a:cubicBezTo>
                    <a:pt x="62" y="106"/>
                    <a:pt x="62" y="106"/>
                    <a:pt x="62" y="106"/>
                  </a:cubicBezTo>
                  <a:cubicBezTo>
                    <a:pt x="62" y="106"/>
                    <a:pt x="213" y="92"/>
                    <a:pt x="249" y="167"/>
                  </a:cubicBezTo>
                  <a:cubicBezTo>
                    <a:pt x="237" y="129"/>
                    <a:pt x="215" y="93"/>
                    <a:pt x="183" y="62"/>
                  </a:cubicBezTo>
                  <a:cubicBezTo>
                    <a:pt x="130" y="9"/>
                    <a:pt x="64" y="0"/>
                    <a:pt x="0" y="1"/>
                  </a:cubicBezTo>
                  <a:cubicBezTo>
                    <a:pt x="0" y="106"/>
                    <a:pt x="0" y="106"/>
                    <a:pt x="0" y="106"/>
                  </a:cubicBezTo>
                  <a:cubicBezTo>
                    <a:pt x="22" y="106"/>
                    <a:pt x="42" y="107"/>
                    <a:pt x="58" y="1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12"/>
          <p:cNvGrpSpPr>
            <a:grpSpLocks/>
          </p:cNvGrpSpPr>
          <p:nvPr userDrawn="1"/>
        </p:nvGrpSpPr>
        <p:grpSpPr bwMode="auto">
          <a:xfrm>
            <a:off x="9174163" y="4763"/>
            <a:ext cx="3017837" cy="1066800"/>
            <a:chOff x="9174163" y="4763"/>
            <a:chExt cx="3017837" cy="1066800"/>
          </a:xfrm>
        </p:grpSpPr>
        <p:sp>
          <p:nvSpPr>
            <p:cNvPr id="10" name="Freeform 8"/>
            <p:cNvSpPr>
              <a:spLocks/>
            </p:cNvSpPr>
            <p:nvPr/>
          </p:nvSpPr>
          <p:spPr bwMode="auto">
            <a:xfrm>
              <a:off x="9174163" y="4763"/>
              <a:ext cx="1793875" cy="1063625"/>
            </a:xfrm>
            <a:custGeom>
              <a:avLst/>
              <a:gdLst>
                <a:gd name="T0" fmla="*/ 2147483646 w 430"/>
                <a:gd name="T1" fmla="*/ 2147483646 h 255"/>
                <a:gd name="T2" fmla="*/ 2147483646 w 430"/>
                <a:gd name="T3" fmla="*/ 2147483646 h 255"/>
                <a:gd name="T4" fmla="*/ 2147483646 w 430"/>
                <a:gd name="T5" fmla="*/ 2147483646 h 255"/>
                <a:gd name="T6" fmla="*/ 2147483646 w 430"/>
                <a:gd name="T7" fmla="*/ 2147483646 h 255"/>
                <a:gd name="T8" fmla="*/ 2147483646 w 430"/>
                <a:gd name="T9" fmla="*/ 0 h 255"/>
                <a:gd name="T10" fmla="*/ 0 w 430"/>
                <a:gd name="T11" fmla="*/ 0 h 255"/>
                <a:gd name="T12" fmla="*/ 2147483646 w 430"/>
                <a:gd name="T13" fmla="*/ 2147483646 h 255"/>
                <a:gd name="T14" fmla="*/ 2147483646 w 430"/>
                <a:gd name="T15" fmla="*/ 2147483646 h 255"/>
                <a:gd name="T16" fmla="*/ 2147483646 w 430"/>
                <a:gd name="T17" fmla="*/ 2147483646 h 25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30" h="255">
                  <a:moveTo>
                    <a:pt x="430" y="79"/>
                  </a:moveTo>
                  <a:cubicBezTo>
                    <a:pt x="430" y="70"/>
                    <a:pt x="430" y="70"/>
                    <a:pt x="430" y="70"/>
                  </a:cubicBezTo>
                  <a:cubicBezTo>
                    <a:pt x="404" y="87"/>
                    <a:pt x="378" y="96"/>
                    <a:pt x="348" y="96"/>
                  </a:cubicBezTo>
                  <a:cubicBezTo>
                    <a:pt x="283" y="96"/>
                    <a:pt x="230" y="76"/>
                    <a:pt x="194" y="37"/>
                  </a:cubicBezTo>
                  <a:cubicBezTo>
                    <a:pt x="183" y="25"/>
                    <a:pt x="175" y="13"/>
                    <a:pt x="16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" y="53"/>
                    <a:pt x="38" y="104"/>
                    <a:pt x="77" y="146"/>
                  </a:cubicBezTo>
                  <a:cubicBezTo>
                    <a:pt x="102" y="173"/>
                    <a:pt x="132" y="196"/>
                    <a:pt x="165" y="213"/>
                  </a:cubicBezTo>
                  <a:cubicBezTo>
                    <a:pt x="284" y="255"/>
                    <a:pt x="430" y="79"/>
                    <a:pt x="430" y="7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9"/>
            <p:cNvSpPr>
              <a:spLocks/>
            </p:cNvSpPr>
            <p:nvPr/>
          </p:nvSpPr>
          <p:spPr bwMode="auto">
            <a:xfrm>
              <a:off x="9863138" y="4763"/>
              <a:ext cx="2328862" cy="1066800"/>
            </a:xfrm>
            <a:custGeom>
              <a:avLst/>
              <a:gdLst>
                <a:gd name="T0" fmla="*/ 2147483646 w 558"/>
                <a:gd name="T1" fmla="*/ 2147483646 h 256"/>
                <a:gd name="T2" fmla="*/ 2147483646 w 558"/>
                <a:gd name="T3" fmla="*/ 2147483646 h 256"/>
                <a:gd name="T4" fmla="*/ 0 w 558"/>
                <a:gd name="T5" fmla="*/ 2147483646 h 256"/>
                <a:gd name="T6" fmla="*/ 2147483646 w 558"/>
                <a:gd name="T7" fmla="*/ 2147483646 h 256"/>
                <a:gd name="T8" fmla="*/ 2147483646 w 558"/>
                <a:gd name="T9" fmla="*/ 2147483646 h 256"/>
                <a:gd name="T10" fmla="*/ 2147483646 w 558"/>
                <a:gd name="T11" fmla="*/ 0 h 256"/>
                <a:gd name="T12" fmla="*/ 2147483646 w 558"/>
                <a:gd name="T13" fmla="*/ 0 h 256"/>
                <a:gd name="T14" fmla="*/ 2147483646 w 558"/>
                <a:gd name="T15" fmla="*/ 2147483646 h 25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58" h="256">
                  <a:moveTo>
                    <a:pt x="265" y="70"/>
                  </a:moveTo>
                  <a:cubicBezTo>
                    <a:pt x="265" y="79"/>
                    <a:pt x="265" y="79"/>
                    <a:pt x="265" y="79"/>
                  </a:cubicBezTo>
                  <a:cubicBezTo>
                    <a:pt x="265" y="79"/>
                    <a:pt x="119" y="255"/>
                    <a:pt x="0" y="213"/>
                  </a:cubicBezTo>
                  <a:cubicBezTo>
                    <a:pt x="53" y="241"/>
                    <a:pt x="116" y="256"/>
                    <a:pt x="183" y="256"/>
                  </a:cubicBezTo>
                  <a:cubicBezTo>
                    <a:pt x="331" y="256"/>
                    <a:pt x="423" y="152"/>
                    <a:pt x="503" y="61"/>
                  </a:cubicBezTo>
                  <a:cubicBezTo>
                    <a:pt x="522" y="40"/>
                    <a:pt x="540" y="19"/>
                    <a:pt x="558" y="0"/>
                  </a:cubicBezTo>
                  <a:cubicBezTo>
                    <a:pt x="342" y="0"/>
                    <a:pt x="342" y="0"/>
                    <a:pt x="342" y="0"/>
                  </a:cubicBezTo>
                  <a:cubicBezTo>
                    <a:pt x="315" y="30"/>
                    <a:pt x="290" y="53"/>
                    <a:pt x="265" y="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3B9011D-FCAA-4344-94D7-1C9DF30BA2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41296" y="2167051"/>
            <a:ext cx="2874148" cy="1959994"/>
          </a:xfrm>
          <a:custGeom>
            <a:avLst/>
            <a:gdLst>
              <a:gd name="connsiteX0" fmla="*/ 0 w 2874148"/>
              <a:gd name="connsiteY0" fmla="*/ 0 h 1959994"/>
              <a:gd name="connsiteX1" fmla="*/ 2874148 w 2874148"/>
              <a:gd name="connsiteY1" fmla="*/ 0 h 1959994"/>
              <a:gd name="connsiteX2" fmla="*/ 2874148 w 2874148"/>
              <a:gd name="connsiteY2" fmla="*/ 1959994 h 1959994"/>
              <a:gd name="connsiteX3" fmla="*/ 0 w 2874148"/>
              <a:gd name="connsiteY3" fmla="*/ 1959994 h 1959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4148" h="1959994">
                <a:moveTo>
                  <a:pt x="0" y="0"/>
                </a:moveTo>
                <a:lnTo>
                  <a:pt x="2874148" y="0"/>
                </a:lnTo>
                <a:lnTo>
                  <a:pt x="2874148" y="1959994"/>
                </a:lnTo>
                <a:lnTo>
                  <a:pt x="0" y="1959994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rtlCol="0">
            <a:noAutofit/>
          </a:bodyPr>
          <a:lstStyle>
            <a:lvl1pPr>
              <a:defRPr sz="800"/>
            </a:lvl1pPr>
          </a:lstStyle>
          <a:p>
            <a:pPr lvl="0"/>
            <a:endParaRPr lang="en-ID" noProof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25517B7-9DD3-43EF-9AE6-1AE5EBE4D94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58926" y="2167051"/>
            <a:ext cx="2874148" cy="1959994"/>
          </a:xfrm>
          <a:custGeom>
            <a:avLst/>
            <a:gdLst>
              <a:gd name="connsiteX0" fmla="*/ 0 w 2874148"/>
              <a:gd name="connsiteY0" fmla="*/ 0 h 1959994"/>
              <a:gd name="connsiteX1" fmla="*/ 2874148 w 2874148"/>
              <a:gd name="connsiteY1" fmla="*/ 0 h 1959994"/>
              <a:gd name="connsiteX2" fmla="*/ 2874148 w 2874148"/>
              <a:gd name="connsiteY2" fmla="*/ 1959994 h 1959994"/>
              <a:gd name="connsiteX3" fmla="*/ 0 w 2874148"/>
              <a:gd name="connsiteY3" fmla="*/ 1959994 h 1959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4148" h="1959994">
                <a:moveTo>
                  <a:pt x="0" y="0"/>
                </a:moveTo>
                <a:lnTo>
                  <a:pt x="2874148" y="0"/>
                </a:lnTo>
                <a:lnTo>
                  <a:pt x="2874148" y="1959994"/>
                </a:lnTo>
                <a:lnTo>
                  <a:pt x="0" y="1959994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rtlCol="0">
            <a:noAutofit/>
          </a:bodyPr>
          <a:lstStyle>
            <a:lvl1pPr>
              <a:defRPr sz="800"/>
            </a:lvl1pPr>
          </a:lstStyle>
          <a:p>
            <a:pPr lvl="0"/>
            <a:endParaRPr lang="en-ID" noProof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293E1B49-D705-4ED5-8372-FE408E4C138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976556" y="2167051"/>
            <a:ext cx="2874148" cy="1959994"/>
          </a:xfrm>
          <a:custGeom>
            <a:avLst/>
            <a:gdLst>
              <a:gd name="connsiteX0" fmla="*/ 0 w 2874148"/>
              <a:gd name="connsiteY0" fmla="*/ 0 h 1959994"/>
              <a:gd name="connsiteX1" fmla="*/ 2874148 w 2874148"/>
              <a:gd name="connsiteY1" fmla="*/ 0 h 1959994"/>
              <a:gd name="connsiteX2" fmla="*/ 2874148 w 2874148"/>
              <a:gd name="connsiteY2" fmla="*/ 1959994 h 1959994"/>
              <a:gd name="connsiteX3" fmla="*/ 0 w 2874148"/>
              <a:gd name="connsiteY3" fmla="*/ 1959994 h 1959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4148" h="1959994">
                <a:moveTo>
                  <a:pt x="0" y="0"/>
                </a:moveTo>
                <a:lnTo>
                  <a:pt x="2874148" y="0"/>
                </a:lnTo>
                <a:lnTo>
                  <a:pt x="2874148" y="1959994"/>
                </a:lnTo>
                <a:lnTo>
                  <a:pt x="0" y="1959994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rtlCol="0">
            <a:noAutofit/>
          </a:bodyPr>
          <a:lstStyle>
            <a:lvl1pPr>
              <a:defRPr sz="800"/>
            </a:lvl1pPr>
          </a:lstStyle>
          <a:p>
            <a:pPr lvl="0"/>
            <a:endParaRPr lang="en-ID" noProof="0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9D3030C0-223C-4913-AADA-F6F496ED3C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75538" y="364220"/>
            <a:ext cx="6640924" cy="705756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b="1">
                <a:latin typeface="+mj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12FCC5D0-C112-4903-BB22-33DF07A6520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 smtClean="0">
                <a:solidFill>
                  <a:schemeClr val="tx1">
                    <a:tint val="75000"/>
                  </a:schemeClr>
                </a:solidFill>
                <a:latin typeface="Filson Soft Book" panose="00000500000000000000" pitchFamily="50" charset="0"/>
              </a:defRPr>
            </a:lvl1pPr>
          </a:lstStyle>
          <a:p>
            <a:pPr>
              <a:defRPr/>
            </a:pPr>
            <a:fld id="{EFD28E57-49F9-4AF6-959C-B7B3D98BCF7B}" type="datetime2">
              <a:rPr lang="en-IN" smtClean="0"/>
              <a:t>Monday, 23 June 2025</a:t>
            </a:fld>
            <a:endParaRPr lang="en-ID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16AD10A-EAF6-42AC-B1BF-93C1B7A0175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lang="en-ID" sz="1000" kern="1200" smtClean="0">
                <a:solidFill>
                  <a:schemeClr val="tx1">
                    <a:tint val="75000"/>
                  </a:schemeClr>
                </a:solidFill>
                <a:latin typeface="Filson Soft Book" panose="00000500000000000000" pitchFamily="50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0AB911A0-4CB2-4F31-832D-B5EBB128B79E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3712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8B6D5D4-D48A-4689-99AD-12A0095E54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08732" y="-13527"/>
            <a:ext cx="11383269" cy="4022952"/>
          </a:xfrm>
          <a:custGeom>
            <a:avLst/>
            <a:gdLst>
              <a:gd name="connsiteX0" fmla="*/ 0 w 11383269"/>
              <a:gd name="connsiteY0" fmla="*/ 0 h 4022952"/>
              <a:gd name="connsiteX1" fmla="*/ 2658914 w 11383269"/>
              <a:gd name="connsiteY1" fmla="*/ 0 h 4022952"/>
              <a:gd name="connsiteX2" fmla="*/ 3052245 w 11383269"/>
              <a:gd name="connsiteY2" fmla="*/ 581845 h 4022952"/>
              <a:gd name="connsiteX3" fmla="*/ 5475160 w 11383269"/>
              <a:gd name="connsiteY3" fmla="*/ 1509651 h 4022952"/>
              <a:gd name="connsiteX4" fmla="*/ 6765284 w 11383269"/>
              <a:gd name="connsiteY4" fmla="*/ 1100787 h 4022952"/>
              <a:gd name="connsiteX5" fmla="*/ 6765284 w 11383269"/>
              <a:gd name="connsiteY5" fmla="*/ 1102999 h 4022952"/>
              <a:gd name="connsiteX6" fmla="*/ 6765284 w 11383269"/>
              <a:gd name="connsiteY6" fmla="*/ 1112184 h 4022952"/>
              <a:gd name="connsiteX7" fmla="*/ 6771288 w 11383269"/>
              <a:gd name="connsiteY7" fmla="*/ 1107848 h 4022952"/>
              <a:gd name="connsiteX8" fmla="*/ 6771288 w 11383269"/>
              <a:gd name="connsiteY8" fmla="*/ 1100026 h 4022952"/>
              <a:gd name="connsiteX9" fmla="*/ 7983311 w 11383269"/>
              <a:gd name="connsiteY9" fmla="*/ 0 h 4022952"/>
              <a:gd name="connsiteX10" fmla="*/ 11383269 w 11383269"/>
              <a:gd name="connsiteY10" fmla="*/ 0 h 4022952"/>
              <a:gd name="connsiteX11" fmla="*/ 10517539 w 11383269"/>
              <a:gd name="connsiteY11" fmla="*/ 958594 h 4022952"/>
              <a:gd name="connsiteX12" fmla="*/ 5480563 w 11383269"/>
              <a:gd name="connsiteY12" fmla="*/ 4022952 h 4022952"/>
              <a:gd name="connsiteX13" fmla="*/ 2920081 w 11383269"/>
              <a:gd name="connsiteY13" fmla="*/ 3502588 h 4022952"/>
              <a:gd name="connsiteX14" fmla="*/ 2618460 w 11383269"/>
              <a:gd name="connsiteY14" fmla="*/ 3356163 h 4022952"/>
              <a:gd name="connsiteX15" fmla="*/ 2595981 w 11383269"/>
              <a:gd name="connsiteY15" fmla="*/ 3349539 h 4022952"/>
              <a:gd name="connsiteX16" fmla="*/ 1211458 w 11383269"/>
              <a:gd name="connsiteY16" fmla="*/ 2295928 h 4022952"/>
              <a:gd name="connsiteX17" fmla="*/ 0 w 11383269"/>
              <a:gd name="connsiteY17" fmla="*/ 0 h 4022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383269" h="4022952">
                <a:moveTo>
                  <a:pt x="0" y="0"/>
                </a:moveTo>
                <a:cubicBezTo>
                  <a:pt x="0" y="0"/>
                  <a:pt x="0" y="0"/>
                  <a:pt x="2658914" y="0"/>
                </a:cubicBezTo>
                <a:cubicBezTo>
                  <a:pt x="2753314" y="204432"/>
                  <a:pt x="2879179" y="393138"/>
                  <a:pt x="3052245" y="581845"/>
                </a:cubicBezTo>
                <a:cubicBezTo>
                  <a:pt x="3618640" y="1195141"/>
                  <a:pt x="4452501" y="1509651"/>
                  <a:pt x="5475160" y="1509651"/>
                </a:cubicBezTo>
                <a:cubicBezTo>
                  <a:pt x="5947157" y="1509651"/>
                  <a:pt x="6356221" y="1368122"/>
                  <a:pt x="6765284" y="1100787"/>
                </a:cubicBezTo>
                <a:cubicBezTo>
                  <a:pt x="6765284" y="1100787"/>
                  <a:pt x="6765284" y="1100787"/>
                  <a:pt x="6765284" y="1102999"/>
                </a:cubicBezTo>
                <a:lnTo>
                  <a:pt x="6765284" y="1112184"/>
                </a:lnTo>
                <a:lnTo>
                  <a:pt x="6771288" y="1107848"/>
                </a:lnTo>
                <a:lnTo>
                  <a:pt x="6771288" y="1100026"/>
                </a:lnTo>
                <a:cubicBezTo>
                  <a:pt x="7164802" y="832877"/>
                  <a:pt x="7558316" y="471440"/>
                  <a:pt x="7983311" y="0"/>
                </a:cubicBezTo>
                <a:cubicBezTo>
                  <a:pt x="7983311" y="0"/>
                  <a:pt x="7983311" y="0"/>
                  <a:pt x="11383269" y="0"/>
                </a:cubicBezTo>
                <a:cubicBezTo>
                  <a:pt x="11099939" y="298579"/>
                  <a:pt x="10816609" y="628586"/>
                  <a:pt x="10517539" y="958594"/>
                </a:cubicBezTo>
                <a:cubicBezTo>
                  <a:pt x="9258295" y="2388628"/>
                  <a:pt x="7810165" y="4022952"/>
                  <a:pt x="5480563" y="4022952"/>
                </a:cubicBezTo>
                <a:cubicBezTo>
                  <a:pt x="4557774" y="4022952"/>
                  <a:pt x="3683191" y="3842479"/>
                  <a:pt x="2920081" y="3502588"/>
                </a:cubicBezTo>
                <a:lnTo>
                  <a:pt x="2618460" y="3356163"/>
                </a:lnTo>
                <a:lnTo>
                  <a:pt x="2595981" y="3349539"/>
                </a:lnTo>
                <a:cubicBezTo>
                  <a:pt x="2076785" y="3082205"/>
                  <a:pt x="1604789" y="2720517"/>
                  <a:pt x="1211458" y="2295928"/>
                </a:cubicBezTo>
                <a:cubicBezTo>
                  <a:pt x="597862" y="1635456"/>
                  <a:pt x="188799" y="833453"/>
                  <a:pt x="0" y="0"/>
                </a:cubicBez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rtlCol="0">
            <a:noAutofit/>
          </a:bodyPr>
          <a:lstStyle>
            <a:lvl1pPr>
              <a:defRPr sz="800"/>
            </a:lvl1pPr>
          </a:lstStyle>
          <a:p>
            <a:pPr lvl="0"/>
            <a:endParaRPr lang="en-ID" noProof="0"/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91E7949B-6569-42BD-A2B9-48E0849303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90287" y="4360096"/>
            <a:ext cx="3801753" cy="1237338"/>
          </a:xfrm>
        </p:spPr>
        <p:txBody>
          <a:bodyPr anchor="ctr">
            <a:normAutofit/>
          </a:bodyPr>
          <a:lstStyle>
            <a:lvl1pPr marL="0" indent="0" algn="l">
              <a:buNone/>
              <a:defRPr sz="4000" b="1">
                <a:latin typeface="+mj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21416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>
            <a:grpSpLocks/>
          </p:cNvGrpSpPr>
          <p:nvPr userDrawn="1"/>
        </p:nvGrpSpPr>
        <p:grpSpPr bwMode="auto">
          <a:xfrm>
            <a:off x="0" y="5729288"/>
            <a:ext cx="1084263" cy="1128712"/>
            <a:chOff x="0" y="5729288"/>
            <a:chExt cx="1084263" cy="1128712"/>
          </a:xfrm>
        </p:grpSpPr>
        <p:sp>
          <p:nvSpPr>
            <p:cNvPr id="10" name="Freeform 6"/>
            <p:cNvSpPr>
              <a:spLocks/>
            </p:cNvSpPr>
            <p:nvPr/>
          </p:nvSpPr>
          <p:spPr bwMode="auto">
            <a:xfrm>
              <a:off x="242888" y="6113463"/>
              <a:ext cx="841375" cy="744537"/>
            </a:xfrm>
            <a:custGeom>
              <a:avLst/>
              <a:gdLst>
                <a:gd name="T0" fmla="*/ 2147483646 w 201"/>
                <a:gd name="T1" fmla="*/ 2147483646 h 179"/>
                <a:gd name="T2" fmla="*/ 2147483646 w 201"/>
                <a:gd name="T3" fmla="*/ 2147483646 h 179"/>
                <a:gd name="T4" fmla="*/ 0 w 201"/>
                <a:gd name="T5" fmla="*/ 2147483646 h 179"/>
                <a:gd name="T6" fmla="*/ 2147483646 w 201"/>
                <a:gd name="T7" fmla="*/ 2147483646 h 179"/>
                <a:gd name="T8" fmla="*/ 2147483646 w 201"/>
                <a:gd name="T9" fmla="*/ 2147483646 h 179"/>
                <a:gd name="T10" fmla="*/ 2147483646 w 201"/>
                <a:gd name="T11" fmla="*/ 2147483646 h 179"/>
                <a:gd name="T12" fmla="*/ 2147483646 w 201"/>
                <a:gd name="T13" fmla="*/ 2147483646 h 179"/>
                <a:gd name="T14" fmla="*/ 2147483646 w 201"/>
                <a:gd name="T15" fmla="*/ 2147483646 h 179"/>
                <a:gd name="T16" fmla="*/ 2147483646 w 201"/>
                <a:gd name="T17" fmla="*/ 2147483646 h 17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1" h="179">
                  <a:moveTo>
                    <a:pt x="191" y="75"/>
                  </a:moveTo>
                  <a:cubicBezTo>
                    <a:pt x="155" y="0"/>
                    <a:pt x="4" y="14"/>
                    <a:pt x="4" y="14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20" y="23"/>
                    <a:pt x="37" y="30"/>
                    <a:pt x="51" y="44"/>
                  </a:cubicBezTo>
                  <a:cubicBezTo>
                    <a:pt x="81" y="75"/>
                    <a:pt x="96" y="109"/>
                    <a:pt x="95" y="144"/>
                  </a:cubicBezTo>
                  <a:cubicBezTo>
                    <a:pt x="95" y="157"/>
                    <a:pt x="92" y="169"/>
                    <a:pt x="87" y="179"/>
                  </a:cubicBezTo>
                  <a:cubicBezTo>
                    <a:pt x="197" y="179"/>
                    <a:pt x="197" y="179"/>
                    <a:pt x="197" y="179"/>
                  </a:cubicBezTo>
                  <a:cubicBezTo>
                    <a:pt x="199" y="169"/>
                    <a:pt x="200" y="158"/>
                    <a:pt x="201" y="148"/>
                  </a:cubicBezTo>
                  <a:cubicBezTo>
                    <a:pt x="201" y="123"/>
                    <a:pt x="198" y="99"/>
                    <a:pt x="191" y="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7"/>
            <p:cNvSpPr>
              <a:spLocks/>
            </p:cNvSpPr>
            <p:nvPr/>
          </p:nvSpPr>
          <p:spPr bwMode="auto">
            <a:xfrm>
              <a:off x="0" y="5729288"/>
              <a:ext cx="1039813" cy="696912"/>
            </a:xfrm>
            <a:custGeom>
              <a:avLst/>
              <a:gdLst>
                <a:gd name="T0" fmla="*/ 2147483646 w 249"/>
                <a:gd name="T1" fmla="*/ 2147483646 h 167"/>
                <a:gd name="T2" fmla="*/ 2147483646 w 249"/>
                <a:gd name="T3" fmla="*/ 2147483646 h 167"/>
                <a:gd name="T4" fmla="*/ 2147483646 w 249"/>
                <a:gd name="T5" fmla="*/ 2147483646 h 167"/>
                <a:gd name="T6" fmla="*/ 2147483646 w 249"/>
                <a:gd name="T7" fmla="*/ 2147483646 h 167"/>
                <a:gd name="T8" fmla="*/ 0 w 249"/>
                <a:gd name="T9" fmla="*/ 2147483646 h 167"/>
                <a:gd name="T10" fmla="*/ 0 w 249"/>
                <a:gd name="T11" fmla="*/ 2147483646 h 167"/>
                <a:gd name="T12" fmla="*/ 2147483646 w 249"/>
                <a:gd name="T13" fmla="*/ 2147483646 h 1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9" h="167">
                  <a:moveTo>
                    <a:pt x="58" y="110"/>
                  </a:moveTo>
                  <a:cubicBezTo>
                    <a:pt x="62" y="106"/>
                    <a:pt x="62" y="106"/>
                    <a:pt x="62" y="106"/>
                  </a:cubicBezTo>
                  <a:cubicBezTo>
                    <a:pt x="62" y="106"/>
                    <a:pt x="213" y="92"/>
                    <a:pt x="249" y="167"/>
                  </a:cubicBezTo>
                  <a:cubicBezTo>
                    <a:pt x="237" y="129"/>
                    <a:pt x="215" y="93"/>
                    <a:pt x="183" y="62"/>
                  </a:cubicBezTo>
                  <a:cubicBezTo>
                    <a:pt x="130" y="9"/>
                    <a:pt x="64" y="0"/>
                    <a:pt x="0" y="1"/>
                  </a:cubicBezTo>
                  <a:cubicBezTo>
                    <a:pt x="0" y="106"/>
                    <a:pt x="0" y="106"/>
                    <a:pt x="0" y="106"/>
                  </a:cubicBezTo>
                  <a:cubicBezTo>
                    <a:pt x="22" y="106"/>
                    <a:pt x="42" y="107"/>
                    <a:pt x="58" y="1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9BC51D1D-8616-4D63-86C0-B5BD2533D81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099162" y="506186"/>
            <a:ext cx="8670471" cy="3853543"/>
          </a:xfrm>
          <a:solidFill>
            <a:schemeClr val="bg2">
              <a:lumMod val="95000"/>
            </a:schemeClr>
          </a:solidFill>
        </p:spPr>
        <p:txBody>
          <a:bodyPr rtlCol="0">
            <a:normAutofit/>
          </a:bodyPr>
          <a:lstStyle>
            <a:lvl1pPr>
              <a:defRPr sz="800"/>
            </a:lvl1pPr>
          </a:lstStyle>
          <a:p>
            <a:pPr lvl="0"/>
            <a:endParaRPr lang="en-ID" noProof="0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DA1372B3-D725-4B4A-9A85-EB20BA136DA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506186"/>
            <a:ext cx="2705101" cy="3853543"/>
          </a:xfrm>
          <a:solidFill>
            <a:schemeClr val="bg2">
              <a:lumMod val="95000"/>
            </a:schemeClr>
          </a:solidFill>
        </p:spPr>
        <p:txBody>
          <a:bodyPr rtlCol="0">
            <a:normAutofit/>
          </a:bodyPr>
          <a:lstStyle>
            <a:lvl1pPr>
              <a:defRPr sz="800"/>
            </a:lvl1pPr>
          </a:lstStyle>
          <a:p>
            <a:pPr lvl="0"/>
            <a:endParaRPr lang="en-ID" noProof="0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39DE6065-1410-4711-82DD-7C552C6CC7B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146273" y="4690651"/>
            <a:ext cx="2975887" cy="705756"/>
          </a:xfrm>
        </p:spPr>
        <p:txBody>
          <a:bodyPr anchor="ctr">
            <a:normAutofit/>
          </a:bodyPr>
          <a:lstStyle>
            <a:lvl1pPr marL="0" indent="0" algn="l">
              <a:buNone/>
              <a:defRPr sz="4000" b="1">
                <a:latin typeface="+mj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7D3A0A5-694D-48E7-B32C-1A8205651E6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763124" y="4877263"/>
            <a:ext cx="1402080" cy="1402080"/>
          </a:xfrm>
          <a:custGeom>
            <a:avLst/>
            <a:gdLst>
              <a:gd name="connsiteX0" fmla="*/ 701040 w 1402080"/>
              <a:gd name="connsiteY0" fmla="*/ 0 h 1402080"/>
              <a:gd name="connsiteX1" fmla="*/ 1402080 w 1402080"/>
              <a:gd name="connsiteY1" fmla="*/ 701040 h 1402080"/>
              <a:gd name="connsiteX2" fmla="*/ 701040 w 1402080"/>
              <a:gd name="connsiteY2" fmla="*/ 1402080 h 1402080"/>
              <a:gd name="connsiteX3" fmla="*/ 0 w 1402080"/>
              <a:gd name="connsiteY3" fmla="*/ 701040 h 1402080"/>
              <a:gd name="connsiteX4" fmla="*/ 701040 w 1402080"/>
              <a:gd name="connsiteY4" fmla="*/ 0 h 1402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02080" h="1402080">
                <a:moveTo>
                  <a:pt x="701040" y="0"/>
                </a:moveTo>
                <a:cubicBezTo>
                  <a:pt x="1088214" y="0"/>
                  <a:pt x="1402080" y="313866"/>
                  <a:pt x="1402080" y="701040"/>
                </a:cubicBezTo>
                <a:cubicBezTo>
                  <a:pt x="1402080" y="1088214"/>
                  <a:pt x="1088214" y="1402080"/>
                  <a:pt x="701040" y="1402080"/>
                </a:cubicBezTo>
                <a:cubicBezTo>
                  <a:pt x="313866" y="1402080"/>
                  <a:pt x="0" y="1088214"/>
                  <a:pt x="0" y="701040"/>
                </a:cubicBezTo>
                <a:cubicBezTo>
                  <a:pt x="0" y="313866"/>
                  <a:pt x="313866" y="0"/>
                  <a:pt x="701040" y="0"/>
                </a:cubicBez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rtlCol="0">
            <a:noAutofit/>
          </a:bodyPr>
          <a:lstStyle>
            <a:lvl1pPr>
              <a:defRPr sz="800"/>
            </a:lvl1pPr>
          </a:lstStyle>
          <a:p>
            <a:pPr lvl="0"/>
            <a:endParaRPr lang="en-ID" noProof="0"/>
          </a:p>
        </p:txBody>
      </p:sp>
    </p:spTree>
    <p:extLst>
      <p:ext uri="{BB962C8B-B14F-4D97-AF65-F5344CB8AC3E}">
        <p14:creationId xmlns:p14="http://schemas.microsoft.com/office/powerpoint/2010/main" val="24598286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9"/>
          <p:cNvGrpSpPr>
            <a:grpSpLocks/>
          </p:cNvGrpSpPr>
          <p:nvPr userDrawn="1"/>
        </p:nvGrpSpPr>
        <p:grpSpPr bwMode="auto">
          <a:xfrm>
            <a:off x="0" y="5729288"/>
            <a:ext cx="1084263" cy="1128712"/>
            <a:chOff x="0" y="5729288"/>
            <a:chExt cx="1084263" cy="1128712"/>
          </a:xfrm>
        </p:grpSpPr>
        <p:sp>
          <p:nvSpPr>
            <p:cNvPr id="7" name="Freeform 10"/>
            <p:cNvSpPr>
              <a:spLocks/>
            </p:cNvSpPr>
            <p:nvPr/>
          </p:nvSpPr>
          <p:spPr bwMode="auto">
            <a:xfrm>
              <a:off x="242888" y="6113463"/>
              <a:ext cx="841375" cy="744537"/>
            </a:xfrm>
            <a:custGeom>
              <a:avLst/>
              <a:gdLst>
                <a:gd name="T0" fmla="*/ 2147483646 w 201"/>
                <a:gd name="T1" fmla="*/ 2147483646 h 179"/>
                <a:gd name="T2" fmla="*/ 2147483646 w 201"/>
                <a:gd name="T3" fmla="*/ 2147483646 h 179"/>
                <a:gd name="T4" fmla="*/ 0 w 201"/>
                <a:gd name="T5" fmla="*/ 2147483646 h 179"/>
                <a:gd name="T6" fmla="*/ 2147483646 w 201"/>
                <a:gd name="T7" fmla="*/ 2147483646 h 179"/>
                <a:gd name="T8" fmla="*/ 2147483646 w 201"/>
                <a:gd name="T9" fmla="*/ 2147483646 h 179"/>
                <a:gd name="T10" fmla="*/ 2147483646 w 201"/>
                <a:gd name="T11" fmla="*/ 2147483646 h 179"/>
                <a:gd name="T12" fmla="*/ 2147483646 w 201"/>
                <a:gd name="T13" fmla="*/ 2147483646 h 179"/>
                <a:gd name="T14" fmla="*/ 2147483646 w 201"/>
                <a:gd name="T15" fmla="*/ 2147483646 h 179"/>
                <a:gd name="T16" fmla="*/ 2147483646 w 201"/>
                <a:gd name="T17" fmla="*/ 2147483646 h 17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1" h="179">
                  <a:moveTo>
                    <a:pt x="191" y="75"/>
                  </a:moveTo>
                  <a:cubicBezTo>
                    <a:pt x="155" y="0"/>
                    <a:pt x="4" y="14"/>
                    <a:pt x="4" y="14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20" y="23"/>
                    <a:pt x="37" y="30"/>
                    <a:pt x="51" y="44"/>
                  </a:cubicBezTo>
                  <a:cubicBezTo>
                    <a:pt x="81" y="75"/>
                    <a:pt x="96" y="109"/>
                    <a:pt x="95" y="144"/>
                  </a:cubicBezTo>
                  <a:cubicBezTo>
                    <a:pt x="95" y="157"/>
                    <a:pt x="92" y="169"/>
                    <a:pt x="87" y="179"/>
                  </a:cubicBezTo>
                  <a:cubicBezTo>
                    <a:pt x="197" y="179"/>
                    <a:pt x="197" y="179"/>
                    <a:pt x="197" y="179"/>
                  </a:cubicBezTo>
                  <a:cubicBezTo>
                    <a:pt x="199" y="169"/>
                    <a:pt x="200" y="158"/>
                    <a:pt x="201" y="148"/>
                  </a:cubicBezTo>
                  <a:cubicBezTo>
                    <a:pt x="201" y="123"/>
                    <a:pt x="198" y="99"/>
                    <a:pt x="191" y="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11"/>
            <p:cNvSpPr>
              <a:spLocks/>
            </p:cNvSpPr>
            <p:nvPr/>
          </p:nvSpPr>
          <p:spPr bwMode="auto">
            <a:xfrm>
              <a:off x="0" y="5729288"/>
              <a:ext cx="1039813" cy="696912"/>
            </a:xfrm>
            <a:custGeom>
              <a:avLst/>
              <a:gdLst>
                <a:gd name="T0" fmla="*/ 2147483646 w 249"/>
                <a:gd name="T1" fmla="*/ 2147483646 h 167"/>
                <a:gd name="T2" fmla="*/ 2147483646 w 249"/>
                <a:gd name="T3" fmla="*/ 2147483646 h 167"/>
                <a:gd name="T4" fmla="*/ 2147483646 w 249"/>
                <a:gd name="T5" fmla="*/ 2147483646 h 167"/>
                <a:gd name="T6" fmla="*/ 2147483646 w 249"/>
                <a:gd name="T7" fmla="*/ 2147483646 h 167"/>
                <a:gd name="T8" fmla="*/ 0 w 249"/>
                <a:gd name="T9" fmla="*/ 2147483646 h 167"/>
                <a:gd name="T10" fmla="*/ 0 w 249"/>
                <a:gd name="T11" fmla="*/ 2147483646 h 167"/>
                <a:gd name="T12" fmla="*/ 2147483646 w 249"/>
                <a:gd name="T13" fmla="*/ 2147483646 h 1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9" h="167">
                  <a:moveTo>
                    <a:pt x="58" y="110"/>
                  </a:moveTo>
                  <a:cubicBezTo>
                    <a:pt x="62" y="106"/>
                    <a:pt x="62" y="106"/>
                    <a:pt x="62" y="106"/>
                  </a:cubicBezTo>
                  <a:cubicBezTo>
                    <a:pt x="62" y="106"/>
                    <a:pt x="213" y="92"/>
                    <a:pt x="249" y="167"/>
                  </a:cubicBezTo>
                  <a:cubicBezTo>
                    <a:pt x="237" y="129"/>
                    <a:pt x="215" y="93"/>
                    <a:pt x="183" y="62"/>
                  </a:cubicBezTo>
                  <a:cubicBezTo>
                    <a:pt x="130" y="9"/>
                    <a:pt x="64" y="0"/>
                    <a:pt x="0" y="1"/>
                  </a:cubicBezTo>
                  <a:cubicBezTo>
                    <a:pt x="0" y="106"/>
                    <a:pt x="0" y="106"/>
                    <a:pt x="0" y="106"/>
                  </a:cubicBezTo>
                  <a:cubicBezTo>
                    <a:pt x="22" y="106"/>
                    <a:pt x="42" y="107"/>
                    <a:pt x="58" y="1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12"/>
          <p:cNvGrpSpPr>
            <a:grpSpLocks/>
          </p:cNvGrpSpPr>
          <p:nvPr userDrawn="1"/>
        </p:nvGrpSpPr>
        <p:grpSpPr bwMode="auto">
          <a:xfrm>
            <a:off x="9174163" y="4763"/>
            <a:ext cx="3017837" cy="1066800"/>
            <a:chOff x="9174163" y="4763"/>
            <a:chExt cx="3017837" cy="1066800"/>
          </a:xfrm>
        </p:grpSpPr>
        <p:sp>
          <p:nvSpPr>
            <p:cNvPr id="10" name="Freeform 8"/>
            <p:cNvSpPr>
              <a:spLocks/>
            </p:cNvSpPr>
            <p:nvPr/>
          </p:nvSpPr>
          <p:spPr bwMode="auto">
            <a:xfrm>
              <a:off x="9174163" y="4763"/>
              <a:ext cx="1793875" cy="1063625"/>
            </a:xfrm>
            <a:custGeom>
              <a:avLst/>
              <a:gdLst>
                <a:gd name="T0" fmla="*/ 2147483646 w 430"/>
                <a:gd name="T1" fmla="*/ 2147483646 h 255"/>
                <a:gd name="T2" fmla="*/ 2147483646 w 430"/>
                <a:gd name="T3" fmla="*/ 2147483646 h 255"/>
                <a:gd name="T4" fmla="*/ 2147483646 w 430"/>
                <a:gd name="T5" fmla="*/ 2147483646 h 255"/>
                <a:gd name="T6" fmla="*/ 2147483646 w 430"/>
                <a:gd name="T7" fmla="*/ 2147483646 h 255"/>
                <a:gd name="T8" fmla="*/ 2147483646 w 430"/>
                <a:gd name="T9" fmla="*/ 0 h 255"/>
                <a:gd name="T10" fmla="*/ 0 w 430"/>
                <a:gd name="T11" fmla="*/ 0 h 255"/>
                <a:gd name="T12" fmla="*/ 2147483646 w 430"/>
                <a:gd name="T13" fmla="*/ 2147483646 h 255"/>
                <a:gd name="T14" fmla="*/ 2147483646 w 430"/>
                <a:gd name="T15" fmla="*/ 2147483646 h 255"/>
                <a:gd name="T16" fmla="*/ 2147483646 w 430"/>
                <a:gd name="T17" fmla="*/ 2147483646 h 25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30" h="255">
                  <a:moveTo>
                    <a:pt x="430" y="79"/>
                  </a:moveTo>
                  <a:cubicBezTo>
                    <a:pt x="430" y="70"/>
                    <a:pt x="430" y="70"/>
                    <a:pt x="430" y="70"/>
                  </a:cubicBezTo>
                  <a:cubicBezTo>
                    <a:pt x="404" y="87"/>
                    <a:pt x="378" y="96"/>
                    <a:pt x="348" y="96"/>
                  </a:cubicBezTo>
                  <a:cubicBezTo>
                    <a:pt x="283" y="96"/>
                    <a:pt x="230" y="76"/>
                    <a:pt x="194" y="37"/>
                  </a:cubicBezTo>
                  <a:cubicBezTo>
                    <a:pt x="183" y="25"/>
                    <a:pt x="175" y="13"/>
                    <a:pt x="16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" y="53"/>
                    <a:pt x="38" y="104"/>
                    <a:pt x="77" y="146"/>
                  </a:cubicBezTo>
                  <a:cubicBezTo>
                    <a:pt x="102" y="173"/>
                    <a:pt x="132" y="196"/>
                    <a:pt x="165" y="213"/>
                  </a:cubicBezTo>
                  <a:cubicBezTo>
                    <a:pt x="284" y="255"/>
                    <a:pt x="430" y="79"/>
                    <a:pt x="430" y="7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9"/>
            <p:cNvSpPr>
              <a:spLocks/>
            </p:cNvSpPr>
            <p:nvPr/>
          </p:nvSpPr>
          <p:spPr bwMode="auto">
            <a:xfrm>
              <a:off x="9863138" y="4763"/>
              <a:ext cx="2328862" cy="1066800"/>
            </a:xfrm>
            <a:custGeom>
              <a:avLst/>
              <a:gdLst>
                <a:gd name="T0" fmla="*/ 2147483646 w 558"/>
                <a:gd name="T1" fmla="*/ 2147483646 h 256"/>
                <a:gd name="T2" fmla="*/ 2147483646 w 558"/>
                <a:gd name="T3" fmla="*/ 2147483646 h 256"/>
                <a:gd name="T4" fmla="*/ 0 w 558"/>
                <a:gd name="T5" fmla="*/ 2147483646 h 256"/>
                <a:gd name="T6" fmla="*/ 2147483646 w 558"/>
                <a:gd name="T7" fmla="*/ 2147483646 h 256"/>
                <a:gd name="T8" fmla="*/ 2147483646 w 558"/>
                <a:gd name="T9" fmla="*/ 2147483646 h 256"/>
                <a:gd name="T10" fmla="*/ 2147483646 w 558"/>
                <a:gd name="T11" fmla="*/ 0 h 256"/>
                <a:gd name="T12" fmla="*/ 2147483646 w 558"/>
                <a:gd name="T13" fmla="*/ 0 h 256"/>
                <a:gd name="T14" fmla="*/ 2147483646 w 558"/>
                <a:gd name="T15" fmla="*/ 2147483646 h 25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58" h="256">
                  <a:moveTo>
                    <a:pt x="265" y="70"/>
                  </a:moveTo>
                  <a:cubicBezTo>
                    <a:pt x="265" y="79"/>
                    <a:pt x="265" y="79"/>
                    <a:pt x="265" y="79"/>
                  </a:cubicBezTo>
                  <a:cubicBezTo>
                    <a:pt x="265" y="79"/>
                    <a:pt x="119" y="255"/>
                    <a:pt x="0" y="213"/>
                  </a:cubicBezTo>
                  <a:cubicBezTo>
                    <a:pt x="53" y="241"/>
                    <a:pt x="116" y="256"/>
                    <a:pt x="183" y="256"/>
                  </a:cubicBezTo>
                  <a:cubicBezTo>
                    <a:pt x="331" y="256"/>
                    <a:pt x="423" y="152"/>
                    <a:pt x="503" y="61"/>
                  </a:cubicBezTo>
                  <a:cubicBezTo>
                    <a:pt x="522" y="40"/>
                    <a:pt x="540" y="19"/>
                    <a:pt x="558" y="0"/>
                  </a:cubicBezTo>
                  <a:cubicBezTo>
                    <a:pt x="342" y="0"/>
                    <a:pt x="342" y="0"/>
                    <a:pt x="342" y="0"/>
                  </a:cubicBezTo>
                  <a:cubicBezTo>
                    <a:pt x="315" y="30"/>
                    <a:pt x="290" y="53"/>
                    <a:pt x="265" y="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901B337-78CC-4F61-98FD-2C00A06F3B3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52310" y="2058429"/>
            <a:ext cx="3081867" cy="3668889"/>
          </a:xfrm>
          <a:custGeom>
            <a:avLst/>
            <a:gdLst>
              <a:gd name="connsiteX0" fmla="*/ 0 w 3081867"/>
              <a:gd name="connsiteY0" fmla="*/ 0 h 3668889"/>
              <a:gd name="connsiteX1" fmla="*/ 3081867 w 3081867"/>
              <a:gd name="connsiteY1" fmla="*/ 0 h 3668889"/>
              <a:gd name="connsiteX2" fmla="*/ 3081867 w 3081867"/>
              <a:gd name="connsiteY2" fmla="*/ 3668889 h 3668889"/>
              <a:gd name="connsiteX3" fmla="*/ 0 w 3081867"/>
              <a:gd name="connsiteY3" fmla="*/ 3668889 h 3668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81867" h="3668889">
                <a:moveTo>
                  <a:pt x="0" y="0"/>
                </a:moveTo>
                <a:lnTo>
                  <a:pt x="3081867" y="0"/>
                </a:lnTo>
                <a:lnTo>
                  <a:pt x="3081867" y="3668889"/>
                </a:lnTo>
                <a:lnTo>
                  <a:pt x="0" y="3668889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rtlCol="0">
            <a:noAutofit/>
          </a:bodyPr>
          <a:lstStyle>
            <a:lvl1pPr>
              <a:defRPr sz="800"/>
            </a:lvl1pPr>
          </a:lstStyle>
          <a:p>
            <a:pPr lvl="0"/>
            <a:endParaRPr lang="en-ID" noProof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FAE6502F-CFB8-4F08-B5E4-FE45AFB9484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82886" y="1615359"/>
            <a:ext cx="3826228" cy="4555030"/>
          </a:xfrm>
          <a:custGeom>
            <a:avLst/>
            <a:gdLst>
              <a:gd name="connsiteX0" fmla="*/ 0 w 3826228"/>
              <a:gd name="connsiteY0" fmla="*/ 0 h 4555030"/>
              <a:gd name="connsiteX1" fmla="*/ 3826228 w 3826228"/>
              <a:gd name="connsiteY1" fmla="*/ 0 h 4555030"/>
              <a:gd name="connsiteX2" fmla="*/ 3826228 w 3826228"/>
              <a:gd name="connsiteY2" fmla="*/ 4555030 h 4555030"/>
              <a:gd name="connsiteX3" fmla="*/ 0 w 3826228"/>
              <a:gd name="connsiteY3" fmla="*/ 4555030 h 4555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6228" h="4555030">
                <a:moveTo>
                  <a:pt x="0" y="0"/>
                </a:moveTo>
                <a:lnTo>
                  <a:pt x="3826228" y="0"/>
                </a:lnTo>
                <a:lnTo>
                  <a:pt x="3826228" y="4555030"/>
                </a:lnTo>
                <a:lnTo>
                  <a:pt x="0" y="4555030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rtlCol="0">
            <a:noAutofit/>
          </a:bodyPr>
          <a:lstStyle>
            <a:lvl1pPr>
              <a:defRPr sz="800"/>
            </a:lvl1pPr>
          </a:lstStyle>
          <a:p>
            <a:pPr lvl="0"/>
            <a:endParaRPr lang="en-ID" noProof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C78A28D2-8613-4F05-BFC7-2D25C517B89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257823" y="2058429"/>
            <a:ext cx="3081867" cy="3668889"/>
          </a:xfrm>
          <a:custGeom>
            <a:avLst/>
            <a:gdLst>
              <a:gd name="connsiteX0" fmla="*/ 0 w 3081867"/>
              <a:gd name="connsiteY0" fmla="*/ 0 h 3668889"/>
              <a:gd name="connsiteX1" fmla="*/ 3081867 w 3081867"/>
              <a:gd name="connsiteY1" fmla="*/ 0 h 3668889"/>
              <a:gd name="connsiteX2" fmla="*/ 3081867 w 3081867"/>
              <a:gd name="connsiteY2" fmla="*/ 3668889 h 3668889"/>
              <a:gd name="connsiteX3" fmla="*/ 0 w 3081867"/>
              <a:gd name="connsiteY3" fmla="*/ 3668889 h 3668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81867" h="3668889">
                <a:moveTo>
                  <a:pt x="0" y="0"/>
                </a:moveTo>
                <a:lnTo>
                  <a:pt x="3081867" y="0"/>
                </a:lnTo>
                <a:lnTo>
                  <a:pt x="3081867" y="3668889"/>
                </a:lnTo>
                <a:lnTo>
                  <a:pt x="0" y="3668889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rtlCol="0">
            <a:noAutofit/>
          </a:bodyPr>
          <a:lstStyle>
            <a:lvl1pPr>
              <a:defRPr sz="800"/>
            </a:lvl1pPr>
          </a:lstStyle>
          <a:p>
            <a:pPr lvl="0"/>
            <a:endParaRPr lang="en-ID" noProof="0"/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9D3030C0-223C-4913-AADA-F6F496ED3C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75538" y="364220"/>
            <a:ext cx="6640924" cy="705756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b="1">
                <a:latin typeface="+mj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12FCC5D0-C112-4903-BB22-33DF07A6520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 smtClean="0">
                <a:solidFill>
                  <a:schemeClr val="tx1">
                    <a:tint val="75000"/>
                  </a:schemeClr>
                </a:solidFill>
                <a:latin typeface="Filson Soft Book" panose="00000500000000000000" pitchFamily="50" charset="0"/>
              </a:defRPr>
            </a:lvl1pPr>
          </a:lstStyle>
          <a:p>
            <a:pPr>
              <a:defRPr/>
            </a:pPr>
            <a:fld id="{AFA729C3-FFFC-4581-A41E-22B648EF3474}" type="datetime2">
              <a:rPr lang="en-IN" smtClean="0"/>
              <a:t>Monday, 23 June 2025</a:t>
            </a:fld>
            <a:endParaRPr lang="en-ID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16AD10A-EAF6-42AC-B1BF-93C1B7A0175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lang="en-ID" sz="1000" kern="1200" smtClean="0">
                <a:solidFill>
                  <a:schemeClr val="tx1">
                    <a:tint val="75000"/>
                  </a:schemeClr>
                </a:solidFill>
                <a:latin typeface="Filson Soft Book" panose="00000500000000000000" pitchFamily="50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04F6BEB3-BB95-4D9F-B4F9-608DC5966B51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43219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"/>
          <p:cNvGrpSpPr>
            <a:grpSpLocks/>
          </p:cNvGrpSpPr>
          <p:nvPr userDrawn="1"/>
        </p:nvGrpSpPr>
        <p:grpSpPr bwMode="auto">
          <a:xfrm>
            <a:off x="0" y="5729288"/>
            <a:ext cx="1084263" cy="1128712"/>
            <a:chOff x="0" y="5729288"/>
            <a:chExt cx="1084263" cy="1128712"/>
          </a:xfrm>
        </p:grpSpPr>
        <p:sp>
          <p:nvSpPr>
            <p:cNvPr id="5" name="Freeform 6"/>
            <p:cNvSpPr>
              <a:spLocks/>
            </p:cNvSpPr>
            <p:nvPr/>
          </p:nvSpPr>
          <p:spPr bwMode="auto">
            <a:xfrm>
              <a:off x="242888" y="6113463"/>
              <a:ext cx="841375" cy="744537"/>
            </a:xfrm>
            <a:custGeom>
              <a:avLst/>
              <a:gdLst>
                <a:gd name="T0" fmla="*/ 2147483646 w 201"/>
                <a:gd name="T1" fmla="*/ 2147483646 h 179"/>
                <a:gd name="T2" fmla="*/ 2147483646 w 201"/>
                <a:gd name="T3" fmla="*/ 2147483646 h 179"/>
                <a:gd name="T4" fmla="*/ 0 w 201"/>
                <a:gd name="T5" fmla="*/ 2147483646 h 179"/>
                <a:gd name="T6" fmla="*/ 2147483646 w 201"/>
                <a:gd name="T7" fmla="*/ 2147483646 h 179"/>
                <a:gd name="T8" fmla="*/ 2147483646 w 201"/>
                <a:gd name="T9" fmla="*/ 2147483646 h 179"/>
                <a:gd name="T10" fmla="*/ 2147483646 w 201"/>
                <a:gd name="T11" fmla="*/ 2147483646 h 179"/>
                <a:gd name="T12" fmla="*/ 2147483646 w 201"/>
                <a:gd name="T13" fmla="*/ 2147483646 h 179"/>
                <a:gd name="T14" fmla="*/ 2147483646 w 201"/>
                <a:gd name="T15" fmla="*/ 2147483646 h 179"/>
                <a:gd name="T16" fmla="*/ 2147483646 w 201"/>
                <a:gd name="T17" fmla="*/ 2147483646 h 17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1" h="179">
                  <a:moveTo>
                    <a:pt x="191" y="75"/>
                  </a:moveTo>
                  <a:cubicBezTo>
                    <a:pt x="155" y="0"/>
                    <a:pt x="4" y="14"/>
                    <a:pt x="4" y="14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20" y="23"/>
                    <a:pt x="37" y="30"/>
                    <a:pt x="51" y="44"/>
                  </a:cubicBezTo>
                  <a:cubicBezTo>
                    <a:pt x="81" y="75"/>
                    <a:pt x="96" y="109"/>
                    <a:pt x="95" y="144"/>
                  </a:cubicBezTo>
                  <a:cubicBezTo>
                    <a:pt x="95" y="157"/>
                    <a:pt x="92" y="169"/>
                    <a:pt x="87" y="179"/>
                  </a:cubicBezTo>
                  <a:cubicBezTo>
                    <a:pt x="197" y="179"/>
                    <a:pt x="197" y="179"/>
                    <a:pt x="197" y="179"/>
                  </a:cubicBezTo>
                  <a:cubicBezTo>
                    <a:pt x="199" y="169"/>
                    <a:pt x="200" y="158"/>
                    <a:pt x="201" y="148"/>
                  </a:cubicBezTo>
                  <a:cubicBezTo>
                    <a:pt x="201" y="123"/>
                    <a:pt x="198" y="99"/>
                    <a:pt x="191" y="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Freeform 7"/>
            <p:cNvSpPr>
              <a:spLocks/>
            </p:cNvSpPr>
            <p:nvPr/>
          </p:nvSpPr>
          <p:spPr bwMode="auto">
            <a:xfrm>
              <a:off x="0" y="5729288"/>
              <a:ext cx="1039813" cy="696912"/>
            </a:xfrm>
            <a:custGeom>
              <a:avLst/>
              <a:gdLst>
                <a:gd name="T0" fmla="*/ 2147483646 w 249"/>
                <a:gd name="T1" fmla="*/ 2147483646 h 167"/>
                <a:gd name="T2" fmla="*/ 2147483646 w 249"/>
                <a:gd name="T3" fmla="*/ 2147483646 h 167"/>
                <a:gd name="T4" fmla="*/ 2147483646 w 249"/>
                <a:gd name="T5" fmla="*/ 2147483646 h 167"/>
                <a:gd name="T6" fmla="*/ 2147483646 w 249"/>
                <a:gd name="T7" fmla="*/ 2147483646 h 167"/>
                <a:gd name="T8" fmla="*/ 0 w 249"/>
                <a:gd name="T9" fmla="*/ 2147483646 h 167"/>
                <a:gd name="T10" fmla="*/ 0 w 249"/>
                <a:gd name="T11" fmla="*/ 2147483646 h 167"/>
                <a:gd name="T12" fmla="*/ 2147483646 w 249"/>
                <a:gd name="T13" fmla="*/ 2147483646 h 1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9" h="167">
                  <a:moveTo>
                    <a:pt x="58" y="110"/>
                  </a:moveTo>
                  <a:cubicBezTo>
                    <a:pt x="62" y="106"/>
                    <a:pt x="62" y="106"/>
                    <a:pt x="62" y="106"/>
                  </a:cubicBezTo>
                  <a:cubicBezTo>
                    <a:pt x="62" y="106"/>
                    <a:pt x="213" y="92"/>
                    <a:pt x="249" y="167"/>
                  </a:cubicBezTo>
                  <a:cubicBezTo>
                    <a:pt x="237" y="129"/>
                    <a:pt x="215" y="93"/>
                    <a:pt x="183" y="62"/>
                  </a:cubicBezTo>
                  <a:cubicBezTo>
                    <a:pt x="130" y="9"/>
                    <a:pt x="64" y="0"/>
                    <a:pt x="0" y="1"/>
                  </a:cubicBezTo>
                  <a:cubicBezTo>
                    <a:pt x="0" y="106"/>
                    <a:pt x="0" y="106"/>
                    <a:pt x="0" y="106"/>
                  </a:cubicBezTo>
                  <a:cubicBezTo>
                    <a:pt x="22" y="106"/>
                    <a:pt x="42" y="107"/>
                    <a:pt x="58" y="1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0CBC7E51-0433-4777-89C5-4FD8A9D3C1E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446249" y="959800"/>
            <a:ext cx="2504552" cy="5415081"/>
          </a:xfrm>
          <a:custGeom>
            <a:avLst/>
            <a:gdLst>
              <a:gd name="connsiteX0" fmla="*/ 243332 w 2057263"/>
              <a:gd name="connsiteY0" fmla="*/ 0 h 4384354"/>
              <a:gd name="connsiteX1" fmla="*/ 464543 w 2057263"/>
              <a:gd name="connsiteY1" fmla="*/ 0 h 4384354"/>
              <a:gd name="connsiteX2" fmla="*/ 484207 w 2057263"/>
              <a:gd name="connsiteY2" fmla="*/ 19595 h 4384354"/>
              <a:gd name="connsiteX3" fmla="*/ 484207 w 2057263"/>
              <a:gd name="connsiteY3" fmla="*/ 26943 h 4384354"/>
              <a:gd name="connsiteX4" fmla="*/ 621849 w 2057263"/>
              <a:gd name="connsiteY4" fmla="*/ 166557 h 4384354"/>
              <a:gd name="connsiteX5" fmla="*/ 1435414 w 2057263"/>
              <a:gd name="connsiteY5" fmla="*/ 166557 h 4384354"/>
              <a:gd name="connsiteX6" fmla="*/ 1575515 w 2057263"/>
              <a:gd name="connsiteY6" fmla="*/ 26943 h 4384354"/>
              <a:gd name="connsiteX7" fmla="*/ 1575515 w 2057263"/>
              <a:gd name="connsiteY7" fmla="*/ 19595 h 4384354"/>
              <a:gd name="connsiteX8" fmla="*/ 1595178 w 2057263"/>
              <a:gd name="connsiteY8" fmla="*/ 0 h 4384354"/>
              <a:gd name="connsiteX9" fmla="*/ 1813931 w 2057263"/>
              <a:gd name="connsiteY9" fmla="*/ 0 h 4384354"/>
              <a:gd name="connsiteX10" fmla="*/ 2057263 w 2057263"/>
              <a:gd name="connsiteY10" fmla="*/ 244936 h 4384354"/>
              <a:gd name="connsiteX11" fmla="*/ 2057263 w 2057263"/>
              <a:gd name="connsiteY11" fmla="*/ 4139418 h 4384354"/>
              <a:gd name="connsiteX12" fmla="*/ 1813931 w 2057263"/>
              <a:gd name="connsiteY12" fmla="*/ 4384354 h 4384354"/>
              <a:gd name="connsiteX13" fmla="*/ 243332 w 2057263"/>
              <a:gd name="connsiteY13" fmla="*/ 4384354 h 4384354"/>
              <a:gd name="connsiteX14" fmla="*/ 0 w 2057263"/>
              <a:gd name="connsiteY14" fmla="*/ 4139418 h 4384354"/>
              <a:gd name="connsiteX15" fmla="*/ 0 w 2057263"/>
              <a:gd name="connsiteY15" fmla="*/ 244936 h 4384354"/>
              <a:gd name="connsiteX16" fmla="*/ 243332 w 2057263"/>
              <a:gd name="connsiteY16" fmla="*/ 0 h 43843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57263" h="4384354">
                <a:moveTo>
                  <a:pt x="243332" y="0"/>
                </a:moveTo>
                <a:cubicBezTo>
                  <a:pt x="243332" y="0"/>
                  <a:pt x="243332" y="0"/>
                  <a:pt x="464543" y="0"/>
                </a:cubicBezTo>
                <a:cubicBezTo>
                  <a:pt x="474375" y="0"/>
                  <a:pt x="484207" y="9798"/>
                  <a:pt x="484207" y="19595"/>
                </a:cubicBezTo>
                <a:cubicBezTo>
                  <a:pt x="484207" y="19595"/>
                  <a:pt x="484207" y="19595"/>
                  <a:pt x="484207" y="26943"/>
                </a:cubicBezTo>
                <a:cubicBezTo>
                  <a:pt x="484207" y="102873"/>
                  <a:pt x="545654" y="166557"/>
                  <a:pt x="621849" y="166557"/>
                </a:cubicBezTo>
                <a:cubicBezTo>
                  <a:pt x="621849" y="166557"/>
                  <a:pt x="621849" y="166557"/>
                  <a:pt x="1435414" y="166557"/>
                </a:cubicBezTo>
                <a:cubicBezTo>
                  <a:pt x="1511609" y="166557"/>
                  <a:pt x="1575515" y="102873"/>
                  <a:pt x="1575515" y="26943"/>
                </a:cubicBezTo>
                <a:cubicBezTo>
                  <a:pt x="1575515" y="26943"/>
                  <a:pt x="1575515" y="26943"/>
                  <a:pt x="1575515" y="19595"/>
                </a:cubicBezTo>
                <a:cubicBezTo>
                  <a:pt x="1575515" y="9798"/>
                  <a:pt x="1582888" y="0"/>
                  <a:pt x="1595178" y="0"/>
                </a:cubicBezTo>
                <a:cubicBezTo>
                  <a:pt x="1595178" y="0"/>
                  <a:pt x="1595178" y="0"/>
                  <a:pt x="1813931" y="0"/>
                </a:cubicBezTo>
                <a:cubicBezTo>
                  <a:pt x="1946658" y="0"/>
                  <a:pt x="2057263" y="110221"/>
                  <a:pt x="2057263" y="244936"/>
                </a:cubicBezTo>
                <a:cubicBezTo>
                  <a:pt x="2057263" y="244936"/>
                  <a:pt x="2057263" y="244936"/>
                  <a:pt x="2057263" y="4139418"/>
                </a:cubicBezTo>
                <a:cubicBezTo>
                  <a:pt x="2057263" y="4274133"/>
                  <a:pt x="1946658" y="4384354"/>
                  <a:pt x="1813931" y="4384354"/>
                </a:cubicBezTo>
                <a:cubicBezTo>
                  <a:pt x="1813931" y="4384354"/>
                  <a:pt x="1813931" y="4384354"/>
                  <a:pt x="243332" y="4384354"/>
                </a:cubicBezTo>
                <a:cubicBezTo>
                  <a:pt x="110606" y="4384354"/>
                  <a:pt x="0" y="4274133"/>
                  <a:pt x="0" y="4139418"/>
                </a:cubicBezTo>
                <a:cubicBezTo>
                  <a:pt x="0" y="4139418"/>
                  <a:pt x="0" y="4139418"/>
                  <a:pt x="0" y="244936"/>
                </a:cubicBezTo>
                <a:cubicBezTo>
                  <a:pt x="0" y="110221"/>
                  <a:pt x="110606" y="0"/>
                  <a:pt x="243332" y="0"/>
                </a:cubicBez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rtlCol="0">
            <a:noAutofit/>
          </a:bodyPr>
          <a:lstStyle>
            <a:lvl1pPr>
              <a:defRPr sz="800"/>
            </a:lvl1pPr>
          </a:lstStyle>
          <a:p>
            <a:pPr lvl="0"/>
            <a:endParaRPr lang="en-US" noProof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800FE075-8002-4A4E-A6DE-F5DAD74B57A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90287" y="1384301"/>
            <a:ext cx="3801753" cy="1237338"/>
          </a:xfrm>
        </p:spPr>
        <p:txBody>
          <a:bodyPr anchor="ctr">
            <a:normAutofit/>
          </a:bodyPr>
          <a:lstStyle>
            <a:lvl1pPr marL="0" indent="0" algn="l">
              <a:buNone/>
              <a:defRPr sz="4000" b="1">
                <a:latin typeface="+mj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12FCC5D0-C112-4903-BB22-33DF07A65203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 smtClean="0">
                <a:solidFill>
                  <a:schemeClr val="tx1">
                    <a:tint val="75000"/>
                  </a:schemeClr>
                </a:solidFill>
                <a:latin typeface="Filson Soft Book" panose="00000500000000000000" pitchFamily="50" charset="0"/>
              </a:defRPr>
            </a:lvl1pPr>
          </a:lstStyle>
          <a:p>
            <a:pPr>
              <a:defRPr/>
            </a:pPr>
            <a:fld id="{3D0004AA-E28E-4AFA-B312-F089681E494F}" type="datetime2">
              <a:rPr lang="en-IN" smtClean="0"/>
              <a:t>Monday, 23 June 2025</a:t>
            </a:fld>
            <a:endParaRPr lang="en-ID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16AD10A-EAF6-42AC-B1BF-93C1B7A0175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lang="en-ID" sz="1000" kern="1200" smtClean="0">
                <a:solidFill>
                  <a:schemeClr val="tx1">
                    <a:tint val="75000"/>
                  </a:schemeClr>
                </a:solidFill>
                <a:latin typeface="Filson Soft Book" panose="00000500000000000000" pitchFamily="50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46C0CDD2-7C15-4416-AA1A-07B894A2A10B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0698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9"/>
          <p:cNvGrpSpPr>
            <a:grpSpLocks/>
          </p:cNvGrpSpPr>
          <p:nvPr userDrawn="1"/>
        </p:nvGrpSpPr>
        <p:grpSpPr bwMode="auto">
          <a:xfrm>
            <a:off x="0" y="5729288"/>
            <a:ext cx="1084263" cy="1128712"/>
            <a:chOff x="0" y="5729288"/>
            <a:chExt cx="1084263" cy="1128712"/>
          </a:xfrm>
        </p:grpSpPr>
        <p:sp>
          <p:nvSpPr>
            <p:cNvPr id="6" name="Freeform 6"/>
            <p:cNvSpPr>
              <a:spLocks/>
            </p:cNvSpPr>
            <p:nvPr/>
          </p:nvSpPr>
          <p:spPr bwMode="auto">
            <a:xfrm>
              <a:off x="242888" y="6113463"/>
              <a:ext cx="841375" cy="744537"/>
            </a:xfrm>
            <a:custGeom>
              <a:avLst/>
              <a:gdLst>
                <a:gd name="T0" fmla="*/ 2147483646 w 201"/>
                <a:gd name="T1" fmla="*/ 2147483646 h 179"/>
                <a:gd name="T2" fmla="*/ 2147483646 w 201"/>
                <a:gd name="T3" fmla="*/ 2147483646 h 179"/>
                <a:gd name="T4" fmla="*/ 0 w 201"/>
                <a:gd name="T5" fmla="*/ 2147483646 h 179"/>
                <a:gd name="T6" fmla="*/ 2147483646 w 201"/>
                <a:gd name="T7" fmla="*/ 2147483646 h 179"/>
                <a:gd name="T8" fmla="*/ 2147483646 w 201"/>
                <a:gd name="T9" fmla="*/ 2147483646 h 179"/>
                <a:gd name="T10" fmla="*/ 2147483646 w 201"/>
                <a:gd name="T11" fmla="*/ 2147483646 h 179"/>
                <a:gd name="T12" fmla="*/ 2147483646 w 201"/>
                <a:gd name="T13" fmla="*/ 2147483646 h 179"/>
                <a:gd name="T14" fmla="*/ 2147483646 w 201"/>
                <a:gd name="T15" fmla="*/ 2147483646 h 179"/>
                <a:gd name="T16" fmla="*/ 2147483646 w 201"/>
                <a:gd name="T17" fmla="*/ 2147483646 h 17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1" h="179">
                  <a:moveTo>
                    <a:pt x="191" y="75"/>
                  </a:moveTo>
                  <a:cubicBezTo>
                    <a:pt x="155" y="0"/>
                    <a:pt x="4" y="14"/>
                    <a:pt x="4" y="14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20" y="23"/>
                    <a:pt x="37" y="30"/>
                    <a:pt x="51" y="44"/>
                  </a:cubicBezTo>
                  <a:cubicBezTo>
                    <a:pt x="81" y="75"/>
                    <a:pt x="96" y="109"/>
                    <a:pt x="95" y="144"/>
                  </a:cubicBezTo>
                  <a:cubicBezTo>
                    <a:pt x="95" y="157"/>
                    <a:pt x="92" y="169"/>
                    <a:pt x="87" y="179"/>
                  </a:cubicBezTo>
                  <a:cubicBezTo>
                    <a:pt x="197" y="179"/>
                    <a:pt x="197" y="179"/>
                    <a:pt x="197" y="179"/>
                  </a:cubicBezTo>
                  <a:cubicBezTo>
                    <a:pt x="199" y="169"/>
                    <a:pt x="200" y="158"/>
                    <a:pt x="201" y="148"/>
                  </a:cubicBezTo>
                  <a:cubicBezTo>
                    <a:pt x="201" y="123"/>
                    <a:pt x="198" y="99"/>
                    <a:pt x="191" y="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/>
            <p:cNvSpPr>
              <a:spLocks/>
            </p:cNvSpPr>
            <p:nvPr/>
          </p:nvSpPr>
          <p:spPr bwMode="auto">
            <a:xfrm>
              <a:off x="0" y="5729288"/>
              <a:ext cx="1039813" cy="696912"/>
            </a:xfrm>
            <a:custGeom>
              <a:avLst/>
              <a:gdLst>
                <a:gd name="T0" fmla="*/ 2147483646 w 249"/>
                <a:gd name="T1" fmla="*/ 2147483646 h 167"/>
                <a:gd name="T2" fmla="*/ 2147483646 w 249"/>
                <a:gd name="T3" fmla="*/ 2147483646 h 167"/>
                <a:gd name="T4" fmla="*/ 2147483646 w 249"/>
                <a:gd name="T5" fmla="*/ 2147483646 h 167"/>
                <a:gd name="T6" fmla="*/ 2147483646 w 249"/>
                <a:gd name="T7" fmla="*/ 2147483646 h 167"/>
                <a:gd name="T8" fmla="*/ 0 w 249"/>
                <a:gd name="T9" fmla="*/ 2147483646 h 167"/>
                <a:gd name="T10" fmla="*/ 0 w 249"/>
                <a:gd name="T11" fmla="*/ 2147483646 h 167"/>
                <a:gd name="T12" fmla="*/ 2147483646 w 249"/>
                <a:gd name="T13" fmla="*/ 2147483646 h 1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9" h="167">
                  <a:moveTo>
                    <a:pt x="58" y="110"/>
                  </a:moveTo>
                  <a:cubicBezTo>
                    <a:pt x="62" y="106"/>
                    <a:pt x="62" y="106"/>
                    <a:pt x="62" y="106"/>
                  </a:cubicBezTo>
                  <a:cubicBezTo>
                    <a:pt x="62" y="106"/>
                    <a:pt x="213" y="92"/>
                    <a:pt x="249" y="167"/>
                  </a:cubicBezTo>
                  <a:cubicBezTo>
                    <a:pt x="237" y="129"/>
                    <a:pt x="215" y="93"/>
                    <a:pt x="183" y="62"/>
                  </a:cubicBezTo>
                  <a:cubicBezTo>
                    <a:pt x="130" y="9"/>
                    <a:pt x="64" y="0"/>
                    <a:pt x="0" y="1"/>
                  </a:cubicBezTo>
                  <a:cubicBezTo>
                    <a:pt x="0" y="106"/>
                    <a:pt x="0" y="106"/>
                    <a:pt x="0" y="106"/>
                  </a:cubicBezTo>
                  <a:cubicBezTo>
                    <a:pt x="22" y="106"/>
                    <a:pt x="42" y="107"/>
                    <a:pt x="58" y="1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12"/>
          <p:cNvGrpSpPr>
            <a:grpSpLocks/>
          </p:cNvGrpSpPr>
          <p:nvPr userDrawn="1"/>
        </p:nvGrpSpPr>
        <p:grpSpPr bwMode="auto">
          <a:xfrm>
            <a:off x="9174163" y="4763"/>
            <a:ext cx="3017837" cy="1066800"/>
            <a:chOff x="9174163" y="4763"/>
            <a:chExt cx="3017837" cy="1066800"/>
          </a:xfrm>
        </p:grpSpPr>
        <p:sp>
          <p:nvSpPr>
            <p:cNvPr id="9" name="Freeform 13"/>
            <p:cNvSpPr>
              <a:spLocks/>
            </p:cNvSpPr>
            <p:nvPr/>
          </p:nvSpPr>
          <p:spPr bwMode="auto">
            <a:xfrm>
              <a:off x="9174163" y="4763"/>
              <a:ext cx="1793875" cy="1063625"/>
            </a:xfrm>
            <a:custGeom>
              <a:avLst/>
              <a:gdLst>
                <a:gd name="T0" fmla="*/ 2147483646 w 430"/>
                <a:gd name="T1" fmla="*/ 2147483646 h 255"/>
                <a:gd name="T2" fmla="*/ 2147483646 w 430"/>
                <a:gd name="T3" fmla="*/ 2147483646 h 255"/>
                <a:gd name="T4" fmla="*/ 2147483646 w 430"/>
                <a:gd name="T5" fmla="*/ 2147483646 h 255"/>
                <a:gd name="T6" fmla="*/ 2147483646 w 430"/>
                <a:gd name="T7" fmla="*/ 2147483646 h 255"/>
                <a:gd name="T8" fmla="*/ 2147483646 w 430"/>
                <a:gd name="T9" fmla="*/ 0 h 255"/>
                <a:gd name="T10" fmla="*/ 0 w 430"/>
                <a:gd name="T11" fmla="*/ 0 h 255"/>
                <a:gd name="T12" fmla="*/ 2147483646 w 430"/>
                <a:gd name="T13" fmla="*/ 2147483646 h 255"/>
                <a:gd name="T14" fmla="*/ 2147483646 w 430"/>
                <a:gd name="T15" fmla="*/ 2147483646 h 255"/>
                <a:gd name="T16" fmla="*/ 2147483646 w 430"/>
                <a:gd name="T17" fmla="*/ 2147483646 h 25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30" h="255">
                  <a:moveTo>
                    <a:pt x="430" y="79"/>
                  </a:moveTo>
                  <a:cubicBezTo>
                    <a:pt x="430" y="70"/>
                    <a:pt x="430" y="70"/>
                    <a:pt x="430" y="70"/>
                  </a:cubicBezTo>
                  <a:cubicBezTo>
                    <a:pt x="404" y="87"/>
                    <a:pt x="378" y="96"/>
                    <a:pt x="348" y="96"/>
                  </a:cubicBezTo>
                  <a:cubicBezTo>
                    <a:pt x="283" y="96"/>
                    <a:pt x="230" y="76"/>
                    <a:pt x="194" y="37"/>
                  </a:cubicBezTo>
                  <a:cubicBezTo>
                    <a:pt x="183" y="25"/>
                    <a:pt x="175" y="13"/>
                    <a:pt x="16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" y="53"/>
                    <a:pt x="38" y="104"/>
                    <a:pt x="77" y="146"/>
                  </a:cubicBezTo>
                  <a:cubicBezTo>
                    <a:pt x="102" y="173"/>
                    <a:pt x="132" y="196"/>
                    <a:pt x="165" y="213"/>
                  </a:cubicBezTo>
                  <a:cubicBezTo>
                    <a:pt x="284" y="255"/>
                    <a:pt x="430" y="79"/>
                    <a:pt x="430" y="7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9"/>
            <p:cNvSpPr>
              <a:spLocks/>
            </p:cNvSpPr>
            <p:nvPr/>
          </p:nvSpPr>
          <p:spPr bwMode="auto">
            <a:xfrm>
              <a:off x="9863138" y="4763"/>
              <a:ext cx="2328862" cy="1066800"/>
            </a:xfrm>
            <a:custGeom>
              <a:avLst/>
              <a:gdLst>
                <a:gd name="T0" fmla="*/ 2147483646 w 558"/>
                <a:gd name="T1" fmla="*/ 2147483646 h 256"/>
                <a:gd name="T2" fmla="*/ 2147483646 w 558"/>
                <a:gd name="T3" fmla="*/ 2147483646 h 256"/>
                <a:gd name="T4" fmla="*/ 0 w 558"/>
                <a:gd name="T5" fmla="*/ 2147483646 h 256"/>
                <a:gd name="T6" fmla="*/ 2147483646 w 558"/>
                <a:gd name="T7" fmla="*/ 2147483646 h 256"/>
                <a:gd name="T8" fmla="*/ 2147483646 w 558"/>
                <a:gd name="T9" fmla="*/ 2147483646 h 256"/>
                <a:gd name="T10" fmla="*/ 2147483646 w 558"/>
                <a:gd name="T11" fmla="*/ 0 h 256"/>
                <a:gd name="T12" fmla="*/ 2147483646 w 558"/>
                <a:gd name="T13" fmla="*/ 0 h 256"/>
                <a:gd name="T14" fmla="*/ 2147483646 w 558"/>
                <a:gd name="T15" fmla="*/ 2147483646 h 25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58" h="256">
                  <a:moveTo>
                    <a:pt x="265" y="70"/>
                  </a:moveTo>
                  <a:cubicBezTo>
                    <a:pt x="265" y="79"/>
                    <a:pt x="265" y="79"/>
                    <a:pt x="265" y="79"/>
                  </a:cubicBezTo>
                  <a:cubicBezTo>
                    <a:pt x="265" y="79"/>
                    <a:pt x="119" y="255"/>
                    <a:pt x="0" y="213"/>
                  </a:cubicBezTo>
                  <a:cubicBezTo>
                    <a:pt x="53" y="241"/>
                    <a:pt x="116" y="256"/>
                    <a:pt x="183" y="256"/>
                  </a:cubicBezTo>
                  <a:cubicBezTo>
                    <a:pt x="331" y="256"/>
                    <a:pt x="423" y="152"/>
                    <a:pt x="503" y="61"/>
                  </a:cubicBezTo>
                  <a:cubicBezTo>
                    <a:pt x="522" y="40"/>
                    <a:pt x="540" y="19"/>
                    <a:pt x="558" y="0"/>
                  </a:cubicBezTo>
                  <a:cubicBezTo>
                    <a:pt x="342" y="0"/>
                    <a:pt x="342" y="0"/>
                    <a:pt x="342" y="0"/>
                  </a:cubicBezTo>
                  <a:cubicBezTo>
                    <a:pt x="315" y="30"/>
                    <a:pt x="290" y="53"/>
                    <a:pt x="265" y="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3D41A74-4612-44D2-ACE0-D51F916418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59664" y="1974850"/>
            <a:ext cx="5016500" cy="3178175"/>
          </a:xfrm>
          <a:solidFill>
            <a:schemeClr val="bg2">
              <a:lumMod val="95000"/>
            </a:schemeClr>
          </a:solidFill>
        </p:spPr>
        <p:txBody>
          <a:bodyPr rtlCol="0">
            <a:normAutofit/>
          </a:bodyPr>
          <a:lstStyle>
            <a:lvl1pPr>
              <a:defRPr sz="800"/>
            </a:lvl1pPr>
          </a:lstStyle>
          <a:p>
            <a:pPr lvl="0"/>
            <a:endParaRPr lang="en-ID" noProof="0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9AA917EA-41FB-40F4-BAF4-DA28FCE74F1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90287" y="1384301"/>
            <a:ext cx="3801753" cy="1237338"/>
          </a:xfrm>
        </p:spPr>
        <p:txBody>
          <a:bodyPr anchor="ctr">
            <a:normAutofit/>
          </a:bodyPr>
          <a:lstStyle>
            <a:lvl1pPr marL="0" indent="0" algn="l">
              <a:buNone/>
              <a:defRPr sz="4000" b="1">
                <a:latin typeface="+mj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375C669B-12FE-4D2F-80AC-026CF66C25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8010" y="4405735"/>
            <a:ext cx="1051122" cy="1051122"/>
          </a:xfrm>
          <a:solidFill>
            <a:schemeClr val="bg2">
              <a:lumMod val="95000"/>
            </a:schemeClr>
          </a:solidFill>
        </p:spPr>
        <p:txBody>
          <a:bodyPr rtlCol="0">
            <a:normAutofit/>
          </a:bodyPr>
          <a:lstStyle>
            <a:lvl1pPr>
              <a:defRPr sz="800"/>
            </a:lvl1pPr>
          </a:lstStyle>
          <a:p>
            <a:pPr lvl="0"/>
            <a:endParaRPr lang="en-ID" noProof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12FCC5D0-C112-4903-BB22-33DF07A6520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 smtClean="0">
                <a:solidFill>
                  <a:schemeClr val="tx1">
                    <a:tint val="75000"/>
                  </a:schemeClr>
                </a:solidFill>
                <a:latin typeface="Filson Soft Book" panose="00000500000000000000" pitchFamily="50" charset="0"/>
              </a:defRPr>
            </a:lvl1pPr>
          </a:lstStyle>
          <a:p>
            <a:pPr>
              <a:defRPr/>
            </a:pPr>
            <a:fld id="{F043B369-1855-47F4-8CEE-8329A8562199}" type="datetime2">
              <a:rPr lang="en-IN" smtClean="0"/>
              <a:t>Monday, 23 June 2025</a:t>
            </a:fld>
            <a:endParaRPr lang="en-ID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16AD10A-EAF6-42AC-B1BF-93C1B7A0175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lang="en-ID" sz="1000" kern="1200" smtClean="0">
                <a:solidFill>
                  <a:schemeClr val="tx1">
                    <a:tint val="75000"/>
                  </a:schemeClr>
                </a:solidFill>
                <a:latin typeface="Filson Soft Book" panose="00000500000000000000" pitchFamily="50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7FE05979-4935-44B9-B23E-BCEF71881A9E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83597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"/>
          <p:cNvGrpSpPr>
            <a:grpSpLocks/>
          </p:cNvGrpSpPr>
          <p:nvPr userDrawn="1"/>
        </p:nvGrpSpPr>
        <p:grpSpPr bwMode="auto">
          <a:xfrm>
            <a:off x="0" y="5729288"/>
            <a:ext cx="1084263" cy="1128712"/>
            <a:chOff x="0" y="5729288"/>
            <a:chExt cx="1084263" cy="1128712"/>
          </a:xfrm>
        </p:grpSpPr>
        <p:sp>
          <p:nvSpPr>
            <p:cNvPr id="5" name="Freeform 6"/>
            <p:cNvSpPr>
              <a:spLocks/>
            </p:cNvSpPr>
            <p:nvPr/>
          </p:nvSpPr>
          <p:spPr bwMode="auto">
            <a:xfrm>
              <a:off x="242888" y="6113463"/>
              <a:ext cx="841375" cy="744537"/>
            </a:xfrm>
            <a:custGeom>
              <a:avLst/>
              <a:gdLst>
                <a:gd name="T0" fmla="*/ 2147483646 w 201"/>
                <a:gd name="T1" fmla="*/ 2147483646 h 179"/>
                <a:gd name="T2" fmla="*/ 2147483646 w 201"/>
                <a:gd name="T3" fmla="*/ 2147483646 h 179"/>
                <a:gd name="T4" fmla="*/ 0 w 201"/>
                <a:gd name="T5" fmla="*/ 2147483646 h 179"/>
                <a:gd name="T6" fmla="*/ 2147483646 w 201"/>
                <a:gd name="T7" fmla="*/ 2147483646 h 179"/>
                <a:gd name="T8" fmla="*/ 2147483646 w 201"/>
                <a:gd name="T9" fmla="*/ 2147483646 h 179"/>
                <a:gd name="T10" fmla="*/ 2147483646 w 201"/>
                <a:gd name="T11" fmla="*/ 2147483646 h 179"/>
                <a:gd name="T12" fmla="*/ 2147483646 w 201"/>
                <a:gd name="T13" fmla="*/ 2147483646 h 179"/>
                <a:gd name="T14" fmla="*/ 2147483646 w 201"/>
                <a:gd name="T15" fmla="*/ 2147483646 h 179"/>
                <a:gd name="T16" fmla="*/ 2147483646 w 201"/>
                <a:gd name="T17" fmla="*/ 2147483646 h 17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1" h="179">
                  <a:moveTo>
                    <a:pt x="191" y="75"/>
                  </a:moveTo>
                  <a:cubicBezTo>
                    <a:pt x="155" y="0"/>
                    <a:pt x="4" y="14"/>
                    <a:pt x="4" y="14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20" y="23"/>
                    <a:pt x="37" y="30"/>
                    <a:pt x="51" y="44"/>
                  </a:cubicBezTo>
                  <a:cubicBezTo>
                    <a:pt x="81" y="75"/>
                    <a:pt x="96" y="109"/>
                    <a:pt x="95" y="144"/>
                  </a:cubicBezTo>
                  <a:cubicBezTo>
                    <a:pt x="95" y="157"/>
                    <a:pt x="92" y="169"/>
                    <a:pt x="87" y="179"/>
                  </a:cubicBezTo>
                  <a:cubicBezTo>
                    <a:pt x="197" y="179"/>
                    <a:pt x="197" y="179"/>
                    <a:pt x="197" y="179"/>
                  </a:cubicBezTo>
                  <a:cubicBezTo>
                    <a:pt x="199" y="169"/>
                    <a:pt x="200" y="158"/>
                    <a:pt x="201" y="148"/>
                  </a:cubicBezTo>
                  <a:cubicBezTo>
                    <a:pt x="201" y="123"/>
                    <a:pt x="198" y="99"/>
                    <a:pt x="191" y="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11"/>
            <p:cNvSpPr>
              <a:spLocks/>
            </p:cNvSpPr>
            <p:nvPr/>
          </p:nvSpPr>
          <p:spPr bwMode="auto">
            <a:xfrm>
              <a:off x="0" y="5729288"/>
              <a:ext cx="1039813" cy="696912"/>
            </a:xfrm>
            <a:custGeom>
              <a:avLst/>
              <a:gdLst>
                <a:gd name="T0" fmla="*/ 2147483646 w 249"/>
                <a:gd name="T1" fmla="*/ 2147483646 h 167"/>
                <a:gd name="T2" fmla="*/ 2147483646 w 249"/>
                <a:gd name="T3" fmla="*/ 2147483646 h 167"/>
                <a:gd name="T4" fmla="*/ 2147483646 w 249"/>
                <a:gd name="T5" fmla="*/ 2147483646 h 167"/>
                <a:gd name="T6" fmla="*/ 2147483646 w 249"/>
                <a:gd name="T7" fmla="*/ 2147483646 h 167"/>
                <a:gd name="T8" fmla="*/ 0 w 249"/>
                <a:gd name="T9" fmla="*/ 2147483646 h 167"/>
                <a:gd name="T10" fmla="*/ 0 w 249"/>
                <a:gd name="T11" fmla="*/ 2147483646 h 167"/>
                <a:gd name="T12" fmla="*/ 2147483646 w 249"/>
                <a:gd name="T13" fmla="*/ 2147483646 h 1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9" h="167">
                  <a:moveTo>
                    <a:pt x="58" y="110"/>
                  </a:moveTo>
                  <a:cubicBezTo>
                    <a:pt x="62" y="106"/>
                    <a:pt x="62" y="106"/>
                    <a:pt x="62" y="106"/>
                  </a:cubicBezTo>
                  <a:cubicBezTo>
                    <a:pt x="62" y="106"/>
                    <a:pt x="213" y="92"/>
                    <a:pt x="249" y="167"/>
                  </a:cubicBezTo>
                  <a:cubicBezTo>
                    <a:pt x="237" y="129"/>
                    <a:pt x="215" y="93"/>
                    <a:pt x="183" y="62"/>
                  </a:cubicBezTo>
                  <a:cubicBezTo>
                    <a:pt x="130" y="9"/>
                    <a:pt x="64" y="0"/>
                    <a:pt x="0" y="1"/>
                  </a:cubicBezTo>
                  <a:cubicBezTo>
                    <a:pt x="0" y="106"/>
                    <a:pt x="0" y="106"/>
                    <a:pt x="0" y="106"/>
                  </a:cubicBezTo>
                  <a:cubicBezTo>
                    <a:pt x="22" y="106"/>
                    <a:pt x="42" y="107"/>
                    <a:pt x="58" y="1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12"/>
          <p:cNvGrpSpPr>
            <a:grpSpLocks/>
          </p:cNvGrpSpPr>
          <p:nvPr userDrawn="1"/>
        </p:nvGrpSpPr>
        <p:grpSpPr bwMode="auto">
          <a:xfrm>
            <a:off x="9174163" y="4763"/>
            <a:ext cx="3017837" cy="1066800"/>
            <a:chOff x="9174163" y="4763"/>
            <a:chExt cx="3017837" cy="1066800"/>
          </a:xfrm>
        </p:grpSpPr>
        <p:sp>
          <p:nvSpPr>
            <p:cNvPr id="10" name="Freeform 8"/>
            <p:cNvSpPr>
              <a:spLocks/>
            </p:cNvSpPr>
            <p:nvPr/>
          </p:nvSpPr>
          <p:spPr bwMode="auto">
            <a:xfrm>
              <a:off x="9174163" y="4763"/>
              <a:ext cx="1793875" cy="1063625"/>
            </a:xfrm>
            <a:custGeom>
              <a:avLst/>
              <a:gdLst>
                <a:gd name="T0" fmla="*/ 2147483646 w 430"/>
                <a:gd name="T1" fmla="*/ 2147483646 h 255"/>
                <a:gd name="T2" fmla="*/ 2147483646 w 430"/>
                <a:gd name="T3" fmla="*/ 2147483646 h 255"/>
                <a:gd name="T4" fmla="*/ 2147483646 w 430"/>
                <a:gd name="T5" fmla="*/ 2147483646 h 255"/>
                <a:gd name="T6" fmla="*/ 2147483646 w 430"/>
                <a:gd name="T7" fmla="*/ 2147483646 h 255"/>
                <a:gd name="T8" fmla="*/ 2147483646 w 430"/>
                <a:gd name="T9" fmla="*/ 0 h 255"/>
                <a:gd name="T10" fmla="*/ 0 w 430"/>
                <a:gd name="T11" fmla="*/ 0 h 255"/>
                <a:gd name="T12" fmla="*/ 2147483646 w 430"/>
                <a:gd name="T13" fmla="*/ 2147483646 h 255"/>
                <a:gd name="T14" fmla="*/ 2147483646 w 430"/>
                <a:gd name="T15" fmla="*/ 2147483646 h 255"/>
                <a:gd name="T16" fmla="*/ 2147483646 w 430"/>
                <a:gd name="T17" fmla="*/ 2147483646 h 25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30" h="255">
                  <a:moveTo>
                    <a:pt x="430" y="79"/>
                  </a:moveTo>
                  <a:cubicBezTo>
                    <a:pt x="430" y="70"/>
                    <a:pt x="430" y="70"/>
                    <a:pt x="430" y="70"/>
                  </a:cubicBezTo>
                  <a:cubicBezTo>
                    <a:pt x="404" y="87"/>
                    <a:pt x="378" y="96"/>
                    <a:pt x="348" y="96"/>
                  </a:cubicBezTo>
                  <a:cubicBezTo>
                    <a:pt x="283" y="96"/>
                    <a:pt x="230" y="76"/>
                    <a:pt x="194" y="37"/>
                  </a:cubicBezTo>
                  <a:cubicBezTo>
                    <a:pt x="183" y="25"/>
                    <a:pt x="175" y="13"/>
                    <a:pt x="16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" y="53"/>
                    <a:pt x="38" y="104"/>
                    <a:pt x="77" y="146"/>
                  </a:cubicBezTo>
                  <a:cubicBezTo>
                    <a:pt x="102" y="173"/>
                    <a:pt x="132" y="196"/>
                    <a:pt x="165" y="213"/>
                  </a:cubicBezTo>
                  <a:cubicBezTo>
                    <a:pt x="284" y="255"/>
                    <a:pt x="430" y="79"/>
                    <a:pt x="430" y="7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9"/>
            <p:cNvSpPr>
              <a:spLocks/>
            </p:cNvSpPr>
            <p:nvPr/>
          </p:nvSpPr>
          <p:spPr bwMode="auto">
            <a:xfrm>
              <a:off x="9863138" y="4763"/>
              <a:ext cx="2328862" cy="1066800"/>
            </a:xfrm>
            <a:custGeom>
              <a:avLst/>
              <a:gdLst>
                <a:gd name="T0" fmla="*/ 2147483646 w 558"/>
                <a:gd name="T1" fmla="*/ 2147483646 h 256"/>
                <a:gd name="T2" fmla="*/ 2147483646 w 558"/>
                <a:gd name="T3" fmla="*/ 2147483646 h 256"/>
                <a:gd name="T4" fmla="*/ 0 w 558"/>
                <a:gd name="T5" fmla="*/ 2147483646 h 256"/>
                <a:gd name="T6" fmla="*/ 2147483646 w 558"/>
                <a:gd name="T7" fmla="*/ 2147483646 h 256"/>
                <a:gd name="T8" fmla="*/ 2147483646 w 558"/>
                <a:gd name="T9" fmla="*/ 2147483646 h 256"/>
                <a:gd name="T10" fmla="*/ 2147483646 w 558"/>
                <a:gd name="T11" fmla="*/ 0 h 256"/>
                <a:gd name="T12" fmla="*/ 2147483646 w 558"/>
                <a:gd name="T13" fmla="*/ 0 h 256"/>
                <a:gd name="T14" fmla="*/ 2147483646 w 558"/>
                <a:gd name="T15" fmla="*/ 2147483646 h 25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58" h="256">
                  <a:moveTo>
                    <a:pt x="265" y="70"/>
                  </a:moveTo>
                  <a:cubicBezTo>
                    <a:pt x="265" y="79"/>
                    <a:pt x="265" y="79"/>
                    <a:pt x="265" y="79"/>
                  </a:cubicBezTo>
                  <a:cubicBezTo>
                    <a:pt x="265" y="79"/>
                    <a:pt x="119" y="255"/>
                    <a:pt x="0" y="213"/>
                  </a:cubicBezTo>
                  <a:cubicBezTo>
                    <a:pt x="53" y="241"/>
                    <a:pt x="116" y="256"/>
                    <a:pt x="183" y="256"/>
                  </a:cubicBezTo>
                  <a:cubicBezTo>
                    <a:pt x="331" y="256"/>
                    <a:pt x="423" y="152"/>
                    <a:pt x="503" y="61"/>
                  </a:cubicBezTo>
                  <a:cubicBezTo>
                    <a:pt x="522" y="40"/>
                    <a:pt x="540" y="19"/>
                    <a:pt x="558" y="0"/>
                  </a:cubicBezTo>
                  <a:cubicBezTo>
                    <a:pt x="342" y="0"/>
                    <a:pt x="342" y="0"/>
                    <a:pt x="342" y="0"/>
                  </a:cubicBezTo>
                  <a:cubicBezTo>
                    <a:pt x="315" y="30"/>
                    <a:pt x="290" y="53"/>
                    <a:pt x="265" y="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748F83DD-021C-4E50-9642-2B1EA5DD49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111946" y="1384301"/>
            <a:ext cx="3801753" cy="1237338"/>
          </a:xfrm>
        </p:spPr>
        <p:txBody>
          <a:bodyPr anchor="ctr">
            <a:normAutofit/>
          </a:bodyPr>
          <a:lstStyle>
            <a:lvl1pPr marL="0" indent="0" algn="l">
              <a:buNone/>
              <a:defRPr sz="4000" b="1">
                <a:latin typeface="+mj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1741251-D294-4B56-9399-C3A07C8A151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70750" y="242944"/>
            <a:ext cx="3333260" cy="4689695"/>
          </a:xfrm>
          <a:custGeom>
            <a:avLst/>
            <a:gdLst>
              <a:gd name="connsiteX0" fmla="*/ 0 w 592137"/>
              <a:gd name="connsiteY0" fmla="*/ 0 h 368300"/>
              <a:gd name="connsiteX1" fmla="*/ 592137 w 592137"/>
              <a:gd name="connsiteY1" fmla="*/ 0 h 368300"/>
              <a:gd name="connsiteX2" fmla="*/ 592137 w 592137"/>
              <a:gd name="connsiteY2" fmla="*/ 368300 h 368300"/>
              <a:gd name="connsiteX3" fmla="*/ 0 w 592137"/>
              <a:gd name="connsiteY3" fmla="*/ 368300 h 368300"/>
              <a:gd name="connsiteX4" fmla="*/ 0 w 592137"/>
              <a:gd name="connsiteY4" fmla="*/ 0 h 368300"/>
              <a:gd name="connsiteX0" fmla="*/ 0 w 1148241"/>
              <a:gd name="connsiteY0" fmla="*/ 0 h 368300"/>
              <a:gd name="connsiteX1" fmla="*/ 1148241 w 1148241"/>
              <a:gd name="connsiteY1" fmla="*/ 0 h 368300"/>
              <a:gd name="connsiteX2" fmla="*/ 1148241 w 1148241"/>
              <a:gd name="connsiteY2" fmla="*/ 368300 h 368300"/>
              <a:gd name="connsiteX3" fmla="*/ 556104 w 1148241"/>
              <a:gd name="connsiteY3" fmla="*/ 368300 h 368300"/>
              <a:gd name="connsiteX4" fmla="*/ 0 w 1148241"/>
              <a:gd name="connsiteY4" fmla="*/ 0 h 368300"/>
              <a:gd name="connsiteX0" fmla="*/ 0 w 1148241"/>
              <a:gd name="connsiteY0" fmla="*/ 0 h 1376006"/>
              <a:gd name="connsiteX1" fmla="*/ 1148241 w 1148241"/>
              <a:gd name="connsiteY1" fmla="*/ 0 h 1376006"/>
              <a:gd name="connsiteX2" fmla="*/ 1148241 w 1148241"/>
              <a:gd name="connsiteY2" fmla="*/ 368300 h 1376006"/>
              <a:gd name="connsiteX3" fmla="*/ 14928 w 1148241"/>
              <a:gd name="connsiteY3" fmla="*/ 1376006 h 1376006"/>
              <a:gd name="connsiteX4" fmla="*/ 0 w 1148241"/>
              <a:gd name="connsiteY4" fmla="*/ 0 h 1376006"/>
              <a:gd name="connsiteX0" fmla="*/ 0 w 1917084"/>
              <a:gd name="connsiteY0" fmla="*/ 1321215 h 2697221"/>
              <a:gd name="connsiteX1" fmla="*/ 1917084 w 1917084"/>
              <a:gd name="connsiteY1" fmla="*/ 0 h 2697221"/>
              <a:gd name="connsiteX2" fmla="*/ 1148241 w 1917084"/>
              <a:gd name="connsiteY2" fmla="*/ 1689515 h 2697221"/>
              <a:gd name="connsiteX3" fmla="*/ 14928 w 1917084"/>
              <a:gd name="connsiteY3" fmla="*/ 2697221 h 2697221"/>
              <a:gd name="connsiteX4" fmla="*/ 0 w 1917084"/>
              <a:gd name="connsiteY4" fmla="*/ 1321215 h 2697221"/>
              <a:gd name="connsiteX0" fmla="*/ 0 w 1917084"/>
              <a:gd name="connsiteY0" fmla="*/ 1321215 h 2697221"/>
              <a:gd name="connsiteX1" fmla="*/ 1917084 w 1917084"/>
              <a:gd name="connsiteY1" fmla="*/ 0 h 2697221"/>
              <a:gd name="connsiteX2" fmla="*/ 1917083 w 1917084"/>
              <a:gd name="connsiteY2" fmla="*/ 1334951 h 2697221"/>
              <a:gd name="connsiteX3" fmla="*/ 14928 w 1917084"/>
              <a:gd name="connsiteY3" fmla="*/ 2697221 h 2697221"/>
              <a:gd name="connsiteX4" fmla="*/ 0 w 1917084"/>
              <a:gd name="connsiteY4" fmla="*/ 1321215 h 2697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7084" h="2697221">
                <a:moveTo>
                  <a:pt x="0" y="1321215"/>
                </a:moveTo>
                <a:lnTo>
                  <a:pt x="1917084" y="0"/>
                </a:lnTo>
                <a:cubicBezTo>
                  <a:pt x="1917084" y="444984"/>
                  <a:pt x="1917083" y="889967"/>
                  <a:pt x="1917083" y="1334951"/>
                </a:cubicBezTo>
                <a:lnTo>
                  <a:pt x="14928" y="2697221"/>
                </a:lnTo>
                <a:lnTo>
                  <a:pt x="0" y="1321215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rtlCol="0">
            <a:normAutofit/>
          </a:bodyPr>
          <a:lstStyle>
            <a:lvl1pPr>
              <a:defRPr sz="800"/>
            </a:lvl1pPr>
          </a:lstStyle>
          <a:p>
            <a:pPr lvl="0"/>
            <a:endParaRPr lang="en-US" noProof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12FCC5D0-C112-4903-BB22-33DF07A65203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 smtClean="0">
                <a:solidFill>
                  <a:schemeClr val="tx1">
                    <a:tint val="75000"/>
                  </a:schemeClr>
                </a:solidFill>
                <a:latin typeface="Filson Soft Book" panose="00000500000000000000" pitchFamily="50" charset="0"/>
              </a:defRPr>
            </a:lvl1pPr>
          </a:lstStyle>
          <a:p>
            <a:pPr>
              <a:defRPr/>
            </a:pPr>
            <a:fld id="{BA193ED2-9FCF-4BD4-B75D-63600E005ABB}" type="datetime2">
              <a:rPr lang="en-IN" smtClean="0"/>
              <a:t>Monday, 23 June 2025</a:t>
            </a:fld>
            <a:endParaRPr lang="en-ID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16AD10A-EAF6-42AC-B1BF-93C1B7A0175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lang="en-ID" sz="1000" kern="1200" smtClean="0">
                <a:solidFill>
                  <a:schemeClr val="tx1">
                    <a:tint val="75000"/>
                  </a:schemeClr>
                </a:solidFill>
                <a:latin typeface="Filson Soft Book" panose="00000500000000000000" pitchFamily="50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6E646447-70B2-4322-9D27-AED9FBFDD086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30954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"/>
          <p:cNvGrpSpPr>
            <a:grpSpLocks/>
          </p:cNvGrpSpPr>
          <p:nvPr userDrawn="1"/>
        </p:nvGrpSpPr>
        <p:grpSpPr bwMode="auto">
          <a:xfrm>
            <a:off x="0" y="5729288"/>
            <a:ext cx="1084263" cy="1128712"/>
            <a:chOff x="0" y="5729288"/>
            <a:chExt cx="1084263" cy="1128712"/>
          </a:xfrm>
        </p:grpSpPr>
        <p:sp>
          <p:nvSpPr>
            <p:cNvPr id="5" name="Freeform 6"/>
            <p:cNvSpPr>
              <a:spLocks/>
            </p:cNvSpPr>
            <p:nvPr/>
          </p:nvSpPr>
          <p:spPr bwMode="auto">
            <a:xfrm>
              <a:off x="242888" y="6113463"/>
              <a:ext cx="841375" cy="744537"/>
            </a:xfrm>
            <a:custGeom>
              <a:avLst/>
              <a:gdLst>
                <a:gd name="T0" fmla="*/ 2147483646 w 201"/>
                <a:gd name="T1" fmla="*/ 2147483646 h 179"/>
                <a:gd name="T2" fmla="*/ 2147483646 w 201"/>
                <a:gd name="T3" fmla="*/ 2147483646 h 179"/>
                <a:gd name="T4" fmla="*/ 0 w 201"/>
                <a:gd name="T5" fmla="*/ 2147483646 h 179"/>
                <a:gd name="T6" fmla="*/ 2147483646 w 201"/>
                <a:gd name="T7" fmla="*/ 2147483646 h 179"/>
                <a:gd name="T8" fmla="*/ 2147483646 w 201"/>
                <a:gd name="T9" fmla="*/ 2147483646 h 179"/>
                <a:gd name="T10" fmla="*/ 2147483646 w 201"/>
                <a:gd name="T11" fmla="*/ 2147483646 h 179"/>
                <a:gd name="T12" fmla="*/ 2147483646 w 201"/>
                <a:gd name="T13" fmla="*/ 2147483646 h 179"/>
                <a:gd name="T14" fmla="*/ 2147483646 w 201"/>
                <a:gd name="T15" fmla="*/ 2147483646 h 179"/>
                <a:gd name="T16" fmla="*/ 2147483646 w 201"/>
                <a:gd name="T17" fmla="*/ 2147483646 h 17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1" h="179">
                  <a:moveTo>
                    <a:pt x="191" y="75"/>
                  </a:moveTo>
                  <a:cubicBezTo>
                    <a:pt x="155" y="0"/>
                    <a:pt x="4" y="14"/>
                    <a:pt x="4" y="14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20" y="23"/>
                    <a:pt x="37" y="30"/>
                    <a:pt x="51" y="44"/>
                  </a:cubicBezTo>
                  <a:cubicBezTo>
                    <a:pt x="81" y="75"/>
                    <a:pt x="96" y="109"/>
                    <a:pt x="95" y="144"/>
                  </a:cubicBezTo>
                  <a:cubicBezTo>
                    <a:pt x="95" y="157"/>
                    <a:pt x="92" y="169"/>
                    <a:pt x="87" y="179"/>
                  </a:cubicBezTo>
                  <a:cubicBezTo>
                    <a:pt x="197" y="179"/>
                    <a:pt x="197" y="179"/>
                    <a:pt x="197" y="179"/>
                  </a:cubicBezTo>
                  <a:cubicBezTo>
                    <a:pt x="199" y="169"/>
                    <a:pt x="200" y="158"/>
                    <a:pt x="201" y="148"/>
                  </a:cubicBezTo>
                  <a:cubicBezTo>
                    <a:pt x="201" y="123"/>
                    <a:pt x="198" y="99"/>
                    <a:pt x="191" y="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Freeform 7"/>
            <p:cNvSpPr>
              <a:spLocks/>
            </p:cNvSpPr>
            <p:nvPr/>
          </p:nvSpPr>
          <p:spPr bwMode="auto">
            <a:xfrm>
              <a:off x="0" y="5729288"/>
              <a:ext cx="1039813" cy="696912"/>
            </a:xfrm>
            <a:custGeom>
              <a:avLst/>
              <a:gdLst>
                <a:gd name="T0" fmla="*/ 2147483646 w 249"/>
                <a:gd name="T1" fmla="*/ 2147483646 h 167"/>
                <a:gd name="T2" fmla="*/ 2147483646 w 249"/>
                <a:gd name="T3" fmla="*/ 2147483646 h 167"/>
                <a:gd name="T4" fmla="*/ 2147483646 w 249"/>
                <a:gd name="T5" fmla="*/ 2147483646 h 167"/>
                <a:gd name="T6" fmla="*/ 2147483646 w 249"/>
                <a:gd name="T7" fmla="*/ 2147483646 h 167"/>
                <a:gd name="T8" fmla="*/ 0 w 249"/>
                <a:gd name="T9" fmla="*/ 2147483646 h 167"/>
                <a:gd name="T10" fmla="*/ 0 w 249"/>
                <a:gd name="T11" fmla="*/ 2147483646 h 167"/>
                <a:gd name="T12" fmla="*/ 2147483646 w 249"/>
                <a:gd name="T13" fmla="*/ 2147483646 h 1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9" h="167">
                  <a:moveTo>
                    <a:pt x="58" y="110"/>
                  </a:moveTo>
                  <a:cubicBezTo>
                    <a:pt x="62" y="106"/>
                    <a:pt x="62" y="106"/>
                    <a:pt x="62" y="106"/>
                  </a:cubicBezTo>
                  <a:cubicBezTo>
                    <a:pt x="62" y="106"/>
                    <a:pt x="213" y="92"/>
                    <a:pt x="249" y="167"/>
                  </a:cubicBezTo>
                  <a:cubicBezTo>
                    <a:pt x="237" y="129"/>
                    <a:pt x="215" y="93"/>
                    <a:pt x="183" y="62"/>
                  </a:cubicBezTo>
                  <a:cubicBezTo>
                    <a:pt x="130" y="9"/>
                    <a:pt x="64" y="0"/>
                    <a:pt x="0" y="1"/>
                  </a:cubicBezTo>
                  <a:cubicBezTo>
                    <a:pt x="0" y="106"/>
                    <a:pt x="0" y="106"/>
                    <a:pt x="0" y="106"/>
                  </a:cubicBezTo>
                  <a:cubicBezTo>
                    <a:pt x="22" y="106"/>
                    <a:pt x="42" y="107"/>
                    <a:pt x="58" y="1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12"/>
          <p:cNvGrpSpPr>
            <a:grpSpLocks/>
          </p:cNvGrpSpPr>
          <p:nvPr userDrawn="1"/>
        </p:nvGrpSpPr>
        <p:grpSpPr bwMode="auto">
          <a:xfrm>
            <a:off x="9174163" y="4763"/>
            <a:ext cx="3017837" cy="1066800"/>
            <a:chOff x="9174163" y="4763"/>
            <a:chExt cx="3017837" cy="1066800"/>
          </a:xfrm>
        </p:grpSpPr>
        <p:sp>
          <p:nvSpPr>
            <p:cNvPr id="8" name="Freeform 8"/>
            <p:cNvSpPr>
              <a:spLocks/>
            </p:cNvSpPr>
            <p:nvPr/>
          </p:nvSpPr>
          <p:spPr bwMode="auto">
            <a:xfrm>
              <a:off x="9174163" y="4763"/>
              <a:ext cx="1793875" cy="1063625"/>
            </a:xfrm>
            <a:custGeom>
              <a:avLst/>
              <a:gdLst>
                <a:gd name="T0" fmla="*/ 2147483646 w 430"/>
                <a:gd name="T1" fmla="*/ 2147483646 h 255"/>
                <a:gd name="T2" fmla="*/ 2147483646 w 430"/>
                <a:gd name="T3" fmla="*/ 2147483646 h 255"/>
                <a:gd name="T4" fmla="*/ 2147483646 w 430"/>
                <a:gd name="T5" fmla="*/ 2147483646 h 255"/>
                <a:gd name="T6" fmla="*/ 2147483646 w 430"/>
                <a:gd name="T7" fmla="*/ 2147483646 h 255"/>
                <a:gd name="T8" fmla="*/ 2147483646 w 430"/>
                <a:gd name="T9" fmla="*/ 0 h 255"/>
                <a:gd name="T10" fmla="*/ 0 w 430"/>
                <a:gd name="T11" fmla="*/ 0 h 255"/>
                <a:gd name="T12" fmla="*/ 2147483646 w 430"/>
                <a:gd name="T13" fmla="*/ 2147483646 h 255"/>
                <a:gd name="T14" fmla="*/ 2147483646 w 430"/>
                <a:gd name="T15" fmla="*/ 2147483646 h 255"/>
                <a:gd name="T16" fmla="*/ 2147483646 w 430"/>
                <a:gd name="T17" fmla="*/ 2147483646 h 25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30" h="255">
                  <a:moveTo>
                    <a:pt x="430" y="79"/>
                  </a:moveTo>
                  <a:cubicBezTo>
                    <a:pt x="430" y="70"/>
                    <a:pt x="430" y="70"/>
                    <a:pt x="430" y="70"/>
                  </a:cubicBezTo>
                  <a:cubicBezTo>
                    <a:pt x="404" y="87"/>
                    <a:pt x="378" y="96"/>
                    <a:pt x="348" y="96"/>
                  </a:cubicBezTo>
                  <a:cubicBezTo>
                    <a:pt x="283" y="96"/>
                    <a:pt x="230" y="76"/>
                    <a:pt x="194" y="37"/>
                  </a:cubicBezTo>
                  <a:cubicBezTo>
                    <a:pt x="183" y="25"/>
                    <a:pt x="175" y="13"/>
                    <a:pt x="16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" y="53"/>
                    <a:pt x="38" y="104"/>
                    <a:pt x="77" y="146"/>
                  </a:cubicBezTo>
                  <a:cubicBezTo>
                    <a:pt x="102" y="173"/>
                    <a:pt x="132" y="196"/>
                    <a:pt x="165" y="213"/>
                  </a:cubicBezTo>
                  <a:cubicBezTo>
                    <a:pt x="284" y="255"/>
                    <a:pt x="430" y="79"/>
                    <a:pt x="430" y="7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auto">
            <a:xfrm>
              <a:off x="9863138" y="4763"/>
              <a:ext cx="2328862" cy="1066800"/>
            </a:xfrm>
            <a:custGeom>
              <a:avLst/>
              <a:gdLst>
                <a:gd name="T0" fmla="*/ 2147483646 w 558"/>
                <a:gd name="T1" fmla="*/ 2147483646 h 256"/>
                <a:gd name="T2" fmla="*/ 2147483646 w 558"/>
                <a:gd name="T3" fmla="*/ 2147483646 h 256"/>
                <a:gd name="T4" fmla="*/ 0 w 558"/>
                <a:gd name="T5" fmla="*/ 2147483646 h 256"/>
                <a:gd name="T6" fmla="*/ 2147483646 w 558"/>
                <a:gd name="T7" fmla="*/ 2147483646 h 256"/>
                <a:gd name="T8" fmla="*/ 2147483646 w 558"/>
                <a:gd name="T9" fmla="*/ 2147483646 h 256"/>
                <a:gd name="T10" fmla="*/ 2147483646 w 558"/>
                <a:gd name="T11" fmla="*/ 0 h 256"/>
                <a:gd name="T12" fmla="*/ 2147483646 w 558"/>
                <a:gd name="T13" fmla="*/ 0 h 256"/>
                <a:gd name="T14" fmla="*/ 2147483646 w 558"/>
                <a:gd name="T15" fmla="*/ 2147483646 h 25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58" h="256">
                  <a:moveTo>
                    <a:pt x="265" y="70"/>
                  </a:moveTo>
                  <a:cubicBezTo>
                    <a:pt x="265" y="79"/>
                    <a:pt x="265" y="79"/>
                    <a:pt x="265" y="79"/>
                  </a:cubicBezTo>
                  <a:cubicBezTo>
                    <a:pt x="265" y="79"/>
                    <a:pt x="119" y="255"/>
                    <a:pt x="0" y="213"/>
                  </a:cubicBezTo>
                  <a:cubicBezTo>
                    <a:pt x="53" y="241"/>
                    <a:pt x="116" y="256"/>
                    <a:pt x="183" y="256"/>
                  </a:cubicBezTo>
                  <a:cubicBezTo>
                    <a:pt x="331" y="256"/>
                    <a:pt x="423" y="152"/>
                    <a:pt x="503" y="61"/>
                  </a:cubicBezTo>
                  <a:cubicBezTo>
                    <a:pt x="522" y="40"/>
                    <a:pt x="540" y="19"/>
                    <a:pt x="558" y="0"/>
                  </a:cubicBezTo>
                  <a:cubicBezTo>
                    <a:pt x="342" y="0"/>
                    <a:pt x="342" y="0"/>
                    <a:pt x="342" y="0"/>
                  </a:cubicBezTo>
                  <a:cubicBezTo>
                    <a:pt x="315" y="30"/>
                    <a:pt x="290" y="53"/>
                    <a:pt x="265" y="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427029F-9C6A-4A73-8992-D105689F7A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73840" y="1798085"/>
            <a:ext cx="6030847" cy="4372304"/>
          </a:xfrm>
          <a:custGeom>
            <a:avLst/>
            <a:gdLst>
              <a:gd name="connsiteX0" fmla="*/ 0 w 6030847"/>
              <a:gd name="connsiteY0" fmla="*/ 0 h 4372304"/>
              <a:gd name="connsiteX1" fmla="*/ 6030847 w 6030847"/>
              <a:gd name="connsiteY1" fmla="*/ 0 h 4372304"/>
              <a:gd name="connsiteX2" fmla="*/ 6030847 w 6030847"/>
              <a:gd name="connsiteY2" fmla="*/ 4372304 h 4372304"/>
              <a:gd name="connsiteX3" fmla="*/ 0 w 6030847"/>
              <a:gd name="connsiteY3" fmla="*/ 4372304 h 4372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30847" h="4372304">
                <a:moveTo>
                  <a:pt x="0" y="0"/>
                </a:moveTo>
                <a:lnTo>
                  <a:pt x="6030847" y="0"/>
                </a:lnTo>
                <a:lnTo>
                  <a:pt x="6030847" y="4372304"/>
                </a:lnTo>
                <a:lnTo>
                  <a:pt x="0" y="4372304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rtlCol="0">
            <a:noAutofit/>
          </a:bodyPr>
          <a:lstStyle>
            <a:lvl1pPr>
              <a:defRPr sz="800"/>
            </a:lvl1pPr>
          </a:lstStyle>
          <a:p>
            <a:pPr lvl="0"/>
            <a:endParaRPr lang="en-ID" noProof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9D3030C0-223C-4913-AADA-F6F496ED3C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75538" y="364220"/>
            <a:ext cx="6640924" cy="705756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b="1">
                <a:latin typeface="+mj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12FCC5D0-C112-4903-BB22-33DF07A6520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 smtClean="0">
                <a:solidFill>
                  <a:schemeClr val="tx1">
                    <a:tint val="75000"/>
                  </a:schemeClr>
                </a:solidFill>
                <a:latin typeface="Filson Soft Book" panose="00000500000000000000" pitchFamily="50" charset="0"/>
              </a:defRPr>
            </a:lvl1pPr>
          </a:lstStyle>
          <a:p>
            <a:pPr>
              <a:defRPr/>
            </a:pPr>
            <a:fld id="{C685331E-855A-4D94-8377-055DA2D9976A}" type="datetime2">
              <a:rPr lang="en-IN" smtClean="0"/>
              <a:t>Monday, 23 June 2025</a:t>
            </a:fld>
            <a:endParaRPr lang="en-ID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16AD10A-EAF6-42AC-B1BF-93C1B7A0175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lang="en-ID" sz="1000" kern="1200" smtClean="0">
                <a:solidFill>
                  <a:schemeClr val="tx1">
                    <a:tint val="75000"/>
                  </a:schemeClr>
                </a:solidFill>
                <a:latin typeface="Filson Soft Book" panose="00000500000000000000" pitchFamily="50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D86733DC-9507-4CEF-9E47-406F7D688C5F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581448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9"/>
          <p:cNvGrpSpPr>
            <a:grpSpLocks/>
          </p:cNvGrpSpPr>
          <p:nvPr userDrawn="1"/>
        </p:nvGrpSpPr>
        <p:grpSpPr bwMode="auto">
          <a:xfrm>
            <a:off x="0" y="5729288"/>
            <a:ext cx="1084263" cy="1128712"/>
            <a:chOff x="0" y="5729288"/>
            <a:chExt cx="1084263" cy="1128712"/>
          </a:xfrm>
        </p:grpSpPr>
        <p:sp>
          <p:nvSpPr>
            <p:cNvPr id="7" name="Freeform 10"/>
            <p:cNvSpPr>
              <a:spLocks/>
            </p:cNvSpPr>
            <p:nvPr/>
          </p:nvSpPr>
          <p:spPr bwMode="auto">
            <a:xfrm>
              <a:off x="242888" y="6113463"/>
              <a:ext cx="841375" cy="744537"/>
            </a:xfrm>
            <a:custGeom>
              <a:avLst/>
              <a:gdLst>
                <a:gd name="T0" fmla="*/ 2147483646 w 201"/>
                <a:gd name="T1" fmla="*/ 2147483646 h 179"/>
                <a:gd name="T2" fmla="*/ 2147483646 w 201"/>
                <a:gd name="T3" fmla="*/ 2147483646 h 179"/>
                <a:gd name="T4" fmla="*/ 0 w 201"/>
                <a:gd name="T5" fmla="*/ 2147483646 h 179"/>
                <a:gd name="T6" fmla="*/ 2147483646 w 201"/>
                <a:gd name="T7" fmla="*/ 2147483646 h 179"/>
                <a:gd name="T8" fmla="*/ 2147483646 w 201"/>
                <a:gd name="T9" fmla="*/ 2147483646 h 179"/>
                <a:gd name="T10" fmla="*/ 2147483646 w 201"/>
                <a:gd name="T11" fmla="*/ 2147483646 h 179"/>
                <a:gd name="T12" fmla="*/ 2147483646 w 201"/>
                <a:gd name="T13" fmla="*/ 2147483646 h 179"/>
                <a:gd name="T14" fmla="*/ 2147483646 w 201"/>
                <a:gd name="T15" fmla="*/ 2147483646 h 179"/>
                <a:gd name="T16" fmla="*/ 2147483646 w 201"/>
                <a:gd name="T17" fmla="*/ 2147483646 h 17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1" h="179">
                  <a:moveTo>
                    <a:pt x="191" y="75"/>
                  </a:moveTo>
                  <a:cubicBezTo>
                    <a:pt x="155" y="0"/>
                    <a:pt x="4" y="14"/>
                    <a:pt x="4" y="14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20" y="23"/>
                    <a:pt x="37" y="30"/>
                    <a:pt x="51" y="44"/>
                  </a:cubicBezTo>
                  <a:cubicBezTo>
                    <a:pt x="81" y="75"/>
                    <a:pt x="96" y="109"/>
                    <a:pt x="95" y="144"/>
                  </a:cubicBezTo>
                  <a:cubicBezTo>
                    <a:pt x="95" y="157"/>
                    <a:pt x="92" y="169"/>
                    <a:pt x="87" y="179"/>
                  </a:cubicBezTo>
                  <a:cubicBezTo>
                    <a:pt x="197" y="179"/>
                    <a:pt x="197" y="179"/>
                    <a:pt x="197" y="179"/>
                  </a:cubicBezTo>
                  <a:cubicBezTo>
                    <a:pt x="199" y="169"/>
                    <a:pt x="200" y="158"/>
                    <a:pt x="201" y="148"/>
                  </a:cubicBezTo>
                  <a:cubicBezTo>
                    <a:pt x="201" y="123"/>
                    <a:pt x="198" y="99"/>
                    <a:pt x="191" y="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11"/>
            <p:cNvSpPr>
              <a:spLocks/>
            </p:cNvSpPr>
            <p:nvPr/>
          </p:nvSpPr>
          <p:spPr bwMode="auto">
            <a:xfrm>
              <a:off x="0" y="5729288"/>
              <a:ext cx="1039813" cy="696912"/>
            </a:xfrm>
            <a:custGeom>
              <a:avLst/>
              <a:gdLst>
                <a:gd name="T0" fmla="*/ 2147483646 w 249"/>
                <a:gd name="T1" fmla="*/ 2147483646 h 167"/>
                <a:gd name="T2" fmla="*/ 2147483646 w 249"/>
                <a:gd name="T3" fmla="*/ 2147483646 h 167"/>
                <a:gd name="T4" fmla="*/ 2147483646 w 249"/>
                <a:gd name="T5" fmla="*/ 2147483646 h 167"/>
                <a:gd name="T6" fmla="*/ 2147483646 w 249"/>
                <a:gd name="T7" fmla="*/ 2147483646 h 167"/>
                <a:gd name="T8" fmla="*/ 0 w 249"/>
                <a:gd name="T9" fmla="*/ 2147483646 h 167"/>
                <a:gd name="T10" fmla="*/ 0 w 249"/>
                <a:gd name="T11" fmla="*/ 2147483646 h 167"/>
                <a:gd name="T12" fmla="*/ 2147483646 w 249"/>
                <a:gd name="T13" fmla="*/ 2147483646 h 1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9" h="167">
                  <a:moveTo>
                    <a:pt x="58" y="110"/>
                  </a:moveTo>
                  <a:cubicBezTo>
                    <a:pt x="62" y="106"/>
                    <a:pt x="62" y="106"/>
                    <a:pt x="62" y="106"/>
                  </a:cubicBezTo>
                  <a:cubicBezTo>
                    <a:pt x="62" y="106"/>
                    <a:pt x="213" y="92"/>
                    <a:pt x="249" y="167"/>
                  </a:cubicBezTo>
                  <a:cubicBezTo>
                    <a:pt x="237" y="129"/>
                    <a:pt x="215" y="93"/>
                    <a:pt x="183" y="62"/>
                  </a:cubicBezTo>
                  <a:cubicBezTo>
                    <a:pt x="130" y="9"/>
                    <a:pt x="64" y="0"/>
                    <a:pt x="0" y="1"/>
                  </a:cubicBezTo>
                  <a:cubicBezTo>
                    <a:pt x="0" y="106"/>
                    <a:pt x="0" y="106"/>
                    <a:pt x="0" y="106"/>
                  </a:cubicBezTo>
                  <a:cubicBezTo>
                    <a:pt x="22" y="106"/>
                    <a:pt x="42" y="107"/>
                    <a:pt x="58" y="1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12"/>
          <p:cNvGrpSpPr>
            <a:grpSpLocks/>
          </p:cNvGrpSpPr>
          <p:nvPr userDrawn="1"/>
        </p:nvGrpSpPr>
        <p:grpSpPr bwMode="auto">
          <a:xfrm>
            <a:off x="9174163" y="4763"/>
            <a:ext cx="3017837" cy="1066800"/>
            <a:chOff x="9174163" y="4763"/>
            <a:chExt cx="3017837" cy="1066800"/>
          </a:xfrm>
        </p:grpSpPr>
        <p:sp>
          <p:nvSpPr>
            <p:cNvPr id="10" name="Freeform 8"/>
            <p:cNvSpPr>
              <a:spLocks/>
            </p:cNvSpPr>
            <p:nvPr/>
          </p:nvSpPr>
          <p:spPr bwMode="auto">
            <a:xfrm>
              <a:off x="9174163" y="4763"/>
              <a:ext cx="1793875" cy="1063625"/>
            </a:xfrm>
            <a:custGeom>
              <a:avLst/>
              <a:gdLst>
                <a:gd name="T0" fmla="*/ 2147483646 w 430"/>
                <a:gd name="T1" fmla="*/ 2147483646 h 255"/>
                <a:gd name="T2" fmla="*/ 2147483646 w 430"/>
                <a:gd name="T3" fmla="*/ 2147483646 h 255"/>
                <a:gd name="T4" fmla="*/ 2147483646 w 430"/>
                <a:gd name="T5" fmla="*/ 2147483646 h 255"/>
                <a:gd name="T6" fmla="*/ 2147483646 w 430"/>
                <a:gd name="T7" fmla="*/ 2147483646 h 255"/>
                <a:gd name="T8" fmla="*/ 2147483646 w 430"/>
                <a:gd name="T9" fmla="*/ 0 h 255"/>
                <a:gd name="T10" fmla="*/ 0 w 430"/>
                <a:gd name="T11" fmla="*/ 0 h 255"/>
                <a:gd name="T12" fmla="*/ 2147483646 w 430"/>
                <a:gd name="T13" fmla="*/ 2147483646 h 255"/>
                <a:gd name="T14" fmla="*/ 2147483646 w 430"/>
                <a:gd name="T15" fmla="*/ 2147483646 h 255"/>
                <a:gd name="T16" fmla="*/ 2147483646 w 430"/>
                <a:gd name="T17" fmla="*/ 2147483646 h 25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30" h="255">
                  <a:moveTo>
                    <a:pt x="430" y="79"/>
                  </a:moveTo>
                  <a:cubicBezTo>
                    <a:pt x="430" y="70"/>
                    <a:pt x="430" y="70"/>
                    <a:pt x="430" y="70"/>
                  </a:cubicBezTo>
                  <a:cubicBezTo>
                    <a:pt x="404" y="87"/>
                    <a:pt x="378" y="96"/>
                    <a:pt x="348" y="96"/>
                  </a:cubicBezTo>
                  <a:cubicBezTo>
                    <a:pt x="283" y="96"/>
                    <a:pt x="230" y="76"/>
                    <a:pt x="194" y="37"/>
                  </a:cubicBezTo>
                  <a:cubicBezTo>
                    <a:pt x="183" y="25"/>
                    <a:pt x="175" y="13"/>
                    <a:pt x="16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" y="53"/>
                    <a:pt x="38" y="104"/>
                    <a:pt x="77" y="146"/>
                  </a:cubicBezTo>
                  <a:cubicBezTo>
                    <a:pt x="102" y="173"/>
                    <a:pt x="132" y="196"/>
                    <a:pt x="165" y="213"/>
                  </a:cubicBezTo>
                  <a:cubicBezTo>
                    <a:pt x="284" y="255"/>
                    <a:pt x="430" y="79"/>
                    <a:pt x="430" y="7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9"/>
            <p:cNvSpPr>
              <a:spLocks/>
            </p:cNvSpPr>
            <p:nvPr/>
          </p:nvSpPr>
          <p:spPr bwMode="auto">
            <a:xfrm>
              <a:off x="9863138" y="4763"/>
              <a:ext cx="2328862" cy="1066800"/>
            </a:xfrm>
            <a:custGeom>
              <a:avLst/>
              <a:gdLst>
                <a:gd name="T0" fmla="*/ 2147483646 w 558"/>
                <a:gd name="T1" fmla="*/ 2147483646 h 256"/>
                <a:gd name="T2" fmla="*/ 2147483646 w 558"/>
                <a:gd name="T3" fmla="*/ 2147483646 h 256"/>
                <a:gd name="T4" fmla="*/ 0 w 558"/>
                <a:gd name="T5" fmla="*/ 2147483646 h 256"/>
                <a:gd name="T6" fmla="*/ 2147483646 w 558"/>
                <a:gd name="T7" fmla="*/ 2147483646 h 256"/>
                <a:gd name="T8" fmla="*/ 2147483646 w 558"/>
                <a:gd name="T9" fmla="*/ 2147483646 h 256"/>
                <a:gd name="T10" fmla="*/ 2147483646 w 558"/>
                <a:gd name="T11" fmla="*/ 0 h 256"/>
                <a:gd name="T12" fmla="*/ 2147483646 w 558"/>
                <a:gd name="T13" fmla="*/ 0 h 256"/>
                <a:gd name="T14" fmla="*/ 2147483646 w 558"/>
                <a:gd name="T15" fmla="*/ 2147483646 h 25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58" h="256">
                  <a:moveTo>
                    <a:pt x="265" y="70"/>
                  </a:moveTo>
                  <a:cubicBezTo>
                    <a:pt x="265" y="79"/>
                    <a:pt x="265" y="79"/>
                    <a:pt x="265" y="79"/>
                  </a:cubicBezTo>
                  <a:cubicBezTo>
                    <a:pt x="265" y="79"/>
                    <a:pt x="119" y="255"/>
                    <a:pt x="0" y="213"/>
                  </a:cubicBezTo>
                  <a:cubicBezTo>
                    <a:pt x="53" y="241"/>
                    <a:pt x="116" y="256"/>
                    <a:pt x="183" y="256"/>
                  </a:cubicBezTo>
                  <a:cubicBezTo>
                    <a:pt x="331" y="256"/>
                    <a:pt x="423" y="152"/>
                    <a:pt x="503" y="61"/>
                  </a:cubicBezTo>
                  <a:cubicBezTo>
                    <a:pt x="522" y="40"/>
                    <a:pt x="540" y="19"/>
                    <a:pt x="558" y="0"/>
                  </a:cubicBezTo>
                  <a:cubicBezTo>
                    <a:pt x="342" y="0"/>
                    <a:pt x="342" y="0"/>
                    <a:pt x="342" y="0"/>
                  </a:cubicBezTo>
                  <a:cubicBezTo>
                    <a:pt x="315" y="30"/>
                    <a:pt x="290" y="53"/>
                    <a:pt x="265" y="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E70117A-9B31-431C-ADDD-74A872D60AF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962560" y="3557300"/>
            <a:ext cx="1156138" cy="1156138"/>
          </a:xfrm>
          <a:custGeom>
            <a:avLst/>
            <a:gdLst>
              <a:gd name="connsiteX0" fmla="*/ 578069 w 1156138"/>
              <a:gd name="connsiteY0" fmla="*/ 0 h 1156138"/>
              <a:gd name="connsiteX1" fmla="*/ 1156138 w 1156138"/>
              <a:gd name="connsiteY1" fmla="*/ 578069 h 1156138"/>
              <a:gd name="connsiteX2" fmla="*/ 578069 w 1156138"/>
              <a:gd name="connsiteY2" fmla="*/ 1156138 h 1156138"/>
              <a:gd name="connsiteX3" fmla="*/ 0 w 1156138"/>
              <a:gd name="connsiteY3" fmla="*/ 578069 h 1156138"/>
              <a:gd name="connsiteX4" fmla="*/ 578069 w 1156138"/>
              <a:gd name="connsiteY4" fmla="*/ 0 h 115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6138" h="1156138">
                <a:moveTo>
                  <a:pt x="578069" y="0"/>
                </a:moveTo>
                <a:cubicBezTo>
                  <a:pt x="897328" y="0"/>
                  <a:pt x="1156138" y="258810"/>
                  <a:pt x="1156138" y="578069"/>
                </a:cubicBezTo>
                <a:cubicBezTo>
                  <a:pt x="1156138" y="897328"/>
                  <a:pt x="897328" y="1156138"/>
                  <a:pt x="578069" y="1156138"/>
                </a:cubicBezTo>
                <a:cubicBezTo>
                  <a:pt x="258810" y="1156138"/>
                  <a:pt x="0" y="897328"/>
                  <a:pt x="0" y="578069"/>
                </a:cubicBezTo>
                <a:cubicBezTo>
                  <a:pt x="0" y="258810"/>
                  <a:pt x="258810" y="0"/>
                  <a:pt x="578069" y="0"/>
                </a:cubicBez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rtlCol="0">
            <a:noAutofit/>
          </a:bodyPr>
          <a:lstStyle>
            <a:lvl1pPr>
              <a:defRPr sz="800"/>
            </a:lvl1pPr>
          </a:lstStyle>
          <a:p>
            <a:pPr lvl="0"/>
            <a:endParaRPr lang="en-ID" noProof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C6E3625-52FF-409F-AC07-08FEB605500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17930" y="3557300"/>
            <a:ext cx="1156138" cy="1156138"/>
          </a:xfrm>
          <a:custGeom>
            <a:avLst/>
            <a:gdLst>
              <a:gd name="connsiteX0" fmla="*/ 578069 w 1156138"/>
              <a:gd name="connsiteY0" fmla="*/ 0 h 1156138"/>
              <a:gd name="connsiteX1" fmla="*/ 1156138 w 1156138"/>
              <a:gd name="connsiteY1" fmla="*/ 578069 h 1156138"/>
              <a:gd name="connsiteX2" fmla="*/ 578069 w 1156138"/>
              <a:gd name="connsiteY2" fmla="*/ 1156138 h 1156138"/>
              <a:gd name="connsiteX3" fmla="*/ 0 w 1156138"/>
              <a:gd name="connsiteY3" fmla="*/ 578069 h 1156138"/>
              <a:gd name="connsiteX4" fmla="*/ 578069 w 1156138"/>
              <a:gd name="connsiteY4" fmla="*/ 0 h 115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6138" h="1156138">
                <a:moveTo>
                  <a:pt x="578069" y="0"/>
                </a:moveTo>
                <a:cubicBezTo>
                  <a:pt x="897328" y="0"/>
                  <a:pt x="1156138" y="258810"/>
                  <a:pt x="1156138" y="578069"/>
                </a:cubicBezTo>
                <a:cubicBezTo>
                  <a:pt x="1156138" y="897328"/>
                  <a:pt x="897328" y="1156138"/>
                  <a:pt x="578069" y="1156138"/>
                </a:cubicBezTo>
                <a:cubicBezTo>
                  <a:pt x="258810" y="1156138"/>
                  <a:pt x="0" y="897328"/>
                  <a:pt x="0" y="578069"/>
                </a:cubicBezTo>
                <a:cubicBezTo>
                  <a:pt x="0" y="258810"/>
                  <a:pt x="258810" y="0"/>
                  <a:pt x="578069" y="0"/>
                </a:cubicBez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rtlCol="0">
            <a:noAutofit/>
          </a:bodyPr>
          <a:lstStyle>
            <a:lvl1pPr>
              <a:defRPr sz="800"/>
            </a:lvl1pPr>
          </a:lstStyle>
          <a:p>
            <a:pPr lvl="0"/>
            <a:endParaRPr lang="en-ID" noProof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F3B8AFCD-E3D9-4987-AB9F-87058ECFF61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073300" y="3557300"/>
            <a:ext cx="1156138" cy="1156138"/>
          </a:xfrm>
          <a:custGeom>
            <a:avLst/>
            <a:gdLst>
              <a:gd name="connsiteX0" fmla="*/ 578069 w 1156138"/>
              <a:gd name="connsiteY0" fmla="*/ 0 h 1156138"/>
              <a:gd name="connsiteX1" fmla="*/ 1156138 w 1156138"/>
              <a:gd name="connsiteY1" fmla="*/ 578069 h 1156138"/>
              <a:gd name="connsiteX2" fmla="*/ 578069 w 1156138"/>
              <a:gd name="connsiteY2" fmla="*/ 1156138 h 1156138"/>
              <a:gd name="connsiteX3" fmla="*/ 0 w 1156138"/>
              <a:gd name="connsiteY3" fmla="*/ 578069 h 1156138"/>
              <a:gd name="connsiteX4" fmla="*/ 578069 w 1156138"/>
              <a:gd name="connsiteY4" fmla="*/ 0 h 115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6138" h="1156138">
                <a:moveTo>
                  <a:pt x="578069" y="0"/>
                </a:moveTo>
                <a:cubicBezTo>
                  <a:pt x="897328" y="0"/>
                  <a:pt x="1156138" y="258810"/>
                  <a:pt x="1156138" y="578069"/>
                </a:cubicBezTo>
                <a:cubicBezTo>
                  <a:pt x="1156138" y="897328"/>
                  <a:pt x="897328" y="1156138"/>
                  <a:pt x="578069" y="1156138"/>
                </a:cubicBezTo>
                <a:cubicBezTo>
                  <a:pt x="258810" y="1156138"/>
                  <a:pt x="0" y="897328"/>
                  <a:pt x="0" y="578069"/>
                </a:cubicBezTo>
                <a:cubicBezTo>
                  <a:pt x="0" y="258810"/>
                  <a:pt x="258810" y="0"/>
                  <a:pt x="578069" y="0"/>
                </a:cubicBez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rtlCol="0">
            <a:noAutofit/>
          </a:bodyPr>
          <a:lstStyle>
            <a:lvl1pPr>
              <a:defRPr sz="800"/>
            </a:lvl1pPr>
          </a:lstStyle>
          <a:p>
            <a:pPr lvl="0"/>
            <a:endParaRPr lang="en-ID" noProof="0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9D3030C0-223C-4913-AADA-F6F496ED3C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75538" y="364220"/>
            <a:ext cx="6640924" cy="705756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b="1">
                <a:latin typeface="+mj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12FCC5D0-C112-4903-BB22-33DF07A6520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 smtClean="0">
                <a:solidFill>
                  <a:schemeClr val="tx1">
                    <a:tint val="75000"/>
                  </a:schemeClr>
                </a:solidFill>
                <a:latin typeface="Filson Soft Book" panose="00000500000000000000" pitchFamily="50" charset="0"/>
              </a:defRPr>
            </a:lvl1pPr>
          </a:lstStyle>
          <a:p>
            <a:pPr>
              <a:defRPr/>
            </a:pPr>
            <a:fld id="{E8DCCB99-DB85-4657-9039-9DC7A59A99BF}" type="datetime2">
              <a:rPr lang="en-IN" smtClean="0"/>
              <a:t>Monday, 23 June 2025</a:t>
            </a:fld>
            <a:endParaRPr lang="en-ID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B16AD10A-EAF6-42AC-B1BF-93C1B7A0175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lang="en-ID" sz="1000" kern="1200" smtClean="0">
                <a:solidFill>
                  <a:schemeClr val="tx1">
                    <a:tint val="75000"/>
                  </a:schemeClr>
                </a:solidFill>
                <a:latin typeface="Filson Soft Book" panose="00000500000000000000" pitchFamily="50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0C63ABC1-FCA5-4532-B2D3-8B4262AB1D0E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6670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ID" altLang="en-US"/>
          </a:p>
        </p:txBody>
      </p:sp>
      <p:sp>
        <p:nvSpPr>
          <p:cNvPr id="1027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ID" altLang="en-US"/>
          </a:p>
        </p:txBody>
      </p:sp>
      <p:pic>
        <p:nvPicPr>
          <p:cNvPr id="1028" name="Picture 6"/>
          <p:cNvPicPr>
            <a:picLocks noChangeAspect="1"/>
          </p:cNvPicPr>
          <p:nvPr userDrawn="1"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7063" y="6318250"/>
            <a:ext cx="1119187" cy="33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12FCC5D0-C112-4903-BB22-33DF07A652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6205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 smtClean="0">
                <a:solidFill>
                  <a:schemeClr val="tx1">
                    <a:tint val="75000"/>
                  </a:schemeClr>
                </a:solidFill>
                <a:latin typeface="Filson Soft Book" panose="00000500000000000000" pitchFamily="50" charset="0"/>
              </a:defRPr>
            </a:lvl1pPr>
          </a:lstStyle>
          <a:p>
            <a:pPr>
              <a:defRPr/>
            </a:pPr>
            <a:fld id="{3DBABA29-F346-44EF-AB0C-4E81943F60E3}" type="datetime2">
              <a:rPr lang="en-IN" smtClean="0"/>
              <a:t>Monday, 23 June 2025</a:t>
            </a:fld>
            <a:endParaRPr lang="en-ID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16AD10A-EAF6-42AC-B1BF-93C1B7A017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8588" y="6356350"/>
            <a:ext cx="3905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lang="en-ID" sz="1000" kern="1200" smtClean="0">
                <a:solidFill>
                  <a:schemeClr val="tx1">
                    <a:tint val="75000"/>
                  </a:schemeClr>
                </a:solidFill>
                <a:latin typeface="Filson Soft Book" panose="00000500000000000000" pitchFamily="50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A4DB7BCB-B58F-4063-9546-8F3B6D472BC4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  <p:sldLayoutId id="2147483798" r:id="rId12"/>
    <p:sldLayoutId id="2147483799" r:id="rId13"/>
    <p:sldLayoutId id="2147483800" r:id="rId14"/>
    <p:sldLayoutId id="2147483801" r:id="rId15"/>
    <p:sldLayoutId id="2147483802" r:id="rId16"/>
    <p:sldLayoutId id="2147483803" r:id="rId17"/>
    <p:sldLayoutId id="2147483804" r:id="rId18"/>
    <p:sldLayoutId id="2147483805" r:id="rId19"/>
    <p:sldLayoutId id="2147483806" r:id="rId20"/>
    <p:sldLayoutId id="2147483807" r:id="rId21"/>
    <p:sldLayoutId id="2147483808" r:id="rId22"/>
    <p:sldLayoutId id="2147483809" r:id="rId23"/>
  </p:sldLayoutIdLst>
  <p:hf hdr="0" ftr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ilson Pro Medium" panose="02000000000000000000" pitchFamily="50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ilson Pro Medium" panose="02000000000000000000" pitchFamily="50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ilson Pro Medium" panose="02000000000000000000" pitchFamily="50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ilson Pro Medium" panose="02000000000000000000" pitchFamily="50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erriWeather" pitchFamily="2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erriWeather" pitchFamily="2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erriWeather" pitchFamily="2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erriWeather" pitchFamily="2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209C9F-298C-42E8-9EE4-B9D37477A98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6335BE9-F9CD-4B2C-8064-3146A541C94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D"/>
          </a:p>
        </p:txBody>
      </p:sp>
      <p:pic>
        <p:nvPicPr>
          <p:cNvPr id="27652" name="Picture 6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3875" y="5902325"/>
            <a:ext cx="2386013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3466531" y="2622847"/>
            <a:ext cx="728098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5400">
                <a:solidFill>
                  <a:schemeClr val="bg1"/>
                </a:solidFill>
                <a:latin typeface="+mj-lt"/>
              </a:rPr>
              <a:t>Internet /Mobile Banking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37">
            <a:extLst>
              <a:ext uri="{FF2B5EF4-FFF2-40B4-BE49-F238E27FC236}">
                <a16:creationId xmlns:a16="http://schemas.microsoft.com/office/drawing/2014/main" id="{0AC0908D-82D4-49AE-9D66-1E00434298C0}"/>
              </a:ext>
            </a:extLst>
          </p:cNvPr>
          <p:cNvSpPr/>
          <p:nvPr/>
        </p:nvSpPr>
        <p:spPr>
          <a:xfrm>
            <a:off x="-1924326" y="-1871804"/>
            <a:ext cx="5035660" cy="5035660"/>
          </a:xfrm>
          <a:custGeom>
            <a:avLst/>
            <a:gdLst>
              <a:gd name="connsiteX0" fmla="*/ 1600200 w 3505200"/>
              <a:gd name="connsiteY0" fmla="*/ 191 h 3505200"/>
              <a:gd name="connsiteX1" fmla="*/ 1600391 w 3505200"/>
              <a:gd name="connsiteY1" fmla="*/ 0 h 3505200"/>
              <a:gd name="connsiteX2" fmla="*/ 1600581 w 3505200"/>
              <a:gd name="connsiteY2" fmla="*/ 191 h 3505200"/>
              <a:gd name="connsiteX3" fmla="*/ 1600391 w 3505200"/>
              <a:gd name="connsiteY3" fmla="*/ 381 h 3505200"/>
              <a:gd name="connsiteX4" fmla="*/ 1600200 w 3505200"/>
              <a:gd name="connsiteY4" fmla="*/ 191 h 3505200"/>
              <a:gd name="connsiteX5" fmla="*/ 1676591 w 3505200"/>
              <a:gd name="connsiteY5" fmla="*/ 381 h 3505200"/>
              <a:gd name="connsiteX6" fmla="*/ 1676781 w 3505200"/>
              <a:gd name="connsiteY6" fmla="*/ 191 h 3505200"/>
              <a:gd name="connsiteX7" fmla="*/ 1676591 w 3505200"/>
              <a:gd name="connsiteY7" fmla="*/ 0 h 3505200"/>
              <a:gd name="connsiteX8" fmla="*/ 1676400 w 3505200"/>
              <a:gd name="connsiteY8" fmla="*/ 191 h 3505200"/>
              <a:gd name="connsiteX9" fmla="*/ 1676591 w 3505200"/>
              <a:gd name="connsiteY9" fmla="*/ 381 h 3505200"/>
              <a:gd name="connsiteX10" fmla="*/ 1752791 w 3505200"/>
              <a:gd name="connsiteY10" fmla="*/ 381 h 3505200"/>
              <a:gd name="connsiteX11" fmla="*/ 1752981 w 3505200"/>
              <a:gd name="connsiteY11" fmla="*/ 191 h 3505200"/>
              <a:gd name="connsiteX12" fmla="*/ 1752791 w 3505200"/>
              <a:gd name="connsiteY12" fmla="*/ 0 h 3505200"/>
              <a:gd name="connsiteX13" fmla="*/ 1752600 w 3505200"/>
              <a:gd name="connsiteY13" fmla="*/ 191 h 3505200"/>
              <a:gd name="connsiteX14" fmla="*/ 1752791 w 3505200"/>
              <a:gd name="connsiteY14" fmla="*/ 381 h 3505200"/>
              <a:gd name="connsiteX15" fmla="*/ 1828991 w 3505200"/>
              <a:gd name="connsiteY15" fmla="*/ 381 h 3505200"/>
              <a:gd name="connsiteX16" fmla="*/ 1829181 w 3505200"/>
              <a:gd name="connsiteY16" fmla="*/ 191 h 3505200"/>
              <a:gd name="connsiteX17" fmla="*/ 1828991 w 3505200"/>
              <a:gd name="connsiteY17" fmla="*/ 0 h 3505200"/>
              <a:gd name="connsiteX18" fmla="*/ 1828800 w 3505200"/>
              <a:gd name="connsiteY18" fmla="*/ 191 h 3505200"/>
              <a:gd name="connsiteX19" fmla="*/ 1828991 w 3505200"/>
              <a:gd name="connsiteY19" fmla="*/ 381 h 3505200"/>
              <a:gd name="connsiteX20" fmla="*/ 1905191 w 3505200"/>
              <a:gd name="connsiteY20" fmla="*/ 381 h 3505200"/>
              <a:gd name="connsiteX21" fmla="*/ 1905381 w 3505200"/>
              <a:gd name="connsiteY21" fmla="*/ 191 h 3505200"/>
              <a:gd name="connsiteX22" fmla="*/ 1905191 w 3505200"/>
              <a:gd name="connsiteY22" fmla="*/ 0 h 3505200"/>
              <a:gd name="connsiteX23" fmla="*/ 1905000 w 3505200"/>
              <a:gd name="connsiteY23" fmla="*/ 191 h 3505200"/>
              <a:gd name="connsiteX24" fmla="*/ 1905191 w 3505200"/>
              <a:gd name="connsiteY24" fmla="*/ 381 h 3505200"/>
              <a:gd name="connsiteX25" fmla="*/ 1219391 w 3505200"/>
              <a:gd name="connsiteY25" fmla="*/ 76581 h 3505200"/>
              <a:gd name="connsiteX26" fmla="*/ 1219581 w 3505200"/>
              <a:gd name="connsiteY26" fmla="*/ 76391 h 3505200"/>
              <a:gd name="connsiteX27" fmla="*/ 1219391 w 3505200"/>
              <a:gd name="connsiteY27" fmla="*/ 76200 h 3505200"/>
              <a:gd name="connsiteX28" fmla="*/ 1219200 w 3505200"/>
              <a:gd name="connsiteY28" fmla="*/ 76391 h 3505200"/>
              <a:gd name="connsiteX29" fmla="*/ 1219391 w 3505200"/>
              <a:gd name="connsiteY29" fmla="*/ 76581 h 3505200"/>
              <a:gd name="connsiteX30" fmla="*/ 1295591 w 3505200"/>
              <a:gd name="connsiteY30" fmla="*/ 76867 h 3505200"/>
              <a:gd name="connsiteX31" fmla="*/ 1295972 w 3505200"/>
              <a:gd name="connsiteY31" fmla="*/ 76486 h 3505200"/>
              <a:gd name="connsiteX32" fmla="*/ 1295591 w 3505200"/>
              <a:gd name="connsiteY32" fmla="*/ 76105 h 3505200"/>
              <a:gd name="connsiteX33" fmla="*/ 1295210 w 3505200"/>
              <a:gd name="connsiteY33" fmla="*/ 76486 h 3505200"/>
              <a:gd name="connsiteX34" fmla="*/ 1295591 w 3505200"/>
              <a:gd name="connsiteY34" fmla="*/ 76867 h 3505200"/>
              <a:gd name="connsiteX35" fmla="*/ 1371791 w 3505200"/>
              <a:gd name="connsiteY35" fmla="*/ 77057 h 3505200"/>
              <a:gd name="connsiteX36" fmla="*/ 1372457 w 3505200"/>
              <a:gd name="connsiteY36" fmla="*/ 76391 h 3505200"/>
              <a:gd name="connsiteX37" fmla="*/ 1371791 w 3505200"/>
              <a:gd name="connsiteY37" fmla="*/ 75724 h 3505200"/>
              <a:gd name="connsiteX38" fmla="*/ 1371124 w 3505200"/>
              <a:gd name="connsiteY38" fmla="*/ 76391 h 3505200"/>
              <a:gd name="connsiteX39" fmla="*/ 1371791 w 3505200"/>
              <a:gd name="connsiteY39" fmla="*/ 77057 h 3505200"/>
              <a:gd name="connsiteX40" fmla="*/ 1447991 w 3505200"/>
              <a:gd name="connsiteY40" fmla="*/ 77248 h 3505200"/>
              <a:gd name="connsiteX41" fmla="*/ 1448848 w 3505200"/>
              <a:gd name="connsiteY41" fmla="*/ 76391 h 3505200"/>
              <a:gd name="connsiteX42" fmla="*/ 1447991 w 3505200"/>
              <a:gd name="connsiteY42" fmla="*/ 75533 h 3505200"/>
              <a:gd name="connsiteX43" fmla="*/ 1447133 w 3505200"/>
              <a:gd name="connsiteY43" fmla="*/ 76391 h 3505200"/>
              <a:gd name="connsiteX44" fmla="*/ 1447991 w 3505200"/>
              <a:gd name="connsiteY44" fmla="*/ 77248 h 3505200"/>
              <a:gd name="connsiteX45" fmla="*/ 1524191 w 3505200"/>
              <a:gd name="connsiteY45" fmla="*/ 77438 h 3505200"/>
              <a:gd name="connsiteX46" fmla="*/ 1525238 w 3505200"/>
              <a:gd name="connsiteY46" fmla="*/ 76391 h 3505200"/>
              <a:gd name="connsiteX47" fmla="*/ 1524191 w 3505200"/>
              <a:gd name="connsiteY47" fmla="*/ 75343 h 3505200"/>
              <a:gd name="connsiteX48" fmla="*/ 1523143 w 3505200"/>
              <a:gd name="connsiteY48" fmla="*/ 76391 h 3505200"/>
              <a:gd name="connsiteX49" fmla="*/ 1524191 w 3505200"/>
              <a:gd name="connsiteY49" fmla="*/ 77438 h 3505200"/>
              <a:gd name="connsiteX50" fmla="*/ 1600391 w 3505200"/>
              <a:gd name="connsiteY50" fmla="*/ 77724 h 3505200"/>
              <a:gd name="connsiteX51" fmla="*/ 1601629 w 3505200"/>
              <a:gd name="connsiteY51" fmla="*/ 76486 h 3505200"/>
              <a:gd name="connsiteX52" fmla="*/ 1600391 w 3505200"/>
              <a:gd name="connsiteY52" fmla="*/ 75248 h 3505200"/>
              <a:gd name="connsiteX53" fmla="*/ 1599152 w 3505200"/>
              <a:gd name="connsiteY53" fmla="*/ 76486 h 3505200"/>
              <a:gd name="connsiteX54" fmla="*/ 1600391 w 3505200"/>
              <a:gd name="connsiteY54" fmla="*/ 77724 h 3505200"/>
              <a:gd name="connsiteX55" fmla="*/ 1676591 w 3505200"/>
              <a:gd name="connsiteY55" fmla="*/ 77724 h 3505200"/>
              <a:gd name="connsiteX56" fmla="*/ 1677829 w 3505200"/>
              <a:gd name="connsiteY56" fmla="*/ 76486 h 3505200"/>
              <a:gd name="connsiteX57" fmla="*/ 1676591 w 3505200"/>
              <a:gd name="connsiteY57" fmla="*/ 75248 h 3505200"/>
              <a:gd name="connsiteX58" fmla="*/ 1675352 w 3505200"/>
              <a:gd name="connsiteY58" fmla="*/ 76486 h 3505200"/>
              <a:gd name="connsiteX59" fmla="*/ 1676591 w 3505200"/>
              <a:gd name="connsiteY59" fmla="*/ 77724 h 3505200"/>
              <a:gd name="connsiteX60" fmla="*/ 1752791 w 3505200"/>
              <a:gd name="connsiteY60" fmla="*/ 77724 h 3505200"/>
              <a:gd name="connsiteX61" fmla="*/ 1754029 w 3505200"/>
              <a:gd name="connsiteY61" fmla="*/ 76486 h 3505200"/>
              <a:gd name="connsiteX62" fmla="*/ 1752791 w 3505200"/>
              <a:gd name="connsiteY62" fmla="*/ 75248 h 3505200"/>
              <a:gd name="connsiteX63" fmla="*/ 1751552 w 3505200"/>
              <a:gd name="connsiteY63" fmla="*/ 76486 h 3505200"/>
              <a:gd name="connsiteX64" fmla="*/ 1752791 w 3505200"/>
              <a:gd name="connsiteY64" fmla="*/ 77724 h 3505200"/>
              <a:gd name="connsiteX65" fmla="*/ 1828991 w 3505200"/>
              <a:gd name="connsiteY65" fmla="*/ 77724 h 3505200"/>
              <a:gd name="connsiteX66" fmla="*/ 1830229 w 3505200"/>
              <a:gd name="connsiteY66" fmla="*/ 76486 h 3505200"/>
              <a:gd name="connsiteX67" fmla="*/ 1828991 w 3505200"/>
              <a:gd name="connsiteY67" fmla="*/ 75248 h 3505200"/>
              <a:gd name="connsiteX68" fmla="*/ 1827752 w 3505200"/>
              <a:gd name="connsiteY68" fmla="*/ 76486 h 3505200"/>
              <a:gd name="connsiteX69" fmla="*/ 1828991 w 3505200"/>
              <a:gd name="connsiteY69" fmla="*/ 77724 h 3505200"/>
              <a:gd name="connsiteX70" fmla="*/ 1905191 w 3505200"/>
              <a:gd name="connsiteY70" fmla="*/ 77724 h 3505200"/>
              <a:gd name="connsiteX71" fmla="*/ 1906429 w 3505200"/>
              <a:gd name="connsiteY71" fmla="*/ 76486 h 3505200"/>
              <a:gd name="connsiteX72" fmla="*/ 1905191 w 3505200"/>
              <a:gd name="connsiteY72" fmla="*/ 75248 h 3505200"/>
              <a:gd name="connsiteX73" fmla="*/ 1903952 w 3505200"/>
              <a:gd name="connsiteY73" fmla="*/ 76486 h 3505200"/>
              <a:gd name="connsiteX74" fmla="*/ 1905191 w 3505200"/>
              <a:gd name="connsiteY74" fmla="*/ 77724 h 3505200"/>
              <a:gd name="connsiteX75" fmla="*/ 1981391 w 3505200"/>
              <a:gd name="connsiteY75" fmla="*/ 77438 h 3505200"/>
              <a:gd name="connsiteX76" fmla="*/ 1982438 w 3505200"/>
              <a:gd name="connsiteY76" fmla="*/ 76391 h 3505200"/>
              <a:gd name="connsiteX77" fmla="*/ 1981391 w 3505200"/>
              <a:gd name="connsiteY77" fmla="*/ 75343 h 3505200"/>
              <a:gd name="connsiteX78" fmla="*/ 1980343 w 3505200"/>
              <a:gd name="connsiteY78" fmla="*/ 76391 h 3505200"/>
              <a:gd name="connsiteX79" fmla="*/ 1981391 w 3505200"/>
              <a:gd name="connsiteY79" fmla="*/ 77438 h 3505200"/>
              <a:gd name="connsiteX80" fmla="*/ 2057591 w 3505200"/>
              <a:gd name="connsiteY80" fmla="*/ 77248 h 3505200"/>
              <a:gd name="connsiteX81" fmla="*/ 2058448 w 3505200"/>
              <a:gd name="connsiteY81" fmla="*/ 76391 h 3505200"/>
              <a:gd name="connsiteX82" fmla="*/ 2057591 w 3505200"/>
              <a:gd name="connsiteY82" fmla="*/ 75533 h 3505200"/>
              <a:gd name="connsiteX83" fmla="*/ 2056733 w 3505200"/>
              <a:gd name="connsiteY83" fmla="*/ 76391 h 3505200"/>
              <a:gd name="connsiteX84" fmla="*/ 2057591 w 3505200"/>
              <a:gd name="connsiteY84" fmla="*/ 77248 h 3505200"/>
              <a:gd name="connsiteX85" fmla="*/ 2133791 w 3505200"/>
              <a:gd name="connsiteY85" fmla="*/ 77057 h 3505200"/>
              <a:gd name="connsiteX86" fmla="*/ 2134457 w 3505200"/>
              <a:gd name="connsiteY86" fmla="*/ 76391 h 3505200"/>
              <a:gd name="connsiteX87" fmla="*/ 2133791 w 3505200"/>
              <a:gd name="connsiteY87" fmla="*/ 75724 h 3505200"/>
              <a:gd name="connsiteX88" fmla="*/ 2133124 w 3505200"/>
              <a:gd name="connsiteY88" fmla="*/ 76391 h 3505200"/>
              <a:gd name="connsiteX89" fmla="*/ 2133791 w 3505200"/>
              <a:gd name="connsiteY89" fmla="*/ 77057 h 3505200"/>
              <a:gd name="connsiteX90" fmla="*/ 2209991 w 3505200"/>
              <a:gd name="connsiteY90" fmla="*/ 76867 h 3505200"/>
              <a:gd name="connsiteX91" fmla="*/ 2210372 w 3505200"/>
              <a:gd name="connsiteY91" fmla="*/ 76486 h 3505200"/>
              <a:gd name="connsiteX92" fmla="*/ 2209991 w 3505200"/>
              <a:gd name="connsiteY92" fmla="*/ 76105 h 3505200"/>
              <a:gd name="connsiteX93" fmla="*/ 2209610 w 3505200"/>
              <a:gd name="connsiteY93" fmla="*/ 76486 h 3505200"/>
              <a:gd name="connsiteX94" fmla="*/ 2209991 w 3505200"/>
              <a:gd name="connsiteY94" fmla="*/ 76867 h 3505200"/>
              <a:gd name="connsiteX95" fmla="*/ 2286191 w 3505200"/>
              <a:gd name="connsiteY95" fmla="*/ 76581 h 3505200"/>
              <a:gd name="connsiteX96" fmla="*/ 2286381 w 3505200"/>
              <a:gd name="connsiteY96" fmla="*/ 76391 h 3505200"/>
              <a:gd name="connsiteX97" fmla="*/ 2286191 w 3505200"/>
              <a:gd name="connsiteY97" fmla="*/ 76200 h 3505200"/>
              <a:gd name="connsiteX98" fmla="*/ 2286000 w 3505200"/>
              <a:gd name="connsiteY98" fmla="*/ 76391 h 3505200"/>
              <a:gd name="connsiteX99" fmla="*/ 2286191 w 3505200"/>
              <a:gd name="connsiteY99" fmla="*/ 76581 h 3505200"/>
              <a:gd name="connsiteX100" fmla="*/ 1066991 w 3505200"/>
              <a:gd name="connsiteY100" fmla="*/ 153067 h 3505200"/>
              <a:gd name="connsiteX101" fmla="*/ 1067372 w 3505200"/>
              <a:gd name="connsiteY101" fmla="*/ 152686 h 3505200"/>
              <a:gd name="connsiteX102" fmla="*/ 1066991 w 3505200"/>
              <a:gd name="connsiteY102" fmla="*/ 152305 h 3505200"/>
              <a:gd name="connsiteX103" fmla="*/ 1066610 w 3505200"/>
              <a:gd name="connsiteY103" fmla="*/ 152686 h 3505200"/>
              <a:gd name="connsiteX104" fmla="*/ 1066991 w 3505200"/>
              <a:gd name="connsiteY104" fmla="*/ 153067 h 3505200"/>
              <a:gd name="connsiteX105" fmla="*/ 1143191 w 3505200"/>
              <a:gd name="connsiteY105" fmla="*/ 153257 h 3505200"/>
              <a:gd name="connsiteX106" fmla="*/ 1143857 w 3505200"/>
              <a:gd name="connsiteY106" fmla="*/ 152591 h 3505200"/>
              <a:gd name="connsiteX107" fmla="*/ 1143191 w 3505200"/>
              <a:gd name="connsiteY107" fmla="*/ 151924 h 3505200"/>
              <a:gd name="connsiteX108" fmla="*/ 1142524 w 3505200"/>
              <a:gd name="connsiteY108" fmla="*/ 152591 h 3505200"/>
              <a:gd name="connsiteX109" fmla="*/ 1143191 w 3505200"/>
              <a:gd name="connsiteY109" fmla="*/ 153257 h 3505200"/>
              <a:gd name="connsiteX110" fmla="*/ 1219391 w 3505200"/>
              <a:gd name="connsiteY110" fmla="*/ 153638 h 3505200"/>
              <a:gd name="connsiteX111" fmla="*/ 1220438 w 3505200"/>
              <a:gd name="connsiteY111" fmla="*/ 152591 h 3505200"/>
              <a:gd name="connsiteX112" fmla="*/ 1219391 w 3505200"/>
              <a:gd name="connsiteY112" fmla="*/ 151543 h 3505200"/>
              <a:gd name="connsiteX113" fmla="*/ 1218343 w 3505200"/>
              <a:gd name="connsiteY113" fmla="*/ 152591 h 3505200"/>
              <a:gd name="connsiteX114" fmla="*/ 1219391 w 3505200"/>
              <a:gd name="connsiteY114" fmla="*/ 153638 h 3505200"/>
              <a:gd name="connsiteX115" fmla="*/ 1295591 w 3505200"/>
              <a:gd name="connsiteY115" fmla="*/ 154115 h 3505200"/>
              <a:gd name="connsiteX116" fmla="*/ 1297114 w 3505200"/>
              <a:gd name="connsiteY116" fmla="*/ 152591 h 3505200"/>
              <a:gd name="connsiteX117" fmla="*/ 1295591 w 3505200"/>
              <a:gd name="connsiteY117" fmla="*/ 151067 h 3505200"/>
              <a:gd name="connsiteX118" fmla="*/ 1294067 w 3505200"/>
              <a:gd name="connsiteY118" fmla="*/ 152591 h 3505200"/>
              <a:gd name="connsiteX119" fmla="*/ 1295591 w 3505200"/>
              <a:gd name="connsiteY119" fmla="*/ 154115 h 3505200"/>
              <a:gd name="connsiteX120" fmla="*/ 1371791 w 3505200"/>
              <a:gd name="connsiteY120" fmla="*/ 154305 h 3505200"/>
              <a:gd name="connsiteX121" fmla="*/ 1373505 w 3505200"/>
              <a:gd name="connsiteY121" fmla="*/ 152591 h 3505200"/>
              <a:gd name="connsiteX122" fmla="*/ 1371791 w 3505200"/>
              <a:gd name="connsiteY122" fmla="*/ 150876 h 3505200"/>
              <a:gd name="connsiteX123" fmla="*/ 1370076 w 3505200"/>
              <a:gd name="connsiteY123" fmla="*/ 152591 h 3505200"/>
              <a:gd name="connsiteX124" fmla="*/ 1371791 w 3505200"/>
              <a:gd name="connsiteY124" fmla="*/ 154305 h 3505200"/>
              <a:gd name="connsiteX125" fmla="*/ 1447991 w 3505200"/>
              <a:gd name="connsiteY125" fmla="*/ 154496 h 3505200"/>
              <a:gd name="connsiteX126" fmla="*/ 1449896 w 3505200"/>
              <a:gd name="connsiteY126" fmla="*/ 152591 h 3505200"/>
              <a:gd name="connsiteX127" fmla="*/ 1447991 w 3505200"/>
              <a:gd name="connsiteY127" fmla="*/ 150686 h 3505200"/>
              <a:gd name="connsiteX128" fmla="*/ 1446086 w 3505200"/>
              <a:gd name="connsiteY128" fmla="*/ 152591 h 3505200"/>
              <a:gd name="connsiteX129" fmla="*/ 1447991 w 3505200"/>
              <a:gd name="connsiteY129" fmla="*/ 154496 h 3505200"/>
              <a:gd name="connsiteX130" fmla="*/ 1524191 w 3505200"/>
              <a:gd name="connsiteY130" fmla="*/ 154686 h 3505200"/>
              <a:gd name="connsiteX131" fmla="*/ 1526286 w 3505200"/>
              <a:gd name="connsiteY131" fmla="*/ 152591 h 3505200"/>
              <a:gd name="connsiteX132" fmla="*/ 1524191 w 3505200"/>
              <a:gd name="connsiteY132" fmla="*/ 150495 h 3505200"/>
              <a:gd name="connsiteX133" fmla="*/ 1522095 w 3505200"/>
              <a:gd name="connsiteY133" fmla="*/ 152591 h 3505200"/>
              <a:gd name="connsiteX134" fmla="*/ 1524191 w 3505200"/>
              <a:gd name="connsiteY134" fmla="*/ 154686 h 3505200"/>
              <a:gd name="connsiteX135" fmla="*/ 1600391 w 3505200"/>
              <a:gd name="connsiteY135" fmla="*/ 154972 h 3505200"/>
              <a:gd name="connsiteX136" fmla="*/ 1602677 w 3505200"/>
              <a:gd name="connsiteY136" fmla="*/ 152686 h 3505200"/>
              <a:gd name="connsiteX137" fmla="*/ 1600391 w 3505200"/>
              <a:gd name="connsiteY137" fmla="*/ 150400 h 3505200"/>
              <a:gd name="connsiteX138" fmla="*/ 1598105 w 3505200"/>
              <a:gd name="connsiteY138" fmla="*/ 152686 h 3505200"/>
              <a:gd name="connsiteX139" fmla="*/ 1600391 w 3505200"/>
              <a:gd name="connsiteY139" fmla="*/ 154972 h 3505200"/>
              <a:gd name="connsiteX140" fmla="*/ 1676591 w 3505200"/>
              <a:gd name="connsiteY140" fmla="*/ 154972 h 3505200"/>
              <a:gd name="connsiteX141" fmla="*/ 1678877 w 3505200"/>
              <a:gd name="connsiteY141" fmla="*/ 152686 h 3505200"/>
              <a:gd name="connsiteX142" fmla="*/ 1676591 w 3505200"/>
              <a:gd name="connsiteY142" fmla="*/ 150400 h 3505200"/>
              <a:gd name="connsiteX143" fmla="*/ 1674305 w 3505200"/>
              <a:gd name="connsiteY143" fmla="*/ 152686 h 3505200"/>
              <a:gd name="connsiteX144" fmla="*/ 1676591 w 3505200"/>
              <a:gd name="connsiteY144" fmla="*/ 154972 h 3505200"/>
              <a:gd name="connsiteX145" fmla="*/ 1752791 w 3505200"/>
              <a:gd name="connsiteY145" fmla="*/ 155162 h 3505200"/>
              <a:gd name="connsiteX146" fmla="*/ 1755362 w 3505200"/>
              <a:gd name="connsiteY146" fmla="*/ 152591 h 3505200"/>
              <a:gd name="connsiteX147" fmla="*/ 1752791 w 3505200"/>
              <a:gd name="connsiteY147" fmla="*/ 150019 h 3505200"/>
              <a:gd name="connsiteX148" fmla="*/ 1750219 w 3505200"/>
              <a:gd name="connsiteY148" fmla="*/ 152591 h 3505200"/>
              <a:gd name="connsiteX149" fmla="*/ 1752791 w 3505200"/>
              <a:gd name="connsiteY149" fmla="*/ 155162 h 3505200"/>
              <a:gd name="connsiteX150" fmla="*/ 1828991 w 3505200"/>
              <a:gd name="connsiteY150" fmla="*/ 154972 h 3505200"/>
              <a:gd name="connsiteX151" fmla="*/ 1831277 w 3505200"/>
              <a:gd name="connsiteY151" fmla="*/ 152686 h 3505200"/>
              <a:gd name="connsiteX152" fmla="*/ 1828991 w 3505200"/>
              <a:gd name="connsiteY152" fmla="*/ 150400 h 3505200"/>
              <a:gd name="connsiteX153" fmla="*/ 1826705 w 3505200"/>
              <a:gd name="connsiteY153" fmla="*/ 152686 h 3505200"/>
              <a:gd name="connsiteX154" fmla="*/ 1828991 w 3505200"/>
              <a:gd name="connsiteY154" fmla="*/ 154972 h 3505200"/>
              <a:gd name="connsiteX155" fmla="*/ 1905191 w 3505200"/>
              <a:gd name="connsiteY155" fmla="*/ 154972 h 3505200"/>
              <a:gd name="connsiteX156" fmla="*/ 1907477 w 3505200"/>
              <a:gd name="connsiteY156" fmla="*/ 152686 h 3505200"/>
              <a:gd name="connsiteX157" fmla="*/ 1905191 w 3505200"/>
              <a:gd name="connsiteY157" fmla="*/ 150400 h 3505200"/>
              <a:gd name="connsiteX158" fmla="*/ 1902905 w 3505200"/>
              <a:gd name="connsiteY158" fmla="*/ 152686 h 3505200"/>
              <a:gd name="connsiteX159" fmla="*/ 1905191 w 3505200"/>
              <a:gd name="connsiteY159" fmla="*/ 154972 h 3505200"/>
              <a:gd name="connsiteX160" fmla="*/ 1981391 w 3505200"/>
              <a:gd name="connsiteY160" fmla="*/ 154686 h 3505200"/>
              <a:gd name="connsiteX161" fmla="*/ 1983486 w 3505200"/>
              <a:gd name="connsiteY161" fmla="*/ 152591 h 3505200"/>
              <a:gd name="connsiteX162" fmla="*/ 1981391 w 3505200"/>
              <a:gd name="connsiteY162" fmla="*/ 150495 h 3505200"/>
              <a:gd name="connsiteX163" fmla="*/ 1979295 w 3505200"/>
              <a:gd name="connsiteY163" fmla="*/ 152591 h 3505200"/>
              <a:gd name="connsiteX164" fmla="*/ 1981391 w 3505200"/>
              <a:gd name="connsiteY164" fmla="*/ 154686 h 3505200"/>
              <a:gd name="connsiteX165" fmla="*/ 2057591 w 3505200"/>
              <a:gd name="connsiteY165" fmla="*/ 154686 h 3505200"/>
              <a:gd name="connsiteX166" fmla="*/ 2059686 w 3505200"/>
              <a:gd name="connsiteY166" fmla="*/ 152591 h 3505200"/>
              <a:gd name="connsiteX167" fmla="*/ 2057591 w 3505200"/>
              <a:gd name="connsiteY167" fmla="*/ 150495 h 3505200"/>
              <a:gd name="connsiteX168" fmla="*/ 2055495 w 3505200"/>
              <a:gd name="connsiteY168" fmla="*/ 152591 h 3505200"/>
              <a:gd name="connsiteX169" fmla="*/ 2057591 w 3505200"/>
              <a:gd name="connsiteY169" fmla="*/ 154686 h 3505200"/>
              <a:gd name="connsiteX170" fmla="*/ 2133791 w 3505200"/>
              <a:gd name="connsiteY170" fmla="*/ 154496 h 3505200"/>
              <a:gd name="connsiteX171" fmla="*/ 2135696 w 3505200"/>
              <a:gd name="connsiteY171" fmla="*/ 152591 h 3505200"/>
              <a:gd name="connsiteX172" fmla="*/ 2133791 w 3505200"/>
              <a:gd name="connsiteY172" fmla="*/ 150686 h 3505200"/>
              <a:gd name="connsiteX173" fmla="*/ 2131886 w 3505200"/>
              <a:gd name="connsiteY173" fmla="*/ 152591 h 3505200"/>
              <a:gd name="connsiteX174" fmla="*/ 2133791 w 3505200"/>
              <a:gd name="connsiteY174" fmla="*/ 154496 h 3505200"/>
              <a:gd name="connsiteX175" fmla="*/ 2209991 w 3505200"/>
              <a:gd name="connsiteY175" fmla="*/ 154115 h 3505200"/>
              <a:gd name="connsiteX176" fmla="*/ 2211515 w 3505200"/>
              <a:gd name="connsiteY176" fmla="*/ 152591 h 3505200"/>
              <a:gd name="connsiteX177" fmla="*/ 2209991 w 3505200"/>
              <a:gd name="connsiteY177" fmla="*/ 151067 h 3505200"/>
              <a:gd name="connsiteX178" fmla="*/ 2208467 w 3505200"/>
              <a:gd name="connsiteY178" fmla="*/ 152591 h 3505200"/>
              <a:gd name="connsiteX179" fmla="*/ 2209991 w 3505200"/>
              <a:gd name="connsiteY179" fmla="*/ 154115 h 3505200"/>
              <a:gd name="connsiteX180" fmla="*/ 2286191 w 3505200"/>
              <a:gd name="connsiteY180" fmla="*/ 153638 h 3505200"/>
              <a:gd name="connsiteX181" fmla="*/ 2287238 w 3505200"/>
              <a:gd name="connsiteY181" fmla="*/ 152591 h 3505200"/>
              <a:gd name="connsiteX182" fmla="*/ 2286191 w 3505200"/>
              <a:gd name="connsiteY182" fmla="*/ 151543 h 3505200"/>
              <a:gd name="connsiteX183" fmla="*/ 2285143 w 3505200"/>
              <a:gd name="connsiteY183" fmla="*/ 152591 h 3505200"/>
              <a:gd name="connsiteX184" fmla="*/ 2286191 w 3505200"/>
              <a:gd name="connsiteY184" fmla="*/ 153638 h 3505200"/>
              <a:gd name="connsiteX185" fmla="*/ 2362391 w 3505200"/>
              <a:gd name="connsiteY185" fmla="*/ 153448 h 3505200"/>
              <a:gd name="connsiteX186" fmla="*/ 2363248 w 3505200"/>
              <a:gd name="connsiteY186" fmla="*/ 152591 h 3505200"/>
              <a:gd name="connsiteX187" fmla="*/ 2362391 w 3505200"/>
              <a:gd name="connsiteY187" fmla="*/ 151733 h 3505200"/>
              <a:gd name="connsiteX188" fmla="*/ 2361533 w 3505200"/>
              <a:gd name="connsiteY188" fmla="*/ 152591 h 3505200"/>
              <a:gd name="connsiteX189" fmla="*/ 2362391 w 3505200"/>
              <a:gd name="connsiteY189" fmla="*/ 153448 h 3505200"/>
              <a:gd name="connsiteX190" fmla="*/ 2438591 w 3505200"/>
              <a:gd name="connsiteY190" fmla="*/ 153067 h 3505200"/>
              <a:gd name="connsiteX191" fmla="*/ 2438972 w 3505200"/>
              <a:gd name="connsiteY191" fmla="*/ 152686 h 3505200"/>
              <a:gd name="connsiteX192" fmla="*/ 2438591 w 3505200"/>
              <a:gd name="connsiteY192" fmla="*/ 152305 h 3505200"/>
              <a:gd name="connsiteX193" fmla="*/ 2438210 w 3505200"/>
              <a:gd name="connsiteY193" fmla="*/ 152686 h 3505200"/>
              <a:gd name="connsiteX194" fmla="*/ 2438591 w 3505200"/>
              <a:gd name="connsiteY194" fmla="*/ 153067 h 3505200"/>
              <a:gd name="connsiteX195" fmla="*/ 914590 w 3505200"/>
              <a:gd name="connsiteY195" fmla="*/ 229267 h 3505200"/>
              <a:gd name="connsiteX196" fmla="*/ 914972 w 3505200"/>
              <a:gd name="connsiteY196" fmla="*/ 228886 h 3505200"/>
              <a:gd name="connsiteX197" fmla="*/ 914590 w 3505200"/>
              <a:gd name="connsiteY197" fmla="*/ 228505 h 3505200"/>
              <a:gd name="connsiteX198" fmla="*/ 914210 w 3505200"/>
              <a:gd name="connsiteY198" fmla="*/ 228886 h 3505200"/>
              <a:gd name="connsiteX199" fmla="*/ 914590 w 3505200"/>
              <a:gd name="connsiteY199" fmla="*/ 229267 h 3505200"/>
              <a:gd name="connsiteX200" fmla="*/ 990790 w 3505200"/>
              <a:gd name="connsiteY200" fmla="*/ 229648 h 3505200"/>
              <a:gd name="connsiteX201" fmla="*/ 991648 w 3505200"/>
              <a:gd name="connsiteY201" fmla="*/ 228791 h 3505200"/>
              <a:gd name="connsiteX202" fmla="*/ 990790 w 3505200"/>
              <a:gd name="connsiteY202" fmla="*/ 227933 h 3505200"/>
              <a:gd name="connsiteX203" fmla="*/ 989933 w 3505200"/>
              <a:gd name="connsiteY203" fmla="*/ 228791 h 3505200"/>
              <a:gd name="connsiteX204" fmla="*/ 990790 w 3505200"/>
              <a:gd name="connsiteY204" fmla="*/ 229648 h 3505200"/>
              <a:gd name="connsiteX205" fmla="*/ 1066991 w 3505200"/>
              <a:gd name="connsiteY205" fmla="*/ 230124 h 3505200"/>
              <a:gd name="connsiteX206" fmla="*/ 1068229 w 3505200"/>
              <a:gd name="connsiteY206" fmla="*/ 228886 h 3505200"/>
              <a:gd name="connsiteX207" fmla="*/ 1066991 w 3505200"/>
              <a:gd name="connsiteY207" fmla="*/ 227648 h 3505200"/>
              <a:gd name="connsiteX208" fmla="*/ 1065752 w 3505200"/>
              <a:gd name="connsiteY208" fmla="*/ 228886 h 3505200"/>
              <a:gd name="connsiteX209" fmla="*/ 1066991 w 3505200"/>
              <a:gd name="connsiteY209" fmla="*/ 230124 h 3505200"/>
              <a:gd name="connsiteX210" fmla="*/ 1143191 w 3505200"/>
              <a:gd name="connsiteY210" fmla="*/ 230696 h 3505200"/>
              <a:gd name="connsiteX211" fmla="*/ 1145096 w 3505200"/>
              <a:gd name="connsiteY211" fmla="*/ 228791 h 3505200"/>
              <a:gd name="connsiteX212" fmla="*/ 1143191 w 3505200"/>
              <a:gd name="connsiteY212" fmla="*/ 226886 h 3505200"/>
              <a:gd name="connsiteX213" fmla="*/ 1141286 w 3505200"/>
              <a:gd name="connsiteY213" fmla="*/ 228791 h 3505200"/>
              <a:gd name="connsiteX214" fmla="*/ 1143191 w 3505200"/>
              <a:gd name="connsiteY214" fmla="*/ 230696 h 3505200"/>
              <a:gd name="connsiteX215" fmla="*/ 1219391 w 3505200"/>
              <a:gd name="connsiteY215" fmla="*/ 230886 h 3505200"/>
              <a:gd name="connsiteX216" fmla="*/ 1221486 w 3505200"/>
              <a:gd name="connsiteY216" fmla="*/ 228791 h 3505200"/>
              <a:gd name="connsiteX217" fmla="*/ 1219391 w 3505200"/>
              <a:gd name="connsiteY217" fmla="*/ 226695 h 3505200"/>
              <a:gd name="connsiteX218" fmla="*/ 1217295 w 3505200"/>
              <a:gd name="connsiteY218" fmla="*/ 228791 h 3505200"/>
              <a:gd name="connsiteX219" fmla="*/ 1219391 w 3505200"/>
              <a:gd name="connsiteY219" fmla="*/ 230886 h 3505200"/>
              <a:gd name="connsiteX220" fmla="*/ 1295591 w 3505200"/>
              <a:gd name="connsiteY220" fmla="*/ 231362 h 3505200"/>
              <a:gd name="connsiteX221" fmla="*/ 1298162 w 3505200"/>
              <a:gd name="connsiteY221" fmla="*/ 228791 h 3505200"/>
              <a:gd name="connsiteX222" fmla="*/ 1295591 w 3505200"/>
              <a:gd name="connsiteY222" fmla="*/ 226219 h 3505200"/>
              <a:gd name="connsiteX223" fmla="*/ 1293019 w 3505200"/>
              <a:gd name="connsiteY223" fmla="*/ 228791 h 3505200"/>
              <a:gd name="connsiteX224" fmla="*/ 1295591 w 3505200"/>
              <a:gd name="connsiteY224" fmla="*/ 231362 h 3505200"/>
              <a:gd name="connsiteX225" fmla="*/ 1371791 w 3505200"/>
              <a:gd name="connsiteY225" fmla="*/ 231743 h 3505200"/>
              <a:gd name="connsiteX226" fmla="*/ 1374743 w 3505200"/>
              <a:gd name="connsiteY226" fmla="*/ 228791 h 3505200"/>
              <a:gd name="connsiteX227" fmla="*/ 1371791 w 3505200"/>
              <a:gd name="connsiteY227" fmla="*/ 225838 h 3505200"/>
              <a:gd name="connsiteX228" fmla="*/ 1368838 w 3505200"/>
              <a:gd name="connsiteY228" fmla="*/ 228791 h 3505200"/>
              <a:gd name="connsiteX229" fmla="*/ 1371791 w 3505200"/>
              <a:gd name="connsiteY229" fmla="*/ 231743 h 3505200"/>
              <a:gd name="connsiteX230" fmla="*/ 1447991 w 3505200"/>
              <a:gd name="connsiteY230" fmla="*/ 231934 h 3505200"/>
              <a:gd name="connsiteX231" fmla="*/ 1451134 w 3505200"/>
              <a:gd name="connsiteY231" fmla="*/ 228791 h 3505200"/>
              <a:gd name="connsiteX232" fmla="*/ 1447991 w 3505200"/>
              <a:gd name="connsiteY232" fmla="*/ 225647 h 3505200"/>
              <a:gd name="connsiteX233" fmla="*/ 1444847 w 3505200"/>
              <a:gd name="connsiteY233" fmla="*/ 228791 h 3505200"/>
              <a:gd name="connsiteX234" fmla="*/ 1447991 w 3505200"/>
              <a:gd name="connsiteY234" fmla="*/ 231934 h 3505200"/>
              <a:gd name="connsiteX235" fmla="*/ 1524191 w 3505200"/>
              <a:gd name="connsiteY235" fmla="*/ 232219 h 3505200"/>
              <a:gd name="connsiteX236" fmla="*/ 1527524 w 3505200"/>
              <a:gd name="connsiteY236" fmla="*/ 228886 h 3505200"/>
              <a:gd name="connsiteX237" fmla="*/ 1524191 w 3505200"/>
              <a:gd name="connsiteY237" fmla="*/ 225552 h 3505200"/>
              <a:gd name="connsiteX238" fmla="*/ 1520857 w 3505200"/>
              <a:gd name="connsiteY238" fmla="*/ 228886 h 3505200"/>
              <a:gd name="connsiteX239" fmla="*/ 1524191 w 3505200"/>
              <a:gd name="connsiteY239" fmla="*/ 232219 h 3505200"/>
              <a:gd name="connsiteX240" fmla="*/ 1600391 w 3505200"/>
              <a:gd name="connsiteY240" fmla="*/ 232410 h 3505200"/>
              <a:gd name="connsiteX241" fmla="*/ 1604010 w 3505200"/>
              <a:gd name="connsiteY241" fmla="*/ 228791 h 3505200"/>
              <a:gd name="connsiteX242" fmla="*/ 1600391 w 3505200"/>
              <a:gd name="connsiteY242" fmla="*/ 225171 h 3505200"/>
              <a:gd name="connsiteX243" fmla="*/ 1596771 w 3505200"/>
              <a:gd name="connsiteY243" fmla="*/ 228791 h 3505200"/>
              <a:gd name="connsiteX244" fmla="*/ 1600391 w 3505200"/>
              <a:gd name="connsiteY244" fmla="*/ 232410 h 3505200"/>
              <a:gd name="connsiteX245" fmla="*/ 1676591 w 3505200"/>
              <a:gd name="connsiteY245" fmla="*/ 232410 h 3505200"/>
              <a:gd name="connsiteX246" fmla="*/ 1680210 w 3505200"/>
              <a:gd name="connsiteY246" fmla="*/ 228791 h 3505200"/>
              <a:gd name="connsiteX247" fmla="*/ 1676591 w 3505200"/>
              <a:gd name="connsiteY247" fmla="*/ 225171 h 3505200"/>
              <a:gd name="connsiteX248" fmla="*/ 1672971 w 3505200"/>
              <a:gd name="connsiteY248" fmla="*/ 228791 h 3505200"/>
              <a:gd name="connsiteX249" fmla="*/ 1676591 w 3505200"/>
              <a:gd name="connsiteY249" fmla="*/ 232410 h 3505200"/>
              <a:gd name="connsiteX250" fmla="*/ 1752791 w 3505200"/>
              <a:gd name="connsiteY250" fmla="*/ 232410 h 3505200"/>
              <a:gd name="connsiteX251" fmla="*/ 1756410 w 3505200"/>
              <a:gd name="connsiteY251" fmla="*/ 228791 h 3505200"/>
              <a:gd name="connsiteX252" fmla="*/ 1752791 w 3505200"/>
              <a:gd name="connsiteY252" fmla="*/ 225171 h 3505200"/>
              <a:gd name="connsiteX253" fmla="*/ 1749171 w 3505200"/>
              <a:gd name="connsiteY253" fmla="*/ 228791 h 3505200"/>
              <a:gd name="connsiteX254" fmla="*/ 1752791 w 3505200"/>
              <a:gd name="connsiteY254" fmla="*/ 232410 h 3505200"/>
              <a:gd name="connsiteX255" fmla="*/ 1828991 w 3505200"/>
              <a:gd name="connsiteY255" fmla="*/ 232410 h 3505200"/>
              <a:gd name="connsiteX256" fmla="*/ 1832610 w 3505200"/>
              <a:gd name="connsiteY256" fmla="*/ 228791 h 3505200"/>
              <a:gd name="connsiteX257" fmla="*/ 1828991 w 3505200"/>
              <a:gd name="connsiteY257" fmla="*/ 225171 h 3505200"/>
              <a:gd name="connsiteX258" fmla="*/ 1825371 w 3505200"/>
              <a:gd name="connsiteY258" fmla="*/ 228791 h 3505200"/>
              <a:gd name="connsiteX259" fmla="*/ 1828991 w 3505200"/>
              <a:gd name="connsiteY259" fmla="*/ 232410 h 3505200"/>
              <a:gd name="connsiteX260" fmla="*/ 1905191 w 3505200"/>
              <a:gd name="connsiteY260" fmla="*/ 232410 h 3505200"/>
              <a:gd name="connsiteX261" fmla="*/ 1908810 w 3505200"/>
              <a:gd name="connsiteY261" fmla="*/ 228791 h 3505200"/>
              <a:gd name="connsiteX262" fmla="*/ 1905191 w 3505200"/>
              <a:gd name="connsiteY262" fmla="*/ 225171 h 3505200"/>
              <a:gd name="connsiteX263" fmla="*/ 1901571 w 3505200"/>
              <a:gd name="connsiteY263" fmla="*/ 228791 h 3505200"/>
              <a:gd name="connsiteX264" fmla="*/ 1905191 w 3505200"/>
              <a:gd name="connsiteY264" fmla="*/ 232410 h 3505200"/>
              <a:gd name="connsiteX265" fmla="*/ 1981391 w 3505200"/>
              <a:gd name="connsiteY265" fmla="*/ 232219 h 3505200"/>
              <a:gd name="connsiteX266" fmla="*/ 1984724 w 3505200"/>
              <a:gd name="connsiteY266" fmla="*/ 228886 h 3505200"/>
              <a:gd name="connsiteX267" fmla="*/ 1981391 w 3505200"/>
              <a:gd name="connsiteY267" fmla="*/ 225552 h 3505200"/>
              <a:gd name="connsiteX268" fmla="*/ 1978057 w 3505200"/>
              <a:gd name="connsiteY268" fmla="*/ 228886 h 3505200"/>
              <a:gd name="connsiteX269" fmla="*/ 1981391 w 3505200"/>
              <a:gd name="connsiteY269" fmla="*/ 232219 h 3505200"/>
              <a:gd name="connsiteX270" fmla="*/ 2057591 w 3505200"/>
              <a:gd name="connsiteY270" fmla="*/ 231934 h 3505200"/>
              <a:gd name="connsiteX271" fmla="*/ 2060734 w 3505200"/>
              <a:gd name="connsiteY271" fmla="*/ 228791 h 3505200"/>
              <a:gd name="connsiteX272" fmla="*/ 2057591 w 3505200"/>
              <a:gd name="connsiteY272" fmla="*/ 225647 h 3505200"/>
              <a:gd name="connsiteX273" fmla="*/ 2054447 w 3505200"/>
              <a:gd name="connsiteY273" fmla="*/ 228791 h 3505200"/>
              <a:gd name="connsiteX274" fmla="*/ 2057591 w 3505200"/>
              <a:gd name="connsiteY274" fmla="*/ 231934 h 3505200"/>
              <a:gd name="connsiteX275" fmla="*/ 2133791 w 3505200"/>
              <a:gd name="connsiteY275" fmla="*/ 231743 h 3505200"/>
              <a:gd name="connsiteX276" fmla="*/ 2136743 w 3505200"/>
              <a:gd name="connsiteY276" fmla="*/ 228791 h 3505200"/>
              <a:gd name="connsiteX277" fmla="*/ 2133791 w 3505200"/>
              <a:gd name="connsiteY277" fmla="*/ 225838 h 3505200"/>
              <a:gd name="connsiteX278" fmla="*/ 2130838 w 3505200"/>
              <a:gd name="connsiteY278" fmla="*/ 228791 h 3505200"/>
              <a:gd name="connsiteX279" fmla="*/ 2133791 w 3505200"/>
              <a:gd name="connsiteY279" fmla="*/ 231743 h 3505200"/>
              <a:gd name="connsiteX280" fmla="*/ 2209991 w 3505200"/>
              <a:gd name="connsiteY280" fmla="*/ 231362 h 3505200"/>
              <a:gd name="connsiteX281" fmla="*/ 2212562 w 3505200"/>
              <a:gd name="connsiteY281" fmla="*/ 228791 h 3505200"/>
              <a:gd name="connsiteX282" fmla="*/ 2209991 w 3505200"/>
              <a:gd name="connsiteY282" fmla="*/ 226219 h 3505200"/>
              <a:gd name="connsiteX283" fmla="*/ 2207419 w 3505200"/>
              <a:gd name="connsiteY283" fmla="*/ 228791 h 3505200"/>
              <a:gd name="connsiteX284" fmla="*/ 2209991 w 3505200"/>
              <a:gd name="connsiteY284" fmla="*/ 231362 h 3505200"/>
              <a:gd name="connsiteX285" fmla="*/ 2286191 w 3505200"/>
              <a:gd name="connsiteY285" fmla="*/ 231172 h 3505200"/>
              <a:gd name="connsiteX286" fmla="*/ 2288477 w 3505200"/>
              <a:gd name="connsiteY286" fmla="*/ 228886 h 3505200"/>
              <a:gd name="connsiteX287" fmla="*/ 2286191 w 3505200"/>
              <a:gd name="connsiteY287" fmla="*/ 226600 h 3505200"/>
              <a:gd name="connsiteX288" fmla="*/ 2283905 w 3505200"/>
              <a:gd name="connsiteY288" fmla="*/ 228886 h 3505200"/>
              <a:gd name="connsiteX289" fmla="*/ 2286191 w 3505200"/>
              <a:gd name="connsiteY289" fmla="*/ 231172 h 3505200"/>
              <a:gd name="connsiteX290" fmla="*/ 2362391 w 3505200"/>
              <a:gd name="connsiteY290" fmla="*/ 230696 h 3505200"/>
              <a:gd name="connsiteX291" fmla="*/ 2364296 w 3505200"/>
              <a:gd name="connsiteY291" fmla="*/ 228791 h 3505200"/>
              <a:gd name="connsiteX292" fmla="*/ 2362391 w 3505200"/>
              <a:gd name="connsiteY292" fmla="*/ 226886 h 3505200"/>
              <a:gd name="connsiteX293" fmla="*/ 2360486 w 3505200"/>
              <a:gd name="connsiteY293" fmla="*/ 228791 h 3505200"/>
              <a:gd name="connsiteX294" fmla="*/ 2362391 w 3505200"/>
              <a:gd name="connsiteY294" fmla="*/ 230696 h 3505200"/>
              <a:gd name="connsiteX295" fmla="*/ 2438591 w 3505200"/>
              <a:gd name="connsiteY295" fmla="*/ 230315 h 3505200"/>
              <a:gd name="connsiteX296" fmla="*/ 2440115 w 3505200"/>
              <a:gd name="connsiteY296" fmla="*/ 228791 h 3505200"/>
              <a:gd name="connsiteX297" fmla="*/ 2438591 w 3505200"/>
              <a:gd name="connsiteY297" fmla="*/ 227267 h 3505200"/>
              <a:gd name="connsiteX298" fmla="*/ 2437067 w 3505200"/>
              <a:gd name="connsiteY298" fmla="*/ 228791 h 3505200"/>
              <a:gd name="connsiteX299" fmla="*/ 2438591 w 3505200"/>
              <a:gd name="connsiteY299" fmla="*/ 230315 h 3505200"/>
              <a:gd name="connsiteX300" fmla="*/ 2514791 w 3505200"/>
              <a:gd name="connsiteY300" fmla="*/ 229648 h 3505200"/>
              <a:gd name="connsiteX301" fmla="*/ 2515648 w 3505200"/>
              <a:gd name="connsiteY301" fmla="*/ 228791 h 3505200"/>
              <a:gd name="connsiteX302" fmla="*/ 2514791 w 3505200"/>
              <a:gd name="connsiteY302" fmla="*/ 227933 h 3505200"/>
              <a:gd name="connsiteX303" fmla="*/ 2513933 w 3505200"/>
              <a:gd name="connsiteY303" fmla="*/ 228791 h 3505200"/>
              <a:gd name="connsiteX304" fmla="*/ 2514791 w 3505200"/>
              <a:gd name="connsiteY304" fmla="*/ 229648 h 3505200"/>
              <a:gd name="connsiteX305" fmla="*/ 2590991 w 3505200"/>
              <a:gd name="connsiteY305" fmla="*/ 229267 h 3505200"/>
              <a:gd name="connsiteX306" fmla="*/ 2591372 w 3505200"/>
              <a:gd name="connsiteY306" fmla="*/ 228886 h 3505200"/>
              <a:gd name="connsiteX307" fmla="*/ 2590991 w 3505200"/>
              <a:gd name="connsiteY307" fmla="*/ 228505 h 3505200"/>
              <a:gd name="connsiteX308" fmla="*/ 2590610 w 3505200"/>
              <a:gd name="connsiteY308" fmla="*/ 228886 h 3505200"/>
              <a:gd name="connsiteX309" fmla="*/ 2590991 w 3505200"/>
              <a:gd name="connsiteY309" fmla="*/ 229267 h 3505200"/>
              <a:gd name="connsiteX310" fmla="*/ 762190 w 3505200"/>
              <a:gd name="connsiteY310" fmla="*/ 305181 h 3505200"/>
              <a:gd name="connsiteX311" fmla="*/ 762381 w 3505200"/>
              <a:gd name="connsiteY311" fmla="*/ 304991 h 3505200"/>
              <a:gd name="connsiteX312" fmla="*/ 762190 w 3505200"/>
              <a:gd name="connsiteY312" fmla="*/ 304800 h 3505200"/>
              <a:gd name="connsiteX313" fmla="*/ 762000 w 3505200"/>
              <a:gd name="connsiteY313" fmla="*/ 304991 h 3505200"/>
              <a:gd name="connsiteX314" fmla="*/ 762190 w 3505200"/>
              <a:gd name="connsiteY314" fmla="*/ 305181 h 3505200"/>
              <a:gd name="connsiteX315" fmla="*/ 838390 w 3505200"/>
              <a:gd name="connsiteY315" fmla="*/ 305657 h 3505200"/>
              <a:gd name="connsiteX316" fmla="*/ 839057 w 3505200"/>
              <a:gd name="connsiteY316" fmla="*/ 304991 h 3505200"/>
              <a:gd name="connsiteX317" fmla="*/ 838390 w 3505200"/>
              <a:gd name="connsiteY317" fmla="*/ 304324 h 3505200"/>
              <a:gd name="connsiteX318" fmla="*/ 837724 w 3505200"/>
              <a:gd name="connsiteY318" fmla="*/ 304991 h 3505200"/>
              <a:gd name="connsiteX319" fmla="*/ 838390 w 3505200"/>
              <a:gd name="connsiteY319" fmla="*/ 305657 h 3505200"/>
              <a:gd name="connsiteX320" fmla="*/ 914590 w 3505200"/>
              <a:gd name="connsiteY320" fmla="*/ 306324 h 3505200"/>
              <a:gd name="connsiteX321" fmla="*/ 915829 w 3505200"/>
              <a:gd name="connsiteY321" fmla="*/ 305086 h 3505200"/>
              <a:gd name="connsiteX322" fmla="*/ 914590 w 3505200"/>
              <a:gd name="connsiteY322" fmla="*/ 303848 h 3505200"/>
              <a:gd name="connsiteX323" fmla="*/ 913352 w 3505200"/>
              <a:gd name="connsiteY323" fmla="*/ 305086 h 3505200"/>
              <a:gd name="connsiteX324" fmla="*/ 914590 w 3505200"/>
              <a:gd name="connsiteY324" fmla="*/ 306324 h 3505200"/>
              <a:gd name="connsiteX325" fmla="*/ 990790 w 3505200"/>
              <a:gd name="connsiteY325" fmla="*/ 306896 h 3505200"/>
              <a:gd name="connsiteX326" fmla="*/ 992696 w 3505200"/>
              <a:gd name="connsiteY326" fmla="*/ 304991 h 3505200"/>
              <a:gd name="connsiteX327" fmla="*/ 990790 w 3505200"/>
              <a:gd name="connsiteY327" fmla="*/ 303086 h 3505200"/>
              <a:gd name="connsiteX328" fmla="*/ 988886 w 3505200"/>
              <a:gd name="connsiteY328" fmla="*/ 304991 h 3505200"/>
              <a:gd name="connsiteX329" fmla="*/ 990790 w 3505200"/>
              <a:gd name="connsiteY329" fmla="*/ 306896 h 3505200"/>
              <a:gd name="connsiteX330" fmla="*/ 1066991 w 3505200"/>
              <a:gd name="connsiteY330" fmla="*/ 307372 h 3505200"/>
              <a:gd name="connsiteX331" fmla="*/ 1069277 w 3505200"/>
              <a:gd name="connsiteY331" fmla="*/ 305086 h 3505200"/>
              <a:gd name="connsiteX332" fmla="*/ 1066991 w 3505200"/>
              <a:gd name="connsiteY332" fmla="*/ 302800 h 3505200"/>
              <a:gd name="connsiteX333" fmla="*/ 1064705 w 3505200"/>
              <a:gd name="connsiteY333" fmla="*/ 305086 h 3505200"/>
              <a:gd name="connsiteX334" fmla="*/ 1066991 w 3505200"/>
              <a:gd name="connsiteY334" fmla="*/ 307372 h 3505200"/>
              <a:gd name="connsiteX335" fmla="*/ 1143191 w 3505200"/>
              <a:gd name="connsiteY335" fmla="*/ 307943 h 3505200"/>
              <a:gd name="connsiteX336" fmla="*/ 1146143 w 3505200"/>
              <a:gd name="connsiteY336" fmla="*/ 304991 h 3505200"/>
              <a:gd name="connsiteX337" fmla="*/ 1143191 w 3505200"/>
              <a:gd name="connsiteY337" fmla="*/ 302038 h 3505200"/>
              <a:gd name="connsiteX338" fmla="*/ 1140238 w 3505200"/>
              <a:gd name="connsiteY338" fmla="*/ 304991 h 3505200"/>
              <a:gd name="connsiteX339" fmla="*/ 1143191 w 3505200"/>
              <a:gd name="connsiteY339" fmla="*/ 307943 h 3505200"/>
              <a:gd name="connsiteX340" fmla="*/ 1219391 w 3505200"/>
              <a:gd name="connsiteY340" fmla="*/ 308420 h 3505200"/>
              <a:gd name="connsiteX341" fmla="*/ 1222724 w 3505200"/>
              <a:gd name="connsiteY341" fmla="*/ 305086 h 3505200"/>
              <a:gd name="connsiteX342" fmla="*/ 1219391 w 3505200"/>
              <a:gd name="connsiteY342" fmla="*/ 301657 h 3505200"/>
              <a:gd name="connsiteX343" fmla="*/ 1215962 w 3505200"/>
              <a:gd name="connsiteY343" fmla="*/ 305086 h 3505200"/>
              <a:gd name="connsiteX344" fmla="*/ 1219391 w 3505200"/>
              <a:gd name="connsiteY344" fmla="*/ 308420 h 3505200"/>
              <a:gd name="connsiteX345" fmla="*/ 1295591 w 3505200"/>
              <a:gd name="connsiteY345" fmla="*/ 308610 h 3505200"/>
              <a:gd name="connsiteX346" fmla="*/ 1299210 w 3505200"/>
              <a:gd name="connsiteY346" fmla="*/ 304991 h 3505200"/>
              <a:gd name="connsiteX347" fmla="*/ 1295591 w 3505200"/>
              <a:gd name="connsiteY347" fmla="*/ 301371 h 3505200"/>
              <a:gd name="connsiteX348" fmla="*/ 1291971 w 3505200"/>
              <a:gd name="connsiteY348" fmla="*/ 304991 h 3505200"/>
              <a:gd name="connsiteX349" fmla="*/ 1295591 w 3505200"/>
              <a:gd name="connsiteY349" fmla="*/ 308610 h 3505200"/>
              <a:gd name="connsiteX350" fmla="*/ 1371791 w 3505200"/>
              <a:gd name="connsiteY350" fmla="*/ 308991 h 3505200"/>
              <a:gd name="connsiteX351" fmla="*/ 1375791 w 3505200"/>
              <a:gd name="connsiteY351" fmla="*/ 304991 h 3505200"/>
              <a:gd name="connsiteX352" fmla="*/ 1371791 w 3505200"/>
              <a:gd name="connsiteY352" fmla="*/ 300990 h 3505200"/>
              <a:gd name="connsiteX353" fmla="*/ 1367790 w 3505200"/>
              <a:gd name="connsiteY353" fmla="*/ 304991 h 3505200"/>
              <a:gd name="connsiteX354" fmla="*/ 1371791 w 3505200"/>
              <a:gd name="connsiteY354" fmla="*/ 308991 h 3505200"/>
              <a:gd name="connsiteX355" fmla="*/ 1447991 w 3505200"/>
              <a:gd name="connsiteY355" fmla="*/ 309277 h 3505200"/>
              <a:gd name="connsiteX356" fmla="*/ 1452182 w 3505200"/>
              <a:gd name="connsiteY356" fmla="*/ 305086 h 3505200"/>
              <a:gd name="connsiteX357" fmla="*/ 1447991 w 3505200"/>
              <a:gd name="connsiteY357" fmla="*/ 300895 h 3505200"/>
              <a:gd name="connsiteX358" fmla="*/ 1443800 w 3505200"/>
              <a:gd name="connsiteY358" fmla="*/ 305086 h 3505200"/>
              <a:gd name="connsiteX359" fmla="*/ 1447991 w 3505200"/>
              <a:gd name="connsiteY359" fmla="*/ 309277 h 3505200"/>
              <a:gd name="connsiteX360" fmla="*/ 1524191 w 3505200"/>
              <a:gd name="connsiteY360" fmla="*/ 309467 h 3505200"/>
              <a:gd name="connsiteX361" fmla="*/ 1528667 w 3505200"/>
              <a:gd name="connsiteY361" fmla="*/ 304991 h 3505200"/>
              <a:gd name="connsiteX362" fmla="*/ 1524191 w 3505200"/>
              <a:gd name="connsiteY362" fmla="*/ 300514 h 3505200"/>
              <a:gd name="connsiteX363" fmla="*/ 1519714 w 3505200"/>
              <a:gd name="connsiteY363" fmla="*/ 304991 h 3505200"/>
              <a:gd name="connsiteX364" fmla="*/ 1524191 w 3505200"/>
              <a:gd name="connsiteY364" fmla="*/ 309467 h 3505200"/>
              <a:gd name="connsiteX365" fmla="*/ 1600391 w 3505200"/>
              <a:gd name="connsiteY365" fmla="*/ 309658 h 3505200"/>
              <a:gd name="connsiteX366" fmla="*/ 1605058 w 3505200"/>
              <a:gd name="connsiteY366" fmla="*/ 304991 h 3505200"/>
              <a:gd name="connsiteX367" fmla="*/ 1600391 w 3505200"/>
              <a:gd name="connsiteY367" fmla="*/ 300323 h 3505200"/>
              <a:gd name="connsiteX368" fmla="*/ 1595723 w 3505200"/>
              <a:gd name="connsiteY368" fmla="*/ 304991 h 3505200"/>
              <a:gd name="connsiteX369" fmla="*/ 1600391 w 3505200"/>
              <a:gd name="connsiteY369" fmla="*/ 309658 h 3505200"/>
              <a:gd name="connsiteX370" fmla="*/ 1676591 w 3505200"/>
              <a:gd name="connsiteY370" fmla="*/ 309658 h 3505200"/>
              <a:gd name="connsiteX371" fmla="*/ 1681258 w 3505200"/>
              <a:gd name="connsiteY371" fmla="*/ 304991 h 3505200"/>
              <a:gd name="connsiteX372" fmla="*/ 1676591 w 3505200"/>
              <a:gd name="connsiteY372" fmla="*/ 300323 h 3505200"/>
              <a:gd name="connsiteX373" fmla="*/ 1671923 w 3505200"/>
              <a:gd name="connsiteY373" fmla="*/ 304991 h 3505200"/>
              <a:gd name="connsiteX374" fmla="*/ 1676591 w 3505200"/>
              <a:gd name="connsiteY374" fmla="*/ 309658 h 3505200"/>
              <a:gd name="connsiteX375" fmla="*/ 1752791 w 3505200"/>
              <a:gd name="connsiteY375" fmla="*/ 309848 h 3505200"/>
              <a:gd name="connsiteX376" fmla="*/ 1757648 w 3505200"/>
              <a:gd name="connsiteY376" fmla="*/ 304991 h 3505200"/>
              <a:gd name="connsiteX377" fmla="*/ 1752791 w 3505200"/>
              <a:gd name="connsiteY377" fmla="*/ 300133 h 3505200"/>
              <a:gd name="connsiteX378" fmla="*/ 1747933 w 3505200"/>
              <a:gd name="connsiteY378" fmla="*/ 304991 h 3505200"/>
              <a:gd name="connsiteX379" fmla="*/ 1752791 w 3505200"/>
              <a:gd name="connsiteY379" fmla="*/ 309848 h 3505200"/>
              <a:gd name="connsiteX380" fmla="*/ 1828991 w 3505200"/>
              <a:gd name="connsiteY380" fmla="*/ 309658 h 3505200"/>
              <a:gd name="connsiteX381" fmla="*/ 1833658 w 3505200"/>
              <a:gd name="connsiteY381" fmla="*/ 304991 h 3505200"/>
              <a:gd name="connsiteX382" fmla="*/ 1828991 w 3505200"/>
              <a:gd name="connsiteY382" fmla="*/ 300323 h 3505200"/>
              <a:gd name="connsiteX383" fmla="*/ 1824323 w 3505200"/>
              <a:gd name="connsiteY383" fmla="*/ 304991 h 3505200"/>
              <a:gd name="connsiteX384" fmla="*/ 1828991 w 3505200"/>
              <a:gd name="connsiteY384" fmla="*/ 309658 h 3505200"/>
              <a:gd name="connsiteX385" fmla="*/ 1905191 w 3505200"/>
              <a:gd name="connsiteY385" fmla="*/ 309658 h 3505200"/>
              <a:gd name="connsiteX386" fmla="*/ 1909858 w 3505200"/>
              <a:gd name="connsiteY386" fmla="*/ 304991 h 3505200"/>
              <a:gd name="connsiteX387" fmla="*/ 1905191 w 3505200"/>
              <a:gd name="connsiteY387" fmla="*/ 300323 h 3505200"/>
              <a:gd name="connsiteX388" fmla="*/ 1900523 w 3505200"/>
              <a:gd name="connsiteY388" fmla="*/ 304991 h 3505200"/>
              <a:gd name="connsiteX389" fmla="*/ 1905191 w 3505200"/>
              <a:gd name="connsiteY389" fmla="*/ 309658 h 3505200"/>
              <a:gd name="connsiteX390" fmla="*/ 1981391 w 3505200"/>
              <a:gd name="connsiteY390" fmla="*/ 309467 h 3505200"/>
              <a:gd name="connsiteX391" fmla="*/ 1985867 w 3505200"/>
              <a:gd name="connsiteY391" fmla="*/ 304991 h 3505200"/>
              <a:gd name="connsiteX392" fmla="*/ 1981391 w 3505200"/>
              <a:gd name="connsiteY392" fmla="*/ 300514 h 3505200"/>
              <a:gd name="connsiteX393" fmla="*/ 1976914 w 3505200"/>
              <a:gd name="connsiteY393" fmla="*/ 304991 h 3505200"/>
              <a:gd name="connsiteX394" fmla="*/ 1981391 w 3505200"/>
              <a:gd name="connsiteY394" fmla="*/ 309467 h 3505200"/>
              <a:gd name="connsiteX395" fmla="*/ 2057591 w 3505200"/>
              <a:gd name="connsiteY395" fmla="*/ 309277 h 3505200"/>
              <a:gd name="connsiteX396" fmla="*/ 2061782 w 3505200"/>
              <a:gd name="connsiteY396" fmla="*/ 305086 h 3505200"/>
              <a:gd name="connsiteX397" fmla="*/ 2057591 w 3505200"/>
              <a:gd name="connsiteY397" fmla="*/ 300895 h 3505200"/>
              <a:gd name="connsiteX398" fmla="*/ 2053400 w 3505200"/>
              <a:gd name="connsiteY398" fmla="*/ 305086 h 3505200"/>
              <a:gd name="connsiteX399" fmla="*/ 2057591 w 3505200"/>
              <a:gd name="connsiteY399" fmla="*/ 309277 h 3505200"/>
              <a:gd name="connsiteX400" fmla="*/ 2133791 w 3505200"/>
              <a:gd name="connsiteY400" fmla="*/ 308991 h 3505200"/>
              <a:gd name="connsiteX401" fmla="*/ 2137791 w 3505200"/>
              <a:gd name="connsiteY401" fmla="*/ 304991 h 3505200"/>
              <a:gd name="connsiteX402" fmla="*/ 2133791 w 3505200"/>
              <a:gd name="connsiteY402" fmla="*/ 300990 h 3505200"/>
              <a:gd name="connsiteX403" fmla="*/ 2129790 w 3505200"/>
              <a:gd name="connsiteY403" fmla="*/ 304991 h 3505200"/>
              <a:gd name="connsiteX404" fmla="*/ 2133791 w 3505200"/>
              <a:gd name="connsiteY404" fmla="*/ 308991 h 3505200"/>
              <a:gd name="connsiteX405" fmla="*/ 2209991 w 3505200"/>
              <a:gd name="connsiteY405" fmla="*/ 308800 h 3505200"/>
              <a:gd name="connsiteX406" fmla="*/ 2213801 w 3505200"/>
              <a:gd name="connsiteY406" fmla="*/ 304991 h 3505200"/>
              <a:gd name="connsiteX407" fmla="*/ 2209991 w 3505200"/>
              <a:gd name="connsiteY407" fmla="*/ 301181 h 3505200"/>
              <a:gd name="connsiteX408" fmla="*/ 2206181 w 3505200"/>
              <a:gd name="connsiteY408" fmla="*/ 304991 h 3505200"/>
              <a:gd name="connsiteX409" fmla="*/ 2209991 w 3505200"/>
              <a:gd name="connsiteY409" fmla="*/ 308800 h 3505200"/>
              <a:gd name="connsiteX410" fmla="*/ 2286191 w 3505200"/>
              <a:gd name="connsiteY410" fmla="*/ 308420 h 3505200"/>
              <a:gd name="connsiteX411" fmla="*/ 2289524 w 3505200"/>
              <a:gd name="connsiteY411" fmla="*/ 305086 h 3505200"/>
              <a:gd name="connsiteX412" fmla="*/ 2286191 w 3505200"/>
              <a:gd name="connsiteY412" fmla="*/ 301657 h 3505200"/>
              <a:gd name="connsiteX413" fmla="*/ 2282857 w 3505200"/>
              <a:gd name="connsiteY413" fmla="*/ 305086 h 3505200"/>
              <a:gd name="connsiteX414" fmla="*/ 2286191 w 3505200"/>
              <a:gd name="connsiteY414" fmla="*/ 308420 h 3505200"/>
              <a:gd name="connsiteX415" fmla="*/ 2362391 w 3505200"/>
              <a:gd name="connsiteY415" fmla="*/ 307943 h 3505200"/>
              <a:gd name="connsiteX416" fmla="*/ 2365343 w 3505200"/>
              <a:gd name="connsiteY416" fmla="*/ 304991 h 3505200"/>
              <a:gd name="connsiteX417" fmla="*/ 2362391 w 3505200"/>
              <a:gd name="connsiteY417" fmla="*/ 302038 h 3505200"/>
              <a:gd name="connsiteX418" fmla="*/ 2359438 w 3505200"/>
              <a:gd name="connsiteY418" fmla="*/ 304991 h 3505200"/>
              <a:gd name="connsiteX419" fmla="*/ 2362391 w 3505200"/>
              <a:gd name="connsiteY419" fmla="*/ 307943 h 3505200"/>
              <a:gd name="connsiteX420" fmla="*/ 2438591 w 3505200"/>
              <a:gd name="connsiteY420" fmla="*/ 307562 h 3505200"/>
              <a:gd name="connsiteX421" fmla="*/ 2441162 w 3505200"/>
              <a:gd name="connsiteY421" fmla="*/ 304991 h 3505200"/>
              <a:gd name="connsiteX422" fmla="*/ 2438591 w 3505200"/>
              <a:gd name="connsiteY422" fmla="*/ 302419 h 3505200"/>
              <a:gd name="connsiteX423" fmla="*/ 2436019 w 3505200"/>
              <a:gd name="connsiteY423" fmla="*/ 304991 h 3505200"/>
              <a:gd name="connsiteX424" fmla="*/ 2438591 w 3505200"/>
              <a:gd name="connsiteY424" fmla="*/ 307562 h 3505200"/>
              <a:gd name="connsiteX425" fmla="*/ 2514791 w 3505200"/>
              <a:gd name="connsiteY425" fmla="*/ 306896 h 3505200"/>
              <a:gd name="connsiteX426" fmla="*/ 2516696 w 3505200"/>
              <a:gd name="connsiteY426" fmla="*/ 304991 h 3505200"/>
              <a:gd name="connsiteX427" fmla="*/ 2514791 w 3505200"/>
              <a:gd name="connsiteY427" fmla="*/ 303086 h 3505200"/>
              <a:gd name="connsiteX428" fmla="*/ 2512886 w 3505200"/>
              <a:gd name="connsiteY428" fmla="*/ 304991 h 3505200"/>
              <a:gd name="connsiteX429" fmla="*/ 2514791 w 3505200"/>
              <a:gd name="connsiteY429" fmla="*/ 306896 h 3505200"/>
              <a:gd name="connsiteX430" fmla="*/ 2590991 w 3505200"/>
              <a:gd name="connsiteY430" fmla="*/ 306324 h 3505200"/>
              <a:gd name="connsiteX431" fmla="*/ 2592229 w 3505200"/>
              <a:gd name="connsiteY431" fmla="*/ 305086 h 3505200"/>
              <a:gd name="connsiteX432" fmla="*/ 2590991 w 3505200"/>
              <a:gd name="connsiteY432" fmla="*/ 303848 h 3505200"/>
              <a:gd name="connsiteX433" fmla="*/ 2589753 w 3505200"/>
              <a:gd name="connsiteY433" fmla="*/ 305086 h 3505200"/>
              <a:gd name="connsiteX434" fmla="*/ 2590991 w 3505200"/>
              <a:gd name="connsiteY434" fmla="*/ 306324 h 3505200"/>
              <a:gd name="connsiteX435" fmla="*/ 2667191 w 3505200"/>
              <a:gd name="connsiteY435" fmla="*/ 305848 h 3505200"/>
              <a:gd name="connsiteX436" fmla="*/ 2668048 w 3505200"/>
              <a:gd name="connsiteY436" fmla="*/ 304991 h 3505200"/>
              <a:gd name="connsiteX437" fmla="*/ 2667191 w 3505200"/>
              <a:gd name="connsiteY437" fmla="*/ 304133 h 3505200"/>
              <a:gd name="connsiteX438" fmla="*/ 2666333 w 3505200"/>
              <a:gd name="connsiteY438" fmla="*/ 304991 h 3505200"/>
              <a:gd name="connsiteX439" fmla="*/ 2667191 w 3505200"/>
              <a:gd name="connsiteY439" fmla="*/ 305848 h 3505200"/>
              <a:gd name="connsiteX440" fmla="*/ 2743391 w 3505200"/>
              <a:gd name="connsiteY440" fmla="*/ 305181 h 3505200"/>
              <a:gd name="connsiteX441" fmla="*/ 2743581 w 3505200"/>
              <a:gd name="connsiteY441" fmla="*/ 304991 h 3505200"/>
              <a:gd name="connsiteX442" fmla="*/ 2743391 w 3505200"/>
              <a:gd name="connsiteY442" fmla="*/ 304800 h 3505200"/>
              <a:gd name="connsiteX443" fmla="*/ 2743200 w 3505200"/>
              <a:gd name="connsiteY443" fmla="*/ 304991 h 3505200"/>
              <a:gd name="connsiteX444" fmla="*/ 2743391 w 3505200"/>
              <a:gd name="connsiteY444" fmla="*/ 305181 h 3505200"/>
              <a:gd name="connsiteX445" fmla="*/ 685990 w 3505200"/>
              <a:gd name="connsiteY445" fmla="*/ 381667 h 3505200"/>
              <a:gd name="connsiteX446" fmla="*/ 686372 w 3505200"/>
              <a:gd name="connsiteY446" fmla="*/ 381286 h 3505200"/>
              <a:gd name="connsiteX447" fmla="*/ 685990 w 3505200"/>
              <a:gd name="connsiteY447" fmla="*/ 380905 h 3505200"/>
              <a:gd name="connsiteX448" fmla="*/ 685610 w 3505200"/>
              <a:gd name="connsiteY448" fmla="*/ 381286 h 3505200"/>
              <a:gd name="connsiteX449" fmla="*/ 685990 w 3505200"/>
              <a:gd name="connsiteY449" fmla="*/ 381667 h 3505200"/>
              <a:gd name="connsiteX450" fmla="*/ 762190 w 3505200"/>
              <a:gd name="connsiteY450" fmla="*/ 382238 h 3505200"/>
              <a:gd name="connsiteX451" fmla="*/ 763238 w 3505200"/>
              <a:gd name="connsiteY451" fmla="*/ 381191 h 3505200"/>
              <a:gd name="connsiteX452" fmla="*/ 762190 w 3505200"/>
              <a:gd name="connsiteY452" fmla="*/ 380143 h 3505200"/>
              <a:gd name="connsiteX453" fmla="*/ 761143 w 3505200"/>
              <a:gd name="connsiteY453" fmla="*/ 381191 h 3505200"/>
              <a:gd name="connsiteX454" fmla="*/ 762190 w 3505200"/>
              <a:gd name="connsiteY454" fmla="*/ 382238 h 3505200"/>
              <a:gd name="connsiteX455" fmla="*/ 838390 w 3505200"/>
              <a:gd name="connsiteY455" fmla="*/ 382905 h 3505200"/>
              <a:gd name="connsiteX456" fmla="*/ 840105 w 3505200"/>
              <a:gd name="connsiteY456" fmla="*/ 381191 h 3505200"/>
              <a:gd name="connsiteX457" fmla="*/ 838390 w 3505200"/>
              <a:gd name="connsiteY457" fmla="*/ 379476 h 3505200"/>
              <a:gd name="connsiteX458" fmla="*/ 836676 w 3505200"/>
              <a:gd name="connsiteY458" fmla="*/ 381191 h 3505200"/>
              <a:gd name="connsiteX459" fmla="*/ 838390 w 3505200"/>
              <a:gd name="connsiteY459" fmla="*/ 382905 h 3505200"/>
              <a:gd name="connsiteX460" fmla="*/ 914590 w 3505200"/>
              <a:gd name="connsiteY460" fmla="*/ 383572 h 3505200"/>
              <a:gd name="connsiteX461" fmla="*/ 916877 w 3505200"/>
              <a:gd name="connsiteY461" fmla="*/ 381286 h 3505200"/>
              <a:gd name="connsiteX462" fmla="*/ 914590 w 3505200"/>
              <a:gd name="connsiteY462" fmla="*/ 379000 h 3505200"/>
              <a:gd name="connsiteX463" fmla="*/ 912305 w 3505200"/>
              <a:gd name="connsiteY463" fmla="*/ 381286 h 3505200"/>
              <a:gd name="connsiteX464" fmla="*/ 914590 w 3505200"/>
              <a:gd name="connsiteY464" fmla="*/ 383572 h 3505200"/>
              <a:gd name="connsiteX465" fmla="*/ 990790 w 3505200"/>
              <a:gd name="connsiteY465" fmla="*/ 384143 h 3505200"/>
              <a:gd name="connsiteX466" fmla="*/ 993743 w 3505200"/>
              <a:gd name="connsiteY466" fmla="*/ 381191 h 3505200"/>
              <a:gd name="connsiteX467" fmla="*/ 990790 w 3505200"/>
              <a:gd name="connsiteY467" fmla="*/ 378238 h 3505200"/>
              <a:gd name="connsiteX468" fmla="*/ 987838 w 3505200"/>
              <a:gd name="connsiteY468" fmla="*/ 381191 h 3505200"/>
              <a:gd name="connsiteX469" fmla="*/ 990790 w 3505200"/>
              <a:gd name="connsiteY469" fmla="*/ 384143 h 3505200"/>
              <a:gd name="connsiteX470" fmla="*/ 1066991 w 3505200"/>
              <a:gd name="connsiteY470" fmla="*/ 384620 h 3505200"/>
              <a:gd name="connsiteX471" fmla="*/ 1070324 w 3505200"/>
              <a:gd name="connsiteY471" fmla="*/ 381286 h 3505200"/>
              <a:gd name="connsiteX472" fmla="*/ 1066991 w 3505200"/>
              <a:gd name="connsiteY472" fmla="*/ 377857 h 3505200"/>
              <a:gd name="connsiteX473" fmla="*/ 1063562 w 3505200"/>
              <a:gd name="connsiteY473" fmla="*/ 381286 h 3505200"/>
              <a:gd name="connsiteX474" fmla="*/ 1066991 w 3505200"/>
              <a:gd name="connsiteY474" fmla="*/ 384620 h 3505200"/>
              <a:gd name="connsiteX475" fmla="*/ 1143191 w 3505200"/>
              <a:gd name="connsiteY475" fmla="*/ 385191 h 3505200"/>
              <a:gd name="connsiteX476" fmla="*/ 1147191 w 3505200"/>
              <a:gd name="connsiteY476" fmla="*/ 381191 h 3505200"/>
              <a:gd name="connsiteX477" fmla="*/ 1143191 w 3505200"/>
              <a:gd name="connsiteY477" fmla="*/ 377190 h 3505200"/>
              <a:gd name="connsiteX478" fmla="*/ 1139190 w 3505200"/>
              <a:gd name="connsiteY478" fmla="*/ 381191 h 3505200"/>
              <a:gd name="connsiteX479" fmla="*/ 1143191 w 3505200"/>
              <a:gd name="connsiteY479" fmla="*/ 385191 h 3505200"/>
              <a:gd name="connsiteX480" fmla="*/ 1219391 w 3505200"/>
              <a:gd name="connsiteY480" fmla="*/ 385667 h 3505200"/>
              <a:gd name="connsiteX481" fmla="*/ 1223867 w 3505200"/>
              <a:gd name="connsiteY481" fmla="*/ 381191 h 3505200"/>
              <a:gd name="connsiteX482" fmla="*/ 1219391 w 3505200"/>
              <a:gd name="connsiteY482" fmla="*/ 376714 h 3505200"/>
              <a:gd name="connsiteX483" fmla="*/ 1214914 w 3505200"/>
              <a:gd name="connsiteY483" fmla="*/ 381191 h 3505200"/>
              <a:gd name="connsiteX484" fmla="*/ 1219391 w 3505200"/>
              <a:gd name="connsiteY484" fmla="*/ 385667 h 3505200"/>
              <a:gd name="connsiteX485" fmla="*/ 1295591 w 3505200"/>
              <a:gd name="connsiteY485" fmla="*/ 386048 h 3505200"/>
              <a:gd name="connsiteX486" fmla="*/ 1300448 w 3505200"/>
              <a:gd name="connsiteY486" fmla="*/ 381191 h 3505200"/>
              <a:gd name="connsiteX487" fmla="*/ 1295591 w 3505200"/>
              <a:gd name="connsiteY487" fmla="*/ 376333 h 3505200"/>
              <a:gd name="connsiteX488" fmla="*/ 1290733 w 3505200"/>
              <a:gd name="connsiteY488" fmla="*/ 381191 h 3505200"/>
              <a:gd name="connsiteX489" fmla="*/ 1295591 w 3505200"/>
              <a:gd name="connsiteY489" fmla="*/ 386048 h 3505200"/>
              <a:gd name="connsiteX490" fmla="*/ 1371791 w 3505200"/>
              <a:gd name="connsiteY490" fmla="*/ 386239 h 3505200"/>
              <a:gd name="connsiteX491" fmla="*/ 1376839 w 3505200"/>
              <a:gd name="connsiteY491" fmla="*/ 381191 h 3505200"/>
              <a:gd name="connsiteX492" fmla="*/ 1371791 w 3505200"/>
              <a:gd name="connsiteY492" fmla="*/ 376142 h 3505200"/>
              <a:gd name="connsiteX493" fmla="*/ 1366742 w 3505200"/>
              <a:gd name="connsiteY493" fmla="*/ 381191 h 3505200"/>
              <a:gd name="connsiteX494" fmla="*/ 1371791 w 3505200"/>
              <a:gd name="connsiteY494" fmla="*/ 386239 h 3505200"/>
              <a:gd name="connsiteX495" fmla="*/ 1447991 w 3505200"/>
              <a:gd name="connsiteY495" fmla="*/ 386715 h 3505200"/>
              <a:gd name="connsiteX496" fmla="*/ 1453515 w 3505200"/>
              <a:gd name="connsiteY496" fmla="*/ 381191 h 3505200"/>
              <a:gd name="connsiteX497" fmla="*/ 1447991 w 3505200"/>
              <a:gd name="connsiteY497" fmla="*/ 375666 h 3505200"/>
              <a:gd name="connsiteX498" fmla="*/ 1442466 w 3505200"/>
              <a:gd name="connsiteY498" fmla="*/ 381191 h 3505200"/>
              <a:gd name="connsiteX499" fmla="*/ 1447991 w 3505200"/>
              <a:gd name="connsiteY499" fmla="*/ 386715 h 3505200"/>
              <a:gd name="connsiteX500" fmla="*/ 1524191 w 3505200"/>
              <a:gd name="connsiteY500" fmla="*/ 386906 h 3505200"/>
              <a:gd name="connsiteX501" fmla="*/ 1529906 w 3505200"/>
              <a:gd name="connsiteY501" fmla="*/ 381191 h 3505200"/>
              <a:gd name="connsiteX502" fmla="*/ 1524191 w 3505200"/>
              <a:gd name="connsiteY502" fmla="*/ 375475 h 3505200"/>
              <a:gd name="connsiteX503" fmla="*/ 1518476 w 3505200"/>
              <a:gd name="connsiteY503" fmla="*/ 381191 h 3505200"/>
              <a:gd name="connsiteX504" fmla="*/ 1524191 w 3505200"/>
              <a:gd name="connsiteY504" fmla="*/ 386906 h 3505200"/>
              <a:gd name="connsiteX505" fmla="*/ 1600391 w 3505200"/>
              <a:gd name="connsiteY505" fmla="*/ 387096 h 3505200"/>
              <a:gd name="connsiteX506" fmla="*/ 1606296 w 3505200"/>
              <a:gd name="connsiteY506" fmla="*/ 381191 h 3505200"/>
              <a:gd name="connsiteX507" fmla="*/ 1600391 w 3505200"/>
              <a:gd name="connsiteY507" fmla="*/ 375285 h 3505200"/>
              <a:gd name="connsiteX508" fmla="*/ 1594485 w 3505200"/>
              <a:gd name="connsiteY508" fmla="*/ 381191 h 3505200"/>
              <a:gd name="connsiteX509" fmla="*/ 1600391 w 3505200"/>
              <a:gd name="connsiteY509" fmla="*/ 387096 h 3505200"/>
              <a:gd name="connsiteX510" fmla="*/ 1676591 w 3505200"/>
              <a:gd name="connsiteY510" fmla="*/ 387096 h 3505200"/>
              <a:gd name="connsiteX511" fmla="*/ 1682496 w 3505200"/>
              <a:gd name="connsiteY511" fmla="*/ 381191 h 3505200"/>
              <a:gd name="connsiteX512" fmla="*/ 1676591 w 3505200"/>
              <a:gd name="connsiteY512" fmla="*/ 375285 h 3505200"/>
              <a:gd name="connsiteX513" fmla="*/ 1670685 w 3505200"/>
              <a:gd name="connsiteY513" fmla="*/ 381191 h 3505200"/>
              <a:gd name="connsiteX514" fmla="*/ 1676591 w 3505200"/>
              <a:gd name="connsiteY514" fmla="*/ 387096 h 3505200"/>
              <a:gd name="connsiteX515" fmla="*/ 1752791 w 3505200"/>
              <a:gd name="connsiteY515" fmla="*/ 387096 h 3505200"/>
              <a:gd name="connsiteX516" fmla="*/ 1758696 w 3505200"/>
              <a:gd name="connsiteY516" fmla="*/ 381191 h 3505200"/>
              <a:gd name="connsiteX517" fmla="*/ 1752791 w 3505200"/>
              <a:gd name="connsiteY517" fmla="*/ 375285 h 3505200"/>
              <a:gd name="connsiteX518" fmla="*/ 1746885 w 3505200"/>
              <a:gd name="connsiteY518" fmla="*/ 381191 h 3505200"/>
              <a:gd name="connsiteX519" fmla="*/ 1752791 w 3505200"/>
              <a:gd name="connsiteY519" fmla="*/ 387096 h 3505200"/>
              <a:gd name="connsiteX520" fmla="*/ 1828991 w 3505200"/>
              <a:gd name="connsiteY520" fmla="*/ 387096 h 3505200"/>
              <a:gd name="connsiteX521" fmla="*/ 1834896 w 3505200"/>
              <a:gd name="connsiteY521" fmla="*/ 381191 h 3505200"/>
              <a:gd name="connsiteX522" fmla="*/ 1828991 w 3505200"/>
              <a:gd name="connsiteY522" fmla="*/ 375285 h 3505200"/>
              <a:gd name="connsiteX523" fmla="*/ 1823085 w 3505200"/>
              <a:gd name="connsiteY523" fmla="*/ 381191 h 3505200"/>
              <a:gd name="connsiteX524" fmla="*/ 1828991 w 3505200"/>
              <a:gd name="connsiteY524" fmla="*/ 387096 h 3505200"/>
              <a:gd name="connsiteX525" fmla="*/ 1905191 w 3505200"/>
              <a:gd name="connsiteY525" fmla="*/ 387096 h 3505200"/>
              <a:gd name="connsiteX526" fmla="*/ 1911096 w 3505200"/>
              <a:gd name="connsiteY526" fmla="*/ 381191 h 3505200"/>
              <a:gd name="connsiteX527" fmla="*/ 1905191 w 3505200"/>
              <a:gd name="connsiteY527" fmla="*/ 375285 h 3505200"/>
              <a:gd name="connsiteX528" fmla="*/ 1899285 w 3505200"/>
              <a:gd name="connsiteY528" fmla="*/ 381191 h 3505200"/>
              <a:gd name="connsiteX529" fmla="*/ 1905191 w 3505200"/>
              <a:gd name="connsiteY529" fmla="*/ 387096 h 3505200"/>
              <a:gd name="connsiteX530" fmla="*/ 1981391 w 3505200"/>
              <a:gd name="connsiteY530" fmla="*/ 386906 h 3505200"/>
              <a:gd name="connsiteX531" fmla="*/ 1987106 w 3505200"/>
              <a:gd name="connsiteY531" fmla="*/ 381191 h 3505200"/>
              <a:gd name="connsiteX532" fmla="*/ 1981391 w 3505200"/>
              <a:gd name="connsiteY532" fmla="*/ 375475 h 3505200"/>
              <a:gd name="connsiteX533" fmla="*/ 1975676 w 3505200"/>
              <a:gd name="connsiteY533" fmla="*/ 381191 h 3505200"/>
              <a:gd name="connsiteX534" fmla="*/ 1981391 w 3505200"/>
              <a:gd name="connsiteY534" fmla="*/ 386906 h 3505200"/>
              <a:gd name="connsiteX535" fmla="*/ 2057591 w 3505200"/>
              <a:gd name="connsiteY535" fmla="*/ 386715 h 3505200"/>
              <a:gd name="connsiteX536" fmla="*/ 2063115 w 3505200"/>
              <a:gd name="connsiteY536" fmla="*/ 381191 h 3505200"/>
              <a:gd name="connsiteX537" fmla="*/ 2057591 w 3505200"/>
              <a:gd name="connsiteY537" fmla="*/ 375666 h 3505200"/>
              <a:gd name="connsiteX538" fmla="*/ 2052066 w 3505200"/>
              <a:gd name="connsiteY538" fmla="*/ 381191 h 3505200"/>
              <a:gd name="connsiteX539" fmla="*/ 2057591 w 3505200"/>
              <a:gd name="connsiteY539" fmla="*/ 386715 h 3505200"/>
              <a:gd name="connsiteX540" fmla="*/ 2133791 w 3505200"/>
              <a:gd name="connsiteY540" fmla="*/ 386525 h 3505200"/>
              <a:gd name="connsiteX541" fmla="*/ 2139029 w 3505200"/>
              <a:gd name="connsiteY541" fmla="*/ 381286 h 3505200"/>
              <a:gd name="connsiteX542" fmla="*/ 2133791 w 3505200"/>
              <a:gd name="connsiteY542" fmla="*/ 376047 h 3505200"/>
              <a:gd name="connsiteX543" fmla="*/ 2128552 w 3505200"/>
              <a:gd name="connsiteY543" fmla="*/ 381286 h 3505200"/>
              <a:gd name="connsiteX544" fmla="*/ 2133791 w 3505200"/>
              <a:gd name="connsiteY544" fmla="*/ 386525 h 3505200"/>
              <a:gd name="connsiteX545" fmla="*/ 2209991 w 3505200"/>
              <a:gd name="connsiteY545" fmla="*/ 386048 h 3505200"/>
              <a:gd name="connsiteX546" fmla="*/ 2214848 w 3505200"/>
              <a:gd name="connsiteY546" fmla="*/ 381191 h 3505200"/>
              <a:gd name="connsiteX547" fmla="*/ 2209991 w 3505200"/>
              <a:gd name="connsiteY547" fmla="*/ 376333 h 3505200"/>
              <a:gd name="connsiteX548" fmla="*/ 2205133 w 3505200"/>
              <a:gd name="connsiteY548" fmla="*/ 381191 h 3505200"/>
              <a:gd name="connsiteX549" fmla="*/ 2209991 w 3505200"/>
              <a:gd name="connsiteY549" fmla="*/ 386048 h 3505200"/>
              <a:gd name="connsiteX550" fmla="*/ 2286191 w 3505200"/>
              <a:gd name="connsiteY550" fmla="*/ 385667 h 3505200"/>
              <a:gd name="connsiteX551" fmla="*/ 2290667 w 3505200"/>
              <a:gd name="connsiteY551" fmla="*/ 381191 h 3505200"/>
              <a:gd name="connsiteX552" fmla="*/ 2286191 w 3505200"/>
              <a:gd name="connsiteY552" fmla="*/ 376714 h 3505200"/>
              <a:gd name="connsiteX553" fmla="*/ 2281714 w 3505200"/>
              <a:gd name="connsiteY553" fmla="*/ 381191 h 3505200"/>
              <a:gd name="connsiteX554" fmla="*/ 2286191 w 3505200"/>
              <a:gd name="connsiteY554" fmla="*/ 385667 h 3505200"/>
              <a:gd name="connsiteX555" fmla="*/ 2362391 w 3505200"/>
              <a:gd name="connsiteY555" fmla="*/ 385191 h 3505200"/>
              <a:gd name="connsiteX556" fmla="*/ 2366391 w 3505200"/>
              <a:gd name="connsiteY556" fmla="*/ 381191 h 3505200"/>
              <a:gd name="connsiteX557" fmla="*/ 2362391 w 3505200"/>
              <a:gd name="connsiteY557" fmla="*/ 377190 h 3505200"/>
              <a:gd name="connsiteX558" fmla="*/ 2358390 w 3505200"/>
              <a:gd name="connsiteY558" fmla="*/ 381191 h 3505200"/>
              <a:gd name="connsiteX559" fmla="*/ 2362391 w 3505200"/>
              <a:gd name="connsiteY559" fmla="*/ 385191 h 3505200"/>
              <a:gd name="connsiteX560" fmla="*/ 2438591 w 3505200"/>
              <a:gd name="connsiteY560" fmla="*/ 384810 h 3505200"/>
              <a:gd name="connsiteX561" fmla="*/ 2442210 w 3505200"/>
              <a:gd name="connsiteY561" fmla="*/ 381191 h 3505200"/>
              <a:gd name="connsiteX562" fmla="*/ 2438591 w 3505200"/>
              <a:gd name="connsiteY562" fmla="*/ 377571 h 3505200"/>
              <a:gd name="connsiteX563" fmla="*/ 2434971 w 3505200"/>
              <a:gd name="connsiteY563" fmla="*/ 381191 h 3505200"/>
              <a:gd name="connsiteX564" fmla="*/ 2438591 w 3505200"/>
              <a:gd name="connsiteY564" fmla="*/ 384810 h 3505200"/>
              <a:gd name="connsiteX565" fmla="*/ 2514791 w 3505200"/>
              <a:gd name="connsiteY565" fmla="*/ 384143 h 3505200"/>
              <a:gd name="connsiteX566" fmla="*/ 2517743 w 3505200"/>
              <a:gd name="connsiteY566" fmla="*/ 381191 h 3505200"/>
              <a:gd name="connsiteX567" fmla="*/ 2514791 w 3505200"/>
              <a:gd name="connsiteY567" fmla="*/ 378238 h 3505200"/>
              <a:gd name="connsiteX568" fmla="*/ 2511838 w 3505200"/>
              <a:gd name="connsiteY568" fmla="*/ 381191 h 3505200"/>
              <a:gd name="connsiteX569" fmla="*/ 2514791 w 3505200"/>
              <a:gd name="connsiteY569" fmla="*/ 384143 h 3505200"/>
              <a:gd name="connsiteX570" fmla="*/ 2590991 w 3505200"/>
              <a:gd name="connsiteY570" fmla="*/ 383572 h 3505200"/>
              <a:gd name="connsiteX571" fmla="*/ 2593277 w 3505200"/>
              <a:gd name="connsiteY571" fmla="*/ 381286 h 3505200"/>
              <a:gd name="connsiteX572" fmla="*/ 2590991 w 3505200"/>
              <a:gd name="connsiteY572" fmla="*/ 379000 h 3505200"/>
              <a:gd name="connsiteX573" fmla="*/ 2588705 w 3505200"/>
              <a:gd name="connsiteY573" fmla="*/ 381286 h 3505200"/>
              <a:gd name="connsiteX574" fmla="*/ 2590991 w 3505200"/>
              <a:gd name="connsiteY574" fmla="*/ 383572 h 3505200"/>
              <a:gd name="connsiteX575" fmla="*/ 2667191 w 3505200"/>
              <a:gd name="connsiteY575" fmla="*/ 382905 h 3505200"/>
              <a:gd name="connsiteX576" fmla="*/ 2668905 w 3505200"/>
              <a:gd name="connsiteY576" fmla="*/ 381191 h 3505200"/>
              <a:gd name="connsiteX577" fmla="*/ 2667191 w 3505200"/>
              <a:gd name="connsiteY577" fmla="*/ 379476 h 3505200"/>
              <a:gd name="connsiteX578" fmla="*/ 2665476 w 3505200"/>
              <a:gd name="connsiteY578" fmla="*/ 381191 h 3505200"/>
              <a:gd name="connsiteX579" fmla="*/ 2667191 w 3505200"/>
              <a:gd name="connsiteY579" fmla="*/ 382905 h 3505200"/>
              <a:gd name="connsiteX580" fmla="*/ 2743391 w 3505200"/>
              <a:gd name="connsiteY580" fmla="*/ 382238 h 3505200"/>
              <a:gd name="connsiteX581" fmla="*/ 2744438 w 3505200"/>
              <a:gd name="connsiteY581" fmla="*/ 381191 h 3505200"/>
              <a:gd name="connsiteX582" fmla="*/ 2743391 w 3505200"/>
              <a:gd name="connsiteY582" fmla="*/ 380143 h 3505200"/>
              <a:gd name="connsiteX583" fmla="*/ 2742343 w 3505200"/>
              <a:gd name="connsiteY583" fmla="*/ 381191 h 3505200"/>
              <a:gd name="connsiteX584" fmla="*/ 2743391 w 3505200"/>
              <a:gd name="connsiteY584" fmla="*/ 382238 h 3505200"/>
              <a:gd name="connsiteX585" fmla="*/ 2819591 w 3505200"/>
              <a:gd name="connsiteY585" fmla="*/ 381667 h 3505200"/>
              <a:gd name="connsiteX586" fmla="*/ 2819972 w 3505200"/>
              <a:gd name="connsiteY586" fmla="*/ 381286 h 3505200"/>
              <a:gd name="connsiteX587" fmla="*/ 2819591 w 3505200"/>
              <a:gd name="connsiteY587" fmla="*/ 380905 h 3505200"/>
              <a:gd name="connsiteX588" fmla="*/ 2819210 w 3505200"/>
              <a:gd name="connsiteY588" fmla="*/ 381286 h 3505200"/>
              <a:gd name="connsiteX589" fmla="*/ 2819591 w 3505200"/>
              <a:gd name="connsiteY589" fmla="*/ 381667 h 3505200"/>
              <a:gd name="connsiteX590" fmla="*/ 609790 w 3505200"/>
              <a:gd name="connsiteY590" fmla="*/ 457867 h 3505200"/>
              <a:gd name="connsiteX591" fmla="*/ 610172 w 3505200"/>
              <a:gd name="connsiteY591" fmla="*/ 457486 h 3505200"/>
              <a:gd name="connsiteX592" fmla="*/ 609790 w 3505200"/>
              <a:gd name="connsiteY592" fmla="*/ 457105 h 3505200"/>
              <a:gd name="connsiteX593" fmla="*/ 609410 w 3505200"/>
              <a:gd name="connsiteY593" fmla="*/ 457486 h 3505200"/>
              <a:gd name="connsiteX594" fmla="*/ 609790 w 3505200"/>
              <a:gd name="connsiteY594" fmla="*/ 457867 h 3505200"/>
              <a:gd name="connsiteX595" fmla="*/ 685990 w 3505200"/>
              <a:gd name="connsiteY595" fmla="*/ 458724 h 3505200"/>
              <a:gd name="connsiteX596" fmla="*/ 687229 w 3505200"/>
              <a:gd name="connsiteY596" fmla="*/ 457486 h 3505200"/>
              <a:gd name="connsiteX597" fmla="*/ 685990 w 3505200"/>
              <a:gd name="connsiteY597" fmla="*/ 456248 h 3505200"/>
              <a:gd name="connsiteX598" fmla="*/ 684752 w 3505200"/>
              <a:gd name="connsiteY598" fmla="*/ 457486 h 3505200"/>
              <a:gd name="connsiteX599" fmla="*/ 685990 w 3505200"/>
              <a:gd name="connsiteY599" fmla="*/ 458724 h 3505200"/>
              <a:gd name="connsiteX600" fmla="*/ 762190 w 3505200"/>
              <a:gd name="connsiteY600" fmla="*/ 459296 h 3505200"/>
              <a:gd name="connsiteX601" fmla="*/ 764096 w 3505200"/>
              <a:gd name="connsiteY601" fmla="*/ 457391 h 3505200"/>
              <a:gd name="connsiteX602" fmla="*/ 762190 w 3505200"/>
              <a:gd name="connsiteY602" fmla="*/ 455486 h 3505200"/>
              <a:gd name="connsiteX603" fmla="*/ 760286 w 3505200"/>
              <a:gd name="connsiteY603" fmla="*/ 457391 h 3505200"/>
              <a:gd name="connsiteX604" fmla="*/ 762190 w 3505200"/>
              <a:gd name="connsiteY604" fmla="*/ 459296 h 3505200"/>
              <a:gd name="connsiteX605" fmla="*/ 838390 w 3505200"/>
              <a:gd name="connsiteY605" fmla="*/ 460153 h 3505200"/>
              <a:gd name="connsiteX606" fmla="*/ 841153 w 3505200"/>
              <a:gd name="connsiteY606" fmla="*/ 457391 h 3505200"/>
              <a:gd name="connsiteX607" fmla="*/ 838390 w 3505200"/>
              <a:gd name="connsiteY607" fmla="*/ 454628 h 3505200"/>
              <a:gd name="connsiteX608" fmla="*/ 835628 w 3505200"/>
              <a:gd name="connsiteY608" fmla="*/ 457391 h 3505200"/>
              <a:gd name="connsiteX609" fmla="*/ 838390 w 3505200"/>
              <a:gd name="connsiteY609" fmla="*/ 460153 h 3505200"/>
              <a:gd name="connsiteX610" fmla="*/ 914590 w 3505200"/>
              <a:gd name="connsiteY610" fmla="*/ 460820 h 3505200"/>
              <a:gd name="connsiteX611" fmla="*/ 917924 w 3505200"/>
              <a:gd name="connsiteY611" fmla="*/ 457486 h 3505200"/>
              <a:gd name="connsiteX612" fmla="*/ 914590 w 3505200"/>
              <a:gd name="connsiteY612" fmla="*/ 454057 h 3505200"/>
              <a:gd name="connsiteX613" fmla="*/ 911162 w 3505200"/>
              <a:gd name="connsiteY613" fmla="*/ 457486 h 3505200"/>
              <a:gd name="connsiteX614" fmla="*/ 914590 w 3505200"/>
              <a:gd name="connsiteY614" fmla="*/ 460820 h 3505200"/>
              <a:gd name="connsiteX615" fmla="*/ 990790 w 3505200"/>
              <a:gd name="connsiteY615" fmla="*/ 461391 h 3505200"/>
              <a:gd name="connsiteX616" fmla="*/ 994791 w 3505200"/>
              <a:gd name="connsiteY616" fmla="*/ 457391 h 3505200"/>
              <a:gd name="connsiteX617" fmla="*/ 990790 w 3505200"/>
              <a:gd name="connsiteY617" fmla="*/ 453390 h 3505200"/>
              <a:gd name="connsiteX618" fmla="*/ 986790 w 3505200"/>
              <a:gd name="connsiteY618" fmla="*/ 457391 h 3505200"/>
              <a:gd name="connsiteX619" fmla="*/ 990790 w 3505200"/>
              <a:gd name="connsiteY619" fmla="*/ 461391 h 3505200"/>
              <a:gd name="connsiteX620" fmla="*/ 1066991 w 3505200"/>
              <a:gd name="connsiteY620" fmla="*/ 461867 h 3505200"/>
              <a:gd name="connsiteX621" fmla="*/ 1071467 w 3505200"/>
              <a:gd name="connsiteY621" fmla="*/ 457391 h 3505200"/>
              <a:gd name="connsiteX622" fmla="*/ 1066991 w 3505200"/>
              <a:gd name="connsiteY622" fmla="*/ 452914 h 3505200"/>
              <a:gd name="connsiteX623" fmla="*/ 1062514 w 3505200"/>
              <a:gd name="connsiteY623" fmla="*/ 457391 h 3505200"/>
              <a:gd name="connsiteX624" fmla="*/ 1066991 w 3505200"/>
              <a:gd name="connsiteY624" fmla="*/ 461867 h 3505200"/>
              <a:gd name="connsiteX625" fmla="*/ 1143191 w 3505200"/>
              <a:gd name="connsiteY625" fmla="*/ 462439 h 3505200"/>
              <a:gd name="connsiteX626" fmla="*/ 1148239 w 3505200"/>
              <a:gd name="connsiteY626" fmla="*/ 457391 h 3505200"/>
              <a:gd name="connsiteX627" fmla="*/ 1143191 w 3505200"/>
              <a:gd name="connsiteY627" fmla="*/ 452342 h 3505200"/>
              <a:gd name="connsiteX628" fmla="*/ 1138142 w 3505200"/>
              <a:gd name="connsiteY628" fmla="*/ 457391 h 3505200"/>
              <a:gd name="connsiteX629" fmla="*/ 1143191 w 3505200"/>
              <a:gd name="connsiteY629" fmla="*/ 462439 h 3505200"/>
              <a:gd name="connsiteX630" fmla="*/ 1219391 w 3505200"/>
              <a:gd name="connsiteY630" fmla="*/ 462915 h 3505200"/>
              <a:gd name="connsiteX631" fmla="*/ 1224915 w 3505200"/>
              <a:gd name="connsiteY631" fmla="*/ 457391 h 3505200"/>
              <a:gd name="connsiteX632" fmla="*/ 1219391 w 3505200"/>
              <a:gd name="connsiteY632" fmla="*/ 451866 h 3505200"/>
              <a:gd name="connsiteX633" fmla="*/ 1213866 w 3505200"/>
              <a:gd name="connsiteY633" fmla="*/ 457391 h 3505200"/>
              <a:gd name="connsiteX634" fmla="*/ 1219391 w 3505200"/>
              <a:gd name="connsiteY634" fmla="*/ 462915 h 3505200"/>
              <a:gd name="connsiteX635" fmla="*/ 1295591 w 3505200"/>
              <a:gd name="connsiteY635" fmla="*/ 463296 h 3505200"/>
              <a:gd name="connsiteX636" fmla="*/ 1301496 w 3505200"/>
              <a:gd name="connsiteY636" fmla="*/ 457391 h 3505200"/>
              <a:gd name="connsiteX637" fmla="*/ 1295591 w 3505200"/>
              <a:gd name="connsiteY637" fmla="*/ 451485 h 3505200"/>
              <a:gd name="connsiteX638" fmla="*/ 1289685 w 3505200"/>
              <a:gd name="connsiteY638" fmla="*/ 457391 h 3505200"/>
              <a:gd name="connsiteX639" fmla="*/ 1295591 w 3505200"/>
              <a:gd name="connsiteY639" fmla="*/ 463296 h 3505200"/>
              <a:gd name="connsiteX640" fmla="*/ 1371791 w 3505200"/>
              <a:gd name="connsiteY640" fmla="*/ 463772 h 3505200"/>
              <a:gd name="connsiteX641" fmla="*/ 1378172 w 3505200"/>
              <a:gd name="connsiteY641" fmla="*/ 457391 h 3505200"/>
              <a:gd name="connsiteX642" fmla="*/ 1371791 w 3505200"/>
              <a:gd name="connsiteY642" fmla="*/ 451009 h 3505200"/>
              <a:gd name="connsiteX643" fmla="*/ 1365409 w 3505200"/>
              <a:gd name="connsiteY643" fmla="*/ 457391 h 3505200"/>
              <a:gd name="connsiteX644" fmla="*/ 1371791 w 3505200"/>
              <a:gd name="connsiteY644" fmla="*/ 463772 h 3505200"/>
              <a:gd name="connsiteX645" fmla="*/ 1447991 w 3505200"/>
              <a:gd name="connsiteY645" fmla="*/ 463963 h 3505200"/>
              <a:gd name="connsiteX646" fmla="*/ 1454563 w 3505200"/>
              <a:gd name="connsiteY646" fmla="*/ 457391 h 3505200"/>
              <a:gd name="connsiteX647" fmla="*/ 1447991 w 3505200"/>
              <a:gd name="connsiteY647" fmla="*/ 450818 h 3505200"/>
              <a:gd name="connsiteX648" fmla="*/ 1441418 w 3505200"/>
              <a:gd name="connsiteY648" fmla="*/ 457391 h 3505200"/>
              <a:gd name="connsiteX649" fmla="*/ 1447991 w 3505200"/>
              <a:gd name="connsiteY649" fmla="*/ 463963 h 3505200"/>
              <a:gd name="connsiteX650" fmla="*/ 1524191 w 3505200"/>
              <a:gd name="connsiteY650" fmla="*/ 464153 h 3505200"/>
              <a:gd name="connsiteX651" fmla="*/ 1530953 w 3505200"/>
              <a:gd name="connsiteY651" fmla="*/ 457391 h 3505200"/>
              <a:gd name="connsiteX652" fmla="*/ 1524191 w 3505200"/>
              <a:gd name="connsiteY652" fmla="*/ 450628 h 3505200"/>
              <a:gd name="connsiteX653" fmla="*/ 1517428 w 3505200"/>
              <a:gd name="connsiteY653" fmla="*/ 457391 h 3505200"/>
              <a:gd name="connsiteX654" fmla="*/ 1524191 w 3505200"/>
              <a:gd name="connsiteY654" fmla="*/ 464153 h 3505200"/>
              <a:gd name="connsiteX655" fmla="*/ 1600391 w 3505200"/>
              <a:gd name="connsiteY655" fmla="*/ 464344 h 3505200"/>
              <a:gd name="connsiteX656" fmla="*/ 1607344 w 3505200"/>
              <a:gd name="connsiteY656" fmla="*/ 457391 h 3505200"/>
              <a:gd name="connsiteX657" fmla="*/ 1600391 w 3505200"/>
              <a:gd name="connsiteY657" fmla="*/ 450437 h 3505200"/>
              <a:gd name="connsiteX658" fmla="*/ 1593437 w 3505200"/>
              <a:gd name="connsiteY658" fmla="*/ 457391 h 3505200"/>
              <a:gd name="connsiteX659" fmla="*/ 1600391 w 3505200"/>
              <a:gd name="connsiteY659" fmla="*/ 464344 h 3505200"/>
              <a:gd name="connsiteX660" fmla="*/ 1676591 w 3505200"/>
              <a:gd name="connsiteY660" fmla="*/ 464344 h 3505200"/>
              <a:gd name="connsiteX661" fmla="*/ 1683544 w 3505200"/>
              <a:gd name="connsiteY661" fmla="*/ 457391 h 3505200"/>
              <a:gd name="connsiteX662" fmla="*/ 1676591 w 3505200"/>
              <a:gd name="connsiteY662" fmla="*/ 450437 h 3505200"/>
              <a:gd name="connsiteX663" fmla="*/ 1669637 w 3505200"/>
              <a:gd name="connsiteY663" fmla="*/ 457391 h 3505200"/>
              <a:gd name="connsiteX664" fmla="*/ 1676591 w 3505200"/>
              <a:gd name="connsiteY664" fmla="*/ 464344 h 3505200"/>
              <a:gd name="connsiteX665" fmla="*/ 1752791 w 3505200"/>
              <a:gd name="connsiteY665" fmla="*/ 464630 h 3505200"/>
              <a:gd name="connsiteX666" fmla="*/ 1759934 w 3505200"/>
              <a:gd name="connsiteY666" fmla="*/ 457486 h 3505200"/>
              <a:gd name="connsiteX667" fmla="*/ 1752791 w 3505200"/>
              <a:gd name="connsiteY667" fmla="*/ 450342 h 3505200"/>
              <a:gd name="connsiteX668" fmla="*/ 1745647 w 3505200"/>
              <a:gd name="connsiteY668" fmla="*/ 457486 h 3505200"/>
              <a:gd name="connsiteX669" fmla="*/ 1752791 w 3505200"/>
              <a:gd name="connsiteY669" fmla="*/ 464630 h 3505200"/>
              <a:gd name="connsiteX670" fmla="*/ 1828991 w 3505200"/>
              <a:gd name="connsiteY670" fmla="*/ 464344 h 3505200"/>
              <a:gd name="connsiteX671" fmla="*/ 1835944 w 3505200"/>
              <a:gd name="connsiteY671" fmla="*/ 457391 h 3505200"/>
              <a:gd name="connsiteX672" fmla="*/ 1828991 w 3505200"/>
              <a:gd name="connsiteY672" fmla="*/ 450437 h 3505200"/>
              <a:gd name="connsiteX673" fmla="*/ 1822037 w 3505200"/>
              <a:gd name="connsiteY673" fmla="*/ 457391 h 3505200"/>
              <a:gd name="connsiteX674" fmla="*/ 1828991 w 3505200"/>
              <a:gd name="connsiteY674" fmla="*/ 464344 h 3505200"/>
              <a:gd name="connsiteX675" fmla="*/ 1905191 w 3505200"/>
              <a:gd name="connsiteY675" fmla="*/ 464344 h 3505200"/>
              <a:gd name="connsiteX676" fmla="*/ 1912144 w 3505200"/>
              <a:gd name="connsiteY676" fmla="*/ 457391 h 3505200"/>
              <a:gd name="connsiteX677" fmla="*/ 1905191 w 3505200"/>
              <a:gd name="connsiteY677" fmla="*/ 450437 h 3505200"/>
              <a:gd name="connsiteX678" fmla="*/ 1898237 w 3505200"/>
              <a:gd name="connsiteY678" fmla="*/ 457391 h 3505200"/>
              <a:gd name="connsiteX679" fmla="*/ 1905191 w 3505200"/>
              <a:gd name="connsiteY679" fmla="*/ 464344 h 3505200"/>
              <a:gd name="connsiteX680" fmla="*/ 1981391 w 3505200"/>
              <a:gd name="connsiteY680" fmla="*/ 464153 h 3505200"/>
              <a:gd name="connsiteX681" fmla="*/ 1988153 w 3505200"/>
              <a:gd name="connsiteY681" fmla="*/ 457391 h 3505200"/>
              <a:gd name="connsiteX682" fmla="*/ 1981391 w 3505200"/>
              <a:gd name="connsiteY682" fmla="*/ 450628 h 3505200"/>
              <a:gd name="connsiteX683" fmla="*/ 1974628 w 3505200"/>
              <a:gd name="connsiteY683" fmla="*/ 457391 h 3505200"/>
              <a:gd name="connsiteX684" fmla="*/ 1981391 w 3505200"/>
              <a:gd name="connsiteY684" fmla="*/ 464153 h 3505200"/>
              <a:gd name="connsiteX685" fmla="*/ 2057591 w 3505200"/>
              <a:gd name="connsiteY685" fmla="*/ 463963 h 3505200"/>
              <a:gd name="connsiteX686" fmla="*/ 2064163 w 3505200"/>
              <a:gd name="connsiteY686" fmla="*/ 457391 h 3505200"/>
              <a:gd name="connsiteX687" fmla="*/ 2057591 w 3505200"/>
              <a:gd name="connsiteY687" fmla="*/ 450818 h 3505200"/>
              <a:gd name="connsiteX688" fmla="*/ 2051018 w 3505200"/>
              <a:gd name="connsiteY688" fmla="*/ 457391 h 3505200"/>
              <a:gd name="connsiteX689" fmla="*/ 2057591 w 3505200"/>
              <a:gd name="connsiteY689" fmla="*/ 463963 h 3505200"/>
              <a:gd name="connsiteX690" fmla="*/ 2133791 w 3505200"/>
              <a:gd name="connsiteY690" fmla="*/ 463772 h 3505200"/>
              <a:gd name="connsiteX691" fmla="*/ 2140172 w 3505200"/>
              <a:gd name="connsiteY691" fmla="*/ 457391 h 3505200"/>
              <a:gd name="connsiteX692" fmla="*/ 2133791 w 3505200"/>
              <a:gd name="connsiteY692" fmla="*/ 451009 h 3505200"/>
              <a:gd name="connsiteX693" fmla="*/ 2127409 w 3505200"/>
              <a:gd name="connsiteY693" fmla="*/ 457391 h 3505200"/>
              <a:gd name="connsiteX694" fmla="*/ 2133791 w 3505200"/>
              <a:gd name="connsiteY694" fmla="*/ 463772 h 3505200"/>
              <a:gd name="connsiteX695" fmla="*/ 2209991 w 3505200"/>
              <a:gd name="connsiteY695" fmla="*/ 463296 h 3505200"/>
              <a:gd name="connsiteX696" fmla="*/ 2215896 w 3505200"/>
              <a:gd name="connsiteY696" fmla="*/ 457391 h 3505200"/>
              <a:gd name="connsiteX697" fmla="*/ 2209991 w 3505200"/>
              <a:gd name="connsiteY697" fmla="*/ 451485 h 3505200"/>
              <a:gd name="connsiteX698" fmla="*/ 2204085 w 3505200"/>
              <a:gd name="connsiteY698" fmla="*/ 457391 h 3505200"/>
              <a:gd name="connsiteX699" fmla="*/ 2209991 w 3505200"/>
              <a:gd name="connsiteY699" fmla="*/ 463296 h 3505200"/>
              <a:gd name="connsiteX700" fmla="*/ 2286191 w 3505200"/>
              <a:gd name="connsiteY700" fmla="*/ 462915 h 3505200"/>
              <a:gd name="connsiteX701" fmla="*/ 2291715 w 3505200"/>
              <a:gd name="connsiteY701" fmla="*/ 457391 h 3505200"/>
              <a:gd name="connsiteX702" fmla="*/ 2286191 w 3505200"/>
              <a:gd name="connsiteY702" fmla="*/ 451866 h 3505200"/>
              <a:gd name="connsiteX703" fmla="*/ 2280666 w 3505200"/>
              <a:gd name="connsiteY703" fmla="*/ 457391 h 3505200"/>
              <a:gd name="connsiteX704" fmla="*/ 2286191 w 3505200"/>
              <a:gd name="connsiteY704" fmla="*/ 462915 h 3505200"/>
              <a:gd name="connsiteX705" fmla="*/ 2362391 w 3505200"/>
              <a:gd name="connsiteY705" fmla="*/ 462439 h 3505200"/>
              <a:gd name="connsiteX706" fmla="*/ 2367439 w 3505200"/>
              <a:gd name="connsiteY706" fmla="*/ 457391 h 3505200"/>
              <a:gd name="connsiteX707" fmla="*/ 2362391 w 3505200"/>
              <a:gd name="connsiteY707" fmla="*/ 452342 h 3505200"/>
              <a:gd name="connsiteX708" fmla="*/ 2357342 w 3505200"/>
              <a:gd name="connsiteY708" fmla="*/ 457391 h 3505200"/>
              <a:gd name="connsiteX709" fmla="*/ 2362391 w 3505200"/>
              <a:gd name="connsiteY709" fmla="*/ 462439 h 3505200"/>
              <a:gd name="connsiteX710" fmla="*/ 2438591 w 3505200"/>
              <a:gd name="connsiteY710" fmla="*/ 461867 h 3505200"/>
              <a:gd name="connsiteX711" fmla="*/ 2443067 w 3505200"/>
              <a:gd name="connsiteY711" fmla="*/ 457391 h 3505200"/>
              <a:gd name="connsiteX712" fmla="*/ 2438591 w 3505200"/>
              <a:gd name="connsiteY712" fmla="*/ 452914 h 3505200"/>
              <a:gd name="connsiteX713" fmla="*/ 2434114 w 3505200"/>
              <a:gd name="connsiteY713" fmla="*/ 457391 h 3505200"/>
              <a:gd name="connsiteX714" fmla="*/ 2438591 w 3505200"/>
              <a:gd name="connsiteY714" fmla="*/ 461867 h 3505200"/>
              <a:gd name="connsiteX715" fmla="*/ 2514791 w 3505200"/>
              <a:gd name="connsiteY715" fmla="*/ 461391 h 3505200"/>
              <a:gd name="connsiteX716" fmla="*/ 2518791 w 3505200"/>
              <a:gd name="connsiteY716" fmla="*/ 457391 h 3505200"/>
              <a:gd name="connsiteX717" fmla="*/ 2514791 w 3505200"/>
              <a:gd name="connsiteY717" fmla="*/ 453390 h 3505200"/>
              <a:gd name="connsiteX718" fmla="*/ 2510790 w 3505200"/>
              <a:gd name="connsiteY718" fmla="*/ 457391 h 3505200"/>
              <a:gd name="connsiteX719" fmla="*/ 2514791 w 3505200"/>
              <a:gd name="connsiteY719" fmla="*/ 461391 h 3505200"/>
              <a:gd name="connsiteX720" fmla="*/ 2590991 w 3505200"/>
              <a:gd name="connsiteY720" fmla="*/ 460820 h 3505200"/>
              <a:gd name="connsiteX721" fmla="*/ 2594324 w 3505200"/>
              <a:gd name="connsiteY721" fmla="*/ 457486 h 3505200"/>
              <a:gd name="connsiteX722" fmla="*/ 2590991 w 3505200"/>
              <a:gd name="connsiteY722" fmla="*/ 454057 h 3505200"/>
              <a:gd name="connsiteX723" fmla="*/ 2587657 w 3505200"/>
              <a:gd name="connsiteY723" fmla="*/ 457486 h 3505200"/>
              <a:gd name="connsiteX724" fmla="*/ 2590991 w 3505200"/>
              <a:gd name="connsiteY724" fmla="*/ 460820 h 3505200"/>
              <a:gd name="connsiteX725" fmla="*/ 2667191 w 3505200"/>
              <a:gd name="connsiteY725" fmla="*/ 460153 h 3505200"/>
              <a:gd name="connsiteX726" fmla="*/ 2669953 w 3505200"/>
              <a:gd name="connsiteY726" fmla="*/ 457391 h 3505200"/>
              <a:gd name="connsiteX727" fmla="*/ 2667191 w 3505200"/>
              <a:gd name="connsiteY727" fmla="*/ 454628 h 3505200"/>
              <a:gd name="connsiteX728" fmla="*/ 2664428 w 3505200"/>
              <a:gd name="connsiteY728" fmla="*/ 457391 h 3505200"/>
              <a:gd name="connsiteX729" fmla="*/ 2667191 w 3505200"/>
              <a:gd name="connsiteY729" fmla="*/ 460153 h 3505200"/>
              <a:gd name="connsiteX730" fmla="*/ 2743391 w 3505200"/>
              <a:gd name="connsiteY730" fmla="*/ 459486 h 3505200"/>
              <a:gd name="connsiteX731" fmla="*/ 2745486 w 3505200"/>
              <a:gd name="connsiteY731" fmla="*/ 457391 h 3505200"/>
              <a:gd name="connsiteX732" fmla="*/ 2743391 w 3505200"/>
              <a:gd name="connsiteY732" fmla="*/ 455295 h 3505200"/>
              <a:gd name="connsiteX733" fmla="*/ 2741295 w 3505200"/>
              <a:gd name="connsiteY733" fmla="*/ 457391 h 3505200"/>
              <a:gd name="connsiteX734" fmla="*/ 2743391 w 3505200"/>
              <a:gd name="connsiteY734" fmla="*/ 459486 h 3505200"/>
              <a:gd name="connsiteX735" fmla="*/ 2819591 w 3505200"/>
              <a:gd name="connsiteY735" fmla="*/ 458724 h 3505200"/>
              <a:gd name="connsiteX736" fmla="*/ 2820829 w 3505200"/>
              <a:gd name="connsiteY736" fmla="*/ 457486 h 3505200"/>
              <a:gd name="connsiteX737" fmla="*/ 2819591 w 3505200"/>
              <a:gd name="connsiteY737" fmla="*/ 456248 h 3505200"/>
              <a:gd name="connsiteX738" fmla="*/ 2818353 w 3505200"/>
              <a:gd name="connsiteY738" fmla="*/ 457486 h 3505200"/>
              <a:gd name="connsiteX739" fmla="*/ 2819591 w 3505200"/>
              <a:gd name="connsiteY739" fmla="*/ 458724 h 3505200"/>
              <a:gd name="connsiteX740" fmla="*/ 2895791 w 3505200"/>
              <a:gd name="connsiteY740" fmla="*/ 458057 h 3505200"/>
              <a:gd name="connsiteX741" fmla="*/ 2896457 w 3505200"/>
              <a:gd name="connsiteY741" fmla="*/ 457391 h 3505200"/>
              <a:gd name="connsiteX742" fmla="*/ 2895791 w 3505200"/>
              <a:gd name="connsiteY742" fmla="*/ 456724 h 3505200"/>
              <a:gd name="connsiteX743" fmla="*/ 2895124 w 3505200"/>
              <a:gd name="connsiteY743" fmla="*/ 457391 h 3505200"/>
              <a:gd name="connsiteX744" fmla="*/ 2895791 w 3505200"/>
              <a:gd name="connsiteY744" fmla="*/ 458057 h 3505200"/>
              <a:gd name="connsiteX745" fmla="*/ 533591 w 3505200"/>
              <a:gd name="connsiteY745" fmla="*/ 534257 h 3505200"/>
              <a:gd name="connsiteX746" fmla="*/ 534257 w 3505200"/>
              <a:gd name="connsiteY746" fmla="*/ 533591 h 3505200"/>
              <a:gd name="connsiteX747" fmla="*/ 533591 w 3505200"/>
              <a:gd name="connsiteY747" fmla="*/ 532924 h 3505200"/>
              <a:gd name="connsiteX748" fmla="*/ 532924 w 3505200"/>
              <a:gd name="connsiteY748" fmla="*/ 533591 h 3505200"/>
              <a:gd name="connsiteX749" fmla="*/ 533591 w 3505200"/>
              <a:gd name="connsiteY749" fmla="*/ 534257 h 3505200"/>
              <a:gd name="connsiteX750" fmla="*/ 609790 w 3505200"/>
              <a:gd name="connsiteY750" fmla="*/ 534924 h 3505200"/>
              <a:gd name="connsiteX751" fmla="*/ 611029 w 3505200"/>
              <a:gd name="connsiteY751" fmla="*/ 533686 h 3505200"/>
              <a:gd name="connsiteX752" fmla="*/ 609790 w 3505200"/>
              <a:gd name="connsiteY752" fmla="*/ 532448 h 3505200"/>
              <a:gd name="connsiteX753" fmla="*/ 608552 w 3505200"/>
              <a:gd name="connsiteY753" fmla="*/ 533686 h 3505200"/>
              <a:gd name="connsiteX754" fmla="*/ 609790 w 3505200"/>
              <a:gd name="connsiteY754" fmla="*/ 534924 h 3505200"/>
              <a:gd name="connsiteX755" fmla="*/ 685990 w 3505200"/>
              <a:gd name="connsiteY755" fmla="*/ 535686 h 3505200"/>
              <a:gd name="connsiteX756" fmla="*/ 688086 w 3505200"/>
              <a:gd name="connsiteY756" fmla="*/ 533591 h 3505200"/>
              <a:gd name="connsiteX757" fmla="*/ 685990 w 3505200"/>
              <a:gd name="connsiteY757" fmla="*/ 531495 h 3505200"/>
              <a:gd name="connsiteX758" fmla="*/ 683895 w 3505200"/>
              <a:gd name="connsiteY758" fmla="*/ 533591 h 3505200"/>
              <a:gd name="connsiteX759" fmla="*/ 685990 w 3505200"/>
              <a:gd name="connsiteY759" fmla="*/ 535686 h 3505200"/>
              <a:gd name="connsiteX760" fmla="*/ 762190 w 3505200"/>
              <a:gd name="connsiteY760" fmla="*/ 536543 h 3505200"/>
              <a:gd name="connsiteX761" fmla="*/ 765143 w 3505200"/>
              <a:gd name="connsiteY761" fmla="*/ 533591 h 3505200"/>
              <a:gd name="connsiteX762" fmla="*/ 762190 w 3505200"/>
              <a:gd name="connsiteY762" fmla="*/ 530638 h 3505200"/>
              <a:gd name="connsiteX763" fmla="*/ 759238 w 3505200"/>
              <a:gd name="connsiteY763" fmla="*/ 533591 h 3505200"/>
              <a:gd name="connsiteX764" fmla="*/ 762190 w 3505200"/>
              <a:gd name="connsiteY764" fmla="*/ 536543 h 3505200"/>
              <a:gd name="connsiteX765" fmla="*/ 838390 w 3505200"/>
              <a:gd name="connsiteY765" fmla="*/ 537210 h 3505200"/>
              <a:gd name="connsiteX766" fmla="*/ 842010 w 3505200"/>
              <a:gd name="connsiteY766" fmla="*/ 533591 h 3505200"/>
              <a:gd name="connsiteX767" fmla="*/ 838390 w 3505200"/>
              <a:gd name="connsiteY767" fmla="*/ 529971 h 3505200"/>
              <a:gd name="connsiteX768" fmla="*/ 834771 w 3505200"/>
              <a:gd name="connsiteY768" fmla="*/ 533591 h 3505200"/>
              <a:gd name="connsiteX769" fmla="*/ 838390 w 3505200"/>
              <a:gd name="connsiteY769" fmla="*/ 537210 h 3505200"/>
              <a:gd name="connsiteX770" fmla="*/ 914590 w 3505200"/>
              <a:gd name="connsiteY770" fmla="*/ 537877 h 3505200"/>
              <a:gd name="connsiteX771" fmla="*/ 918782 w 3505200"/>
              <a:gd name="connsiteY771" fmla="*/ 533686 h 3505200"/>
              <a:gd name="connsiteX772" fmla="*/ 914590 w 3505200"/>
              <a:gd name="connsiteY772" fmla="*/ 529495 h 3505200"/>
              <a:gd name="connsiteX773" fmla="*/ 910400 w 3505200"/>
              <a:gd name="connsiteY773" fmla="*/ 533686 h 3505200"/>
              <a:gd name="connsiteX774" fmla="*/ 914590 w 3505200"/>
              <a:gd name="connsiteY774" fmla="*/ 537877 h 3505200"/>
              <a:gd name="connsiteX775" fmla="*/ 990790 w 3505200"/>
              <a:gd name="connsiteY775" fmla="*/ 538448 h 3505200"/>
              <a:gd name="connsiteX776" fmla="*/ 995648 w 3505200"/>
              <a:gd name="connsiteY776" fmla="*/ 533591 h 3505200"/>
              <a:gd name="connsiteX777" fmla="*/ 990790 w 3505200"/>
              <a:gd name="connsiteY777" fmla="*/ 528733 h 3505200"/>
              <a:gd name="connsiteX778" fmla="*/ 985933 w 3505200"/>
              <a:gd name="connsiteY778" fmla="*/ 533591 h 3505200"/>
              <a:gd name="connsiteX779" fmla="*/ 990790 w 3505200"/>
              <a:gd name="connsiteY779" fmla="*/ 538448 h 3505200"/>
              <a:gd name="connsiteX780" fmla="*/ 1066991 w 3505200"/>
              <a:gd name="connsiteY780" fmla="*/ 539115 h 3505200"/>
              <a:gd name="connsiteX781" fmla="*/ 1072515 w 3505200"/>
              <a:gd name="connsiteY781" fmla="*/ 533591 h 3505200"/>
              <a:gd name="connsiteX782" fmla="*/ 1066991 w 3505200"/>
              <a:gd name="connsiteY782" fmla="*/ 528066 h 3505200"/>
              <a:gd name="connsiteX783" fmla="*/ 1061466 w 3505200"/>
              <a:gd name="connsiteY783" fmla="*/ 533591 h 3505200"/>
              <a:gd name="connsiteX784" fmla="*/ 1066991 w 3505200"/>
              <a:gd name="connsiteY784" fmla="*/ 539115 h 3505200"/>
              <a:gd name="connsiteX785" fmla="*/ 1143191 w 3505200"/>
              <a:gd name="connsiteY785" fmla="*/ 539782 h 3505200"/>
              <a:gd name="connsiteX786" fmla="*/ 1149287 w 3505200"/>
              <a:gd name="connsiteY786" fmla="*/ 533686 h 3505200"/>
              <a:gd name="connsiteX787" fmla="*/ 1143191 w 3505200"/>
              <a:gd name="connsiteY787" fmla="*/ 527590 h 3505200"/>
              <a:gd name="connsiteX788" fmla="*/ 1137095 w 3505200"/>
              <a:gd name="connsiteY788" fmla="*/ 533686 h 3505200"/>
              <a:gd name="connsiteX789" fmla="*/ 1143191 w 3505200"/>
              <a:gd name="connsiteY789" fmla="*/ 539782 h 3505200"/>
              <a:gd name="connsiteX790" fmla="*/ 1219391 w 3505200"/>
              <a:gd name="connsiteY790" fmla="*/ 540163 h 3505200"/>
              <a:gd name="connsiteX791" fmla="*/ 1225963 w 3505200"/>
              <a:gd name="connsiteY791" fmla="*/ 533591 h 3505200"/>
              <a:gd name="connsiteX792" fmla="*/ 1219391 w 3505200"/>
              <a:gd name="connsiteY792" fmla="*/ 527018 h 3505200"/>
              <a:gd name="connsiteX793" fmla="*/ 1212818 w 3505200"/>
              <a:gd name="connsiteY793" fmla="*/ 533591 h 3505200"/>
              <a:gd name="connsiteX794" fmla="*/ 1219391 w 3505200"/>
              <a:gd name="connsiteY794" fmla="*/ 540163 h 3505200"/>
              <a:gd name="connsiteX795" fmla="*/ 1295591 w 3505200"/>
              <a:gd name="connsiteY795" fmla="*/ 540544 h 3505200"/>
              <a:gd name="connsiteX796" fmla="*/ 1302544 w 3505200"/>
              <a:gd name="connsiteY796" fmla="*/ 533591 h 3505200"/>
              <a:gd name="connsiteX797" fmla="*/ 1295591 w 3505200"/>
              <a:gd name="connsiteY797" fmla="*/ 526637 h 3505200"/>
              <a:gd name="connsiteX798" fmla="*/ 1288637 w 3505200"/>
              <a:gd name="connsiteY798" fmla="*/ 533591 h 3505200"/>
              <a:gd name="connsiteX799" fmla="*/ 1295591 w 3505200"/>
              <a:gd name="connsiteY799" fmla="*/ 540544 h 3505200"/>
              <a:gd name="connsiteX800" fmla="*/ 1371791 w 3505200"/>
              <a:gd name="connsiteY800" fmla="*/ 541020 h 3505200"/>
              <a:gd name="connsiteX801" fmla="*/ 1379220 w 3505200"/>
              <a:gd name="connsiteY801" fmla="*/ 533591 h 3505200"/>
              <a:gd name="connsiteX802" fmla="*/ 1371791 w 3505200"/>
              <a:gd name="connsiteY802" fmla="*/ 526161 h 3505200"/>
              <a:gd name="connsiteX803" fmla="*/ 1364361 w 3505200"/>
              <a:gd name="connsiteY803" fmla="*/ 533591 h 3505200"/>
              <a:gd name="connsiteX804" fmla="*/ 1371791 w 3505200"/>
              <a:gd name="connsiteY804" fmla="*/ 541020 h 3505200"/>
              <a:gd name="connsiteX805" fmla="*/ 1447991 w 3505200"/>
              <a:gd name="connsiteY805" fmla="*/ 541401 h 3505200"/>
              <a:gd name="connsiteX806" fmla="*/ 1455801 w 3505200"/>
              <a:gd name="connsiteY806" fmla="*/ 533591 h 3505200"/>
              <a:gd name="connsiteX807" fmla="*/ 1447991 w 3505200"/>
              <a:gd name="connsiteY807" fmla="*/ 525780 h 3505200"/>
              <a:gd name="connsiteX808" fmla="*/ 1440180 w 3505200"/>
              <a:gd name="connsiteY808" fmla="*/ 533591 h 3505200"/>
              <a:gd name="connsiteX809" fmla="*/ 1447991 w 3505200"/>
              <a:gd name="connsiteY809" fmla="*/ 541401 h 3505200"/>
              <a:gd name="connsiteX810" fmla="*/ 1524191 w 3505200"/>
              <a:gd name="connsiteY810" fmla="*/ 541687 h 3505200"/>
              <a:gd name="connsiteX811" fmla="*/ 1532192 w 3505200"/>
              <a:gd name="connsiteY811" fmla="*/ 533686 h 3505200"/>
              <a:gd name="connsiteX812" fmla="*/ 1524191 w 3505200"/>
              <a:gd name="connsiteY812" fmla="*/ 525685 h 3505200"/>
              <a:gd name="connsiteX813" fmla="*/ 1516189 w 3505200"/>
              <a:gd name="connsiteY813" fmla="*/ 533686 h 3505200"/>
              <a:gd name="connsiteX814" fmla="*/ 1524191 w 3505200"/>
              <a:gd name="connsiteY814" fmla="*/ 541687 h 3505200"/>
              <a:gd name="connsiteX815" fmla="*/ 1600391 w 3505200"/>
              <a:gd name="connsiteY815" fmla="*/ 541687 h 3505200"/>
              <a:gd name="connsiteX816" fmla="*/ 1608392 w 3505200"/>
              <a:gd name="connsiteY816" fmla="*/ 533686 h 3505200"/>
              <a:gd name="connsiteX817" fmla="*/ 1600391 w 3505200"/>
              <a:gd name="connsiteY817" fmla="*/ 525685 h 3505200"/>
              <a:gd name="connsiteX818" fmla="*/ 1592389 w 3505200"/>
              <a:gd name="connsiteY818" fmla="*/ 533686 h 3505200"/>
              <a:gd name="connsiteX819" fmla="*/ 1600391 w 3505200"/>
              <a:gd name="connsiteY819" fmla="*/ 541687 h 3505200"/>
              <a:gd name="connsiteX820" fmla="*/ 1676591 w 3505200"/>
              <a:gd name="connsiteY820" fmla="*/ 541877 h 3505200"/>
              <a:gd name="connsiteX821" fmla="*/ 1684877 w 3505200"/>
              <a:gd name="connsiteY821" fmla="*/ 533591 h 3505200"/>
              <a:gd name="connsiteX822" fmla="*/ 1676591 w 3505200"/>
              <a:gd name="connsiteY822" fmla="*/ 525304 h 3505200"/>
              <a:gd name="connsiteX823" fmla="*/ 1668304 w 3505200"/>
              <a:gd name="connsiteY823" fmla="*/ 533591 h 3505200"/>
              <a:gd name="connsiteX824" fmla="*/ 1676591 w 3505200"/>
              <a:gd name="connsiteY824" fmla="*/ 541877 h 3505200"/>
              <a:gd name="connsiteX825" fmla="*/ 1752791 w 3505200"/>
              <a:gd name="connsiteY825" fmla="*/ 541877 h 3505200"/>
              <a:gd name="connsiteX826" fmla="*/ 1761077 w 3505200"/>
              <a:gd name="connsiteY826" fmla="*/ 533591 h 3505200"/>
              <a:gd name="connsiteX827" fmla="*/ 1752791 w 3505200"/>
              <a:gd name="connsiteY827" fmla="*/ 525304 h 3505200"/>
              <a:gd name="connsiteX828" fmla="*/ 1744504 w 3505200"/>
              <a:gd name="connsiteY828" fmla="*/ 533591 h 3505200"/>
              <a:gd name="connsiteX829" fmla="*/ 1752791 w 3505200"/>
              <a:gd name="connsiteY829" fmla="*/ 541877 h 3505200"/>
              <a:gd name="connsiteX830" fmla="*/ 1828991 w 3505200"/>
              <a:gd name="connsiteY830" fmla="*/ 541877 h 3505200"/>
              <a:gd name="connsiteX831" fmla="*/ 1837277 w 3505200"/>
              <a:gd name="connsiteY831" fmla="*/ 533591 h 3505200"/>
              <a:gd name="connsiteX832" fmla="*/ 1828991 w 3505200"/>
              <a:gd name="connsiteY832" fmla="*/ 525304 h 3505200"/>
              <a:gd name="connsiteX833" fmla="*/ 1820704 w 3505200"/>
              <a:gd name="connsiteY833" fmla="*/ 533591 h 3505200"/>
              <a:gd name="connsiteX834" fmla="*/ 1828991 w 3505200"/>
              <a:gd name="connsiteY834" fmla="*/ 541877 h 3505200"/>
              <a:gd name="connsiteX835" fmla="*/ 1905191 w 3505200"/>
              <a:gd name="connsiteY835" fmla="*/ 541687 h 3505200"/>
              <a:gd name="connsiteX836" fmla="*/ 1913192 w 3505200"/>
              <a:gd name="connsiteY836" fmla="*/ 533686 h 3505200"/>
              <a:gd name="connsiteX837" fmla="*/ 1905191 w 3505200"/>
              <a:gd name="connsiteY837" fmla="*/ 525685 h 3505200"/>
              <a:gd name="connsiteX838" fmla="*/ 1897189 w 3505200"/>
              <a:gd name="connsiteY838" fmla="*/ 533686 h 3505200"/>
              <a:gd name="connsiteX839" fmla="*/ 1905191 w 3505200"/>
              <a:gd name="connsiteY839" fmla="*/ 541687 h 3505200"/>
              <a:gd name="connsiteX840" fmla="*/ 1981391 w 3505200"/>
              <a:gd name="connsiteY840" fmla="*/ 541687 h 3505200"/>
              <a:gd name="connsiteX841" fmla="*/ 1989392 w 3505200"/>
              <a:gd name="connsiteY841" fmla="*/ 533686 h 3505200"/>
              <a:gd name="connsiteX842" fmla="*/ 1981391 w 3505200"/>
              <a:gd name="connsiteY842" fmla="*/ 525685 h 3505200"/>
              <a:gd name="connsiteX843" fmla="*/ 1973389 w 3505200"/>
              <a:gd name="connsiteY843" fmla="*/ 533686 h 3505200"/>
              <a:gd name="connsiteX844" fmla="*/ 1981391 w 3505200"/>
              <a:gd name="connsiteY844" fmla="*/ 541687 h 3505200"/>
              <a:gd name="connsiteX845" fmla="*/ 2057591 w 3505200"/>
              <a:gd name="connsiteY845" fmla="*/ 541401 h 3505200"/>
              <a:gd name="connsiteX846" fmla="*/ 2065401 w 3505200"/>
              <a:gd name="connsiteY846" fmla="*/ 533591 h 3505200"/>
              <a:gd name="connsiteX847" fmla="*/ 2057591 w 3505200"/>
              <a:gd name="connsiteY847" fmla="*/ 525780 h 3505200"/>
              <a:gd name="connsiteX848" fmla="*/ 2049780 w 3505200"/>
              <a:gd name="connsiteY848" fmla="*/ 533591 h 3505200"/>
              <a:gd name="connsiteX849" fmla="*/ 2057591 w 3505200"/>
              <a:gd name="connsiteY849" fmla="*/ 541401 h 3505200"/>
              <a:gd name="connsiteX850" fmla="*/ 2133791 w 3505200"/>
              <a:gd name="connsiteY850" fmla="*/ 541020 h 3505200"/>
              <a:gd name="connsiteX851" fmla="*/ 2141220 w 3505200"/>
              <a:gd name="connsiteY851" fmla="*/ 533591 h 3505200"/>
              <a:gd name="connsiteX852" fmla="*/ 2133791 w 3505200"/>
              <a:gd name="connsiteY852" fmla="*/ 526161 h 3505200"/>
              <a:gd name="connsiteX853" fmla="*/ 2126361 w 3505200"/>
              <a:gd name="connsiteY853" fmla="*/ 533591 h 3505200"/>
              <a:gd name="connsiteX854" fmla="*/ 2133791 w 3505200"/>
              <a:gd name="connsiteY854" fmla="*/ 541020 h 3505200"/>
              <a:gd name="connsiteX855" fmla="*/ 2209991 w 3505200"/>
              <a:gd name="connsiteY855" fmla="*/ 540544 h 3505200"/>
              <a:gd name="connsiteX856" fmla="*/ 2216944 w 3505200"/>
              <a:gd name="connsiteY856" fmla="*/ 533591 h 3505200"/>
              <a:gd name="connsiteX857" fmla="*/ 2209991 w 3505200"/>
              <a:gd name="connsiteY857" fmla="*/ 526637 h 3505200"/>
              <a:gd name="connsiteX858" fmla="*/ 2203037 w 3505200"/>
              <a:gd name="connsiteY858" fmla="*/ 533591 h 3505200"/>
              <a:gd name="connsiteX859" fmla="*/ 2209991 w 3505200"/>
              <a:gd name="connsiteY859" fmla="*/ 540544 h 3505200"/>
              <a:gd name="connsiteX860" fmla="*/ 2286191 w 3505200"/>
              <a:gd name="connsiteY860" fmla="*/ 540163 h 3505200"/>
              <a:gd name="connsiteX861" fmla="*/ 2292763 w 3505200"/>
              <a:gd name="connsiteY861" fmla="*/ 533591 h 3505200"/>
              <a:gd name="connsiteX862" fmla="*/ 2286191 w 3505200"/>
              <a:gd name="connsiteY862" fmla="*/ 527018 h 3505200"/>
              <a:gd name="connsiteX863" fmla="*/ 2279618 w 3505200"/>
              <a:gd name="connsiteY863" fmla="*/ 533591 h 3505200"/>
              <a:gd name="connsiteX864" fmla="*/ 2286191 w 3505200"/>
              <a:gd name="connsiteY864" fmla="*/ 540163 h 3505200"/>
              <a:gd name="connsiteX865" fmla="*/ 2362391 w 3505200"/>
              <a:gd name="connsiteY865" fmla="*/ 539782 h 3505200"/>
              <a:gd name="connsiteX866" fmla="*/ 2368487 w 3505200"/>
              <a:gd name="connsiteY866" fmla="*/ 533686 h 3505200"/>
              <a:gd name="connsiteX867" fmla="*/ 2362391 w 3505200"/>
              <a:gd name="connsiteY867" fmla="*/ 527590 h 3505200"/>
              <a:gd name="connsiteX868" fmla="*/ 2356295 w 3505200"/>
              <a:gd name="connsiteY868" fmla="*/ 533686 h 3505200"/>
              <a:gd name="connsiteX869" fmla="*/ 2362391 w 3505200"/>
              <a:gd name="connsiteY869" fmla="*/ 539782 h 3505200"/>
              <a:gd name="connsiteX870" fmla="*/ 2438591 w 3505200"/>
              <a:gd name="connsiteY870" fmla="*/ 539115 h 3505200"/>
              <a:gd name="connsiteX871" fmla="*/ 2444115 w 3505200"/>
              <a:gd name="connsiteY871" fmla="*/ 533591 h 3505200"/>
              <a:gd name="connsiteX872" fmla="*/ 2438591 w 3505200"/>
              <a:gd name="connsiteY872" fmla="*/ 528066 h 3505200"/>
              <a:gd name="connsiteX873" fmla="*/ 2433066 w 3505200"/>
              <a:gd name="connsiteY873" fmla="*/ 533591 h 3505200"/>
              <a:gd name="connsiteX874" fmla="*/ 2438591 w 3505200"/>
              <a:gd name="connsiteY874" fmla="*/ 539115 h 3505200"/>
              <a:gd name="connsiteX875" fmla="*/ 2514791 w 3505200"/>
              <a:gd name="connsiteY875" fmla="*/ 538639 h 3505200"/>
              <a:gd name="connsiteX876" fmla="*/ 2519839 w 3505200"/>
              <a:gd name="connsiteY876" fmla="*/ 533591 h 3505200"/>
              <a:gd name="connsiteX877" fmla="*/ 2514791 w 3505200"/>
              <a:gd name="connsiteY877" fmla="*/ 528542 h 3505200"/>
              <a:gd name="connsiteX878" fmla="*/ 2509742 w 3505200"/>
              <a:gd name="connsiteY878" fmla="*/ 533591 h 3505200"/>
              <a:gd name="connsiteX879" fmla="*/ 2514791 w 3505200"/>
              <a:gd name="connsiteY879" fmla="*/ 538639 h 3505200"/>
              <a:gd name="connsiteX880" fmla="*/ 2590991 w 3505200"/>
              <a:gd name="connsiteY880" fmla="*/ 538067 h 3505200"/>
              <a:gd name="connsiteX881" fmla="*/ 2595467 w 3505200"/>
              <a:gd name="connsiteY881" fmla="*/ 533591 h 3505200"/>
              <a:gd name="connsiteX882" fmla="*/ 2590991 w 3505200"/>
              <a:gd name="connsiteY882" fmla="*/ 529114 h 3505200"/>
              <a:gd name="connsiteX883" fmla="*/ 2586514 w 3505200"/>
              <a:gd name="connsiteY883" fmla="*/ 533591 h 3505200"/>
              <a:gd name="connsiteX884" fmla="*/ 2590991 w 3505200"/>
              <a:gd name="connsiteY884" fmla="*/ 538067 h 3505200"/>
              <a:gd name="connsiteX885" fmla="*/ 2667191 w 3505200"/>
              <a:gd name="connsiteY885" fmla="*/ 537210 h 3505200"/>
              <a:gd name="connsiteX886" fmla="*/ 2670810 w 3505200"/>
              <a:gd name="connsiteY886" fmla="*/ 533591 h 3505200"/>
              <a:gd name="connsiteX887" fmla="*/ 2667191 w 3505200"/>
              <a:gd name="connsiteY887" fmla="*/ 529971 h 3505200"/>
              <a:gd name="connsiteX888" fmla="*/ 2663571 w 3505200"/>
              <a:gd name="connsiteY888" fmla="*/ 533591 h 3505200"/>
              <a:gd name="connsiteX889" fmla="*/ 2667191 w 3505200"/>
              <a:gd name="connsiteY889" fmla="*/ 537210 h 3505200"/>
              <a:gd name="connsiteX890" fmla="*/ 2743391 w 3505200"/>
              <a:gd name="connsiteY890" fmla="*/ 536543 h 3505200"/>
              <a:gd name="connsiteX891" fmla="*/ 2746343 w 3505200"/>
              <a:gd name="connsiteY891" fmla="*/ 533591 h 3505200"/>
              <a:gd name="connsiteX892" fmla="*/ 2743391 w 3505200"/>
              <a:gd name="connsiteY892" fmla="*/ 530638 h 3505200"/>
              <a:gd name="connsiteX893" fmla="*/ 2740438 w 3505200"/>
              <a:gd name="connsiteY893" fmla="*/ 533591 h 3505200"/>
              <a:gd name="connsiteX894" fmla="*/ 2743391 w 3505200"/>
              <a:gd name="connsiteY894" fmla="*/ 536543 h 3505200"/>
              <a:gd name="connsiteX895" fmla="*/ 2819591 w 3505200"/>
              <a:gd name="connsiteY895" fmla="*/ 535686 h 3505200"/>
              <a:gd name="connsiteX896" fmla="*/ 2821686 w 3505200"/>
              <a:gd name="connsiteY896" fmla="*/ 533591 h 3505200"/>
              <a:gd name="connsiteX897" fmla="*/ 2819591 w 3505200"/>
              <a:gd name="connsiteY897" fmla="*/ 531495 h 3505200"/>
              <a:gd name="connsiteX898" fmla="*/ 2817495 w 3505200"/>
              <a:gd name="connsiteY898" fmla="*/ 533591 h 3505200"/>
              <a:gd name="connsiteX899" fmla="*/ 2819591 w 3505200"/>
              <a:gd name="connsiteY899" fmla="*/ 535686 h 3505200"/>
              <a:gd name="connsiteX900" fmla="*/ 2895791 w 3505200"/>
              <a:gd name="connsiteY900" fmla="*/ 535115 h 3505200"/>
              <a:gd name="connsiteX901" fmla="*/ 2897315 w 3505200"/>
              <a:gd name="connsiteY901" fmla="*/ 533591 h 3505200"/>
              <a:gd name="connsiteX902" fmla="*/ 2895791 w 3505200"/>
              <a:gd name="connsiteY902" fmla="*/ 532067 h 3505200"/>
              <a:gd name="connsiteX903" fmla="*/ 2894266 w 3505200"/>
              <a:gd name="connsiteY903" fmla="*/ 533591 h 3505200"/>
              <a:gd name="connsiteX904" fmla="*/ 2895791 w 3505200"/>
              <a:gd name="connsiteY904" fmla="*/ 535115 h 3505200"/>
              <a:gd name="connsiteX905" fmla="*/ 2971991 w 3505200"/>
              <a:gd name="connsiteY905" fmla="*/ 534257 h 3505200"/>
              <a:gd name="connsiteX906" fmla="*/ 2972657 w 3505200"/>
              <a:gd name="connsiteY906" fmla="*/ 533591 h 3505200"/>
              <a:gd name="connsiteX907" fmla="*/ 2971991 w 3505200"/>
              <a:gd name="connsiteY907" fmla="*/ 532924 h 3505200"/>
              <a:gd name="connsiteX908" fmla="*/ 2971324 w 3505200"/>
              <a:gd name="connsiteY908" fmla="*/ 533591 h 3505200"/>
              <a:gd name="connsiteX909" fmla="*/ 2971991 w 3505200"/>
              <a:gd name="connsiteY909" fmla="*/ 534257 h 3505200"/>
              <a:gd name="connsiteX910" fmla="*/ 457391 w 3505200"/>
              <a:gd name="connsiteY910" fmla="*/ 610267 h 3505200"/>
              <a:gd name="connsiteX911" fmla="*/ 457772 w 3505200"/>
              <a:gd name="connsiteY911" fmla="*/ 609886 h 3505200"/>
              <a:gd name="connsiteX912" fmla="*/ 457391 w 3505200"/>
              <a:gd name="connsiteY912" fmla="*/ 609505 h 3505200"/>
              <a:gd name="connsiteX913" fmla="*/ 457010 w 3505200"/>
              <a:gd name="connsiteY913" fmla="*/ 609886 h 3505200"/>
              <a:gd name="connsiteX914" fmla="*/ 457391 w 3505200"/>
              <a:gd name="connsiteY914" fmla="*/ 610267 h 3505200"/>
              <a:gd name="connsiteX915" fmla="*/ 533591 w 3505200"/>
              <a:gd name="connsiteY915" fmla="*/ 611124 h 3505200"/>
              <a:gd name="connsiteX916" fmla="*/ 534829 w 3505200"/>
              <a:gd name="connsiteY916" fmla="*/ 609886 h 3505200"/>
              <a:gd name="connsiteX917" fmla="*/ 533591 w 3505200"/>
              <a:gd name="connsiteY917" fmla="*/ 608648 h 3505200"/>
              <a:gd name="connsiteX918" fmla="*/ 532352 w 3505200"/>
              <a:gd name="connsiteY918" fmla="*/ 609886 h 3505200"/>
              <a:gd name="connsiteX919" fmla="*/ 533591 w 3505200"/>
              <a:gd name="connsiteY919" fmla="*/ 611124 h 3505200"/>
              <a:gd name="connsiteX920" fmla="*/ 609790 w 3505200"/>
              <a:gd name="connsiteY920" fmla="*/ 611886 h 3505200"/>
              <a:gd name="connsiteX921" fmla="*/ 611886 w 3505200"/>
              <a:gd name="connsiteY921" fmla="*/ 609790 h 3505200"/>
              <a:gd name="connsiteX922" fmla="*/ 609790 w 3505200"/>
              <a:gd name="connsiteY922" fmla="*/ 607695 h 3505200"/>
              <a:gd name="connsiteX923" fmla="*/ 607695 w 3505200"/>
              <a:gd name="connsiteY923" fmla="*/ 609790 h 3505200"/>
              <a:gd name="connsiteX924" fmla="*/ 609790 w 3505200"/>
              <a:gd name="connsiteY924" fmla="*/ 611886 h 3505200"/>
              <a:gd name="connsiteX925" fmla="*/ 685990 w 3505200"/>
              <a:gd name="connsiteY925" fmla="*/ 612743 h 3505200"/>
              <a:gd name="connsiteX926" fmla="*/ 688943 w 3505200"/>
              <a:gd name="connsiteY926" fmla="*/ 609790 h 3505200"/>
              <a:gd name="connsiteX927" fmla="*/ 685990 w 3505200"/>
              <a:gd name="connsiteY927" fmla="*/ 606838 h 3505200"/>
              <a:gd name="connsiteX928" fmla="*/ 683038 w 3505200"/>
              <a:gd name="connsiteY928" fmla="*/ 609790 h 3505200"/>
              <a:gd name="connsiteX929" fmla="*/ 685990 w 3505200"/>
              <a:gd name="connsiteY929" fmla="*/ 612743 h 3505200"/>
              <a:gd name="connsiteX930" fmla="*/ 762190 w 3505200"/>
              <a:gd name="connsiteY930" fmla="*/ 613601 h 3505200"/>
              <a:gd name="connsiteX931" fmla="*/ 766001 w 3505200"/>
              <a:gd name="connsiteY931" fmla="*/ 609790 h 3505200"/>
              <a:gd name="connsiteX932" fmla="*/ 762190 w 3505200"/>
              <a:gd name="connsiteY932" fmla="*/ 605981 h 3505200"/>
              <a:gd name="connsiteX933" fmla="*/ 758381 w 3505200"/>
              <a:gd name="connsiteY933" fmla="*/ 609790 h 3505200"/>
              <a:gd name="connsiteX934" fmla="*/ 762190 w 3505200"/>
              <a:gd name="connsiteY934" fmla="*/ 613601 h 3505200"/>
              <a:gd name="connsiteX935" fmla="*/ 838390 w 3505200"/>
              <a:gd name="connsiteY935" fmla="*/ 614267 h 3505200"/>
              <a:gd name="connsiteX936" fmla="*/ 842867 w 3505200"/>
              <a:gd name="connsiteY936" fmla="*/ 609790 h 3505200"/>
              <a:gd name="connsiteX937" fmla="*/ 838390 w 3505200"/>
              <a:gd name="connsiteY937" fmla="*/ 605314 h 3505200"/>
              <a:gd name="connsiteX938" fmla="*/ 833914 w 3505200"/>
              <a:gd name="connsiteY938" fmla="*/ 609790 h 3505200"/>
              <a:gd name="connsiteX939" fmla="*/ 838390 w 3505200"/>
              <a:gd name="connsiteY939" fmla="*/ 614267 h 3505200"/>
              <a:gd name="connsiteX940" fmla="*/ 914590 w 3505200"/>
              <a:gd name="connsiteY940" fmla="*/ 615125 h 3505200"/>
              <a:gd name="connsiteX941" fmla="*/ 919829 w 3505200"/>
              <a:gd name="connsiteY941" fmla="*/ 609886 h 3505200"/>
              <a:gd name="connsiteX942" fmla="*/ 914590 w 3505200"/>
              <a:gd name="connsiteY942" fmla="*/ 604647 h 3505200"/>
              <a:gd name="connsiteX943" fmla="*/ 909352 w 3505200"/>
              <a:gd name="connsiteY943" fmla="*/ 609886 h 3505200"/>
              <a:gd name="connsiteX944" fmla="*/ 914590 w 3505200"/>
              <a:gd name="connsiteY944" fmla="*/ 615125 h 3505200"/>
              <a:gd name="connsiteX945" fmla="*/ 990790 w 3505200"/>
              <a:gd name="connsiteY945" fmla="*/ 615696 h 3505200"/>
              <a:gd name="connsiteX946" fmla="*/ 996696 w 3505200"/>
              <a:gd name="connsiteY946" fmla="*/ 609790 h 3505200"/>
              <a:gd name="connsiteX947" fmla="*/ 990790 w 3505200"/>
              <a:gd name="connsiteY947" fmla="*/ 603885 h 3505200"/>
              <a:gd name="connsiteX948" fmla="*/ 984885 w 3505200"/>
              <a:gd name="connsiteY948" fmla="*/ 609790 h 3505200"/>
              <a:gd name="connsiteX949" fmla="*/ 990790 w 3505200"/>
              <a:gd name="connsiteY949" fmla="*/ 615696 h 3505200"/>
              <a:gd name="connsiteX950" fmla="*/ 1066991 w 3505200"/>
              <a:gd name="connsiteY950" fmla="*/ 616363 h 3505200"/>
              <a:gd name="connsiteX951" fmla="*/ 1073563 w 3505200"/>
              <a:gd name="connsiteY951" fmla="*/ 609790 h 3505200"/>
              <a:gd name="connsiteX952" fmla="*/ 1066991 w 3505200"/>
              <a:gd name="connsiteY952" fmla="*/ 603218 h 3505200"/>
              <a:gd name="connsiteX953" fmla="*/ 1060418 w 3505200"/>
              <a:gd name="connsiteY953" fmla="*/ 609790 h 3505200"/>
              <a:gd name="connsiteX954" fmla="*/ 1066991 w 3505200"/>
              <a:gd name="connsiteY954" fmla="*/ 616363 h 3505200"/>
              <a:gd name="connsiteX955" fmla="*/ 1143191 w 3505200"/>
              <a:gd name="connsiteY955" fmla="*/ 617030 h 3505200"/>
              <a:gd name="connsiteX956" fmla="*/ 1150334 w 3505200"/>
              <a:gd name="connsiteY956" fmla="*/ 609886 h 3505200"/>
              <a:gd name="connsiteX957" fmla="*/ 1143191 w 3505200"/>
              <a:gd name="connsiteY957" fmla="*/ 602742 h 3505200"/>
              <a:gd name="connsiteX958" fmla="*/ 1136047 w 3505200"/>
              <a:gd name="connsiteY958" fmla="*/ 609886 h 3505200"/>
              <a:gd name="connsiteX959" fmla="*/ 1143191 w 3505200"/>
              <a:gd name="connsiteY959" fmla="*/ 617030 h 3505200"/>
              <a:gd name="connsiteX960" fmla="*/ 1219391 w 3505200"/>
              <a:gd name="connsiteY960" fmla="*/ 617411 h 3505200"/>
              <a:gd name="connsiteX961" fmla="*/ 1227011 w 3505200"/>
              <a:gd name="connsiteY961" fmla="*/ 609790 h 3505200"/>
              <a:gd name="connsiteX962" fmla="*/ 1219391 w 3505200"/>
              <a:gd name="connsiteY962" fmla="*/ 602171 h 3505200"/>
              <a:gd name="connsiteX963" fmla="*/ 1211771 w 3505200"/>
              <a:gd name="connsiteY963" fmla="*/ 609790 h 3505200"/>
              <a:gd name="connsiteX964" fmla="*/ 1219391 w 3505200"/>
              <a:gd name="connsiteY964" fmla="*/ 617411 h 3505200"/>
              <a:gd name="connsiteX965" fmla="*/ 1295591 w 3505200"/>
              <a:gd name="connsiteY965" fmla="*/ 617887 h 3505200"/>
              <a:gd name="connsiteX966" fmla="*/ 1303592 w 3505200"/>
              <a:gd name="connsiteY966" fmla="*/ 609886 h 3505200"/>
              <a:gd name="connsiteX967" fmla="*/ 1295591 w 3505200"/>
              <a:gd name="connsiteY967" fmla="*/ 601885 h 3505200"/>
              <a:gd name="connsiteX968" fmla="*/ 1287589 w 3505200"/>
              <a:gd name="connsiteY968" fmla="*/ 609886 h 3505200"/>
              <a:gd name="connsiteX969" fmla="*/ 1295591 w 3505200"/>
              <a:gd name="connsiteY969" fmla="*/ 617887 h 3505200"/>
              <a:gd name="connsiteX970" fmla="*/ 1371791 w 3505200"/>
              <a:gd name="connsiteY970" fmla="*/ 618268 h 3505200"/>
              <a:gd name="connsiteX971" fmla="*/ 1380268 w 3505200"/>
              <a:gd name="connsiteY971" fmla="*/ 609790 h 3505200"/>
              <a:gd name="connsiteX972" fmla="*/ 1371791 w 3505200"/>
              <a:gd name="connsiteY972" fmla="*/ 601313 h 3505200"/>
              <a:gd name="connsiteX973" fmla="*/ 1363313 w 3505200"/>
              <a:gd name="connsiteY973" fmla="*/ 609790 h 3505200"/>
              <a:gd name="connsiteX974" fmla="*/ 1371791 w 3505200"/>
              <a:gd name="connsiteY974" fmla="*/ 618268 h 3505200"/>
              <a:gd name="connsiteX975" fmla="*/ 1447991 w 3505200"/>
              <a:gd name="connsiteY975" fmla="*/ 618649 h 3505200"/>
              <a:gd name="connsiteX976" fmla="*/ 1456849 w 3505200"/>
              <a:gd name="connsiteY976" fmla="*/ 609790 h 3505200"/>
              <a:gd name="connsiteX977" fmla="*/ 1447991 w 3505200"/>
              <a:gd name="connsiteY977" fmla="*/ 600932 h 3505200"/>
              <a:gd name="connsiteX978" fmla="*/ 1439132 w 3505200"/>
              <a:gd name="connsiteY978" fmla="*/ 609790 h 3505200"/>
              <a:gd name="connsiteX979" fmla="*/ 1447991 w 3505200"/>
              <a:gd name="connsiteY979" fmla="*/ 618649 h 3505200"/>
              <a:gd name="connsiteX980" fmla="*/ 1524191 w 3505200"/>
              <a:gd name="connsiteY980" fmla="*/ 618935 h 3505200"/>
              <a:gd name="connsiteX981" fmla="*/ 1533239 w 3505200"/>
              <a:gd name="connsiteY981" fmla="*/ 609886 h 3505200"/>
              <a:gd name="connsiteX982" fmla="*/ 1524191 w 3505200"/>
              <a:gd name="connsiteY982" fmla="*/ 600837 h 3505200"/>
              <a:gd name="connsiteX983" fmla="*/ 1515142 w 3505200"/>
              <a:gd name="connsiteY983" fmla="*/ 609886 h 3505200"/>
              <a:gd name="connsiteX984" fmla="*/ 1524191 w 3505200"/>
              <a:gd name="connsiteY984" fmla="*/ 618935 h 3505200"/>
              <a:gd name="connsiteX985" fmla="*/ 1600391 w 3505200"/>
              <a:gd name="connsiteY985" fmla="*/ 619125 h 3505200"/>
              <a:gd name="connsiteX986" fmla="*/ 1609725 w 3505200"/>
              <a:gd name="connsiteY986" fmla="*/ 609790 h 3505200"/>
              <a:gd name="connsiteX987" fmla="*/ 1600391 w 3505200"/>
              <a:gd name="connsiteY987" fmla="*/ 600456 h 3505200"/>
              <a:gd name="connsiteX988" fmla="*/ 1591056 w 3505200"/>
              <a:gd name="connsiteY988" fmla="*/ 609790 h 3505200"/>
              <a:gd name="connsiteX989" fmla="*/ 1600391 w 3505200"/>
              <a:gd name="connsiteY989" fmla="*/ 619125 h 3505200"/>
              <a:gd name="connsiteX990" fmla="*/ 1676591 w 3505200"/>
              <a:gd name="connsiteY990" fmla="*/ 619315 h 3505200"/>
              <a:gd name="connsiteX991" fmla="*/ 1686116 w 3505200"/>
              <a:gd name="connsiteY991" fmla="*/ 609790 h 3505200"/>
              <a:gd name="connsiteX992" fmla="*/ 1676591 w 3505200"/>
              <a:gd name="connsiteY992" fmla="*/ 600266 h 3505200"/>
              <a:gd name="connsiteX993" fmla="*/ 1667066 w 3505200"/>
              <a:gd name="connsiteY993" fmla="*/ 609790 h 3505200"/>
              <a:gd name="connsiteX994" fmla="*/ 1676591 w 3505200"/>
              <a:gd name="connsiteY994" fmla="*/ 619315 h 3505200"/>
              <a:gd name="connsiteX995" fmla="*/ 1752791 w 3505200"/>
              <a:gd name="connsiteY995" fmla="*/ 619315 h 3505200"/>
              <a:gd name="connsiteX996" fmla="*/ 1762316 w 3505200"/>
              <a:gd name="connsiteY996" fmla="*/ 609790 h 3505200"/>
              <a:gd name="connsiteX997" fmla="*/ 1752791 w 3505200"/>
              <a:gd name="connsiteY997" fmla="*/ 600266 h 3505200"/>
              <a:gd name="connsiteX998" fmla="*/ 1743266 w 3505200"/>
              <a:gd name="connsiteY998" fmla="*/ 609790 h 3505200"/>
              <a:gd name="connsiteX999" fmla="*/ 1752791 w 3505200"/>
              <a:gd name="connsiteY999" fmla="*/ 619315 h 3505200"/>
              <a:gd name="connsiteX1000" fmla="*/ 1828991 w 3505200"/>
              <a:gd name="connsiteY1000" fmla="*/ 619315 h 3505200"/>
              <a:gd name="connsiteX1001" fmla="*/ 1838516 w 3505200"/>
              <a:gd name="connsiteY1001" fmla="*/ 609790 h 3505200"/>
              <a:gd name="connsiteX1002" fmla="*/ 1828991 w 3505200"/>
              <a:gd name="connsiteY1002" fmla="*/ 600266 h 3505200"/>
              <a:gd name="connsiteX1003" fmla="*/ 1819466 w 3505200"/>
              <a:gd name="connsiteY1003" fmla="*/ 609790 h 3505200"/>
              <a:gd name="connsiteX1004" fmla="*/ 1828991 w 3505200"/>
              <a:gd name="connsiteY1004" fmla="*/ 619315 h 3505200"/>
              <a:gd name="connsiteX1005" fmla="*/ 1905191 w 3505200"/>
              <a:gd name="connsiteY1005" fmla="*/ 619125 h 3505200"/>
              <a:gd name="connsiteX1006" fmla="*/ 1914525 w 3505200"/>
              <a:gd name="connsiteY1006" fmla="*/ 609790 h 3505200"/>
              <a:gd name="connsiteX1007" fmla="*/ 1905191 w 3505200"/>
              <a:gd name="connsiteY1007" fmla="*/ 600456 h 3505200"/>
              <a:gd name="connsiteX1008" fmla="*/ 1895856 w 3505200"/>
              <a:gd name="connsiteY1008" fmla="*/ 609790 h 3505200"/>
              <a:gd name="connsiteX1009" fmla="*/ 1905191 w 3505200"/>
              <a:gd name="connsiteY1009" fmla="*/ 619125 h 3505200"/>
              <a:gd name="connsiteX1010" fmla="*/ 1981391 w 3505200"/>
              <a:gd name="connsiteY1010" fmla="*/ 618935 h 3505200"/>
              <a:gd name="connsiteX1011" fmla="*/ 1990439 w 3505200"/>
              <a:gd name="connsiteY1011" fmla="*/ 609886 h 3505200"/>
              <a:gd name="connsiteX1012" fmla="*/ 1981391 w 3505200"/>
              <a:gd name="connsiteY1012" fmla="*/ 600837 h 3505200"/>
              <a:gd name="connsiteX1013" fmla="*/ 1972342 w 3505200"/>
              <a:gd name="connsiteY1013" fmla="*/ 609886 h 3505200"/>
              <a:gd name="connsiteX1014" fmla="*/ 1981391 w 3505200"/>
              <a:gd name="connsiteY1014" fmla="*/ 618935 h 3505200"/>
              <a:gd name="connsiteX1015" fmla="*/ 2057591 w 3505200"/>
              <a:gd name="connsiteY1015" fmla="*/ 618649 h 3505200"/>
              <a:gd name="connsiteX1016" fmla="*/ 2066449 w 3505200"/>
              <a:gd name="connsiteY1016" fmla="*/ 609790 h 3505200"/>
              <a:gd name="connsiteX1017" fmla="*/ 2057591 w 3505200"/>
              <a:gd name="connsiteY1017" fmla="*/ 600932 h 3505200"/>
              <a:gd name="connsiteX1018" fmla="*/ 2048732 w 3505200"/>
              <a:gd name="connsiteY1018" fmla="*/ 609790 h 3505200"/>
              <a:gd name="connsiteX1019" fmla="*/ 2057591 w 3505200"/>
              <a:gd name="connsiteY1019" fmla="*/ 618649 h 3505200"/>
              <a:gd name="connsiteX1020" fmla="*/ 2133791 w 3505200"/>
              <a:gd name="connsiteY1020" fmla="*/ 618268 h 3505200"/>
              <a:gd name="connsiteX1021" fmla="*/ 2142268 w 3505200"/>
              <a:gd name="connsiteY1021" fmla="*/ 609790 h 3505200"/>
              <a:gd name="connsiteX1022" fmla="*/ 2133791 w 3505200"/>
              <a:gd name="connsiteY1022" fmla="*/ 601313 h 3505200"/>
              <a:gd name="connsiteX1023" fmla="*/ 2125313 w 3505200"/>
              <a:gd name="connsiteY1023" fmla="*/ 609790 h 3505200"/>
              <a:gd name="connsiteX1024" fmla="*/ 2133791 w 3505200"/>
              <a:gd name="connsiteY1024" fmla="*/ 618268 h 3505200"/>
              <a:gd name="connsiteX1025" fmla="*/ 2209991 w 3505200"/>
              <a:gd name="connsiteY1025" fmla="*/ 617887 h 3505200"/>
              <a:gd name="connsiteX1026" fmla="*/ 2217992 w 3505200"/>
              <a:gd name="connsiteY1026" fmla="*/ 609886 h 3505200"/>
              <a:gd name="connsiteX1027" fmla="*/ 2209991 w 3505200"/>
              <a:gd name="connsiteY1027" fmla="*/ 601885 h 3505200"/>
              <a:gd name="connsiteX1028" fmla="*/ 2201990 w 3505200"/>
              <a:gd name="connsiteY1028" fmla="*/ 609886 h 3505200"/>
              <a:gd name="connsiteX1029" fmla="*/ 2209991 w 3505200"/>
              <a:gd name="connsiteY1029" fmla="*/ 617887 h 3505200"/>
              <a:gd name="connsiteX1030" fmla="*/ 2286191 w 3505200"/>
              <a:gd name="connsiteY1030" fmla="*/ 617411 h 3505200"/>
              <a:gd name="connsiteX1031" fmla="*/ 2293811 w 3505200"/>
              <a:gd name="connsiteY1031" fmla="*/ 609790 h 3505200"/>
              <a:gd name="connsiteX1032" fmla="*/ 2286191 w 3505200"/>
              <a:gd name="connsiteY1032" fmla="*/ 602171 h 3505200"/>
              <a:gd name="connsiteX1033" fmla="*/ 2278571 w 3505200"/>
              <a:gd name="connsiteY1033" fmla="*/ 609790 h 3505200"/>
              <a:gd name="connsiteX1034" fmla="*/ 2286191 w 3505200"/>
              <a:gd name="connsiteY1034" fmla="*/ 617411 h 3505200"/>
              <a:gd name="connsiteX1035" fmla="*/ 2362391 w 3505200"/>
              <a:gd name="connsiteY1035" fmla="*/ 617030 h 3505200"/>
              <a:gd name="connsiteX1036" fmla="*/ 2369534 w 3505200"/>
              <a:gd name="connsiteY1036" fmla="*/ 609886 h 3505200"/>
              <a:gd name="connsiteX1037" fmla="*/ 2362391 w 3505200"/>
              <a:gd name="connsiteY1037" fmla="*/ 602742 h 3505200"/>
              <a:gd name="connsiteX1038" fmla="*/ 2355247 w 3505200"/>
              <a:gd name="connsiteY1038" fmla="*/ 609886 h 3505200"/>
              <a:gd name="connsiteX1039" fmla="*/ 2362391 w 3505200"/>
              <a:gd name="connsiteY1039" fmla="*/ 617030 h 3505200"/>
              <a:gd name="connsiteX1040" fmla="*/ 2438591 w 3505200"/>
              <a:gd name="connsiteY1040" fmla="*/ 616363 h 3505200"/>
              <a:gd name="connsiteX1041" fmla="*/ 2445163 w 3505200"/>
              <a:gd name="connsiteY1041" fmla="*/ 609790 h 3505200"/>
              <a:gd name="connsiteX1042" fmla="*/ 2438591 w 3505200"/>
              <a:gd name="connsiteY1042" fmla="*/ 603218 h 3505200"/>
              <a:gd name="connsiteX1043" fmla="*/ 2432018 w 3505200"/>
              <a:gd name="connsiteY1043" fmla="*/ 609790 h 3505200"/>
              <a:gd name="connsiteX1044" fmla="*/ 2438591 w 3505200"/>
              <a:gd name="connsiteY1044" fmla="*/ 616363 h 3505200"/>
              <a:gd name="connsiteX1045" fmla="*/ 2514791 w 3505200"/>
              <a:gd name="connsiteY1045" fmla="*/ 615696 h 3505200"/>
              <a:gd name="connsiteX1046" fmla="*/ 2520696 w 3505200"/>
              <a:gd name="connsiteY1046" fmla="*/ 609790 h 3505200"/>
              <a:gd name="connsiteX1047" fmla="*/ 2514791 w 3505200"/>
              <a:gd name="connsiteY1047" fmla="*/ 603885 h 3505200"/>
              <a:gd name="connsiteX1048" fmla="*/ 2508885 w 3505200"/>
              <a:gd name="connsiteY1048" fmla="*/ 609790 h 3505200"/>
              <a:gd name="connsiteX1049" fmla="*/ 2514791 w 3505200"/>
              <a:gd name="connsiteY1049" fmla="*/ 615696 h 3505200"/>
              <a:gd name="connsiteX1050" fmla="*/ 2590991 w 3505200"/>
              <a:gd name="connsiteY1050" fmla="*/ 615125 h 3505200"/>
              <a:gd name="connsiteX1051" fmla="*/ 2596229 w 3505200"/>
              <a:gd name="connsiteY1051" fmla="*/ 609886 h 3505200"/>
              <a:gd name="connsiteX1052" fmla="*/ 2590991 w 3505200"/>
              <a:gd name="connsiteY1052" fmla="*/ 604647 h 3505200"/>
              <a:gd name="connsiteX1053" fmla="*/ 2585752 w 3505200"/>
              <a:gd name="connsiteY1053" fmla="*/ 609886 h 3505200"/>
              <a:gd name="connsiteX1054" fmla="*/ 2590991 w 3505200"/>
              <a:gd name="connsiteY1054" fmla="*/ 615125 h 3505200"/>
              <a:gd name="connsiteX1055" fmla="*/ 2667191 w 3505200"/>
              <a:gd name="connsiteY1055" fmla="*/ 614458 h 3505200"/>
              <a:gd name="connsiteX1056" fmla="*/ 2671858 w 3505200"/>
              <a:gd name="connsiteY1056" fmla="*/ 609790 h 3505200"/>
              <a:gd name="connsiteX1057" fmla="*/ 2667191 w 3505200"/>
              <a:gd name="connsiteY1057" fmla="*/ 605123 h 3505200"/>
              <a:gd name="connsiteX1058" fmla="*/ 2662523 w 3505200"/>
              <a:gd name="connsiteY1058" fmla="*/ 609790 h 3505200"/>
              <a:gd name="connsiteX1059" fmla="*/ 2667191 w 3505200"/>
              <a:gd name="connsiteY1059" fmla="*/ 614458 h 3505200"/>
              <a:gd name="connsiteX1060" fmla="*/ 2743391 w 3505200"/>
              <a:gd name="connsiteY1060" fmla="*/ 613601 h 3505200"/>
              <a:gd name="connsiteX1061" fmla="*/ 2747201 w 3505200"/>
              <a:gd name="connsiteY1061" fmla="*/ 609790 h 3505200"/>
              <a:gd name="connsiteX1062" fmla="*/ 2743391 w 3505200"/>
              <a:gd name="connsiteY1062" fmla="*/ 605981 h 3505200"/>
              <a:gd name="connsiteX1063" fmla="*/ 2739581 w 3505200"/>
              <a:gd name="connsiteY1063" fmla="*/ 609790 h 3505200"/>
              <a:gd name="connsiteX1064" fmla="*/ 2743391 w 3505200"/>
              <a:gd name="connsiteY1064" fmla="*/ 613601 h 3505200"/>
              <a:gd name="connsiteX1065" fmla="*/ 2819591 w 3505200"/>
              <a:gd name="connsiteY1065" fmla="*/ 612934 h 3505200"/>
              <a:gd name="connsiteX1066" fmla="*/ 2822734 w 3505200"/>
              <a:gd name="connsiteY1066" fmla="*/ 609790 h 3505200"/>
              <a:gd name="connsiteX1067" fmla="*/ 2819591 w 3505200"/>
              <a:gd name="connsiteY1067" fmla="*/ 606647 h 3505200"/>
              <a:gd name="connsiteX1068" fmla="*/ 2816447 w 3505200"/>
              <a:gd name="connsiteY1068" fmla="*/ 609790 h 3505200"/>
              <a:gd name="connsiteX1069" fmla="*/ 2819591 w 3505200"/>
              <a:gd name="connsiteY1069" fmla="*/ 612934 h 3505200"/>
              <a:gd name="connsiteX1070" fmla="*/ 2895791 w 3505200"/>
              <a:gd name="connsiteY1070" fmla="*/ 612172 h 3505200"/>
              <a:gd name="connsiteX1071" fmla="*/ 2898077 w 3505200"/>
              <a:gd name="connsiteY1071" fmla="*/ 609886 h 3505200"/>
              <a:gd name="connsiteX1072" fmla="*/ 2895791 w 3505200"/>
              <a:gd name="connsiteY1072" fmla="*/ 607600 h 3505200"/>
              <a:gd name="connsiteX1073" fmla="*/ 2893505 w 3505200"/>
              <a:gd name="connsiteY1073" fmla="*/ 609886 h 3505200"/>
              <a:gd name="connsiteX1074" fmla="*/ 2895791 w 3505200"/>
              <a:gd name="connsiteY1074" fmla="*/ 612172 h 3505200"/>
              <a:gd name="connsiteX1075" fmla="*/ 2971991 w 3505200"/>
              <a:gd name="connsiteY1075" fmla="*/ 611315 h 3505200"/>
              <a:gd name="connsiteX1076" fmla="*/ 2973515 w 3505200"/>
              <a:gd name="connsiteY1076" fmla="*/ 609790 h 3505200"/>
              <a:gd name="connsiteX1077" fmla="*/ 2971991 w 3505200"/>
              <a:gd name="connsiteY1077" fmla="*/ 608267 h 3505200"/>
              <a:gd name="connsiteX1078" fmla="*/ 2970466 w 3505200"/>
              <a:gd name="connsiteY1078" fmla="*/ 609790 h 3505200"/>
              <a:gd name="connsiteX1079" fmla="*/ 2971991 w 3505200"/>
              <a:gd name="connsiteY1079" fmla="*/ 611315 h 3505200"/>
              <a:gd name="connsiteX1080" fmla="*/ 3048191 w 3505200"/>
              <a:gd name="connsiteY1080" fmla="*/ 610457 h 3505200"/>
              <a:gd name="connsiteX1081" fmla="*/ 3048857 w 3505200"/>
              <a:gd name="connsiteY1081" fmla="*/ 609790 h 3505200"/>
              <a:gd name="connsiteX1082" fmla="*/ 3048191 w 3505200"/>
              <a:gd name="connsiteY1082" fmla="*/ 609124 h 3505200"/>
              <a:gd name="connsiteX1083" fmla="*/ 3047524 w 3505200"/>
              <a:gd name="connsiteY1083" fmla="*/ 609790 h 3505200"/>
              <a:gd name="connsiteX1084" fmla="*/ 3048191 w 3505200"/>
              <a:gd name="connsiteY1084" fmla="*/ 610457 h 3505200"/>
              <a:gd name="connsiteX1085" fmla="*/ 381191 w 3505200"/>
              <a:gd name="connsiteY1085" fmla="*/ 686467 h 3505200"/>
              <a:gd name="connsiteX1086" fmla="*/ 381572 w 3505200"/>
              <a:gd name="connsiteY1086" fmla="*/ 686086 h 3505200"/>
              <a:gd name="connsiteX1087" fmla="*/ 381191 w 3505200"/>
              <a:gd name="connsiteY1087" fmla="*/ 685705 h 3505200"/>
              <a:gd name="connsiteX1088" fmla="*/ 380810 w 3505200"/>
              <a:gd name="connsiteY1088" fmla="*/ 686086 h 3505200"/>
              <a:gd name="connsiteX1089" fmla="*/ 381191 w 3505200"/>
              <a:gd name="connsiteY1089" fmla="*/ 686467 h 3505200"/>
              <a:gd name="connsiteX1090" fmla="*/ 457391 w 3505200"/>
              <a:gd name="connsiteY1090" fmla="*/ 687324 h 3505200"/>
              <a:gd name="connsiteX1091" fmla="*/ 458629 w 3505200"/>
              <a:gd name="connsiteY1091" fmla="*/ 686086 h 3505200"/>
              <a:gd name="connsiteX1092" fmla="*/ 457391 w 3505200"/>
              <a:gd name="connsiteY1092" fmla="*/ 684848 h 3505200"/>
              <a:gd name="connsiteX1093" fmla="*/ 456152 w 3505200"/>
              <a:gd name="connsiteY1093" fmla="*/ 686086 h 3505200"/>
              <a:gd name="connsiteX1094" fmla="*/ 457391 w 3505200"/>
              <a:gd name="connsiteY1094" fmla="*/ 687324 h 3505200"/>
              <a:gd name="connsiteX1095" fmla="*/ 533591 w 3505200"/>
              <a:gd name="connsiteY1095" fmla="*/ 688086 h 3505200"/>
              <a:gd name="connsiteX1096" fmla="*/ 535686 w 3505200"/>
              <a:gd name="connsiteY1096" fmla="*/ 685990 h 3505200"/>
              <a:gd name="connsiteX1097" fmla="*/ 533591 w 3505200"/>
              <a:gd name="connsiteY1097" fmla="*/ 683895 h 3505200"/>
              <a:gd name="connsiteX1098" fmla="*/ 531495 w 3505200"/>
              <a:gd name="connsiteY1098" fmla="*/ 685990 h 3505200"/>
              <a:gd name="connsiteX1099" fmla="*/ 533591 w 3505200"/>
              <a:gd name="connsiteY1099" fmla="*/ 688086 h 3505200"/>
              <a:gd name="connsiteX1100" fmla="*/ 609790 w 3505200"/>
              <a:gd name="connsiteY1100" fmla="*/ 688943 h 3505200"/>
              <a:gd name="connsiteX1101" fmla="*/ 612743 w 3505200"/>
              <a:gd name="connsiteY1101" fmla="*/ 685990 h 3505200"/>
              <a:gd name="connsiteX1102" fmla="*/ 609790 w 3505200"/>
              <a:gd name="connsiteY1102" fmla="*/ 683038 h 3505200"/>
              <a:gd name="connsiteX1103" fmla="*/ 606838 w 3505200"/>
              <a:gd name="connsiteY1103" fmla="*/ 685990 h 3505200"/>
              <a:gd name="connsiteX1104" fmla="*/ 609790 w 3505200"/>
              <a:gd name="connsiteY1104" fmla="*/ 688943 h 3505200"/>
              <a:gd name="connsiteX1105" fmla="*/ 685990 w 3505200"/>
              <a:gd name="connsiteY1105" fmla="*/ 689801 h 3505200"/>
              <a:gd name="connsiteX1106" fmla="*/ 689801 w 3505200"/>
              <a:gd name="connsiteY1106" fmla="*/ 685990 h 3505200"/>
              <a:gd name="connsiteX1107" fmla="*/ 685990 w 3505200"/>
              <a:gd name="connsiteY1107" fmla="*/ 682181 h 3505200"/>
              <a:gd name="connsiteX1108" fmla="*/ 682181 w 3505200"/>
              <a:gd name="connsiteY1108" fmla="*/ 685990 h 3505200"/>
              <a:gd name="connsiteX1109" fmla="*/ 685990 w 3505200"/>
              <a:gd name="connsiteY1109" fmla="*/ 689801 h 3505200"/>
              <a:gd name="connsiteX1110" fmla="*/ 762190 w 3505200"/>
              <a:gd name="connsiteY1110" fmla="*/ 690658 h 3505200"/>
              <a:gd name="connsiteX1111" fmla="*/ 766858 w 3505200"/>
              <a:gd name="connsiteY1111" fmla="*/ 685990 h 3505200"/>
              <a:gd name="connsiteX1112" fmla="*/ 762190 w 3505200"/>
              <a:gd name="connsiteY1112" fmla="*/ 681323 h 3505200"/>
              <a:gd name="connsiteX1113" fmla="*/ 757523 w 3505200"/>
              <a:gd name="connsiteY1113" fmla="*/ 685990 h 3505200"/>
              <a:gd name="connsiteX1114" fmla="*/ 762190 w 3505200"/>
              <a:gd name="connsiteY1114" fmla="*/ 690658 h 3505200"/>
              <a:gd name="connsiteX1115" fmla="*/ 838390 w 3505200"/>
              <a:gd name="connsiteY1115" fmla="*/ 691515 h 3505200"/>
              <a:gd name="connsiteX1116" fmla="*/ 843915 w 3505200"/>
              <a:gd name="connsiteY1116" fmla="*/ 685990 h 3505200"/>
              <a:gd name="connsiteX1117" fmla="*/ 838390 w 3505200"/>
              <a:gd name="connsiteY1117" fmla="*/ 680466 h 3505200"/>
              <a:gd name="connsiteX1118" fmla="*/ 832866 w 3505200"/>
              <a:gd name="connsiteY1118" fmla="*/ 685990 h 3505200"/>
              <a:gd name="connsiteX1119" fmla="*/ 838390 w 3505200"/>
              <a:gd name="connsiteY1119" fmla="*/ 691515 h 3505200"/>
              <a:gd name="connsiteX1120" fmla="*/ 914590 w 3505200"/>
              <a:gd name="connsiteY1120" fmla="*/ 692182 h 3505200"/>
              <a:gd name="connsiteX1121" fmla="*/ 920687 w 3505200"/>
              <a:gd name="connsiteY1121" fmla="*/ 686086 h 3505200"/>
              <a:gd name="connsiteX1122" fmla="*/ 914590 w 3505200"/>
              <a:gd name="connsiteY1122" fmla="*/ 679990 h 3505200"/>
              <a:gd name="connsiteX1123" fmla="*/ 908495 w 3505200"/>
              <a:gd name="connsiteY1123" fmla="*/ 686086 h 3505200"/>
              <a:gd name="connsiteX1124" fmla="*/ 914590 w 3505200"/>
              <a:gd name="connsiteY1124" fmla="*/ 692182 h 3505200"/>
              <a:gd name="connsiteX1125" fmla="*/ 990790 w 3505200"/>
              <a:gd name="connsiteY1125" fmla="*/ 692753 h 3505200"/>
              <a:gd name="connsiteX1126" fmla="*/ 997553 w 3505200"/>
              <a:gd name="connsiteY1126" fmla="*/ 685990 h 3505200"/>
              <a:gd name="connsiteX1127" fmla="*/ 990790 w 3505200"/>
              <a:gd name="connsiteY1127" fmla="*/ 679228 h 3505200"/>
              <a:gd name="connsiteX1128" fmla="*/ 984028 w 3505200"/>
              <a:gd name="connsiteY1128" fmla="*/ 685990 h 3505200"/>
              <a:gd name="connsiteX1129" fmla="*/ 990790 w 3505200"/>
              <a:gd name="connsiteY1129" fmla="*/ 692753 h 3505200"/>
              <a:gd name="connsiteX1130" fmla="*/ 1066991 w 3505200"/>
              <a:gd name="connsiteY1130" fmla="*/ 693611 h 3505200"/>
              <a:gd name="connsiteX1131" fmla="*/ 1074611 w 3505200"/>
              <a:gd name="connsiteY1131" fmla="*/ 685990 h 3505200"/>
              <a:gd name="connsiteX1132" fmla="*/ 1066991 w 3505200"/>
              <a:gd name="connsiteY1132" fmla="*/ 678371 h 3505200"/>
              <a:gd name="connsiteX1133" fmla="*/ 1059371 w 3505200"/>
              <a:gd name="connsiteY1133" fmla="*/ 685990 h 3505200"/>
              <a:gd name="connsiteX1134" fmla="*/ 1066991 w 3505200"/>
              <a:gd name="connsiteY1134" fmla="*/ 693611 h 3505200"/>
              <a:gd name="connsiteX1135" fmla="*/ 1143191 w 3505200"/>
              <a:gd name="connsiteY1135" fmla="*/ 694087 h 3505200"/>
              <a:gd name="connsiteX1136" fmla="*/ 1151192 w 3505200"/>
              <a:gd name="connsiteY1136" fmla="*/ 686086 h 3505200"/>
              <a:gd name="connsiteX1137" fmla="*/ 1143191 w 3505200"/>
              <a:gd name="connsiteY1137" fmla="*/ 678085 h 3505200"/>
              <a:gd name="connsiteX1138" fmla="*/ 1135190 w 3505200"/>
              <a:gd name="connsiteY1138" fmla="*/ 686086 h 3505200"/>
              <a:gd name="connsiteX1139" fmla="*/ 1143191 w 3505200"/>
              <a:gd name="connsiteY1139" fmla="*/ 694087 h 3505200"/>
              <a:gd name="connsiteX1140" fmla="*/ 1219391 w 3505200"/>
              <a:gd name="connsiteY1140" fmla="*/ 694658 h 3505200"/>
              <a:gd name="connsiteX1141" fmla="*/ 1228058 w 3505200"/>
              <a:gd name="connsiteY1141" fmla="*/ 685990 h 3505200"/>
              <a:gd name="connsiteX1142" fmla="*/ 1219391 w 3505200"/>
              <a:gd name="connsiteY1142" fmla="*/ 677323 h 3505200"/>
              <a:gd name="connsiteX1143" fmla="*/ 1210723 w 3505200"/>
              <a:gd name="connsiteY1143" fmla="*/ 685990 h 3505200"/>
              <a:gd name="connsiteX1144" fmla="*/ 1219391 w 3505200"/>
              <a:gd name="connsiteY1144" fmla="*/ 694658 h 3505200"/>
              <a:gd name="connsiteX1145" fmla="*/ 1295591 w 3505200"/>
              <a:gd name="connsiteY1145" fmla="*/ 695325 h 3505200"/>
              <a:gd name="connsiteX1146" fmla="*/ 1304925 w 3505200"/>
              <a:gd name="connsiteY1146" fmla="*/ 685990 h 3505200"/>
              <a:gd name="connsiteX1147" fmla="*/ 1295591 w 3505200"/>
              <a:gd name="connsiteY1147" fmla="*/ 676656 h 3505200"/>
              <a:gd name="connsiteX1148" fmla="*/ 1286256 w 3505200"/>
              <a:gd name="connsiteY1148" fmla="*/ 685990 h 3505200"/>
              <a:gd name="connsiteX1149" fmla="*/ 1295591 w 3505200"/>
              <a:gd name="connsiteY1149" fmla="*/ 695325 h 3505200"/>
              <a:gd name="connsiteX1150" fmla="*/ 1371791 w 3505200"/>
              <a:gd name="connsiteY1150" fmla="*/ 695706 h 3505200"/>
              <a:gd name="connsiteX1151" fmla="*/ 1381506 w 3505200"/>
              <a:gd name="connsiteY1151" fmla="*/ 685990 h 3505200"/>
              <a:gd name="connsiteX1152" fmla="*/ 1371791 w 3505200"/>
              <a:gd name="connsiteY1152" fmla="*/ 676275 h 3505200"/>
              <a:gd name="connsiteX1153" fmla="*/ 1362075 w 3505200"/>
              <a:gd name="connsiteY1153" fmla="*/ 685990 h 3505200"/>
              <a:gd name="connsiteX1154" fmla="*/ 1371791 w 3505200"/>
              <a:gd name="connsiteY1154" fmla="*/ 695706 h 3505200"/>
              <a:gd name="connsiteX1155" fmla="*/ 1447991 w 3505200"/>
              <a:gd name="connsiteY1155" fmla="*/ 696182 h 3505200"/>
              <a:gd name="connsiteX1156" fmla="*/ 1458087 w 3505200"/>
              <a:gd name="connsiteY1156" fmla="*/ 686086 h 3505200"/>
              <a:gd name="connsiteX1157" fmla="*/ 1447991 w 3505200"/>
              <a:gd name="connsiteY1157" fmla="*/ 675989 h 3505200"/>
              <a:gd name="connsiteX1158" fmla="*/ 1437894 w 3505200"/>
              <a:gd name="connsiteY1158" fmla="*/ 686086 h 3505200"/>
              <a:gd name="connsiteX1159" fmla="*/ 1447991 w 3505200"/>
              <a:gd name="connsiteY1159" fmla="*/ 696182 h 3505200"/>
              <a:gd name="connsiteX1160" fmla="*/ 1524191 w 3505200"/>
              <a:gd name="connsiteY1160" fmla="*/ 696373 h 3505200"/>
              <a:gd name="connsiteX1161" fmla="*/ 1534573 w 3505200"/>
              <a:gd name="connsiteY1161" fmla="*/ 685990 h 3505200"/>
              <a:gd name="connsiteX1162" fmla="*/ 1524191 w 3505200"/>
              <a:gd name="connsiteY1162" fmla="*/ 675608 h 3505200"/>
              <a:gd name="connsiteX1163" fmla="*/ 1513808 w 3505200"/>
              <a:gd name="connsiteY1163" fmla="*/ 685990 h 3505200"/>
              <a:gd name="connsiteX1164" fmla="*/ 1524191 w 3505200"/>
              <a:gd name="connsiteY1164" fmla="*/ 696373 h 3505200"/>
              <a:gd name="connsiteX1165" fmla="*/ 1600391 w 3505200"/>
              <a:gd name="connsiteY1165" fmla="*/ 696563 h 3505200"/>
              <a:gd name="connsiteX1166" fmla="*/ 1610963 w 3505200"/>
              <a:gd name="connsiteY1166" fmla="*/ 685990 h 3505200"/>
              <a:gd name="connsiteX1167" fmla="*/ 1600391 w 3505200"/>
              <a:gd name="connsiteY1167" fmla="*/ 675418 h 3505200"/>
              <a:gd name="connsiteX1168" fmla="*/ 1589818 w 3505200"/>
              <a:gd name="connsiteY1168" fmla="*/ 685990 h 3505200"/>
              <a:gd name="connsiteX1169" fmla="*/ 1600391 w 3505200"/>
              <a:gd name="connsiteY1169" fmla="*/ 696563 h 3505200"/>
              <a:gd name="connsiteX1170" fmla="*/ 1676591 w 3505200"/>
              <a:gd name="connsiteY1170" fmla="*/ 696563 h 3505200"/>
              <a:gd name="connsiteX1171" fmla="*/ 1687163 w 3505200"/>
              <a:gd name="connsiteY1171" fmla="*/ 685990 h 3505200"/>
              <a:gd name="connsiteX1172" fmla="*/ 1676591 w 3505200"/>
              <a:gd name="connsiteY1172" fmla="*/ 675418 h 3505200"/>
              <a:gd name="connsiteX1173" fmla="*/ 1666018 w 3505200"/>
              <a:gd name="connsiteY1173" fmla="*/ 685990 h 3505200"/>
              <a:gd name="connsiteX1174" fmla="*/ 1676591 w 3505200"/>
              <a:gd name="connsiteY1174" fmla="*/ 696563 h 3505200"/>
              <a:gd name="connsiteX1175" fmla="*/ 1752791 w 3505200"/>
              <a:gd name="connsiteY1175" fmla="*/ 696754 h 3505200"/>
              <a:gd name="connsiteX1176" fmla="*/ 1763554 w 3505200"/>
              <a:gd name="connsiteY1176" fmla="*/ 685990 h 3505200"/>
              <a:gd name="connsiteX1177" fmla="*/ 1752791 w 3505200"/>
              <a:gd name="connsiteY1177" fmla="*/ 675227 h 3505200"/>
              <a:gd name="connsiteX1178" fmla="*/ 1742027 w 3505200"/>
              <a:gd name="connsiteY1178" fmla="*/ 685990 h 3505200"/>
              <a:gd name="connsiteX1179" fmla="*/ 1752791 w 3505200"/>
              <a:gd name="connsiteY1179" fmla="*/ 696754 h 3505200"/>
              <a:gd name="connsiteX1180" fmla="*/ 1828991 w 3505200"/>
              <a:gd name="connsiteY1180" fmla="*/ 696754 h 3505200"/>
              <a:gd name="connsiteX1181" fmla="*/ 1839754 w 3505200"/>
              <a:gd name="connsiteY1181" fmla="*/ 685990 h 3505200"/>
              <a:gd name="connsiteX1182" fmla="*/ 1828991 w 3505200"/>
              <a:gd name="connsiteY1182" fmla="*/ 675227 h 3505200"/>
              <a:gd name="connsiteX1183" fmla="*/ 1818227 w 3505200"/>
              <a:gd name="connsiteY1183" fmla="*/ 685990 h 3505200"/>
              <a:gd name="connsiteX1184" fmla="*/ 1828991 w 3505200"/>
              <a:gd name="connsiteY1184" fmla="*/ 696754 h 3505200"/>
              <a:gd name="connsiteX1185" fmla="*/ 1905191 w 3505200"/>
              <a:gd name="connsiteY1185" fmla="*/ 696563 h 3505200"/>
              <a:gd name="connsiteX1186" fmla="*/ 1915763 w 3505200"/>
              <a:gd name="connsiteY1186" fmla="*/ 685990 h 3505200"/>
              <a:gd name="connsiteX1187" fmla="*/ 1905191 w 3505200"/>
              <a:gd name="connsiteY1187" fmla="*/ 675418 h 3505200"/>
              <a:gd name="connsiteX1188" fmla="*/ 1894618 w 3505200"/>
              <a:gd name="connsiteY1188" fmla="*/ 685990 h 3505200"/>
              <a:gd name="connsiteX1189" fmla="*/ 1905191 w 3505200"/>
              <a:gd name="connsiteY1189" fmla="*/ 696563 h 3505200"/>
              <a:gd name="connsiteX1190" fmla="*/ 1981391 w 3505200"/>
              <a:gd name="connsiteY1190" fmla="*/ 696373 h 3505200"/>
              <a:gd name="connsiteX1191" fmla="*/ 1991773 w 3505200"/>
              <a:gd name="connsiteY1191" fmla="*/ 685990 h 3505200"/>
              <a:gd name="connsiteX1192" fmla="*/ 1981391 w 3505200"/>
              <a:gd name="connsiteY1192" fmla="*/ 675608 h 3505200"/>
              <a:gd name="connsiteX1193" fmla="*/ 1971008 w 3505200"/>
              <a:gd name="connsiteY1193" fmla="*/ 685990 h 3505200"/>
              <a:gd name="connsiteX1194" fmla="*/ 1981391 w 3505200"/>
              <a:gd name="connsiteY1194" fmla="*/ 696373 h 3505200"/>
              <a:gd name="connsiteX1195" fmla="*/ 2057591 w 3505200"/>
              <a:gd name="connsiteY1195" fmla="*/ 696182 h 3505200"/>
              <a:gd name="connsiteX1196" fmla="*/ 2067687 w 3505200"/>
              <a:gd name="connsiteY1196" fmla="*/ 686086 h 3505200"/>
              <a:gd name="connsiteX1197" fmla="*/ 2057591 w 3505200"/>
              <a:gd name="connsiteY1197" fmla="*/ 675989 h 3505200"/>
              <a:gd name="connsiteX1198" fmla="*/ 2047494 w 3505200"/>
              <a:gd name="connsiteY1198" fmla="*/ 686086 h 3505200"/>
              <a:gd name="connsiteX1199" fmla="*/ 2057591 w 3505200"/>
              <a:gd name="connsiteY1199" fmla="*/ 696182 h 3505200"/>
              <a:gd name="connsiteX1200" fmla="*/ 2133791 w 3505200"/>
              <a:gd name="connsiteY1200" fmla="*/ 695706 h 3505200"/>
              <a:gd name="connsiteX1201" fmla="*/ 2143506 w 3505200"/>
              <a:gd name="connsiteY1201" fmla="*/ 685990 h 3505200"/>
              <a:gd name="connsiteX1202" fmla="*/ 2133791 w 3505200"/>
              <a:gd name="connsiteY1202" fmla="*/ 676275 h 3505200"/>
              <a:gd name="connsiteX1203" fmla="*/ 2124075 w 3505200"/>
              <a:gd name="connsiteY1203" fmla="*/ 685990 h 3505200"/>
              <a:gd name="connsiteX1204" fmla="*/ 2133791 w 3505200"/>
              <a:gd name="connsiteY1204" fmla="*/ 695706 h 3505200"/>
              <a:gd name="connsiteX1205" fmla="*/ 2209991 w 3505200"/>
              <a:gd name="connsiteY1205" fmla="*/ 695325 h 3505200"/>
              <a:gd name="connsiteX1206" fmla="*/ 2219325 w 3505200"/>
              <a:gd name="connsiteY1206" fmla="*/ 685990 h 3505200"/>
              <a:gd name="connsiteX1207" fmla="*/ 2209991 w 3505200"/>
              <a:gd name="connsiteY1207" fmla="*/ 676656 h 3505200"/>
              <a:gd name="connsiteX1208" fmla="*/ 2200656 w 3505200"/>
              <a:gd name="connsiteY1208" fmla="*/ 685990 h 3505200"/>
              <a:gd name="connsiteX1209" fmla="*/ 2209991 w 3505200"/>
              <a:gd name="connsiteY1209" fmla="*/ 695325 h 3505200"/>
              <a:gd name="connsiteX1210" fmla="*/ 2286191 w 3505200"/>
              <a:gd name="connsiteY1210" fmla="*/ 694658 h 3505200"/>
              <a:gd name="connsiteX1211" fmla="*/ 2294858 w 3505200"/>
              <a:gd name="connsiteY1211" fmla="*/ 685990 h 3505200"/>
              <a:gd name="connsiteX1212" fmla="*/ 2286191 w 3505200"/>
              <a:gd name="connsiteY1212" fmla="*/ 677323 h 3505200"/>
              <a:gd name="connsiteX1213" fmla="*/ 2277523 w 3505200"/>
              <a:gd name="connsiteY1213" fmla="*/ 685990 h 3505200"/>
              <a:gd name="connsiteX1214" fmla="*/ 2286191 w 3505200"/>
              <a:gd name="connsiteY1214" fmla="*/ 694658 h 3505200"/>
              <a:gd name="connsiteX1215" fmla="*/ 2362391 w 3505200"/>
              <a:gd name="connsiteY1215" fmla="*/ 694277 h 3505200"/>
              <a:gd name="connsiteX1216" fmla="*/ 2370677 w 3505200"/>
              <a:gd name="connsiteY1216" fmla="*/ 685990 h 3505200"/>
              <a:gd name="connsiteX1217" fmla="*/ 2362391 w 3505200"/>
              <a:gd name="connsiteY1217" fmla="*/ 677704 h 3505200"/>
              <a:gd name="connsiteX1218" fmla="*/ 2354104 w 3505200"/>
              <a:gd name="connsiteY1218" fmla="*/ 685990 h 3505200"/>
              <a:gd name="connsiteX1219" fmla="*/ 2362391 w 3505200"/>
              <a:gd name="connsiteY1219" fmla="*/ 694277 h 3505200"/>
              <a:gd name="connsiteX1220" fmla="*/ 2438591 w 3505200"/>
              <a:gd name="connsiteY1220" fmla="*/ 693611 h 3505200"/>
              <a:gd name="connsiteX1221" fmla="*/ 2446211 w 3505200"/>
              <a:gd name="connsiteY1221" fmla="*/ 685990 h 3505200"/>
              <a:gd name="connsiteX1222" fmla="*/ 2438591 w 3505200"/>
              <a:gd name="connsiteY1222" fmla="*/ 678371 h 3505200"/>
              <a:gd name="connsiteX1223" fmla="*/ 2430971 w 3505200"/>
              <a:gd name="connsiteY1223" fmla="*/ 685990 h 3505200"/>
              <a:gd name="connsiteX1224" fmla="*/ 2438591 w 3505200"/>
              <a:gd name="connsiteY1224" fmla="*/ 693611 h 3505200"/>
              <a:gd name="connsiteX1225" fmla="*/ 2514791 w 3505200"/>
              <a:gd name="connsiteY1225" fmla="*/ 692944 h 3505200"/>
              <a:gd name="connsiteX1226" fmla="*/ 2521744 w 3505200"/>
              <a:gd name="connsiteY1226" fmla="*/ 685990 h 3505200"/>
              <a:gd name="connsiteX1227" fmla="*/ 2514791 w 3505200"/>
              <a:gd name="connsiteY1227" fmla="*/ 679037 h 3505200"/>
              <a:gd name="connsiteX1228" fmla="*/ 2507837 w 3505200"/>
              <a:gd name="connsiteY1228" fmla="*/ 685990 h 3505200"/>
              <a:gd name="connsiteX1229" fmla="*/ 2514791 w 3505200"/>
              <a:gd name="connsiteY1229" fmla="*/ 692944 h 3505200"/>
              <a:gd name="connsiteX1230" fmla="*/ 2590991 w 3505200"/>
              <a:gd name="connsiteY1230" fmla="*/ 692182 h 3505200"/>
              <a:gd name="connsiteX1231" fmla="*/ 2597087 w 3505200"/>
              <a:gd name="connsiteY1231" fmla="*/ 686086 h 3505200"/>
              <a:gd name="connsiteX1232" fmla="*/ 2590991 w 3505200"/>
              <a:gd name="connsiteY1232" fmla="*/ 679990 h 3505200"/>
              <a:gd name="connsiteX1233" fmla="*/ 2584895 w 3505200"/>
              <a:gd name="connsiteY1233" fmla="*/ 686086 h 3505200"/>
              <a:gd name="connsiteX1234" fmla="*/ 2590991 w 3505200"/>
              <a:gd name="connsiteY1234" fmla="*/ 692182 h 3505200"/>
              <a:gd name="connsiteX1235" fmla="*/ 2667191 w 3505200"/>
              <a:gd name="connsiteY1235" fmla="*/ 691515 h 3505200"/>
              <a:gd name="connsiteX1236" fmla="*/ 2672715 w 3505200"/>
              <a:gd name="connsiteY1236" fmla="*/ 685990 h 3505200"/>
              <a:gd name="connsiteX1237" fmla="*/ 2667191 w 3505200"/>
              <a:gd name="connsiteY1237" fmla="*/ 680466 h 3505200"/>
              <a:gd name="connsiteX1238" fmla="*/ 2661666 w 3505200"/>
              <a:gd name="connsiteY1238" fmla="*/ 685990 h 3505200"/>
              <a:gd name="connsiteX1239" fmla="*/ 2667191 w 3505200"/>
              <a:gd name="connsiteY1239" fmla="*/ 691515 h 3505200"/>
              <a:gd name="connsiteX1240" fmla="*/ 2743391 w 3505200"/>
              <a:gd name="connsiteY1240" fmla="*/ 690658 h 3505200"/>
              <a:gd name="connsiteX1241" fmla="*/ 2748058 w 3505200"/>
              <a:gd name="connsiteY1241" fmla="*/ 685990 h 3505200"/>
              <a:gd name="connsiteX1242" fmla="*/ 2743391 w 3505200"/>
              <a:gd name="connsiteY1242" fmla="*/ 681323 h 3505200"/>
              <a:gd name="connsiteX1243" fmla="*/ 2738723 w 3505200"/>
              <a:gd name="connsiteY1243" fmla="*/ 685990 h 3505200"/>
              <a:gd name="connsiteX1244" fmla="*/ 2743391 w 3505200"/>
              <a:gd name="connsiteY1244" fmla="*/ 690658 h 3505200"/>
              <a:gd name="connsiteX1245" fmla="*/ 2819591 w 3505200"/>
              <a:gd name="connsiteY1245" fmla="*/ 689991 h 3505200"/>
              <a:gd name="connsiteX1246" fmla="*/ 2823591 w 3505200"/>
              <a:gd name="connsiteY1246" fmla="*/ 685990 h 3505200"/>
              <a:gd name="connsiteX1247" fmla="*/ 2819591 w 3505200"/>
              <a:gd name="connsiteY1247" fmla="*/ 681990 h 3505200"/>
              <a:gd name="connsiteX1248" fmla="*/ 2815590 w 3505200"/>
              <a:gd name="connsiteY1248" fmla="*/ 685990 h 3505200"/>
              <a:gd name="connsiteX1249" fmla="*/ 2819591 w 3505200"/>
              <a:gd name="connsiteY1249" fmla="*/ 689991 h 3505200"/>
              <a:gd name="connsiteX1250" fmla="*/ 2895791 w 3505200"/>
              <a:gd name="connsiteY1250" fmla="*/ 689134 h 3505200"/>
              <a:gd name="connsiteX1251" fmla="*/ 2898934 w 3505200"/>
              <a:gd name="connsiteY1251" fmla="*/ 685990 h 3505200"/>
              <a:gd name="connsiteX1252" fmla="*/ 2895791 w 3505200"/>
              <a:gd name="connsiteY1252" fmla="*/ 682847 h 3505200"/>
              <a:gd name="connsiteX1253" fmla="*/ 2892647 w 3505200"/>
              <a:gd name="connsiteY1253" fmla="*/ 685990 h 3505200"/>
              <a:gd name="connsiteX1254" fmla="*/ 2895791 w 3505200"/>
              <a:gd name="connsiteY1254" fmla="*/ 689134 h 3505200"/>
              <a:gd name="connsiteX1255" fmla="*/ 2971991 w 3505200"/>
              <a:gd name="connsiteY1255" fmla="*/ 688086 h 3505200"/>
              <a:gd name="connsiteX1256" fmla="*/ 2974086 w 3505200"/>
              <a:gd name="connsiteY1256" fmla="*/ 685990 h 3505200"/>
              <a:gd name="connsiteX1257" fmla="*/ 2971991 w 3505200"/>
              <a:gd name="connsiteY1257" fmla="*/ 683895 h 3505200"/>
              <a:gd name="connsiteX1258" fmla="*/ 2969895 w 3505200"/>
              <a:gd name="connsiteY1258" fmla="*/ 685990 h 3505200"/>
              <a:gd name="connsiteX1259" fmla="*/ 2971991 w 3505200"/>
              <a:gd name="connsiteY1259" fmla="*/ 688086 h 3505200"/>
              <a:gd name="connsiteX1260" fmla="*/ 3048191 w 3505200"/>
              <a:gd name="connsiteY1260" fmla="*/ 687324 h 3505200"/>
              <a:gd name="connsiteX1261" fmla="*/ 3049429 w 3505200"/>
              <a:gd name="connsiteY1261" fmla="*/ 686086 h 3505200"/>
              <a:gd name="connsiteX1262" fmla="*/ 3048191 w 3505200"/>
              <a:gd name="connsiteY1262" fmla="*/ 684848 h 3505200"/>
              <a:gd name="connsiteX1263" fmla="*/ 3046953 w 3505200"/>
              <a:gd name="connsiteY1263" fmla="*/ 686086 h 3505200"/>
              <a:gd name="connsiteX1264" fmla="*/ 3048191 w 3505200"/>
              <a:gd name="connsiteY1264" fmla="*/ 687324 h 3505200"/>
              <a:gd name="connsiteX1265" fmla="*/ 3124391 w 3505200"/>
              <a:gd name="connsiteY1265" fmla="*/ 686467 h 3505200"/>
              <a:gd name="connsiteX1266" fmla="*/ 3124772 w 3505200"/>
              <a:gd name="connsiteY1266" fmla="*/ 686086 h 3505200"/>
              <a:gd name="connsiteX1267" fmla="*/ 3124391 w 3505200"/>
              <a:gd name="connsiteY1267" fmla="*/ 685705 h 3505200"/>
              <a:gd name="connsiteX1268" fmla="*/ 3124010 w 3505200"/>
              <a:gd name="connsiteY1268" fmla="*/ 686086 h 3505200"/>
              <a:gd name="connsiteX1269" fmla="*/ 3124391 w 3505200"/>
              <a:gd name="connsiteY1269" fmla="*/ 686467 h 3505200"/>
              <a:gd name="connsiteX1270" fmla="*/ 304991 w 3505200"/>
              <a:gd name="connsiteY1270" fmla="*/ 762381 h 3505200"/>
              <a:gd name="connsiteX1271" fmla="*/ 305181 w 3505200"/>
              <a:gd name="connsiteY1271" fmla="*/ 762190 h 3505200"/>
              <a:gd name="connsiteX1272" fmla="*/ 304991 w 3505200"/>
              <a:gd name="connsiteY1272" fmla="*/ 762000 h 3505200"/>
              <a:gd name="connsiteX1273" fmla="*/ 304800 w 3505200"/>
              <a:gd name="connsiteY1273" fmla="*/ 762190 h 3505200"/>
              <a:gd name="connsiteX1274" fmla="*/ 304991 w 3505200"/>
              <a:gd name="connsiteY1274" fmla="*/ 762381 h 3505200"/>
              <a:gd name="connsiteX1275" fmla="*/ 381191 w 3505200"/>
              <a:gd name="connsiteY1275" fmla="*/ 763238 h 3505200"/>
              <a:gd name="connsiteX1276" fmla="*/ 382238 w 3505200"/>
              <a:gd name="connsiteY1276" fmla="*/ 762190 h 3505200"/>
              <a:gd name="connsiteX1277" fmla="*/ 381191 w 3505200"/>
              <a:gd name="connsiteY1277" fmla="*/ 761143 h 3505200"/>
              <a:gd name="connsiteX1278" fmla="*/ 380143 w 3505200"/>
              <a:gd name="connsiteY1278" fmla="*/ 762190 h 3505200"/>
              <a:gd name="connsiteX1279" fmla="*/ 381191 w 3505200"/>
              <a:gd name="connsiteY1279" fmla="*/ 763238 h 3505200"/>
              <a:gd name="connsiteX1280" fmla="*/ 457391 w 3505200"/>
              <a:gd name="connsiteY1280" fmla="*/ 764096 h 3505200"/>
              <a:gd name="connsiteX1281" fmla="*/ 459296 w 3505200"/>
              <a:gd name="connsiteY1281" fmla="*/ 762190 h 3505200"/>
              <a:gd name="connsiteX1282" fmla="*/ 457391 w 3505200"/>
              <a:gd name="connsiteY1282" fmla="*/ 760286 h 3505200"/>
              <a:gd name="connsiteX1283" fmla="*/ 455486 w 3505200"/>
              <a:gd name="connsiteY1283" fmla="*/ 762190 h 3505200"/>
              <a:gd name="connsiteX1284" fmla="*/ 457391 w 3505200"/>
              <a:gd name="connsiteY1284" fmla="*/ 764096 h 3505200"/>
              <a:gd name="connsiteX1285" fmla="*/ 533591 w 3505200"/>
              <a:gd name="connsiteY1285" fmla="*/ 765143 h 3505200"/>
              <a:gd name="connsiteX1286" fmla="*/ 536543 w 3505200"/>
              <a:gd name="connsiteY1286" fmla="*/ 762190 h 3505200"/>
              <a:gd name="connsiteX1287" fmla="*/ 533591 w 3505200"/>
              <a:gd name="connsiteY1287" fmla="*/ 759238 h 3505200"/>
              <a:gd name="connsiteX1288" fmla="*/ 530638 w 3505200"/>
              <a:gd name="connsiteY1288" fmla="*/ 762190 h 3505200"/>
              <a:gd name="connsiteX1289" fmla="*/ 533591 w 3505200"/>
              <a:gd name="connsiteY1289" fmla="*/ 765143 h 3505200"/>
              <a:gd name="connsiteX1290" fmla="*/ 609790 w 3505200"/>
              <a:gd name="connsiteY1290" fmla="*/ 766001 h 3505200"/>
              <a:gd name="connsiteX1291" fmla="*/ 613601 w 3505200"/>
              <a:gd name="connsiteY1291" fmla="*/ 762190 h 3505200"/>
              <a:gd name="connsiteX1292" fmla="*/ 609790 w 3505200"/>
              <a:gd name="connsiteY1292" fmla="*/ 758381 h 3505200"/>
              <a:gd name="connsiteX1293" fmla="*/ 605981 w 3505200"/>
              <a:gd name="connsiteY1293" fmla="*/ 762190 h 3505200"/>
              <a:gd name="connsiteX1294" fmla="*/ 609790 w 3505200"/>
              <a:gd name="connsiteY1294" fmla="*/ 766001 h 3505200"/>
              <a:gd name="connsiteX1295" fmla="*/ 685990 w 3505200"/>
              <a:gd name="connsiteY1295" fmla="*/ 766858 h 3505200"/>
              <a:gd name="connsiteX1296" fmla="*/ 690658 w 3505200"/>
              <a:gd name="connsiteY1296" fmla="*/ 762190 h 3505200"/>
              <a:gd name="connsiteX1297" fmla="*/ 685990 w 3505200"/>
              <a:gd name="connsiteY1297" fmla="*/ 757523 h 3505200"/>
              <a:gd name="connsiteX1298" fmla="*/ 681323 w 3505200"/>
              <a:gd name="connsiteY1298" fmla="*/ 762190 h 3505200"/>
              <a:gd name="connsiteX1299" fmla="*/ 685990 w 3505200"/>
              <a:gd name="connsiteY1299" fmla="*/ 766858 h 3505200"/>
              <a:gd name="connsiteX1300" fmla="*/ 762190 w 3505200"/>
              <a:gd name="connsiteY1300" fmla="*/ 767715 h 3505200"/>
              <a:gd name="connsiteX1301" fmla="*/ 767715 w 3505200"/>
              <a:gd name="connsiteY1301" fmla="*/ 762190 h 3505200"/>
              <a:gd name="connsiteX1302" fmla="*/ 762190 w 3505200"/>
              <a:gd name="connsiteY1302" fmla="*/ 756666 h 3505200"/>
              <a:gd name="connsiteX1303" fmla="*/ 756666 w 3505200"/>
              <a:gd name="connsiteY1303" fmla="*/ 762190 h 3505200"/>
              <a:gd name="connsiteX1304" fmla="*/ 762190 w 3505200"/>
              <a:gd name="connsiteY1304" fmla="*/ 767715 h 3505200"/>
              <a:gd name="connsiteX1305" fmla="*/ 838390 w 3505200"/>
              <a:gd name="connsiteY1305" fmla="*/ 768572 h 3505200"/>
              <a:gd name="connsiteX1306" fmla="*/ 844772 w 3505200"/>
              <a:gd name="connsiteY1306" fmla="*/ 762190 h 3505200"/>
              <a:gd name="connsiteX1307" fmla="*/ 838390 w 3505200"/>
              <a:gd name="connsiteY1307" fmla="*/ 755809 h 3505200"/>
              <a:gd name="connsiteX1308" fmla="*/ 832009 w 3505200"/>
              <a:gd name="connsiteY1308" fmla="*/ 762190 h 3505200"/>
              <a:gd name="connsiteX1309" fmla="*/ 838390 w 3505200"/>
              <a:gd name="connsiteY1309" fmla="*/ 768572 h 3505200"/>
              <a:gd name="connsiteX1310" fmla="*/ 914590 w 3505200"/>
              <a:gd name="connsiteY1310" fmla="*/ 769144 h 3505200"/>
              <a:gd name="connsiteX1311" fmla="*/ 921544 w 3505200"/>
              <a:gd name="connsiteY1311" fmla="*/ 762190 h 3505200"/>
              <a:gd name="connsiteX1312" fmla="*/ 914590 w 3505200"/>
              <a:gd name="connsiteY1312" fmla="*/ 755237 h 3505200"/>
              <a:gd name="connsiteX1313" fmla="*/ 907637 w 3505200"/>
              <a:gd name="connsiteY1313" fmla="*/ 762190 h 3505200"/>
              <a:gd name="connsiteX1314" fmla="*/ 914590 w 3505200"/>
              <a:gd name="connsiteY1314" fmla="*/ 769144 h 3505200"/>
              <a:gd name="connsiteX1315" fmla="*/ 990790 w 3505200"/>
              <a:gd name="connsiteY1315" fmla="*/ 770001 h 3505200"/>
              <a:gd name="connsiteX1316" fmla="*/ 998601 w 3505200"/>
              <a:gd name="connsiteY1316" fmla="*/ 762190 h 3505200"/>
              <a:gd name="connsiteX1317" fmla="*/ 990790 w 3505200"/>
              <a:gd name="connsiteY1317" fmla="*/ 754380 h 3505200"/>
              <a:gd name="connsiteX1318" fmla="*/ 982980 w 3505200"/>
              <a:gd name="connsiteY1318" fmla="*/ 762190 h 3505200"/>
              <a:gd name="connsiteX1319" fmla="*/ 990790 w 3505200"/>
              <a:gd name="connsiteY1319" fmla="*/ 770001 h 3505200"/>
              <a:gd name="connsiteX1320" fmla="*/ 1066991 w 3505200"/>
              <a:gd name="connsiteY1320" fmla="*/ 770668 h 3505200"/>
              <a:gd name="connsiteX1321" fmla="*/ 1075468 w 3505200"/>
              <a:gd name="connsiteY1321" fmla="*/ 762190 h 3505200"/>
              <a:gd name="connsiteX1322" fmla="*/ 1066991 w 3505200"/>
              <a:gd name="connsiteY1322" fmla="*/ 753713 h 3505200"/>
              <a:gd name="connsiteX1323" fmla="*/ 1058513 w 3505200"/>
              <a:gd name="connsiteY1323" fmla="*/ 762190 h 3505200"/>
              <a:gd name="connsiteX1324" fmla="*/ 1066991 w 3505200"/>
              <a:gd name="connsiteY1324" fmla="*/ 770668 h 3505200"/>
              <a:gd name="connsiteX1325" fmla="*/ 1143191 w 3505200"/>
              <a:gd name="connsiteY1325" fmla="*/ 771335 h 3505200"/>
              <a:gd name="connsiteX1326" fmla="*/ 1152239 w 3505200"/>
              <a:gd name="connsiteY1326" fmla="*/ 762286 h 3505200"/>
              <a:gd name="connsiteX1327" fmla="*/ 1143191 w 3505200"/>
              <a:gd name="connsiteY1327" fmla="*/ 753237 h 3505200"/>
              <a:gd name="connsiteX1328" fmla="*/ 1134142 w 3505200"/>
              <a:gd name="connsiteY1328" fmla="*/ 762286 h 3505200"/>
              <a:gd name="connsiteX1329" fmla="*/ 1143191 w 3505200"/>
              <a:gd name="connsiteY1329" fmla="*/ 771335 h 3505200"/>
              <a:gd name="connsiteX1330" fmla="*/ 1219391 w 3505200"/>
              <a:gd name="connsiteY1330" fmla="*/ 771906 h 3505200"/>
              <a:gd name="connsiteX1331" fmla="*/ 1229106 w 3505200"/>
              <a:gd name="connsiteY1331" fmla="*/ 762190 h 3505200"/>
              <a:gd name="connsiteX1332" fmla="*/ 1219391 w 3505200"/>
              <a:gd name="connsiteY1332" fmla="*/ 752475 h 3505200"/>
              <a:gd name="connsiteX1333" fmla="*/ 1209675 w 3505200"/>
              <a:gd name="connsiteY1333" fmla="*/ 762190 h 3505200"/>
              <a:gd name="connsiteX1334" fmla="*/ 1219391 w 3505200"/>
              <a:gd name="connsiteY1334" fmla="*/ 771906 h 3505200"/>
              <a:gd name="connsiteX1335" fmla="*/ 1295591 w 3505200"/>
              <a:gd name="connsiteY1335" fmla="*/ 772573 h 3505200"/>
              <a:gd name="connsiteX1336" fmla="*/ 1305973 w 3505200"/>
              <a:gd name="connsiteY1336" fmla="*/ 762190 h 3505200"/>
              <a:gd name="connsiteX1337" fmla="*/ 1295591 w 3505200"/>
              <a:gd name="connsiteY1337" fmla="*/ 751808 h 3505200"/>
              <a:gd name="connsiteX1338" fmla="*/ 1285208 w 3505200"/>
              <a:gd name="connsiteY1338" fmla="*/ 762190 h 3505200"/>
              <a:gd name="connsiteX1339" fmla="*/ 1295591 w 3505200"/>
              <a:gd name="connsiteY1339" fmla="*/ 772573 h 3505200"/>
              <a:gd name="connsiteX1340" fmla="*/ 1371791 w 3505200"/>
              <a:gd name="connsiteY1340" fmla="*/ 772954 h 3505200"/>
              <a:gd name="connsiteX1341" fmla="*/ 1382554 w 3505200"/>
              <a:gd name="connsiteY1341" fmla="*/ 762190 h 3505200"/>
              <a:gd name="connsiteX1342" fmla="*/ 1371791 w 3505200"/>
              <a:gd name="connsiteY1342" fmla="*/ 751427 h 3505200"/>
              <a:gd name="connsiteX1343" fmla="*/ 1361027 w 3505200"/>
              <a:gd name="connsiteY1343" fmla="*/ 762190 h 3505200"/>
              <a:gd name="connsiteX1344" fmla="*/ 1371791 w 3505200"/>
              <a:gd name="connsiteY1344" fmla="*/ 772954 h 3505200"/>
              <a:gd name="connsiteX1345" fmla="*/ 1447991 w 3505200"/>
              <a:gd name="connsiteY1345" fmla="*/ 773430 h 3505200"/>
              <a:gd name="connsiteX1346" fmla="*/ 1459230 w 3505200"/>
              <a:gd name="connsiteY1346" fmla="*/ 762190 h 3505200"/>
              <a:gd name="connsiteX1347" fmla="*/ 1447991 w 3505200"/>
              <a:gd name="connsiteY1347" fmla="*/ 750951 h 3505200"/>
              <a:gd name="connsiteX1348" fmla="*/ 1436751 w 3505200"/>
              <a:gd name="connsiteY1348" fmla="*/ 762190 h 3505200"/>
              <a:gd name="connsiteX1349" fmla="*/ 1447991 w 3505200"/>
              <a:gd name="connsiteY1349" fmla="*/ 773430 h 3505200"/>
              <a:gd name="connsiteX1350" fmla="*/ 1524191 w 3505200"/>
              <a:gd name="connsiteY1350" fmla="*/ 773621 h 3505200"/>
              <a:gd name="connsiteX1351" fmla="*/ 1535621 w 3505200"/>
              <a:gd name="connsiteY1351" fmla="*/ 762190 h 3505200"/>
              <a:gd name="connsiteX1352" fmla="*/ 1524191 w 3505200"/>
              <a:gd name="connsiteY1352" fmla="*/ 750761 h 3505200"/>
              <a:gd name="connsiteX1353" fmla="*/ 1512761 w 3505200"/>
              <a:gd name="connsiteY1353" fmla="*/ 762190 h 3505200"/>
              <a:gd name="connsiteX1354" fmla="*/ 1524191 w 3505200"/>
              <a:gd name="connsiteY1354" fmla="*/ 773621 h 3505200"/>
              <a:gd name="connsiteX1355" fmla="*/ 1600391 w 3505200"/>
              <a:gd name="connsiteY1355" fmla="*/ 773811 h 3505200"/>
              <a:gd name="connsiteX1356" fmla="*/ 1612011 w 3505200"/>
              <a:gd name="connsiteY1356" fmla="*/ 762190 h 3505200"/>
              <a:gd name="connsiteX1357" fmla="*/ 1600391 w 3505200"/>
              <a:gd name="connsiteY1357" fmla="*/ 750570 h 3505200"/>
              <a:gd name="connsiteX1358" fmla="*/ 1588770 w 3505200"/>
              <a:gd name="connsiteY1358" fmla="*/ 762190 h 3505200"/>
              <a:gd name="connsiteX1359" fmla="*/ 1600391 w 3505200"/>
              <a:gd name="connsiteY1359" fmla="*/ 773811 h 3505200"/>
              <a:gd name="connsiteX1360" fmla="*/ 1676591 w 3505200"/>
              <a:gd name="connsiteY1360" fmla="*/ 774002 h 3505200"/>
              <a:gd name="connsiteX1361" fmla="*/ 1688402 w 3505200"/>
              <a:gd name="connsiteY1361" fmla="*/ 762190 h 3505200"/>
              <a:gd name="connsiteX1362" fmla="*/ 1676591 w 3505200"/>
              <a:gd name="connsiteY1362" fmla="*/ 750380 h 3505200"/>
              <a:gd name="connsiteX1363" fmla="*/ 1664780 w 3505200"/>
              <a:gd name="connsiteY1363" fmla="*/ 762190 h 3505200"/>
              <a:gd name="connsiteX1364" fmla="*/ 1676591 w 3505200"/>
              <a:gd name="connsiteY1364" fmla="*/ 774002 h 3505200"/>
              <a:gd name="connsiteX1365" fmla="*/ 1752791 w 3505200"/>
              <a:gd name="connsiteY1365" fmla="*/ 774002 h 3505200"/>
              <a:gd name="connsiteX1366" fmla="*/ 1764602 w 3505200"/>
              <a:gd name="connsiteY1366" fmla="*/ 762190 h 3505200"/>
              <a:gd name="connsiteX1367" fmla="*/ 1752791 w 3505200"/>
              <a:gd name="connsiteY1367" fmla="*/ 750380 h 3505200"/>
              <a:gd name="connsiteX1368" fmla="*/ 1740980 w 3505200"/>
              <a:gd name="connsiteY1368" fmla="*/ 762190 h 3505200"/>
              <a:gd name="connsiteX1369" fmla="*/ 1752791 w 3505200"/>
              <a:gd name="connsiteY1369" fmla="*/ 774002 h 3505200"/>
              <a:gd name="connsiteX1370" fmla="*/ 1828991 w 3505200"/>
              <a:gd name="connsiteY1370" fmla="*/ 774002 h 3505200"/>
              <a:gd name="connsiteX1371" fmla="*/ 1840802 w 3505200"/>
              <a:gd name="connsiteY1371" fmla="*/ 762190 h 3505200"/>
              <a:gd name="connsiteX1372" fmla="*/ 1828991 w 3505200"/>
              <a:gd name="connsiteY1372" fmla="*/ 750380 h 3505200"/>
              <a:gd name="connsiteX1373" fmla="*/ 1817180 w 3505200"/>
              <a:gd name="connsiteY1373" fmla="*/ 762190 h 3505200"/>
              <a:gd name="connsiteX1374" fmla="*/ 1828991 w 3505200"/>
              <a:gd name="connsiteY1374" fmla="*/ 774002 h 3505200"/>
              <a:gd name="connsiteX1375" fmla="*/ 1905191 w 3505200"/>
              <a:gd name="connsiteY1375" fmla="*/ 773811 h 3505200"/>
              <a:gd name="connsiteX1376" fmla="*/ 1916811 w 3505200"/>
              <a:gd name="connsiteY1376" fmla="*/ 762190 h 3505200"/>
              <a:gd name="connsiteX1377" fmla="*/ 1905191 w 3505200"/>
              <a:gd name="connsiteY1377" fmla="*/ 750570 h 3505200"/>
              <a:gd name="connsiteX1378" fmla="*/ 1893570 w 3505200"/>
              <a:gd name="connsiteY1378" fmla="*/ 762190 h 3505200"/>
              <a:gd name="connsiteX1379" fmla="*/ 1905191 w 3505200"/>
              <a:gd name="connsiteY1379" fmla="*/ 773811 h 3505200"/>
              <a:gd name="connsiteX1380" fmla="*/ 1981391 w 3505200"/>
              <a:gd name="connsiteY1380" fmla="*/ 773621 h 3505200"/>
              <a:gd name="connsiteX1381" fmla="*/ 1992821 w 3505200"/>
              <a:gd name="connsiteY1381" fmla="*/ 762190 h 3505200"/>
              <a:gd name="connsiteX1382" fmla="*/ 1981391 w 3505200"/>
              <a:gd name="connsiteY1382" fmla="*/ 750761 h 3505200"/>
              <a:gd name="connsiteX1383" fmla="*/ 1969961 w 3505200"/>
              <a:gd name="connsiteY1383" fmla="*/ 762190 h 3505200"/>
              <a:gd name="connsiteX1384" fmla="*/ 1981391 w 3505200"/>
              <a:gd name="connsiteY1384" fmla="*/ 773621 h 3505200"/>
              <a:gd name="connsiteX1385" fmla="*/ 2057591 w 3505200"/>
              <a:gd name="connsiteY1385" fmla="*/ 773430 h 3505200"/>
              <a:gd name="connsiteX1386" fmla="*/ 2068830 w 3505200"/>
              <a:gd name="connsiteY1386" fmla="*/ 762190 h 3505200"/>
              <a:gd name="connsiteX1387" fmla="*/ 2057591 w 3505200"/>
              <a:gd name="connsiteY1387" fmla="*/ 750951 h 3505200"/>
              <a:gd name="connsiteX1388" fmla="*/ 2046351 w 3505200"/>
              <a:gd name="connsiteY1388" fmla="*/ 762190 h 3505200"/>
              <a:gd name="connsiteX1389" fmla="*/ 2057591 w 3505200"/>
              <a:gd name="connsiteY1389" fmla="*/ 773430 h 3505200"/>
              <a:gd name="connsiteX1390" fmla="*/ 2133791 w 3505200"/>
              <a:gd name="connsiteY1390" fmla="*/ 772954 h 3505200"/>
              <a:gd name="connsiteX1391" fmla="*/ 2144554 w 3505200"/>
              <a:gd name="connsiteY1391" fmla="*/ 762190 h 3505200"/>
              <a:gd name="connsiteX1392" fmla="*/ 2133791 w 3505200"/>
              <a:gd name="connsiteY1392" fmla="*/ 751427 h 3505200"/>
              <a:gd name="connsiteX1393" fmla="*/ 2123027 w 3505200"/>
              <a:gd name="connsiteY1393" fmla="*/ 762190 h 3505200"/>
              <a:gd name="connsiteX1394" fmla="*/ 2133791 w 3505200"/>
              <a:gd name="connsiteY1394" fmla="*/ 772954 h 3505200"/>
              <a:gd name="connsiteX1395" fmla="*/ 2209991 w 3505200"/>
              <a:gd name="connsiteY1395" fmla="*/ 772573 h 3505200"/>
              <a:gd name="connsiteX1396" fmla="*/ 2220373 w 3505200"/>
              <a:gd name="connsiteY1396" fmla="*/ 762190 h 3505200"/>
              <a:gd name="connsiteX1397" fmla="*/ 2209991 w 3505200"/>
              <a:gd name="connsiteY1397" fmla="*/ 751808 h 3505200"/>
              <a:gd name="connsiteX1398" fmla="*/ 2199608 w 3505200"/>
              <a:gd name="connsiteY1398" fmla="*/ 762190 h 3505200"/>
              <a:gd name="connsiteX1399" fmla="*/ 2209991 w 3505200"/>
              <a:gd name="connsiteY1399" fmla="*/ 772573 h 3505200"/>
              <a:gd name="connsiteX1400" fmla="*/ 2286191 w 3505200"/>
              <a:gd name="connsiteY1400" fmla="*/ 772097 h 3505200"/>
              <a:gd name="connsiteX1401" fmla="*/ 2296097 w 3505200"/>
              <a:gd name="connsiteY1401" fmla="*/ 762190 h 3505200"/>
              <a:gd name="connsiteX1402" fmla="*/ 2286191 w 3505200"/>
              <a:gd name="connsiteY1402" fmla="*/ 752285 h 3505200"/>
              <a:gd name="connsiteX1403" fmla="*/ 2276285 w 3505200"/>
              <a:gd name="connsiteY1403" fmla="*/ 762190 h 3505200"/>
              <a:gd name="connsiteX1404" fmla="*/ 2286191 w 3505200"/>
              <a:gd name="connsiteY1404" fmla="*/ 772097 h 3505200"/>
              <a:gd name="connsiteX1405" fmla="*/ 2362391 w 3505200"/>
              <a:gd name="connsiteY1405" fmla="*/ 771525 h 3505200"/>
              <a:gd name="connsiteX1406" fmla="*/ 2371725 w 3505200"/>
              <a:gd name="connsiteY1406" fmla="*/ 762190 h 3505200"/>
              <a:gd name="connsiteX1407" fmla="*/ 2362391 w 3505200"/>
              <a:gd name="connsiteY1407" fmla="*/ 752856 h 3505200"/>
              <a:gd name="connsiteX1408" fmla="*/ 2353056 w 3505200"/>
              <a:gd name="connsiteY1408" fmla="*/ 762190 h 3505200"/>
              <a:gd name="connsiteX1409" fmla="*/ 2362391 w 3505200"/>
              <a:gd name="connsiteY1409" fmla="*/ 771525 h 3505200"/>
              <a:gd name="connsiteX1410" fmla="*/ 2438591 w 3505200"/>
              <a:gd name="connsiteY1410" fmla="*/ 770858 h 3505200"/>
              <a:gd name="connsiteX1411" fmla="*/ 2447258 w 3505200"/>
              <a:gd name="connsiteY1411" fmla="*/ 762190 h 3505200"/>
              <a:gd name="connsiteX1412" fmla="*/ 2438591 w 3505200"/>
              <a:gd name="connsiteY1412" fmla="*/ 753523 h 3505200"/>
              <a:gd name="connsiteX1413" fmla="*/ 2429923 w 3505200"/>
              <a:gd name="connsiteY1413" fmla="*/ 762190 h 3505200"/>
              <a:gd name="connsiteX1414" fmla="*/ 2438591 w 3505200"/>
              <a:gd name="connsiteY1414" fmla="*/ 770858 h 3505200"/>
              <a:gd name="connsiteX1415" fmla="*/ 2514791 w 3505200"/>
              <a:gd name="connsiteY1415" fmla="*/ 770001 h 3505200"/>
              <a:gd name="connsiteX1416" fmla="*/ 2522601 w 3505200"/>
              <a:gd name="connsiteY1416" fmla="*/ 762190 h 3505200"/>
              <a:gd name="connsiteX1417" fmla="*/ 2514791 w 3505200"/>
              <a:gd name="connsiteY1417" fmla="*/ 754380 h 3505200"/>
              <a:gd name="connsiteX1418" fmla="*/ 2506980 w 3505200"/>
              <a:gd name="connsiteY1418" fmla="*/ 762190 h 3505200"/>
              <a:gd name="connsiteX1419" fmla="*/ 2514791 w 3505200"/>
              <a:gd name="connsiteY1419" fmla="*/ 770001 h 3505200"/>
              <a:gd name="connsiteX1420" fmla="*/ 2590991 w 3505200"/>
              <a:gd name="connsiteY1420" fmla="*/ 769430 h 3505200"/>
              <a:gd name="connsiteX1421" fmla="*/ 2598134 w 3505200"/>
              <a:gd name="connsiteY1421" fmla="*/ 762286 h 3505200"/>
              <a:gd name="connsiteX1422" fmla="*/ 2590991 w 3505200"/>
              <a:gd name="connsiteY1422" fmla="*/ 755142 h 3505200"/>
              <a:gd name="connsiteX1423" fmla="*/ 2583847 w 3505200"/>
              <a:gd name="connsiteY1423" fmla="*/ 762286 h 3505200"/>
              <a:gd name="connsiteX1424" fmla="*/ 2590991 w 3505200"/>
              <a:gd name="connsiteY1424" fmla="*/ 769430 h 3505200"/>
              <a:gd name="connsiteX1425" fmla="*/ 2667191 w 3505200"/>
              <a:gd name="connsiteY1425" fmla="*/ 768572 h 3505200"/>
              <a:gd name="connsiteX1426" fmla="*/ 2673572 w 3505200"/>
              <a:gd name="connsiteY1426" fmla="*/ 762190 h 3505200"/>
              <a:gd name="connsiteX1427" fmla="*/ 2667191 w 3505200"/>
              <a:gd name="connsiteY1427" fmla="*/ 755809 h 3505200"/>
              <a:gd name="connsiteX1428" fmla="*/ 2660809 w 3505200"/>
              <a:gd name="connsiteY1428" fmla="*/ 762190 h 3505200"/>
              <a:gd name="connsiteX1429" fmla="*/ 2667191 w 3505200"/>
              <a:gd name="connsiteY1429" fmla="*/ 768572 h 3505200"/>
              <a:gd name="connsiteX1430" fmla="*/ 2743391 w 3505200"/>
              <a:gd name="connsiteY1430" fmla="*/ 767715 h 3505200"/>
              <a:gd name="connsiteX1431" fmla="*/ 2748915 w 3505200"/>
              <a:gd name="connsiteY1431" fmla="*/ 762190 h 3505200"/>
              <a:gd name="connsiteX1432" fmla="*/ 2743391 w 3505200"/>
              <a:gd name="connsiteY1432" fmla="*/ 756666 h 3505200"/>
              <a:gd name="connsiteX1433" fmla="*/ 2737866 w 3505200"/>
              <a:gd name="connsiteY1433" fmla="*/ 762190 h 3505200"/>
              <a:gd name="connsiteX1434" fmla="*/ 2743391 w 3505200"/>
              <a:gd name="connsiteY1434" fmla="*/ 767715 h 3505200"/>
              <a:gd name="connsiteX1435" fmla="*/ 2819591 w 3505200"/>
              <a:gd name="connsiteY1435" fmla="*/ 766858 h 3505200"/>
              <a:gd name="connsiteX1436" fmla="*/ 2824258 w 3505200"/>
              <a:gd name="connsiteY1436" fmla="*/ 762190 h 3505200"/>
              <a:gd name="connsiteX1437" fmla="*/ 2819591 w 3505200"/>
              <a:gd name="connsiteY1437" fmla="*/ 757523 h 3505200"/>
              <a:gd name="connsiteX1438" fmla="*/ 2814923 w 3505200"/>
              <a:gd name="connsiteY1438" fmla="*/ 762190 h 3505200"/>
              <a:gd name="connsiteX1439" fmla="*/ 2819591 w 3505200"/>
              <a:gd name="connsiteY1439" fmla="*/ 766858 h 3505200"/>
              <a:gd name="connsiteX1440" fmla="*/ 2895791 w 3505200"/>
              <a:gd name="connsiteY1440" fmla="*/ 766001 h 3505200"/>
              <a:gd name="connsiteX1441" fmla="*/ 2899601 w 3505200"/>
              <a:gd name="connsiteY1441" fmla="*/ 762190 h 3505200"/>
              <a:gd name="connsiteX1442" fmla="*/ 2895791 w 3505200"/>
              <a:gd name="connsiteY1442" fmla="*/ 758381 h 3505200"/>
              <a:gd name="connsiteX1443" fmla="*/ 2891981 w 3505200"/>
              <a:gd name="connsiteY1443" fmla="*/ 762190 h 3505200"/>
              <a:gd name="connsiteX1444" fmla="*/ 2895791 w 3505200"/>
              <a:gd name="connsiteY1444" fmla="*/ 766001 h 3505200"/>
              <a:gd name="connsiteX1445" fmla="*/ 2971991 w 3505200"/>
              <a:gd name="connsiteY1445" fmla="*/ 765143 h 3505200"/>
              <a:gd name="connsiteX1446" fmla="*/ 2974943 w 3505200"/>
              <a:gd name="connsiteY1446" fmla="*/ 762190 h 3505200"/>
              <a:gd name="connsiteX1447" fmla="*/ 2971991 w 3505200"/>
              <a:gd name="connsiteY1447" fmla="*/ 759238 h 3505200"/>
              <a:gd name="connsiteX1448" fmla="*/ 2969038 w 3505200"/>
              <a:gd name="connsiteY1448" fmla="*/ 762190 h 3505200"/>
              <a:gd name="connsiteX1449" fmla="*/ 2971991 w 3505200"/>
              <a:gd name="connsiteY1449" fmla="*/ 765143 h 3505200"/>
              <a:gd name="connsiteX1450" fmla="*/ 3048191 w 3505200"/>
              <a:gd name="connsiteY1450" fmla="*/ 764286 h 3505200"/>
              <a:gd name="connsiteX1451" fmla="*/ 3050286 w 3505200"/>
              <a:gd name="connsiteY1451" fmla="*/ 762190 h 3505200"/>
              <a:gd name="connsiteX1452" fmla="*/ 3048191 w 3505200"/>
              <a:gd name="connsiteY1452" fmla="*/ 760095 h 3505200"/>
              <a:gd name="connsiteX1453" fmla="*/ 3046095 w 3505200"/>
              <a:gd name="connsiteY1453" fmla="*/ 762190 h 3505200"/>
              <a:gd name="connsiteX1454" fmla="*/ 3048191 w 3505200"/>
              <a:gd name="connsiteY1454" fmla="*/ 764286 h 3505200"/>
              <a:gd name="connsiteX1455" fmla="*/ 3124391 w 3505200"/>
              <a:gd name="connsiteY1455" fmla="*/ 763238 h 3505200"/>
              <a:gd name="connsiteX1456" fmla="*/ 3125438 w 3505200"/>
              <a:gd name="connsiteY1456" fmla="*/ 762190 h 3505200"/>
              <a:gd name="connsiteX1457" fmla="*/ 3124391 w 3505200"/>
              <a:gd name="connsiteY1457" fmla="*/ 761143 h 3505200"/>
              <a:gd name="connsiteX1458" fmla="*/ 3123343 w 3505200"/>
              <a:gd name="connsiteY1458" fmla="*/ 762190 h 3505200"/>
              <a:gd name="connsiteX1459" fmla="*/ 3124391 w 3505200"/>
              <a:gd name="connsiteY1459" fmla="*/ 763238 h 3505200"/>
              <a:gd name="connsiteX1460" fmla="*/ 3200591 w 3505200"/>
              <a:gd name="connsiteY1460" fmla="*/ 762381 h 3505200"/>
              <a:gd name="connsiteX1461" fmla="*/ 3200781 w 3505200"/>
              <a:gd name="connsiteY1461" fmla="*/ 762190 h 3505200"/>
              <a:gd name="connsiteX1462" fmla="*/ 3200591 w 3505200"/>
              <a:gd name="connsiteY1462" fmla="*/ 762000 h 3505200"/>
              <a:gd name="connsiteX1463" fmla="*/ 3200400 w 3505200"/>
              <a:gd name="connsiteY1463" fmla="*/ 762190 h 3505200"/>
              <a:gd name="connsiteX1464" fmla="*/ 3200591 w 3505200"/>
              <a:gd name="connsiteY1464" fmla="*/ 762381 h 3505200"/>
              <a:gd name="connsiteX1465" fmla="*/ 304991 w 3505200"/>
              <a:gd name="connsiteY1465" fmla="*/ 839057 h 3505200"/>
              <a:gd name="connsiteX1466" fmla="*/ 305657 w 3505200"/>
              <a:gd name="connsiteY1466" fmla="*/ 838390 h 3505200"/>
              <a:gd name="connsiteX1467" fmla="*/ 304991 w 3505200"/>
              <a:gd name="connsiteY1467" fmla="*/ 837724 h 3505200"/>
              <a:gd name="connsiteX1468" fmla="*/ 304324 w 3505200"/>
              <a:gd name="connsiteY1468" fmla="*/ 838390 h 3505200"/>
              <a:gd name="connsiteX1469" fmla="*/ 304991 w 3505200"/>
              <a:gd name="connsiteY1469" fmla="*/ 839057 h 3505200"/>
              <a:gd name="connsiteX1470" fmla="*/ 381191 w 3505200"/>
              <a:gd name="connsiteY1470" fmla="*/ 840105 h 3505200"/>
              <a:gd name="connsiteX1471" fmla="*/ 382905 w 3505200"/>
              <a:gd name="connsiteY1471" fmla="*/ 838390 h 3505200"/>
              <a:gd name="connsiteX1472" fmla="*/ 381191 w 3505200"/>
              <a:gd name="connsiteY1472" fmla="*/ 836676 h 3505200"/>
              <a:gd name="connsiteX1473" fmla="*/ 379476 w 3505200"/>
              <a:gd name="connsiteY1473" fmla="*/ 838390 h 3505200"/>
              <a:gd name="connsiteX1474" fmla="*/ 381191 w 3505200"/>
              <a:gd name="connsiteY1474" fmla="*/ 840105 h 3505200"/>
              <a:gd name="connsiteX1475" fmla="*/ 457391 w 3505200"/>
              <a:gd name="connsiteY1475" fmla="*/ 841153 h 3505200"/>
              <a:gd name="connsiteX1476" fmla="*/ 460153 w 3505200"/>
              <a:gd name="connsiteY1476" fmla="*/ 838390 h 3505200"/>
              <a:gd name="connsiteX1477" fmla="*/ 457391 w 3505200"/>
              <a:gd name="connsiteY1477" fmla="*/ 835628 h 3505200"/>
              <a:gd name="connsiteX1478" fmla="*/ 454628 w 3505200"/>
              <a:gd name="connsiteY1478" fmla="*/ 838390 h 3505200"/>
              <a:gd name="connsiteX1479" fmla="*/ 457391 w 3505200"/>
              <a:gd name="connsiteY1479" fmla="*/ 841153 h 3505200"/>
              <a:gd name="connsiteX1480" fmla="*/ 533591 w 3505200"/>
              <a:gd name="connsiteY1480" fmla="*/ 842010 h 3505200"/>
              <a:gd name="connsiteX1481" fmla="*/ 537210 w 3505200"/>
              <a:gd name="connsiteY1481" fmla="*/ 838390 h 3505200"/>
              <a:gd name="connsiteX1482" fmla="*/ 533591 w 3505200"/>
              <a:gd name="connsiteY1482" fmla="*/ 834771 h 3505200"/>
              <a:gd name="connsiteX1483" fmla="*/ 529971 w 3505200"/>
              <a:gd name="connsiteY1483" fmla="*/ 838390 h 3505200"/>
              <a:gd name="connsiteX1484" fmla="*/ 533591 w 3505200"/>
              <a:gd name="connsiteY1484" fmla="*/ 842010 h 3505200"/>
              <a:gd name="connsiteX1485" fmla="*/ 609790 w 3505200"/>
              <a:gd name="connsiteY1485" fmla="*/ 842867 h 3505200"/>
              <a:gd name="connsiteX1486" fmla="*/ 614267 w 3505200"/>
              <a:gd name="connsiteY1486" fmla="*/ 838390 h 3505200"/>
              <a:gd name="connsiteX1487" fmla="*/ 609790 w 3505200"/>
              <a:gd name="connsiteY1487" fmla="*/ 833914 h 3505200"/>
              <a:gd name="connsiteX1488" fmla="*/ 605314 w 3505200"/>
              <a:gd name="connsiteY1488" fmla="*/ 838390 h 3505200"/>
              <a:gd name="connsiteX1489" fmla="*/ 609790 w 3505200"/>
              <a:gd name="connsiteY1489" fmla="*/ 842867 h 3505200"/>
              <a:gd name="connsiteX1490" fmla="*/ 685990 w 3505200"/>
              <a:gd name="connsiteY1490" fmla="*/ 843915 h 3505200"/>
              <a:gd name="connsiteX1491" fmla="*/ 691515 w 3505200"/>
              <a:gd name="connsiteY1491" fmla="*/ 838390 h 3505200"/>
              <a:gd name="connsiteX1492" fmla="*/ 685990 w 3505200"/>
              <a:gd name="connsiteY1492" fmla="*/ 832866 h 3505200"/>
              <a:gd name="connsiteX1493" fmla="*/ 680466 w 3505200"/>
              <a:gd name="connsiteY1493" fmla="*/ 838390 h 3505200"/>
              <a:gd name="connsiteX1494" fmla="*/ 685990 w 3505200"/>
              <a:gd name="connsiteY1494" fmla="*/ 843915 h 3505200"/>
              <a:gd name="connsiteX1495" fmla="*/ 762190 w 3505200"/>
              <a:gd name="connsiteY1495" fmla="*/ 844772 h 3505200"/>
              <a:gd name="connsiteX1496" fmla="*/ 768572 w 3505200"/>
              <a:gd name="connsiteY1496" fmla="*/ 838390 h 3505200"/>
              <a:gd name="connsiteX1497" fmla="*/ 762190 w 3505200"/>
              <a:gd name="connsiteY1497" fmla="*/ 832009 h 3505200"/>
              <a:gd name="connsiteX1498" fmla="*/ 755809 w 3505200"/>
              <a:gd name="connsiteY1498" fmla="*/ 838390 h 3505200"/>
              <a:gd name="connsiteX1499" fmla="*/ 762190 w 3505200"/>
              <a:gd name="connsiteY1499" fmla="*/ 844772 h 3505200"/>
              <a:gd name="connsiteX1500" fmla="*/ 838390 w 3505200"/>
              <a:gd name="connsiteY1500" fmla="*/ 845630 h 3505200"/>
              <a:gd name="connsiteX1501" fmla="*/ 845534 w 3505200"/>
              <a:gd name="connsiteY1501" fmla="*/ 838486 h 3505200"/>
              <a:gd name="connsiteX1502" fmla="*/ 838390 w 3505200"/>
              <a:gd name="connsiteY1502" fmla="*/ 831342 h 3505200"/>
              <a:gd name="connsiteX1503" fmla="*/ 831247 w 3505200"/>
              <a:gd name="connsiteY1503" fmla="*/ 838486 h 3505200"/>
              <a:gd name="connsiteX1504" fmla="*/ 838390 w 3505200"/>
              <a:gd name="connsiteY1504" fmla="*/ 845630 h 3505200"/>
              <a:gd name="connsiteX1505" fmla="*/ 914590 w 3505200"/>
              <a:gd name="connsiteY1505" fmla="*/ 846487 h 3505200"/>
              <a:gd name="connsiteX1506" fmla="*/ 922592 w 3505200"/>
              <a:gd name="connsiteY1506" fmla="*/ 838486 h 3505200"/>
              <a:gd name="connsiteX1507" fmla="*/ 914590 w 3505200"/>
              <a:gd name="connsiteY1507" fmla="*/ 830485 h 3505200"/>
              <a:gd name="connsiteX1508" fmla="*/ 906590 w 3505200"/>
              <a:gd name="connsiteY1508" fmla="*/ 838486 h 3505200"/>
              <a:gd name="connsiteX1509" fmla="*/ 914590 w 3505200"/>
              <a:gd name="connsiteY1509" fmla="*/ 846487 h 3505200"/>
              <a:gd name="connsiteX1510" fmla="*/ 990790 w 3505200"/>
              <a:gd name="connsiteY1510" fmla="*/ 847058 h 3505200"/>
              <a:gd name="connsiteX1511" fmla="*/ 999458 w 3505200"/>
              <a:gd name="connsiteY1511" fmla="*/ 838390 h 3505200"/>
              <a:gd name="connsiteX1512" fmla="*/ 990790 w 3505200"/>
              <a:gd name="connsiteY1512" fmla="*/ 829723 h 3505200"/>
              <a:gd name="connsiteX1513" fmla="*/ 982123 w 3505200"/>
              <a:gd name="connsiteY1513" fmla="*/ 838390 h 3505200"/>
              <a:gd name="connsiteX1514" fmla="*/ 990790 w 3505200"/>
              <a:gd name="connsiteY1514" fmla="*/ 847058 h 3505200"/>
              <a:gd name="connsiteX1515" fmla="*/ 1066991 w 3505200"/>
              <a:gd name="connsiteY1515" fmla="*/ 847915 h 3505200"/>
              <a:gd name="connsiteX1516" fmla="*/ 1076516 w 3505200"/>
              <a:gd name="connsiteY1516" fmla="*/ 838390 h 3505200"/>
              <a:gd name="connsiteX1517" fmla="*/ 1066991 w 3505200"/>
              <a:gd name="connsiteY1517" fmla="*/ 828865 h 3505200"/>
              <a:gd name="connsiteX1518" fmla="*/ 1057466 w 3505200"/>
              <a:gd name="connsiteY1518" fmla="*/ 838390 h 3505200"/>
              <a:gd name="connsiteX1519" fmla="*/ 1066991 w 3505200"/>
              <a:gd name="connsiteY1519" fmla="*/ 847915 h 3505200"/>
              <a:gd name="connsiteX1520" fmla="*/ 1143191 w 3505200"/>
              <a:gd name="connsiteY1520" fmla="*/ 848582 h 3505200"/>
              <a:gd name="connsiteX1521" fmla="*/ 1153287 w 3505200"/>
              <a:gd name="connsiteY1521" fmla="*/ 838486 h 3505200"/>
              <a:gd name="connsiteX1522" fmla="*/ 1143191 w 3505200"/>
              <a:gd name="connsiteY1522" fmla="*/ 828389 h 3505200"/>
              <a:gd name="connsiteX1523" fmla="*/ 1133094 w 3505200"/>
              <a:gd name="connsiteY1523" fmla="*/ 838486 h 3505200"/>
              <a:gd name="connsiteX1524" fmla="*/ 1143191 w 3505200"/>
              <a:gd name="connsiteY1524" fmla="*/ 848582 h 3505200"/>
              <a:gd name="connsiteX1525" fmla="*/ 1219391 w 3505200"/>
              <a:gd name="connsiteY1525" fmla="*/ 849154 h 3505200"/>
              <a:gd name="connsiteX1526" fmla="*/ 1230154 w 3505200"/>
              <a:gd name="connsiteY1526" fmla="*/ 838390 h 3505200"/>
              <a:gd name="connsiteX1527" fmla="*/ 1219391 w 3505200"/>
              <a:gd name="connsiteY1527" fmla="*/ 827627 h 3505200"/>
              <a:gd name="connsiteX1528" fmla="*/ 1208627 w 3505200"/>
              <a:gd name="connsiteY1528" fmla="*/ 838390 h 3505200"/>
              <a:gd name="connsiteX1529" fmla="*/ 1219391 w 3505200"/>
              <a:gd name="connsiteY1529" fmla="*/ 849154 h 3505200"/>
              <a:gd name="connsiteX1530" fmla="*/ 1295591 w 3505200"/>
              <a:gd name="connsiteY1530" fmla="*/ 849821 h 3505200"/>
              <a:gd name="connsiteX1531" fmla="*/ 1307021 w 3505200"/>
              <a:gd name="connsiteY1531" fmla="*/ 838390 h 3505200"/>
              <a:gd name="connsiteX1532" fmla="*/ 1295591 w 3505200"/>
              <a:gd name="connsiteY1532" fmla="*/ 826961 h 3505200"/>
              <a:gd name="connsiteX1533" fmla="*/ 1284161 w 3505200"/>
              <a:gd name="connsiteY1533" fmla="*/ 838390 h 3505200"/>
              <a:gd name="connsiteX1534" fmla="*/ 1295591 w 3505200"/>
              <a:gd name="connsiteY1534" fmla="*/ 849821 h 3505200"/>
              <a:gd name="connsiteX1535" fmla="*/ 1371791 w 3505200"/>
              <a:gd name="connsiteY1535" fmla="*/ 850202 h 3505200"/>
              <a:gd name="connsiteX1536" fmla="*/ 1383602 w 3505200"/>
              <a:gd name="connsiteY1536" fmla="*/ 838390 h 3505200"/>
              <a:gd name="connsiteX1537" fmla="*/ 1371791 w 3505200"/>
              <a:gd name="connsiteY1537" fmla="*/ 826580 h 3505200"/>
              <a:gd name="connsiteX1538" fmla="*/ 1359980 w 3505200"/>
              <a:gd name="connsiteY1538" fmla="*/ 838390 h 3505200"/>
              <a:gd name="connsiteX1539" fmla="*/ 1371791 w 3505200"/>
              <a:gd name="connsiteY1539" fmla="*/ 850202 h 3505200"/>
              <a:gd name="connsiteX1540" fmla="*/ 1447991 w 3505200"/>
              <a:gd name="connsiteY1540" fmla="*/ 850678 h 3505200"/>
              <a:gd name="connsiteX1541" fmla="*/ 1460278 w 3505200"/>
              <a:gd name="connsiteY1541" fmla="*/ 838390 h 3505200"/>
              <a:gd name="connsiteX1542" fmla="*/ 1447991 w 3505200"/>
              <a:gd name="connsiteY1542" fmla="*/ 826103 h 3505200"/>
              <a:gd name="connsiteX1543" fmla="*/ 1435703 w 3505200"/>
              <a:gd name="connsiteY1543" fmla="*/ 838390 h 3505200"/>
              <a:gd name="connsiteX1544" fmla="*/ 1447991 w 3505200"/>
              <a:gd name="connsiteY1544" fmla="*/ 850678 h 3505200"/>
              <a:gd name="connsiteX1545" fmla="*/ 1524191 w 3505200"/>
              <a:gd name="connsiteY1545" fmla="*/ 851059 h 3505200"/>
              <a:gd name="connsiteX1546" fmla="*/ 1536859 w 3505200"/>
              <a:gd name="connsiteY1546" fmla="*/ 838390 h 3505200"/>
              <a:gd name="connsiteX1547" fmla="*/ 1524191 w 3505200"/>
              <a:gd name="connsiteY1547" fmla="*/ 825722 h 3505200"/>
              <a:gd name="connsiteX1548" fmla="*/ 1511522 w 3505200"/>
              <a:gd name="connsiteY1548" fmla="*/ 838390 h 3505200"/>
              <a:gd name="connsiteX1549" fmla="*/ 1524191 w 3505200"/>
              <a:gd name="connsiteY1549" fmla="*/ 851059 h 3505200"/>
              <a:gd name="connsiteX1550" fmla="*/ 1600391 w 3505200"/>
              <a:gd name="connsiteY1550" fmla="*/ 851345 h 3505200"/>
              <a:gd name="connsiteX1551" fmla="*/ 1613249 w 3505200"/>
              <a:gd name="connsiteY1551" fmla="*/ 838486 h 3505200"/>
              <a:gd name="connsiteX1552" fmla="*/ 1600391 w 3505200"/>
              <a:gd name="connsiteY1552" fmla="*/ 825627 h 3505200"/>
              <a:gd name="connsiteX1553" fmla="*/ 1587532 w 3505200"/>
              <a:gd name="connsiteY1553" fmla="*/ 838486 h 3505200"/>
              <a:gd name="connsiteX1554" fmla="*/ 1600391 w 3505200"/>
              <a:gd name="connsiteY1554" fmla="*/ 851345 h 3505200"/>
              <a:gd name="connsiteX1555" fmla="*/ 1676591 w 3505200"/>
              <a:gd name="connsiteY1555" fmla="*/ 851345 h 3505200"/>
              <a:gd name="connsiteX1556" fmla="*/ 1689449 w 3505200"/>
              <a:gd name="connsiteY1556" fmla="*/ 838486 h 3505200"/>
              <a:gd name="connsiteX1557" fmla="*/ 1676591 w 3505200"/>
              <a:gd name="connsiteY1557" fmla="*/ 825627 h 3505200"/>
              <a:gd name="connsiteX1558" fmla="*/ 1663732 w 3505200"/>
              <a:gd name="connsiteY1558" fmla="*/ 838486 h 3505200"/>
              <a:gd name="connsiteX1559" fmla="*/ 1676591 w 3505200"/>
              <a:gd name="connsiteY1559" fmla="*/ 851345 h 3505200"/>
              <a:gd name="connsiteX1560" fmla="*/ 1752791 w 3505200"/>
              <a:gd name="connsiteY1560" fmla="*/ 851535 h 3505200"/>
              <a:gd name="connsiteX1561" fmla="*/ 1765935 w 3505200"/>
              <a:gd name="connsiteY1561" fmla="*/ 838390 h 3505200"/>
              <a:gd name="connsiteX1562" fmla="*/ 1752791 w 3505200"/>
              <a:gd name="connsiteY1562" fmla="*/ 825246 h 3505200"/>
              <a:gd name="connsiteX1563" fmla="*/ 1739646 w 3505200"/>
              <a:gd name="connsiteY1563" fmla="*/ 838390 h 3505200"/>
              <a:gd name="connsiteX1564" fmla="*/ 1752791 w 3505200"/>
              <a:gd name="connsiteY1564" fmla="*/ 851535 h 3505200"/>
              <a:gd name="connsiteX1565" fmla="*/ 1828991 w 3505200"/>
              <a:gd name="connsiteY1565" fmla="*/ 851535 h 3505200"/>
              <a:gd name="connsiteX1566" fmla="*/ 1842135 w 3505200"/>
              <a:gd name="connsiteY1566" fmla="*/ 838390 h 3505200"/>
              <a:gd name="connsiteX1567" fmla="*/ 1828991 w 3505200"/>
              <a:gd name="connsiteY1567" fmla="*/ 825246 h 3505200"/>
              <a:gd name="connsiteX1568" fmla="*/ 1815846 w 3505200"/>
              <a:gd name="connsiteY1568" fmla="*/ 838390 h 3505200"/>
              <a:gd name="connsiteX1569" fmla="*/ 1828991 w 3505200"/>
              <a:gd name="connsiteY1569" fmla="*/ 851535 h 3505200"/>
              <a:gd name="connsiteX1570" fmla="*/ 1905191 w 3505200"/>
              <a:gd name="connsiteY1570" fmla="*/ 851345 h 3505200"/>
              <a:gd name="connsiteX1571" fmla="*/ 1918049 w 3505200"/>
              <a:gd name="connsiteY1571" fmla="*/ 838486 h 3505200"/>
              <a:gd name="connsiteX1572" fmla="*/ 1905191 w 3505200"/>
              <a:gd name="connsiteY1572" fmla="*/ 825627 h 3505200"/>
              <a:gd name="connsiteX1573" fmla="*/ 1892332 w 3505200"/>
              <a:gd name="connsiteY1573" fmla="*/ 838486 h 3505200"/>
              <a:gd name="connsiteX1574" fmla="*/ 1905191 w 3505200"/>
              <a:gd name="connsiteY1574" fmla="*/ 851345 h 3505200"/>
              <a:gd name="connsiteX1575" fmla="*/ 1981391 w 3505200"/>
              <a:gd name="connsiteY1575" fmla="*/ 851059 h 3505200"/>
              <a:gd name="connsiteX1576" fmla="*/ 1994059 w 3505200"/>
              <a:gd name="connsiteY1576" fmla="*/ 838390 h 3505200"/>
              <a:gd name="connsiteX1577" fmla="*/ 1981391 w 3505200"/>
              <a:gd name="connsiteY1577" fmla="*/ 825722 h 3505200"/>
              <a:gd name="connsiteX1578" fmla="*/ 1968722 w 3505200"/>
              <a:gd name="connsiteY1578" fmla="*/ 838390 h 3505200"/>
              <a:gd name="connsiteX1579" fmla="*/ 1981391 w 3505200"/>
              <a:gd name="connsiteY1579" fmla="*/ 851059 h 3505200"/>
              <a:gd name="connsiteX1580" fmla="*/ 2057591 w 3505200"/>
              <a:gd name="connsiteY1580" fmla="*/ 850678 h 3505200"/>
              <a:gd name="connsiteX1581" fmla="*/ 2069878 w 3505200"/>
              <a:gd name="connsiteY1581" fmla="*/ 838390 h 3505200"/>
              <a:gd name="connsiteX1582" fmla="*/ 2057591 w 3505200"/>
              <a:gd name="connsiteY1582" fmla="*/ 826103 h 3505200"/>
              <a:gd name="connsiteX1583" fmla="*/ 2045303 w 3505200"/>
              <a:gd name="connsiteY1583" fmla="*/ 838390 h 3505200"/>
              <a:gd name="connsiteX1584" fmla="*/ 2057591 w 3505200"/>
              <a:gd name="connsiteY1584" fmla="*/ 850678 h 3505200"/>
              <a:gd name="connsiteX1585" fmla="*/ 2133791 w 3505200"/>
              <a:gd name="connsiteY1585" fmla="*/ 850202 h 3505200"/>
              <a:gd name="connsiteX1586" fmla="*/ 2145602 w 3505200"/>
              <a:gd name="connsiteY1586" fmla="*/ 838390 h 3505200"/>
              <a:gd name="connsiteX1587" fmla="*/ 2133791 w 3505200"/>
              <a:gd name="connsiteY1587" fmla="*/ 826580 h 3505200"/>
              <a:gd name="connsiteX1588" fmla="*/ 2121980 w 3505200"/>
              <a:gd name="connsiteY1588" fmla="*/ 838390 h 3505200"/>
              <a:gd name="connsiteX1589" fmla="*/ 2133791 w 3505200"/>
              <a:gd name="connsiteY1589" fmla="*/ 850202 h 3505200"/>
              <a:gd name="connsiteX1590" fmla="*/ 2209991 w 3505200"/>
              <a:gd name="connsiteY1590" fmla="*/ 849821 h 3505200"/>
              <a:gd name="connsiteX1591" fmla="*/ 2221421 w 3505200"/>
              <a:gd name="connsiteY1591" fmla="*/ 838390 h 3505200"/>
              <a:gd name="connsiteX1592" fmla="*/ 2209991 w 3505200"/>
              <a:gd name="connsiteY1592" fmla="*/ 826961 h 3505200"/>
              <a:gd name="connsiteX1593" fmla="*/ 2198561 w 3505200"/>
              <a:gd name="connsiteY1593" fmla="*/ 838390 h 3505200"/>
              <a:gd name="connsiteX1594" fmla="*/ 2209991 w 3505200"/>
              <a:gd name="connsiteY1594" fmla="*/ 849821 h 3505200"/>
              <a:gd name="connsiteX1595" fmla="*/ 2286191 w 3505200"/>
              <a:gd name="connsiteY1595" fmla="*/ 849154 h 3505200"/>
              <a:gd name="connsiteX1596" fmla="*/ 2296954 w 3505200"/>
              <a:gd name="connsiteY1596" fmla="*/ 838390 h 3505200"/>
              <a:gd name="connsiteX1597" fmla="*/ 2286191 w 3505200"/>
              <a:gd name="connsiteY1597" fmla="*/ 827627 h 3505200"/>
              <a:gd name="connsiteX1598" fmla="*/ 2275427 w 3505200"/>
              <a:gd name="connsiteY1598" fmla="*/ 838390 h 3505200"/>
              <a:gd name="connsiteX1599" fmla="*/ 2286191 w 3505200"/>
              <a:gd name="connsiteY1599" fmla="*/ 849154 h 3505200"/>
              <a:gd name="connsiteX1600" fmla="*/ 2362391 w 3505200"/>
              <a:gd name="connsiteY1600" fmla="*/ 848773 h 3505200"/>
              <a:gd name="connsiteX1601" fmla="*/ 2372773 w 3505200"/>
              <a:gd name="connsiteY1601" fmla="*/ 838390 h 3505200"/>
              <a:gd name="connsiteX1602" fmla="*/ 2362391 w 3505200"/>
              <a:gd name="connsiteY1602" fmla="*/ 828008 h 3505200"/>
              <a:gd name="connsiteX1603" fmla="*/ 2352008 w 3505200"/>
              <a:gd name="connsiteY1603" fmla="*/ 838390 h 3505200"/>
              <a:gd name="connsiteX1604" fmla="*/ 2362391 w 3505200"/>
              <a:gd name="connsiteY1604" fmla="*/ 848773 h 3505200"/>
              <a:gd name="connsiteX1605" fmla="*/ 2438591 w 3505200"/>
              <a:gd name="connsiteY1605" fmla="*/ 847915 h 3505200"/>
              <a:gd name="connsiteX1606" fmla="*/ 2448116 w 3505200"/>
              <a:gd name="connsiteY1606" fmla="*/ 838390 h 3505200"/>
              <a:gd name="connsiteX1607" fmla="*/ 2438591 w 3505200"/>
              <a:gd name="connsiteY1607" fmla="*/ 828865 h 3505200"/>
              <a:gd name="connsiteX1608" fmla="*/ 2429066 w 3505200"/>
              <a:gd name="connsiteY1608" fmla="*/ 838390 h 3505200"/>
              <a:gd name="connsiteX1609" fmla="*/ 2438591 w 3505200"/>
              <a:gd name="connsiteY1609" fmla="*/ 847915 h 3505200"/>
              <a:gd name="connsiteX1610" fmla="*/ 2514791 w 3505200"/>
              <a:gd name="connsiteY1610" fmla="*/ 847249 h 3505200"/>
              <a:gd name="connsiteX1611" fmla="*/ 2523649 w 3505200"/>
              <a:gd name="connsiteY1611" fmla="*/ 838390 h 3505200"/>
              <a:gd name="connsiteX1612" fmla="*/ 2514791 w 3505200"/>
              <a:gd name="connsiteY1612" fmla="*/ 829532 h 3505200"/>
              <a:gd name="connsiteX1613" fmla="*/ 2505932 w 3505200"/>
              <a:gd name="connsiteY1613" fmla="*/ 838390 h 3505200"/>
              <a:gd name="connsiteX1614" fmla="*/ 2514791 w 3505200"/>
              <a:gd name="connsiteY1614" fmla="*/ 847249 h 3505200"/>
              <a:gd name="connsiteX1615" fmla="*/ 2590991 w 3505200"/>
              <a:gd name="connsiteY1615" fmla="*/ 846487 h 3505200"/>
              <a:gd name="connsiteX1616" fmla="*/ 2598991 w 3505200"/>
              <a:gd name="connsiteY1616" fmla="*/ 838486 h 3505200"/>
              <a:gd name="connsiteX1617" fmla="*/ 2590991 w 3505200"/>
              <a:gd name="connsiteY1617" fmla="*/ 830485 h 3505200"/>
              <a:gd name="connsiteX1618" fmla="*/ 2582990 w 3505200"/>
              <a:gd name="connsiteY1618" fmla="*/ 838486 h 3505200"/>
              <a:gd name="connsiteX1619" fmla="*/ 2590991 w 3505200"/>
              <a:gd name="connsiteY1619" fmla="*/ 846487 h 3505200"/>
              <a:gd name="connsiteX1620" fmla="*/ 2667191 w 3505200"/>
              <a:gd name="connsiteY1620" fmla="*/ 845630 h 3505200"/>
              <a:gd name="connsiteX1621" fmla="*/ 2674334 w 3505200"/>
              <a:gd name="connsiteY1621" fmla="*/ 838486 h 3505200"/>
              <a:gd name="connsiteX1622" fmla="*/ 2667191 w 3505200"/>
              <a:gd name="connsiteY1622" fmla="*/ 831342 h 3505200"/>
              <a:gd name="connsiteX1623" fmla="*/ 2660047 w 3505200"/>
              <a:gd name="connsiteY1623" fmla="*/ 838486 h 3505200"/>
              <a:gd name="connsiteX1624" fmla="*/ 2667191 w 3505200"/>
              <a:gd name="connsiteY1624" fmla="*/ 845630 h 3505200"/>
              <a:gd name="connsiteX1625" fmla="*/ 2743391 w 3505200"/>
              <a:gd name="connsiteY1625" fmla="*/ 844772 h 3505200"/>
              <a:gd name="connsiteX1626" fmla="*/ 2749772 w 3505200"/>
              <a:gd name="connsiteY1626" fmla="*/ 838390 h 3505200"/>
              <a:gd name="connsiteX1627" fmla="*/ 2743391 w 3505200"/>
              <a:gd name="connsiteY1627" fmla="*/ 832009 h 3505200"/>
              <a:gd name="connsiteX1628" fmla="*/ 2737009 w 3505200"/>
              <a:gd name="connsiteY1628" fmla="*/ 838390 h 3505200"/>
              <a:gd name="connsiteX1629" fmla="*/ 2743391 w 3505200"/>
              <a:gd name="connsiteY1629" fmla="*/ 844772 h 3505200"/>
              <a:gd name="connsiteX1630" fmla="*/ 2819591 w 3505200"/>
              <a:gd name="connsiteY1630" fmla="*/ 843915 h 3505200"/>
              <a:gd name="connsiteX1631" fmla="*/ 2825115 w 3505200"/>
              <a:gd name="connsiteY1631" fmla="*/ 838390 h 3505200"/>
              <a:gd name="connsiteX1632" fmla="*/ 2819591 w 3505200"/>
              <a:gd name="connsiteY1632" fmla="*/ 832866 h 3505200"/>
              <a:gd name="connsiteX1633" fmla="*/ 2814066 w 3505200"/>
              <a:gd name="connsiteY1633" fmla="*/ 838390 h 3505200"/>
              <a:gd name="connsiteX1634" fmla="*/ 2819591 w 3505200"/>
              <a:gd name="connsiteY1634" fmla="*/ 843915 h 3505200"/>
              <a:gd name="connsiteX1635" fmla="*/ 2895791 w 3505200"/>
              <a:gd name="connsiteY1635" fmla="*/ 843058 h 3505200"/>
              <a:gd name="connsiteX1636" fmla="*/ 2900458 w 3505200"/>
              <a:gd name="connsiteY1636" fmla="*/ 838390 h 3505200"/>
              <a:gd name="connsiteX1637" fmla="*/ 2895791 w 3505200"/>
              <a:gd name="connsiteY1637" fmla="*/ 833723 h 3505200"/>
              <a:gd name="connsiteX1638" fmla="*/ 2891123 w 3505200"/>
              <a:gd name="connsiteY1638" fmla="*/ 838390 h 3505200"/>
              <a:gd name="connsiteX1639" fmla="*/ 2895791 w 3505200"/>
              <a:gd name="connsiteY1639" fmla="*/ 843058 h 3505200"/>
              <a:gd name="connsiteX1640" fmla="*/ 2971991 w 3505200"/>
              <a:gd name="connsiteY1640" fmla="*/ 842010 h 3505200"/>
              <a:gd name="connsiteX1641" fmla="*/ 2975610 w 3505200"/>
              <a:gd name="connsiteY1641" fmla="*/ 838390 h 3505200"/>
              <a:gd name="connsiteX1642" fmla="*/ 2971991 w 3505200"/>
              <a:gd name="connsiteY1642" fmla="*/ 834771 h 3505200"/>
              <a:gd name="connsiteX1643" fmla="*/ 2968371 w 3505200"/>
              <a:gd name="connsiteY1643" fmla="*/ 838390 h 3505200"/>
              <a:gd name="connsiteX1644" fmla="*/ 2971991 w 3505200"/>
              <a:gd name="connsiteY1644" fmla="*/ 842010 h 3505200"/>
              <a:gd name="connsiteX1645" fmla="*/ 3048191 w 3505200"/>
              <a:gd name="connsiteY1645" fmla="*/ 841153 h 3505200"/>
              <a:gd name="connsiteX1646" fmla="*/ 3050953 w 3505200"/>
              <a:gd name="connsiteY1646" fmla="*/ 838390 h 3505200"/>
              <a:gd name="connsiteX1647" fmla="*/ 3048191 w 3505200"/>
              <a:gd name="connsiteY1647" fmla="*/ 835628 h 3505200"/>
              <a:gd name="connsiteX1648" fmla="*/ 3045428 w 3505200"/>
              <a:gd name="connsiteY1648" fmla="*/ 838390 h 3505200"/>
              <a:gd name="connsiteX1649" fmla="*/ 3048191 w 3505200"/>
              <a:gd name="connsiteY1649" fmla="*/ 841153 h 3505200"/>
              <a:gd name="connsiteX1650" fmla="*/ 3124391 w 3505200"/>
              <a:gd name="connsiteY1650" fmla="*/ 840296 h 3505200"/>
              <a:gd name="connsiteX1651" fmla="*/ 3126296 w 3505200"/>
              <a:gd name="connsiteY1651" fmla="*/ 838390 h 3505200"/>
              <a:gd name="connsiteX1652" fmla="*/ 3124391 w 3505200"/>
              <a:gd name="connsiteY1652" fmla="*/ 836486 h 3505200"/>
              <a:gd name="connsiteX1653" fmla="*/ 3122486 w 3505200"/>
              <a:gd name="connsiteY1653" fmla="*/ 838390 h 3505200"/>
              <a:gd name="connsiteX1654" fmla="*/ 3124391 w 3505200"/>
              <a:gd name="connsiteY1654" fmla="*/ 840296 h 3505200"/>
              <a:gd name="connsiteX1655" fmla="*/ 3200591 w 3505200"/>
              <a:gd name="connsiteY1655" fmla="*/ 839248 h 3505200"/>
              <a:gd name="connsiteX1656" fmla="*/ 3201448 w 3505200"/>
              <a:gd name="connsiteY1656" fmla="*/ 838390 h 3505200"/>
              <a:gd name="connsiteX1657" fmla="*/ 3200591 w 3505200"/>
              <a:gd name="connsiteY1657" fmla="*/ 837533 h 3505200"/>
              <a:gd name="connsiteX1658" fmla="*/ 3199733 w 3505200"/>
              <a:gd name="connsiteY1658" fmla="*/ 838390 h 3505200"/>
              <a:gd name="connsiteX1659" fmla="*/ 3200591 w 3505200"/>
              <a:gd name="connsiteY1659" fmla="*/ 839248 h 3505200"/>
              <a:gd name="connsiteX1660" fmla="*/ 228791 w 3505200"/>
              <a:gd name="connsiteY1660" fmla="*/ 915067 h 3505200"/>
              <a:gd name="connsiteX1661" fmla="*/ 229172 w 3505200"/>
              <a:gd name="connsiteY1661" fmla="*/ 914686 h 3505200"/>
              <a:gd name="connsiteX1662" fmla="*/ 228791 w 3505200"/>
              <a:gd name="connsiteY1662" fmla="*/ 914305 h 3505200"/>
              <a:gd name="connsiteX1663" fmla="*/ 228410 w 3505200"/>
              <a:gd name="connsiteY1663" fmla="*/ 914686 h 3505200"/>
              <a:gd name="connsiteX1664" fmla="*/ 228791 w 3505200"/>
              <a:gd name="connsiteY1664" fmla="*/ 915067 h 3505200"/>
              <a:gd name="connsiteX1665" fmla="*/ 304991 w 3505200"/>
              <a:gd name="connsiteY1665" fmla="*/ 915924 h 3505200"/>
              <a:gd name="connsiteX1666" fmla="*/ 306229 w 3505200"/>
              <a:gd name="connsiteY1666" fmla="*/ 914686 h 3505200"/>
              <a:gd name="connsiteX1667" fmla="*/ 304991 w 3505200"/>
              <a:gd name="connsiteY1667" fmla="*/ 913448 h 3505200"/>
              <a:gd name="connsiteX1668" fmla="*/ 303752 w 3505200"/>
              <a:gd name="connsiteY1668" fmla="*/ 914686 h 3505200"/>
              <a:gd name="connsiteX1669" fmla="*/ 304991 w 3505200"/>
              <a:gd name="connsiteY1669" fmla="*/ 915924 h 3505200"/>
              <a:gd name="connsiteX1670" fmla="*/ 381191 w 3505200"/>
              <a:gd name="connsiteY1670" fmla="*/ 916972 h 3505200"/>
              <a:gd name="connsiteX1671" fmla="*/ 383476 w 3505200"/>
              <a:gd name="connsiteY1671" fmla="*/ 914686 h 3505200"/>
              <a:gd name="connsiteX1672" fmla="*/ 381191 w 3505200"/>
              <a:gd name="connsiteY1672" fmla="*/ 912400 h 3505200"/>
              <a:gd name="connsiteX1673" fmla="*/ 378905 w 3505200"/>
              <a:gd name="connsiteY1673" fmla="*/ 914686 h 3505200"/>
              <a:gd name="connsiteX1674" fmla="*/ 381191 w 3505200"/>
              <a:gd name="connsiteY1674" fmla="*/ 916972 h 3505200"/>
              <a:gd name="connsiteX1675" fmla="*/ 457391 w 3505200"/>
              <a:gd name="connsiteY1675" fmla="*/ 918020 h 3505200"/>
              <a:gd name="connsiteX1676" fmla="*/ 460724 w 3505200"/>
              <a:gd name="connsiteY1676" fmla="*/ 914686 h 3505200"/>
              <a:gd name="connsiteX1677" fmla="*/ 457391 w 3505200"/>
              <a:gd name="connsiteY1677" fmla="*/ 911257 h 3505200"/>
              <a:gd name="connsiteX1678" fmla="*/ 453962 w 3505200"/>
              <a:gd name="connsiteY1678" fmla="*/ 914686 h 3505200"/>
              <a:gd name="connsiteX1679" fmla="*/ 457391 w 3505200"/>
              <a:gd name="connsiteY1679" fmla="*/ 918020 h 3505200"/>
              <a:gd name="connsiteX1680" fmla="*/ 533591 w 3505200"/>
              <a:gd name="connsiteY1680" fmla="*/ 918877 h 3505200"/>
              <a:gd name="connsiteX1681" fmla="*/ 537782 w 3505200"/>
              <a:gd name="connsiteY1681" fmla="*/ 914686 h 3505200"/>
              <a:gd name="connsiteX1682" fmla="*/ 533591 w 3505200"/>
              <a:gd name="connsiteY1682" fmla="*/ 910495 h 3505200"/>
              <a:gd name="connsiteX1683" fmla="*/ 529400 w 3505200"/>
              <a:gd name="connsiteY1683" fmla="*/ 914686 h 3505200"/>
              <a:gd name="connsiteX1684" fmla="*/ 533591 w 3505200"/>
              <a:gd name="connsiteY1684" fmla="*/ 918877 h 3505200"/>
              <a:gd name="connsiteX1685" fmla="*/ 609790 w 3505200"/>
              <a:gd name="connsiteY1685" fmla="*/ 919925 h 3505200"/>
              <a:gd name="connsiteX1686" fmla="*/ 615029 w 3505200"/>
              <a:gd name="connsiteY1686" fmla="*/ 914686 h 3505200"/>
              <a:gd name="connsiteX1687" fmla="*/ 609790 w 3505200"/>
              <a:gd name="connsiteY1687" fmla="*/ 909447 h 3505200"/>
              <a:gd name="connsiteX1688" fmla="*/ 604552 w 3505200"/>
              <a:gd name="connsiteY1688" fmla="*/ 914686 h 3505200"/>
              <a:gd name="connsiteX1689" fmla="*/ 609790 w 3505200"/>
              <a:gd name="connsiteY1689" fmla="*/ 919925 h 3505200"/>
              <a:gd name="connsiteX1690" fmla="*/ 685990 w 3505200"/>
              <a:gd name="connsiteY1690" fmla="*/ 920782 h 3505200"/>
              <a:gd name="connsiteX1691" fmla="*/ 692087 w 3505200"/>
              <a:gd name="connsiteY1691" fmla="*/ 914686 h 3505200"/>
              <a:gd name="connsiteX1692" fmla="*/ 685990 w 3505200"/>
              <a:gd name="connsiteY1692" fmla="*/ 908590 h 3505200"/>
              <a:gd name="connsiteX1693" fmla="*/ 679895 w 3505200"/>
              <a:gd name="connsiteY1693" fmla="*/ 914686 h 3505200"/>
              <a:gd name="connsiteX1694" fmla="*/ 685990 w 3505200"/>
              <a:gd name="connsiteY1694" fmla="*/ 920782 h 3505200"/>
              <a:gd name="connsiteX1695" fmla="*/ 762190 w 3505200"/>
              <a:gd name="connsiteY1695" fmla="*/ 921830 h 3505200"/>
              <a:gd name="connsiteX1696" fmla="*/ 769334 w 3505200"/>
              <a:gd name="connsiteY1696" fmla="*/ 914686 h 3505200"/>
              <a:gd name="connsiteX1697" fmla="*/ 762190 w 3505200"/>
              <a:gd name="connsiteY1697" fmla="*/ 907542 h 3505200"/>
              <a:gd name="connsiteX1698" fmla="*/ 755047 w 3505200"/>
              <a:gd name="connsiteY1698" fmla="*/ 914686 h 3505200"/>
              <a:gd name="connsiteX1699" fmla="*/ 762190 w 3505200"/>
              <a:gd name="connsiteY1699" fmla="*/ 921830 h 3505200"/>
              <a:gd name="connsiteX1700" fmla="*/ 838390 w 3505200"/>
              <a:gd name="connsiteY1700" fmla="*/ 922687 h 3505200"/>
              <a:gd name="connsiteX1701" fmla="*/ 846392 w 3505200"/>
              <a:gd name="connsiteY1701" fmla="*/ 914686 h 3505200"/>
              <a:gd name="connsiteX1702" fmla="*/ 838390 w 3505200"/>
              <a:gd name="connsiteY1702" fmla="*/ 906685 h 3505200"/>
              <a:gd name="connsiteX1703" fmla="*/ 830390 w 3505200"/>
              <a:gd name="connsiteY1703" fmla="*/ 914686 h 3505200"/>
              <a:gd name="connsiteX1704" fmla="*/ 838390 w 3505200"/>
              <a:gd name="connsiteY1704" fmla="*/ 922687 h 3505200"/>
              <a:gd name="connsiteX1705" fmla="*/ 914590 w 3505200"/>
              <a:gd name="connsiteY1705" fmla="*/ 923449 h 3505200"/>
              <a:gd name="connsiteX1706" fmla="*/ 923449 w 3505200"/>
              <a:gd name="connsiteY1706" fmla="*/ 914590 h 3505200"/>
              <a:gd name="connsiteX1707" fmla="*/ 914590 w 3505200"/>
              <a:gd name="connsiteY1707" fmla="*/ 905732 h 3505200"/>
              <a:gd name="connsiteX1708" fmla="*/ 905732 w 3505200"/>
              <a:gd name="connsiteY1708" fmla="*/ 914590 h 3505200"/>
              <a:gd name="connsiteX1709" fmla="*/ 914590 w 3505200"/>
              <a:gd name="connsiteY1709" fmla="*/ 923449 h 3505200"/>
              <a:gd name="connsiteX1710" fmla="*/ 990790 w 3505200"/>
              <a:gd name="connsiteY1710" fmla="*/ 924306 h 3505200"/>
              <a:gd name="connsiteX1711" fmla="*/ 1000506 w 3505200"/>
              <a:gd name="connsiteY1711" fmla="*/ 914590 h 3505200"/>
              <a:gd name="connsiteX1712" fmla="*/ 990790 w 3505200"/>
              <a:gd name="connsiteY1712" fmla="*/ 904875 h 3505200"/>
              <a:gd name="connsiteX1713" fmla="*/ 981075 w 3505200"/>
              <a:gd name="connsiteY1713" fmla="*/ 914590 h 3505200"/>
              <a:gd name="connsiteX1714" fmla="*/ 990790 w 3505200"/>
              <a:gd name="connsiteY1714" fmla="*/ 924306 h 3505200"/>
              <a:gd name="connsiteX1715" fmla="*/ 1066991 w 3505200"/>
              <a:gd name="connsiteY1715" fmla="*/ 925163 h 3505200"/>
              <a:gd name="connsiteX1716" fmla="*/ 1077563 w 3505200"/>
              <a:gd name="connsiteY1716" fmla="*/ 914590 h 3505200"/>
              <a:gd name="connsiteX1717" fmla="*/ 1066991 w 3505200"/>
              <a:gd name="connsiteY1717" fmla="*/ 904018 h 3505200"/>
              <a:gd name="connsiteX1718" fmla="*/ 1056418 w 3505200"/>
              <a:gd name="connsiteY1718" fmla="*/ 914590 h 3505200"/>
              <a:gd name="connsiteX1719" fmla="*/ 1066991 w 3505200"/>
              <a:gd name="connsiteY1719" fmla="*/ 925163 h 3505200"/>
              <a:gd name="connsiteX1720" fmla="*/ 1143191 w 3505200"/>
              <a:gd name="connsiteY1720" fmla="*/ 925830 h 3505200"/>
              <a:gd name="connsiteX1721" fmla="*/ 1154430 w 3505200"/>
              <a:gd name="connsiteY1721" fmla="*/ 914590 h 3505200"/>
              <a:gd name="connsiteX1722" fmla="*/ 1143191 w 3505200"/>
              <a:gd name="connsiteY1722" fmla="*/ 903351 h 3505200"/>
              <a:gd name="connsiteX1723" fmla="*/ 1131951 w 3505200"/>
              <a:gd name="connsiteY1723" fmla="*/ 914590 h 3505200"/>
              <a:gd name="connsiteX1724" fmla="*/ 1143191 w 3505200"/>
              <a:gd name="connsiteY1724" fmla="*/ 925830 h 3505200"/>
              <a:gd name="connsiteX1725" fmla="*/ 1219391 w 3505200"/>
              <a:gd name="connsiteY1725" fmla="*/ 926402 h 3505200"/>
              <a:gd name="connsiteX1726" fmla="*/ 1231202 w 3505200"/>
              <a:gd name="connsiteY1726" fmla="*/ 914590 h 3505200"/>
              <a:gd name="connsiteX1727" fmla="*/ 1219391 w 3505200"/>
              <a:gd name="connsiteY1727" fmla="*/ 902780 h 3505200"/>
              <a:gd name="connsiteX1728" fmla="*/ 1207580 w 3505200"/>
              <a:gd name="connsiteY1728" fmla="*/ 914590 h 3505200"/>
              <a:gd name="connsiteX1729" fmla="*/ 1219391 w 3505200"/>
              <a:gd name="connsiteY1729" fmla="*/ 926402 h 3505200"/>
              <a:gd name="connsiteX1730" fmla="*/ 1295591 w 3505200"/>
              <a:gd name="connsiteY1730" fmla="*/ 927068 h 3505200"/>
              <a:gd name="connsiteX1731" fmla="*/ 1308068 w 3505200"/>
              <a:gd name="connsiteY1731" fmla="*/ 914590 h 3505200"/>
              <a:gd name="connsiteX1732" fmla="*/ 1295591 w 3505200"/>
              <a:gd name="connsiteY1732" fmla="*/ 902113 h 3505200"/>
              <a:gd name="connsiteX1733" fmla="*/ 1283113 w 3505200"/>
              <a:gd name="connsiteY1733" fmla="*/ 914590 h 3505200"/>
              <a:gd name="connsiteX1734" fmla="*/ 1295591 w 3505200"/>
              <a:gd name="connsiteY1734" fmla="*/ 927068 h 3505200"/>
              <a:gd name="connsiteX1735" fmla="*/ 1371791 w 3505200"/>
              <a:gd name="connsiteY1735" fmla="*/ 927545 h 3505200"/>
              <a:gd name="connsiteX1736" fmla="*/ 1384649 w 3505200"/>
              <a:gd name="connsiteY1736" fmla="*/ 914686 h 3505200"/>
              <a:gd name="connsiteX1737" fmla="*/ 1371791 w 3505200"/>
              <a:gd name="connsiteY1737" fmla="*/ 901827 h 3505200"/>
              <a:gd name="connsiteX1738" fmla="*/ 1358932 w 3505200"/>
              <a:gd name="connsiteY1738" fmla="*/ 914686 h 3505200"/>
              <a:gd name="connsiteX1739" fmla="*/ 1371791 w 3505200"/>
              <a:gd name="connsiteY1739" fmla="*/ 927545 h 3505200"/>
              <a:gd name="connsiteX1740" fmla="*/ 1447991 w 3505200"/>
              <a:gd name="connsiteY1740" fmla="*/ 927926 h 3505200"/>
              <a:gd name="connsiteX1741" fmla="*/ 1461326 w 3505200"/>
              <a:gd name="connsiteY1741" fmla="*/ 914590 h 3505200"/>
              <a:gd name="connsiteX1742" fmla="*/ 1447991 w 3505200"/>
              <a:gd name="connsiteY1742" fmla="*/ 901256 h 3505200"/>
              <a:gd name="connsiteX1743" fmla="*/ 1434656 w 3505200"/>
              <a:gd name="connsiteY1743" fmla="*/ 914590 h 3505200"/>
              <a:gd name="connsiteX1744" fmla="*/ 1447991 w 3505200"/>
              <a:gd name="connsiteY1744" fmla="*/ 927926 h 3505200"/>
              <a:gd name="connsiteX1745" fmla="*/ 1524191 w 3505200"/>
              <a:gd name="connsiteY1745" fmla="*/ 928307 h 3505200"/>
              <a:gd name="connsiteX1746" fmla="*/ 1537907 w 3505200"/>
              <a:gd name="connsiteY1746" fmla="*/ 914590 h 3505200"/>
              <a:gd name="connsiteX1747" fmla="*/ 1524191 w 3505200"/>
              <a:gd name="connsiteY1747" fmla="*/ 900875 h 3505200"/>
              <a:gd name="connsiteX1748" fmla="*/ 1510475 w 3505200"/>
              <a:gd name="connsiteY1748" fmla="*/ 914590 h 3505200"/>
              <a:gd name="connsiteX1749" fmla="*/ 1524191 w 3505200"/>
              <a:gd name="connsiteY1749" fmla="*/ 928307 h 3505200"/>
              <a:gd name="connsiteX1750" fmla="*/ 1600391 w 3505200"/>
              <a:gd name="connsiteY1750" fmla="*/ 928592 h 3505200"/>
              <a:gd name="connsiteX1751" fmla="*/ 1614297 w 3505200"/>
              <a:gd name="connsiteY1751" fmla="*/ 914686 h 3505200"/>
              <a:gd name="connsiteX1752" fmla="*/ 1600391 w 3505200"/>
              <a:gd name="connsiteY1752" fmla="*/ 900779 h 3505200"/>
              <a:gd name="connsiteX1753" fmla="*/ 1586484 w 3505200"/>
              <a:gd name="connsiteY1753" fmla="*/ 914686 h 3505200"/>
              <a:gd name="connsiteX1754" fmla="*/ 1600391 w 3505200"/>
              <a:gd name="connsiteY1754" fmla="*/ 928592 h 3505200"/>
              <a:gd name="connsiteX1755" fmla="*/ 1676591 w 3505200"/>
              <a:gd name="connsiteY1755" fmla="*/ 928783 h 3505200"/>
              <a:gd name="connsiteX1756" fmla="*/ 1690783 w 3505200"/>
              <a:gd name="connsiteY1756" fmla="*/ 914590 h 3505200"/>
              <a:gd name="connsiteX1757" fmla="*/ 1676591 w 3505200"/>
              <a:gd name="connsiteY1757" fmla="*/ 900398 h 3505200"/>
              <a:gd name="connsiteX1758" fmla="*/ 1662398 w 3505200"/>
              <a:gd name="connsiteY1758" fmla="*/ 914590 h 3505200"/>
              <a:gd name="connsiteX1759" fmla="*/ 1676591 w 3505200"/>
              <a:gd name="connsiteY1759" fmla="*/ 928783 h 3505200"/>
              <a:gd name="connsiteX1760" fmla="*/ 1752791 w 3505200"/>
              <a:gd name="connsiteY1760" fmla="*/ 928783 h 3505200"/>
              <a:gd name="connsiteX1761" fmla="*/ 1766983 w 3505200"/>
              <a:gd name="connsiteY1761" fmla="*/ 914590 h 3505200"/>
              <a:gd name="connsiteX1762" fmla="*/ 1752791 w 3505200"/>
              <a:gd name="connsiteY1762" fmla="*/ 900398 h 3505200"/>
              <a:gd name="connsiteX1763" fmla="*/ 1738598 w 3505200"/>
              <a:gd name="connsiteY1763" fmla="*/ 914590 h 3505200"/>
              <a:gd name="connsiteX1764" fmla="*/ 1752791 w 3505200"/>
              <a:gd name="connsiteY1764" fmla="*/ 928783 h 3505200"/>
              <a:gd name="connsiteX1765" fmla="*/ 1828991 w 3505200"/>
              <a:gd name="connsiteY1765" fmla="*/ 928783 h 3505200"/>
              <a:gd name="connsiteX1766" fmla="*/ 1843183 w 3505200"/>
              <a:gd name="connsiteY1766" fmla="*/ 914590 h 3505200"/>
              <a:gd name="connsiteX1767" fmla="*/ 1828991 w 3505200"/>
              <a:gd name="connsiteY1767" fmla="*/ 900398 h 3505200"/>
              <a:gd name="connsiteX1768" fmla="*/ 1814798 w 3505200"/>
              <a:gd name="connsiteY1768" fmla="*/ 914590 h 3505200"/>
              <a:gd name="connsiteX1769" fmla="*/ 1828991 w 3505200"/>
              <a:gd name="connsiteY1769" fmla="*/ 928783 h 3505200"/>
              <a:gd name="connsiteX1770" fmla="*/ 1905191 w 3505200"/>
              <a:gd name="connsiteY1770" fmla="*/ 928592 h 3505200"/>
              <a:gd name="connsiteX1771" fmla="*/ 1919097 w 3505200"/>
              <a:gd name="connsiteY1771" fmla="*/ 914686 h 3505200"/>
              <a:gd name="connsiteX1772" fmla="*/ 1905191 w 3505200"/>
              <a:gd name="connsiteY1772" fmla="*/ 900779 h 3505200"/>
              <a:gd name="connsiteX1773" fmla="*/ 1891284 w 3505200"/>
              <a:gd name="connsiteY1773" fmla="*/ 914686 h 3505200"/>
              <a:gd name="connsiteX1774" fmla="*/ 1905191 w 3505200"/>
              <a:gd name="connsiteY1774" fmla="*/ 928592 h 3505200"/>
              <a:gd name="connsiteX1775" fmla="*/ 1981391 w 3505200"/>
              <a:gd name="connsiteY1775" fmla="*/ 928307 h 3505200"/>
              <a:gd name="connsiteX1776" fmla="*/ 1995107 w 3505200"/>
              <a:gd name="connsiteY1776" fmla="*/ 914590 h 3505200"/>
              <a:gd name="connsiteX1777" fmla="*/ 1981391 w 3505200"/>
              <a:gd name="connsiteY1777" fmla="*/ 900875 h 3505200"/>
              <a:gd name="connsiteX1778" fmla="*/ 1967675 w 3505200"/>
              <a:gd name="connsiteY1778" fmla="*/ 914590 h 3505200"/>
              <a:gd name="connsiteX1779" fmla="*/ 1981391 w 3505200"/>
              <a:gd name="connsiteY1779" fmla="*/ 928307 h 3505200"/>
              <a:gd name="connsiteX1780" fmla="*/ 2057591 w 3505200"/>
              <a:gd name="connsiteY1780" fmla="*/ 927926 h 3505200"/>
              <a:gd name="connsiteX1781" fmla="*/ 2070926 w 3505200"/>
              <a:gd name="connsiteY1781" fmla="*/ 914590 h 3505200"/>
              <a:gd name="connsiteX1782" fmla="*/ 2057591 w 3505200"/>
              <a:gd name="connsiteY1782" fmla="*/ 901256 h 3505200"/>
              <a:gd name="connsiteX1783" fmla="*/ 2044256 w 3505200"/>
              <a:gd name="connsiteY1783" fmla="*/ 914590 h 3505200"/>
              <a:gd name="connsiteX1784" fmla="*/ 2057591 w 3505200"/>
              <a:gd name="connsiteY1784" fmla="*/ 927926 h 3505200"/>
              <a:gd name="connsiteX1785" fmla="*/ 2133791 w 3505200"/>
              <a:gd name="connsiteY1785" fmla="*/ 927545 h 3505200"/>
              <a:gd name="connsiteX1786" fmla="*/ 2146649 w 3505200"/>
              <a:gd name="connsiteY1786" fmla="*/ 914686 h 3505200"/>
              <a:gd name="connsiteX1787" fmla="*/ 2133791 w 3505200"/>
              <a:gd name="connsiteY1787" fmla="*/ 901827 h 3505200"/>
              <a:gd name="connsiteX1788" fmla="*/ 2120932 w 3505200"/>
              <a:gd name="connsiteY1788" fmla="*/ 914686 h 3505200"/>
              <a:gd name="connsiteX1789" fmla="*/ 2133791 w 3505200"/>
              <a:gd name="connsiteY1789" fmla="*/ 927545 h 3505200"/>
              <a:gd name="connsiteX1790" fmla="*/ 2209991 w 3505200"/>
              <a:gd name="connsiteY1790" fmla="*/ 927068 h 3505200"/>
              <a:gd name="connsiteX1791" fmla="*/ 2222468 w 3505200"/>
              <a:gd name="connsiteY1791" fmla="*/ 914590 h 3505200"/>
              <a:gd name="connsiteX1792" fmla="*/ 2209991 w 3505200"/>
              <a:gd name="connsiteY1792" fmla="*/ 902113 h 3505200"/>
              <a:gd name="connsiteX1793" fmla="*/ 2197513 w 3505200"/>
              <a:gd name="connsiteY1793" fmla="*/ 914590 h 3505200"/>
              <a:gd name="connsiteX1794" fmla="*/ 2209991 w 3505200"/>
              <a:gd name="connsiteY1794" fmla="*/ 927068 h 3505200"/>
              <a:gd name="connsiteX1795" fmla="*/ 2286191 w 3505200"/>
              <a:gd name="connsiteY1795" fmla="*/ 926402 h 3505200"/>
              <a:gd name="connsiteX1796" fmla="*/ 2298002 w 3505200"/>
              <a:gd name="connsiteY1796" fmla="*/ 914590 h 3505200"/>
              <a:gd name="connsiteX1797" fmla="*/ 2286191 w 3505200"/>
              <a:gd name="connsiteY1797" fmla="*/ 902780 h 3505200"/>
              <a:gd name="connsiteX1798" fmla="*/ 2274380 w 3505200"/>
              <a:gd name="connsiteY1798" fmla="*/ 914590 h 3505200"/>
              <a:gd name="connsiteX1799" fmla="*/ 2286191 w 3505200"/>
              <a:gd name="connsiteY1799" fmla="*/ 926402 h 3505200"/>
              <a:gd name="connsiteX1800" fmla="*/ 2362391 w 3505200"/>
              <a:gd name="connsiteY1800" fmla="*/ 925830 h 3505200"/>
              <a:gd name="connsiteX1801" fmla="*/ 2373630 w 3505200"/>
              <a:gd name="connsiteY1801" fmla="*/ 914590 h 3505200"/>
              <a:gd name="connsiteX1802" fmla="*/ 2362391 w 3505200"/>
              <a:gd name="connsiteY1802" fmla="*/ 903351 h 3505200"/>
              <a:gd name="connsiteX1803" fmla="*/ 2351151 w 3505200"/>
              <a:gd name="connsiteY1803" fmla="*/ 914590 h 3505200"/>
              <a:gd name="connsiteX1804" fmla="*/ 2362391 w 3505200"/>
              <a:gd name="connsiteY1804" fmla="*/ 925830 h 3505200"/>
              <a:gd name="connsiteX1805" fmla="*/ 2438591 w 3505200"/>
              <a:gd name="connsiteY1805" fmla="*/ 925163 h 3505200"/>
              <a:gd name="connsiteX1806" fmla="*/ 2449163 w 3505200"/>
              <a:gd name="connsiteY1806" fmla="*/ 914590 h 3505200"/>
              <a:gd name="connsiteX1807" fmla="*/ 2438591 w 3505200"/>
              <a:gd name="connsiteY1807" fmla="*/ 904018 h 3505200"/>
              <a:gd name="connsiteX1808" fmla="*/ 2428018 w 3505200"/>
              <a:gd name="connsiteY1808" fmla="*/ 914590 h 3505200"/>
              <a:gd name="connsiteX1809" fmla="*/ 2438591 w 3505200"/>
              <a:gd name="connsiteY1809" fmla="*/ 925163 h 3505200"/>
              <a:gd name="connsiteX1810" fmla="*/ 2514791 w 3505200"/>
              <a:gd name="connsiteY1810" fmla="*/ 924306 h 3505200"/>
              <a:gd name="connsiteX1811" fmla="*/ 2524506 w 3505200"/>
              <a:gd name="connsiteY1811" fmla="*/ 914590 h 3505200"/>
              <a:gd name="connsiteX1812" fmla="*/ 2514791 w 3505200"/>
              <a:gd name="connsiteY1812" fmla="*/ 904875 h 3505200"/>
              <a:gd name="connsiteX1813" fmla="*/ 2505075 w 3505200"/>
              <a:gd name="connsiteY1813" fmla="*/ 914590 h 3505200"/>
              <a:gd name="connsiteX1814" fmla="*/ 2514791 w 3505200"/>
              <a:gd name="connsiteY1814" fmla="*/ 924306 h 3505200"/>
              <a:gd name="connsiteX1815" fmla="*/ 2590991 w 3505200"/>
              <a:gd name="connsiteY1815" fmla="*/ 923449 h 3505200"/>
              <a:gd name="connsiteX1816" fmla="*/ 2599849 w 3505200"/>
              <a:gd name="connsiteY1816" fmla="*/ 914590 h 3505200"/>
              <a:gd name="connsiteX1817" fmla="*/ 2590991 w 3505200"/>
              <a:gd name="connsiteY1817" fmla="*/ 905732 h 3505200"/>
              <a:gd name="connsiteX1818" fmla="*/ 2582132 w 3505200"/>
              <a:gd name="connsiteY1818" fmla="*/ 914590 h 3505200"/>
              <a:gd name="connsiteX1819" fmla="*/ 2590991 w 3505200"/>
              <a:gd name="connsiteY1819" fmla="*/ 923449 h 3505200"/>
              <a:gd name="connsiteX1820" fmla="*/ 2667191 w 3505200"/>
              <a:gd name="connsiteY1820" fmla="*/ 922687 h 3505200"/>
              <a:gd name="connsiteX1821" fmla="*/ 2675191 w 3505200"/>
              <a:gd name="connsiteY1821" fmla="*/ 914686 h 3505200"/>
              <a:gd name="connsiteX1822" fmla="*/ 2667191 w 3505200"/>
              <a:gd name="connsiteY1822" fmla="*/ 906685 h 3505200"/>
              <a:gd name="connsiteX1823" fmla="*/ 2659190 w 3505200"/>
              <a:gd name="connsiteY1823" fmla="*/ 914686 h 3505200"/>
              <a:gd name="connsiteX1824" fmla="*/ 2667191 w 3505200"/>
              <a:gd name="connsiteY1824" fmla="*/ 922687 h 3505200"/>
              <a:gd name="connsiteX1825" fmla="*/ 2743391 w 3505200"/>
              <a:gd name="connsiteY1825" fmla="*/ 921830 h 3505200"/>
              <a:gd name="connsiteX1826" fmla="*/ 2750534 w 3505200"/>
              <a:gd name="connsiteY1826" fmla="*/ 914686 h 3505200"/>
              <a:gd name="connsiteX1827" fmla="*/ 2743391 w 3505200"/>
              <a:gd name="connsiteY1827" fmla="*/ 907542 h 3505200"/>
              <a:gd name="connsiteX1828" fmla="*/ 2736247 w 3505200"/>
              <a:gd name="connsiteY1828" fmla="*/ 914686 h 3505200"/>
              <a:gd name="connsiteX1829" fmla="*/ 2743391 w 3505200"/>
              <a:gd name="connsiteY1829" fmla="*/ 921830 h 3505200"/>
              <a:gd name="connsiteX1830" fmla="*/ 2819591 w 3505200"/>
              <a:gd name="connsiteY1830" fmla="*/ 920972 h 3505200"/>
              <a:gd name="connsiteX1831" fmla="*/ 2825972 w 3505200"/>
              <a:gd name="connsiteY1831" fmla="*/ 914590 h 3505200"/>
              <a:gd name="connsiteX1832" fmla="*/ 2819591 w 3505200"/>
              <a:gd name="connsiteY1832" fmla="*/ 908209 h 3505200"/>
              <a:gd name="connsiteX1833" fmla="*/ 2813209 w 3505200"/>
              <a:gd name="connsiteY1833" fmla="*/ 914590 h 3505200"/>
              <a:gd name="connsiteX1834" fmla="*/ 2819591 w 3505200"/>
              <a:gd name="connsiteY1834" fmla="*/ 920972 h 3505200"/>
              <a:gd name="connsiteX1835" fmla="*/ 2895791 w 3505200"/>
              <a:gd name="connsiteY1835" fmla="*/ 919925 h 3505200"/>
              <a:gd name="connsiteX1836" fmla="*/ 2901029 w 3505200"/>
              <a:gd name="connsiteY1836" fmla="*/ 914686 h 3505200"/>
              <a:gd name="connsiteX1837" fmla="*/ 2895791 w 3505200"/>
              <a:gd name="connsiteY1837" fmla="*/ 909447 h 3505200"/>
              <a:gd name="connsiteX1838" fmla="*/ 2890552 w 3505200"/>
              <a:gd name="connsiteY1838" fmla="*/ 914686 h 3505200"/>
              <a:gd name="connsiteX1839" fmla="*/ 2895791 w 3505200"/>
              <a:gd name="connsiteY1839" fmla="*/ 919925 h 3505200"/>
              <a:gd name="connsiteX1840" fmla="*/ 2971991 w 3505200"/>
              <a:gd name="connsiteY1840" fmla="*/ 919067 h 3505200"/>
              <a:gd name="connsiteX1841" fmla="*/ 2976467 w 3505200"/>
              <a:gd name="connsiteY1841" fmla="*/ 914590 h 3505200"/>
              <a:gd name="connsiteX1842" fmla="*/ 2971991 w 3505200"/>
              <a:gd name="connsiteY1842" fmla="*/ 910114 h 3505200"/>
              <a:gd name="connsiteX1843" fmla="*/ 2967514 w 3505200"/>
              <a:gd name="connsiteY1843" fmla="*/ 914590 h 3505200"/>
              <a:gd name="connsiteX1844" fmla="*/ 2971991 w 3505200"/>
              <a:gd name="connsiteY1844" fmla="*/ 919067 h 3505200"/>
              <a:gd name="connsiteX1845" fmla="*/ 3048191 w 3505200"/>
              <a:gd name="connsiteY1845" fmla="*/ 918020 h 3505200"/>
              <a:gd name="connsiteX1846" fmla="*/ 3051524 w 3505200"/>
              <a:gd name="connsiteY1846" fmla="*/ 914686 h 3505200"/>
              <a:gd name="connsiteX1847" fmla="*/ 3048191 w 3505200"/>
              <a:gd name="connsiteY1847" fmla="*/ 911257 h 3505200"/>
              <a:gd name="connsiteX1848" fmla="*/ 3044857 w 3505200"/>
              <a:gd name="connsiteY1848" fmla="*/ 914686 h 3505200"/>
              <a:gd name="connsiteX1849" fmla="*/ 3048191 w 3505200"/>
              <a:gd name="connsiteY1849" fmla="*/ 918020 h 3505200"/>
              <a:gd name="connsiteX1850" fmla="*/ 3124391 w 3505200"/>
              <a:gd name="connsiteY1850" fmla="*/ 916972 h 3505200"/>
              <a:gd name="connsiteX1851" fmla="*/ 3126677 w 3505200"/>
              <a:gd name="connsiteY1851" fmla="*/ 914686 h 3505200"/>
              <a:gd name="connsiteX1852" fmla="*/ 3124391 w 3505200"/>
              <a:gd name="connsiteY1852" fmla="*/ 912400 h 3505200"/>
              <a:gd name="connsiteX1853" fmla="*/ 3122105 w 3505200"/>
              <a:gd name="connsiteY1853" fmla="*/ 914686 h 3505200"/>
              <a:gd name="connsiteX1854" fmla="*/ 3124391 w 3505200"/>
              <a:gd name="connsiteY1854" fmla="*/ 916972 h 3505200"/>
              <a:gd name="connsiteX1855" fmla="*/ 3200591 w 3505200"/>
              <a:gd name="connsiteY1855" fmla="*/ 916115 h 3505200"/>
              <a:gd name="connsiteX1856" fmla="*/ 3202115 w 3505200"/>
              <a:gd name="connsiteY1856" fmla="*/ 914590 h 3505200"/>
              <a:gd name="connsiteX1857" fmla="*/ 3200591 w 3505200"/>
              <a:gd name="connsiteY1857" fmla="*/ 913067 h 3505200"/>
              <a:gd name="connsiteX1858" fmla="*/ 3199066 w 3505200"/>
              <a:gd name="connsiteY1858" fmla="*/ 914590 h 3505200"/>
              <a:gd name="connsiteX1859" fmla="*/ 3200591 w 3505200"/>
              <a:gd name="connsiteY1859" fmla="*/ 916115 h 3505200"/>
              <a:gd name="connsiteX1860" fmla="*/ 3276791 w 3505200"/>
              <a:gd name="connsiteY1860" fmla="*/ 915067 h 3505200"/>
              <a:gd name="connsiteX1861" fmla="*/ 3277172 w 3505200"/>
              <a:gd name="connsiteY1861" fmla="*/ 914686 h 3505200"/>
              <a:gd name="connsiteX1862" fmla="*/ 3276791 w 3505200"/>
              <a:gd name="connsiteY1862" fmla="*/ 914305 h 3505200"/>
              <a:gd name="connsiteX1863" fmla="*/ 3276410 w 3505200"/>
              <a:gd name="connsiteY1863" fmla="*/ 914686 h 3505200"/>
              <a:gd name="connsiteX1864" fmla="*/ 3276791 w 3505200"/>
              <a:gd name="connsiteY1864" fmla="*/ 915067 h 3505200"/>
              <a:gd name="connsiteX1865" fmla="*/ 228791 w 3505200"/>
              <a:gd name="connsiteY1865" fmla="*/ 991648 h 3505200"/>
              <a:gd name="connsiteX1866" fmla="*/ 229648 w 3505200"/>
              <a:gd name="connsiteY1866" fmla="*/ 990790 h 3505200"/>
              <a:gd name="connsiteX1867" fmla="*/ 228791 w 3505200"/>
              <a:gd name="connsiteY1867" fmla="*/ 989933 h 3505200"/>
              <a:gd name="connsiteX1868" fmla="*/ 227933 w 3505200"/>
              <a:gd name="connsiteY1868" fmla="*/ 990790 h 3505200"/>
              <a:gd name="connsiteX1869" fmla="*/ 228791 w 3505200"/>
              <a:gd name="connsiteY1869" fmla="*/ 991648 h 3505200"/>
              <a:gd name="connsiteX1870" fmla="*/ 304991 w 3505200"/>
              <a:gd name="connsiteY1870" fmla="*/ 992696 h 3505200"/>
              <a:gd name="connsiteX1871" fmla="*/ 306896 w 3505200"/>
              <a:gd name="connsiteY1871" fmla="*/ 990790 h 3505200"/>
              <a:gd name="connsiteX1872" fmla="*/ 304991 w 3505200"/>
              <a:gd name="connsiteY1872" fmla="*/ 988886 h 3505200"/>
              <a:gd name="connsiteX1873" fmla="*/ 303086 w 3505200"/>
              <a:gd name="connsiteY1873" fmla="*/ 990790 h 3505200"/>
              <a:gd name="connsiteX1874" fmla="*/ 304991 w 3505200"/>
              <a:gd name="connsiteY1874" fmla="*/ 992696 h 3505200"/>
              <a:gd name="connsiteX1875" fmla="*/ 381191 w 3505200"/>
              <a:gd name="connsiteY1875" fmla="*/ 993743 h 3505200"/>
              <a:gd name="connsiteX1876" fmla="*/ 384143 w 3505200"/>
              <a:gd name="connsiteY1876" fmla="*/ 990790 h 3505200"/>
              <a:gd name="connsiteX1877" fmla="*/ 381191 w 3505200"/>
              <a:gd name="connsiteY1877" fmla="*/ 987838 h 3505200"/>
              <a:gd name="connsiteX1878" fmla="*/ 378238 w 3505200"/>
              <a:gd name="connsiteY1878" fmla="*/ 990790 h 3505200"/>
              <a:gd name="connsiteX1879" fmla="*/ 381191 w 3505200"/>
              <a:gd name="connsiteY1879" fmla="*/ 993743 h 3505200"/>
              <a:gd name="connsiteX1880" fmla="*/ 457391 w 3505200"/>
              <a:gd name="connsiteY1880" fmla="*/ 994791 h 3505200"/>
              <a:gd name="connsiteX1881" fmla="*/ 461391 w 3505200"/>
              <a:gd name="connsiteY1881" fmla="*/ 990790 h 3505200"/>
              <a:gd name="connsiteX1882" fmla="*/ 457391 w 3505200"/>
              <a:gd name="connsiteY1882" fmla="*/ 986790 h 3505200"/>
              <a:gd name="connsiteX1883" fmla="*/ 453390 w 3505200"/>
              <a:gd name="connsiteY1883" fmla="*/ 990790 h 3505200"/>
              <a:gd name="connsiteX1884" fmla="*/ 457391 w 3505200"/>
              <a:gd name="connsiteY1884" fmla="*/ 994791 h 3505200"/>
              <a:gd name="connsiteX1885" fmla="*/ 533591 w 3505200"/>
              <a:gd name="connsiteY1885" fmla="*/ 995648 h 3505200"/>
              <a:gd name="connsiteX1886" fmla="*/ 538448 w 3505200"/>
              <a:gd name="connsiteY1886" fmla="*/ 990790 h 3505200"/>
              <a:gd name="connsiteX1887" fmla="*/ 533591 w 3505200"/>
              <a:gd name="connsiteY1887" fmla="*/ 985933 h 3505200"/>
              <a:gd name="connsiteX1888" fmla="*/ 528733 w 3505200"/>
              <a:gd name="connsiteY1888" fmla="*/ 990790 h 3505200"/>
              <a:gd name="connsiteX1889" fmla="*/ 533591 w 3505200"/>
              <a:gd name="connsiteY1889" fmla="*/ 995648 h 3505200"/>
              <a:gd name="connsiteX1890" fmla="*/ 609790 w 3505200"/>
              <a:gd name="connsiteY1890" fmla="*/ 996696 h 3505200"/>
              <a:gd name="connsiteX1891" fmla="*/ 615696 w 3505200"/>
              <a:gd name="connsiteY1891" fmla="*/ 990790 h 3505200"/>
              <a:gd name="connsiteX1892" fmla="*/ 609790 w 3505200"/>
              <a:gd name="connsiteY1892" fmla="*/ 984885 h 3505200"/>
              <a:gd name="connsiteX1893" fmla="*/ 603885 w 3505200"/>
              <a:gd name="connsiteY1893" fmla="*/ 990790 h 3505200"/>
              <a:gd name="connsiteX1894" fmla="*/ 609790 w 3505200"/>
              <a:gd name="connsiteY1894" fmla="*/ 996696 h 3505200"/>
              <a:gd name="connsiteX1895" fmla="*/ 685990 w 3505200"/>
              <a:gd name="connsiteY1895" fmla="*/ 997553 h 3505200"/>
              <a:gd name="connsiteX1896" fmla="*/ 692753 w 3505200"/>
              <a:gd name="connsiteY1896" fmla="*/ 990790 h 3505200"/>
              <a:gd name="connsiteX1897" fmla="*/ 685990 w 3505200"/>
              <a:gd name="connsiteY1897" fmla="*/ 984028 h 3505200"/>
              <a:gd name="connsiteX1898" fmla="*/ 679228 w 3505200"/>
              <a:gd name="connsiteY1898" fmla="*/ 990790 h 3505200"/>
              <a:gd name="connsiteX1899" fmla="*/ 685990 w 3505200"/>
              <a:gd name="connsiteY1899" fmla="*/ 997553 h 3505200"/>
              <a:gd name="connsiteX1900" fmla="*/ 762190 w 3505200"/>
              <a:gd name="connsiteY1900" fmla="*/ 998601 h 3505200"/>
              <a:gd name="connsiteX1901" fmla="*/ 770001 w 3505200"/>
              <a:gd name="connsiteY1901" fmla="*/ 990790 h 3505200"/>
              <a:gd name="connsiteX1902" fmla="*/ 762190 w 3505200"/>
              <a:gd name="connsiteY1902" fmla="*/ 982980 h 3505200"/>
              <a:gd name="connsiteX1903" fmla="*/ 754380 w 3505200"/>
              <a:gd name="connsiteY1903" fmla="*/ 990790 h 3505200"/>
              <a:gd name="connsiteX1904" fmla="*/ 762190 w 3505200"/>
              <a:gd name="connsiteY1904" fmla="*/ 998601 h 3505200"/>
              <a:gd name="connsiteX1905" fmla="*/ 838390 w 3505200"/>
              <a:gd name="connsiteY1905" fmla="*/ 999458 h 3505200"/>
              <a:gd name="connsiteX1906" fmla="*/ 847058 w 3505200"/>
              <a:gd name="connsiteY1906" fmla="*/ 990790 h 3505200"/>
              <a:gd name="connsiteX1907" fmla="*/ 838390 w 3505200"/>
              <a:gd name="connsiteY1907" fmla="*/ 982123 h 3505200"/>
              <a:gd name="connsiteX1908" fmla="*/ 829723 w 3505200"/>
              <a:gd name="connsiteY1908" fmla="*/ 990790 h 3505200"/>
              <a:gd name="connsiteX1909" fmla="*/ 838390 w 3505200"/>
              <a:gd name="connsiteY1909" fmla="*/ 999458 h 3505200"/>
              <a:gd name="connsiteX1910" fmla="*/ 914590 w 3505200"/>
              <a:gd name="connsiteY1910" fmla="*/ 1000506 h 3505200"/>
              <a:gd name="connsiteX1911" fmla="*/ 924306 w 3505200"/>
              <a:gd name="connsiteY1911" fmla="*/ 990790 h 3505200"/>
              <a:gd name="connsiteX1912" fmla="*/ 914590 w 3505200"/>
              <a:gd name="connsiteY1912" fmla="*/ 981075 h 3505200"/>
              <a:gd name="connsiteX1913" fmla="*/ 904875 w 3505200"/>
              <a:gd name="connsiteY1913" fmla="*/ 990790 h 3505200"/>
              <a:gd name="connsiteX1914" fmla="*/ 914590 w 3505200"/>
              <a:gd name="connsiteY1914" fmla="*/ 1000506 h 3505200"/>
              <a:gd name="connsiteX1915" fmla="*/ 990790 w 3505200"/>
              <a:gd name="connsiteY1915" fmla="*/ 1001363 h 3505200"/>
              <a:gd name="connsiteX1916" fmla="*/ 1001363 w 3505200"/>
              <a:gd name="connsiteY1916" fmla="*/ 990790 h 3505200"/>
              <a:gd name="connsiteX1917" fmla="*/ 990790 w 3505200"/>
              <a:gd name="connsiteY1917" fmla="*/ 980218 h 3505200"/>
              <a:gd name="connsiteX1918" fmla="*/ 980218 w 3505200"/>
              <a:gd name="connsiteY1918" fmla="*/ 990790 h 3505200"/>
              <a:gd name="connsiteX1919" fmla="*/ 990790 w 3505200"/>
              <a:gd name="connsiteY1919" fmla="*/ 1001363 h 3505200"/>
              <a:gd name="connsiteX1920" fmla="*/ 1066991 w 3505200"/>
              <a:gd name="connsiteY1920" fmla="*/ 1002221 h 3505200"/>
              <a:gd name="connsiteX1921" fmla="*/ 1078421 w 3505200"/>
              <a:gd name="connsiteY1921" fmla="*/ 990790 h 3505200"/>
              <a:gd name="connsiteX1922" fmla="*/ 1066991 w 3505200"/>
              <a:gd name="connsiteY1922" fmla="*/ 979361 h 3505200"/>
              <a:gd name="connsiteX1923" fmla="*/ 1055561 w 3505200"/>
              <a:gd name="connsiteY1923" fmla="*/ 990790 h 3505200"/>
              <a:gd name="connsiteX1924" fmla="*/ 1066991 w 3505200"/>
              <a:gd name="connsiteY1924" fmla="*/ 1002221 h 3505200"/>
              <a:gd name="connsiteX1925" fmla="*/ 1143191 w 3505200"/>
              <a:gd name="connsiteY1925" fmla="*/ 1002887 h 3505200"/>
              <a:gd name="connsiteX1926" fmla="*/ 1155192 w 3505200"/>
              <a:gd name="connsiteY1926" fmla="*/ 990886 h 3505200"/>
              <a:gd name="connsiteX1927" fmla="*/ 1143191 w 3505200"/>
              <a:gd name="connsiteY1927" fmla="*/ 978884 h 3505200"/>
              <a:gd name="connsiteX1928" fmla="*/ 1131189 w 3505200"/>
              <a:gd name="connsiteY1928" fmla="*/ 990886 h 3505200"/>
              <a:gd name="connsiteX1929" fmla="*/ 1143191 w 3505200"/>
              <a:gd name="connsiteY1929" fmla="*/ 1002887 h 3505200"/>
              <a:gd name="connsiteX1930" fmla="*/ 1219391 w 3505200"/>
              <a:gd name="connsiteY1930" fmla="*/ 1003745 h 3505200"/>
              <a:gd name="connsiteX1931" fmla="*/ 1232249 w 3505200"/>
              <a:gd name="connsiteY1931" fmla="*/ 990886 h 3505200"/>
              <a:gd name="connsiteX1932" fmla="*/ 1219391 w 3505200"/>
              <a:gd name="connsiteY1932" fmla="*/ 978027 h 3505200"/>
              <a:gd name="connsiteX1933" fmla="*/ 1206532 w 3505200"/>
              <a:gd name="connsiteY1933" fmla="*/ 990886 h 3505200"/>
              <a:gd name="connsiteX1934" fmla="*/ 1219391 w 3505200"/>
              <a:gd name="connsiteY1934" fmla="*/ 1003745 h 3505200"/>
              <a:gd name="connsiteX1935" fmla="*/ 1295591 w 3505200"/>
              <a:gd name="connsiteY1935" fmla="*/ 1004316 h 3505200"/>
              <a:gd name="connsiteX1936" fmla="*/ 1309116 w 3505200"/>
              <a:gd name="connsiteY1936" fmla="*/ 990790 h 3505200"/>
              <a:gd name="connsiteX1937" fmla="*/ 1295591 w 3505200"/>
              <a:gd name="connsiteY1937" fmla="*/ 977265 h 3505200"/>
              <a:gd name="connsiteX1938" fmla="*/ 1282065 w 3505200"/>
              <a:gd name="connsiteY1938" fmla="*/ 990790 h 3505200"/>
              <a:gd name="connsiteX1939" fmla="*/ 1295591 w 3505200"/>
              <a:gd name="connsiteY1939" fmla="*/ 1004316 h 3505200"/>
              <a:gd name="connsiteX1940" fmla="*/ 1371791 w 3505200"/>
              <a:gd name="connsiteY1940" fmla="*/ 1004792 h 3505200"/>
              <a:gd name="connsiteX1941" fmla="*/ 1385697 w 3505200"/>
              <a:gd name="connsiteY1941" fmla="*/ 990886 h 3505200"/>
              <a:gd name="connsiteX1942" fmla="*/ 1371791 w 3505200"/>
              <a:gd name="connsiteY1942" fmla="*/ 976979 h 3505200"/>
              <a:gd name="connsiteX1943" fmla="*/ 1357884 w 3505200"/>
              <a:gd name="connsiteY1943" fmla="*/ 990886 h 3505200"/>
              <a:gd name="connsiteX1944" fmla="*/ 1371791 w 3505200"/>
              <a:gd name="connsiteY1944" fmla="*/ 1004792 h 3505200"/>
              <a:gd name="connsiteX1945" fmla="*/ 1447991 w 3505200"/>
              <a:gd name="connsiteY1945" fmla="*/ 1005173 h 3505200"/>
              <a:gd name="connsiteX1946" fmla="*/ 1462373 w 3505200"/>
              <a:gd name="connsiteY1946" fmla="*/ 990790 h 3505200"/>
              <a:gd name="connsiteX1947" fmla="*/ 1447991 w 3505200"/>
              <a:gd name="connsiteY1947" fmla="*/ 976408 h 3505200"/>
              <a:gd name="connsiteX1948" fmla="*/ 1433608 w 3505200"/>
              <a:gd name="connsiteY1948" fmla="*/ 990790 h 3505200"/>
              <a:gd name="connsiteX1949" fmla="*/ 1447991 w 3505200"/>
              <a:gd name="connsiteY1949" fmla="*/ 1005173 h 3505200"/>
              <a:gd name="connsiteX1950" fmla="*/ 1524191 w 3505200"/>
              <a:gd name="connsiteY1950" fmla="*/ 1005650 h 3505200"/>
              <a:gd name="connsiteX1951" fmla="*/ 1538954 w 3505200"/>
              <a:gd name="connsiteY1951" fmla="*/ 990886 h 3505200"/>
              <a:gd name="connsiteX1952" fmla="*/ 1524191 w 3505200"/>
              <a:gd name="connsiteY1952" fmla="*/ 976122 h 3505200"/>
              <a:gd name="connsiteX1953" fmla="*/ 1509427 w 3505200"/>
              <a:gd name="connsiteY1953" fmla="*/ 990886 h 3505200"/>
              <a:gd name="connsiteX1954" fmla="*/ 1524191 w 3505200"/>
              <a:gd name="connsiteY1954" fmla="*/ 1005650 h 3505200"/>
              <a:gd name="connsiteX1955" fmla="*/ 1600391 w 3505200"/>
              <a:gd name="connsiteY1955" fmla="*/ 1006031 h 3505200"/>
              <a:gd name="connsiteX1956" fmla="*/ 1615631 w 3505200"/>
              <a:gd name="connsiteY1956" fmla="*/ 990790 h 3505200"/>
              <a:gd name="connsiteX1957" fmla="*/ 1600391 w 3505200"/>
              <a:gd name="connsiteY1957" fmla="*/ 975551 h 3505200"/>
              <a:gd name="connsiteX1958" fmla="*/ 1585151 w 3505200"/>
              <a:gd name="connsiteY1958" fmla="*/ 990790 h 3505200"/>
              <a:gd name="connsiteX1959" fmla="*/ 1600391 w 3505200"/>
              <a:gd name="connsiteY1959" fmla="*/ 1006031 h 3505200"/>
              <a:gd name="connsiteX1960" fmla="*/ 1676591 w 3505200"/>
              <a:gd name="connsiteY1960" fmla="*/ 1006031 h 3505200"/>
              <a:gd name="connsiteX1961" fmla="*/ 1691831 w 3505200"/>
              <a:gd name="connsiteY1961" fmla="*/ 990790 h 3505200"/>
              <a:gd name="connsiteX1962" fmla="*/ 1676591 w 3505200"/>
              <a:gd name="connsiteY1962" fmla="*/ 975551 h 3505200"/>
              <a:gd name="connsiteX1963" fmla="*/ 1661351 w 3505200"/>
              <a:gd name="connsiteY1963" fmla="*/ 990790 h 3505200"/>
              <a:gd name="connsiteX1964" fmla="*/ 1676591 w 3505200"/>
              <a:gd name="connsiteY1964" fmla="*/ 1006031 h 3505200"/>
              <a:gd name="connsiteX1965" fmla="*/ 1752791 w 3505200"/>
              <a:gd name="connsiteY1965" fmla="*/ 1006221 h 3505200"/>
              <a:gd name="connsiteX1966" fmla="*/ 1768221 w 3505200"/>
              <a:gd name="connsiteY1966" fmla="*/ 990790 h 3505200"/>
              <a:gd name="connsiteX1967" fmla="*/ 1752791 w 3505200"/>
              <a:gd name="connsiteY1967" fmla="*/ 975360 h 3505200"/>
              <a:gd name="connsiteX1968" fmla="*/ 1737360 w 3505200"/>
              <a:gd name="connsiteY1968" fmla="*/ 990790 h 3505200"/>
              <a:gd name="connsiteX1969" fmla="*/ 1752791 w 3505200"/>
              <a:gd name="connsiteY1969" fmla="*/ 1006221 h 3505200"/>
              <a:gd name="connsiteX1970" fmla="*/ 1828991 w 3505200"/>
              <a:gd name="connsiteY1970" fmla="*/ 1006221 h 3505200"/>
              <a:gd name="connsiteX1971" fmla="*/ 1844421 w 3505200"/>
              <a:gd name="connsiteY1971" fmla="*/ 990790 h 3505200"/>
              <a:gd name="connsiteX1972" fmla="*/ 1828991 w 3505200"/>
              <a:gd name="connsiteY1972" fmla="*/ 975360 h 3505200"/>
              <a:gd name="connsiteX1973" fmla="*/ 1813560 w 3505200"/>
              <a:gd name="connsiteY1973" fmla="*/ 990790 h 3505200"/>
              <a:gd name="connsiteX1974" fmla="*/ 1828991 w 3505200"/>
              <a:gd name="connsiteY1974" fmla="*/ 1006221 h 3505200"/>
              <a:gd name="connsiteX1975" fmla="*/ 1905191 w 3505200"/>
              <a:gd name="connsiteY1975" fmla="*/ 1006031 h 3505200"/>
              <a:gd name="connsiteX1976" fmla="*/ 1920431 w 3505200"/>
              <a:gd name="connsiteY1976" fmla="*/ 990790 h 3505200"/>
              <a:gd name="connsiteX1977" fmla="*/ 1905191 w 3505200"/>
              <a:gd name="connsiteY1977" fmla="*/ 975551 h 3505200"/>
              <a:gd name="connsiteX1978" fmla="*/ 1889951 w 3505200"/>
              <a:gd name="connsiteY1978" fmla="*/ 990790 h 3505200"/>
              <a:gd name="connsiteX1979" fmla="*/ 1905191 w 3505200"/>
              <a:gd name="connsiteY1979" fmla="*/ 1006031 h 3505200"/>
              <a:gd name="connsiteX1980" fmla="*/ 1981391 w 3505200"/>
              <a:gd name="connsiteY1980" fmla="*/ 1005650 h 3505200"/>
              <a:gd name="connsiteX1981" fmla="*/ 1996154 w 3505200"/>
              <a:gd name="connsiteY1981" fmla="*/ 990886 h 3505200"/>
              <a:gd name="connsiteX1982" fmla="*/ 1981391 w 3505200"/>
              <a:gd name="connsiteY1982" fmla="*/ 976122 h 3505200"/>
              <a:gd name="connsiteX1983" fmla="*/ 1966627 w 3505200"/>
              <a:gd name="connsiteY1983" fmla="*/ 990886 h 3505200"/>
              <a:gd name="connsiteX1984" fmla="*/ 1981391 w 3505200"/>
              <a:gd name="connsiteY1984" fmla="*/ 1005650 h 3505200"/>
              <a:gd name="connsiteX1985" fmla="*/ 2057591 w 3505200"/>
              <a:gd name="connsiteY1985" fmla="*/ 1005364 h 3505200"/>
              <a:gd name="connsiteX1986" fmla="*/ 2072164 w 3505200"/>
              <a:gd name="connsiteY1986" fmla="*/ 990790 h 3505200"/>
              <a:gd name="connsiteX1987" fmla="*/ 2057591 w 3505200"/>
              <a:gd name="connsiteY1987" fmla="*/ 976217 h 3505200"/>
              <a:gd name="connsiteX1988" fmla="*/ 2043017 w 3505200"/>
              <a:gd name="connsiteY1988" fmla="*/ 990790 h 3505200"/>
              <a:gd name="connsiteX1989" fmla="*/ 2057591 w 3505200"/>
              <a:gd name="connsiteY1989" fmla="*/ 1005364 h 3505200"/>
              <a:gd name="connsiteX1990" fmla="*/ 2133791 w 3505200"/>
              <a:gd name="connsiteY1990" fmla="*/ 1004792 h 3505200"/>
              <a:gd name="connsiteX1991" fmla="*/ 2147697 w 3505200"/>
              <a:gd name="connsiteY1991" fmla="*/ 990886 h 3505200"/>
              <a:gd name="connsiteX1992" fmla="*/ 2133791 w 3505200"/>
              <a:gd name="connsiteY1992" fmla="*/ 976979 h 3505200"/>
              <a:gd name="connsiteX1993" fmla="*/ 2119884 w 3505200"/>
              <a:gd name="connsiteY1993" fmla="*/ 990886 h 3505200"/>
              <a:gd name="connsiteX1994" fmla="*/ 2133791 w 3505200"/>
              <a:gd name="connsiteY1994" fmla="*/ 1004792 h 3505200"/>
              <a:gd name="connsiteX1995" fmla="*/ 2209991 w 3505200"/>
              <a:gd name="connsiteY1995" fmla="*/ 1004316 h 3505200"/>
              <a:gd name="connsiteX1996" fmla="*/ 2223516 w 3505200"/>
              <a:gd name="connsiteY1996" fmla="*/ 990790 h 3505200"/>
              <a:gd name="connsiteX1997" fmla="*/ 2209991 w 3505200"/>
              <a:gd name="connsiteY1997" fmla="*/ 977265 h 3505200"/>
              <a:gd name="connsiteX1998" fmla="*/ 2196465 w 3505200"/>
              <a:gd name="connsiteY1998" fmla="*/ 990790 h 3505200"/>
              <a:gd name="connsiteX1999" fmla="*/ 2209991 w 3505200"/>
              <a:gd name="connsiteY1999" fmla="*/ 1004316 h 3505200"/>
              <a:gd name="connsiteX2000" fmla="*/ 2286191 w 3505200"/>
              <a:gd name="connsiteY2000" fmla="*/ 1003745 h 3505200"/>
              <a:gd name="connsiteX2001" fmla="*/ 2299049 w 3505200"/>
              <a:gd name="connsiteY2001" fmla="*/ 990886 h 3505200"/>
              <a:gd name="connsiteX2002" fmla="*/ 2286191 w 3505200"/>
              <a:gd name="connsiteY2002" fmla="*/ 978027 h 3505200"/>
              <a:gd name="connsiteX2003" fmla="*/ 2273332 w 3505200"/>
              <a:gd name="connsiteY2003" fmla="*/ 990886 h 3505200"/>
              <a:gd name="connsiteX2004" fmla="*/ 2286191 w 3505200"/>
              <a:gd name="connsiteY2004" fmla="*/ 1003745 h 3505200"/>
              <a:gd name="connsiteX2005" fmla="*/ 2362391 w 3505200"/>
              <a:gd name="connsiteY2005" fmla="*/ 1003078 h 3505200"/>
              <a:gd name="connsiteX2006" fmla="*/ 2374678 w 3505200"/>
              <a:gd name="connsiteY2006" fmla="*/ 990790 h 3505200"/>
              <a:gd name="connsiteX2007" fmla="*/ 2362391 w 3505200"/>
              <a:gd name="connsiteY2007" fmla="*/ 978503 h 3505200"/>
              <a:gd name="connsiteX2008" fmla="*/ 2350103 w 3505200"/>
              <a:gd name="connsiteY2008" fmla="*/ 990790 h 3505200"/>
              <a:gd name="connsiteX2009" fmla="*/ 2362391 w 3505200"/>
              <a:gd name="connsiteY2009" fmla="*/ 1003078 h 3505200"/>
              <a:gd name="connsiteX2010" fmla="*/ 2438591 w 3505200"/>
              <a:gd name="connsiteY2010" fmla="*/ 1002221 h 3505200"/>
              <a:gd name="connsiteX2011" fmla="*/ 2450021 w 3505200"/>
              <a:gd name="connsiteY2011" fmla="*/ 990790 h 3505200"/>
              <a:gd name="connsiteX2012" fmla="*/ 2438591 w 3505200"/>
              <a:gd name="connsiteY2012" fmla="*/ 979361 h 3505200"/>
              <a:gd name="connsiteX2013" fmla="*/ 2427161 w 3505200"/>
              <a:gd name="connsiteY2013" fmla="*/ 990790 h 3505200"/>
              <a:gd name="connsiteX2014" fmla="*/ 2438591 w 3505200"/>
              <a:gd name="connsiteY2014" fmla="*/ 1002221 h 3505200"/>
              <a:gd name="connsiteX2015" fmla="*/ 2514791 w 3505200"/>
              <a:gd name="connsiteY2015" fmla="*/ 1001363 h 3505200"/>
              <a:gd name="connsiteX2016" fmla="*/ 2525363 w 3505200"/>
              <a:gd name="connsiteY2016" fmla="*/ 990790 h 3505200"/>
              <a:gd name="connsiteX2017" fmla="*/ 2514791 w 3505200"/>
              <a:gd name="connsiteY2017" fmla="*/ 980218 h 3505200"/>
              <a:gd name="connsiteX2018" fmla="*/ 2504218 w 3505200"/>
              <a:gd name="connsiteY2018" fmla="*/ 990790 h 3505200"/>
              <a:gd name="connsiteX2019" fmla="*/ 2514791 w 3505200"/>
              <a:gd name="connsiteY2019" fmla="*/ 1001363 h 3505200"/>
              <a:gd name="connsiteX2020" fmla="*/ 2590991 w 3505200"/>
              <a:gd name="connsiteY2020" fmla="*/ 1000506 h 3505200"/>
              <a:gd name="connsiteX2021" fmla="*/ 2600706 w 3505200"/>
              <a:gd name="connsiteY2021" fmla="*/ 990790 h 3505200"/>
              <a:gd name="connsiteX2022" fmla="*/ 2590991 w 3505200"/>
              <a:gd name="connsiteY2022" fmla="*/ 981075 h 3505200"/>
              <a:gd name="connsiteX2023" fmla="*/ 2581275 w 3505200"/>
              <a:gd name="connsiteY2023" fmla="*/ 990790 h 3505200"/>
              <a:gd name="connsiteX2024" fmla="*/ 2590991 w 3505200"/>
              <a:gd name="connsiteY2024" fmla="*/ 1000506 h 3505200"/>
              <a:gd name="connsiteX2025" fmla="*/ 2667191 w 3505200"/>
              <a:gd name="connsiteY2025" fmla="*/ 999649 h 3505200"/>
              <a:gd name="connsiteX2026" fmla="*/ 2676049 w 3505200"/>
              <a:gd name="connsiteY2026" fmla="*/ 990790 h 3505200"/>
              <a:gd name="connsiteX2027" fmla="*/ 2667191 w 3505200"/>
              <a:gd name="connsiteY2027" fmla="*/ 981932 h 3505200"/>
              <a:gd name="connsiteX2028" fmla="*/ 2658332 w 3505200"/>
              <a:gd name="connsiteY2028" fmla="*/ 990790 h 3505200"/>
              <a:gd name="connsiteX2029" fmla="*/ 2667191 w 3505200"/>
              <a:gd name="connsiteY2029" fmla="*/ 999649 h 3505200"/>
              <a:gd name="connsiteX2030" fmla="*/ 2743391 w 3505200"/>
              <a:gd name="connsiteY2030" fmla="*/ 998601 h 3505200"/>
              <a:gd name="connsiteX2031" fmla="*/ 2751201 w 3505200"/>
              <a:gd name="connsiteY2031" fmla="*/ 990790 h 3505200"/>
              <a:gd name="connsiteX2032" fmla="*/ 2743391 w 3505200"/>
              <a:gd name="connsiteY2032" fmla="*/ 982980 h 3505200"/>
              <a:gd name="connsiteX2033" fmla="*/ 2735580 w 3505200"/>
              <a:gd name="connsiteY2033" fmla="*/ 990790 h 3505200"/>
              <a:gd name="connsiteX2034" fmla="*/ 2743391 w 3505200"/>
              <a:gd name="connsiteY2034" fmla="*/ 998601 h 3505200"/>
              <a:gd name="connsiteX2035" fmla="*/ 2819591 w 3505200"/>
              <a:gd name="connsiteY2035" fmla="*/ 997744 h 3505200"/>
              <a:gd name="connsiteX2036" fmla="*/ 2826544 w 3505200"/>
              <a:gd name="connsiteY2036" fmla="*/ 990790 h 3505200"/>
              <a:gd name="connsiteX2037" fmla="*/ 2819591 w 3505200"/>
              <a:gd name="connsiteY2037" fmla="*/ 983837 h 3505200"/>
              <a:gd name="connsiteX2038" fmla="*/ 2812637 w 3505200"/>
              <a:gd name="connsiteY2038" fmla="*/ 990790 h 3505200"/>
              <a:gd name="connsiteX2039" fmla="*/ 2819591 w 3505200"/>
              <a:gd name="connsiteY2039" fmla="*/ 997744 h 3505200"/>
              <a:gd name="connsiteX2040" fmla="*/ 2895791 w 3505200"/>
              <a:gd name="connsiteY2040" fmla="*/ 996696 h 3505200"/>
              <a:gd name="connsiteX2041" fmla="*/ 2901696 w 3505200"/>
              <a:gd name="connsiteY2041" fmla="*/ 990790 h 3505200"/>
              <a:gd name="connsiteX2042" fmla="*/ 2895791 w 3505200"/>
              <a:gd name="connsiteY2042" fmla="*/ 984885 h 3505200"/>
              <a:gd name="connsiteX2043" fmla="*/ 2889885 w 3505200"/>
              <a:gd name="connsiteY2043" fmla="*/ 990790 h 3505200"/>
              <a:gd name="connsiteX2044" fmla="*/ 2895791 w 3505200"/>
              <a:gd name="connsiteY2044" fmla="*/ 996696 h 3505200"/>
              <a:gd name="connsiteX2045" fmla="*/ 2971991 w 3505200"/>
              <a:gd name="connsiteY2045" fmla="*/ 995839 h 3505200"/>
              <a:gd name="connsiteX2046" fmla="*/ 2977039 w 3505200"/>
              <a:gd name="connsiteY2046" fmla="*/ 990790 h 3505200"/>
              <a:gd name="connsiteX2047" fmla="*/ 2971991 w 3505200"/>
              <a:gd name="connsiteY2047" fmla="*/ 985742 h 3505200"/>
              <a:gd name="connsiteX2048" fmla="*/ 2966942 w 3505200"/>
              <a:gd name="connsiteY2048" fmla="*/ 990790 h 3505200"/>
              <a:gd name="connsiteX2049" fmla="*/ 2971991 w 3505200"/>
              <a:gd name="connsiteY2049" fmla="*/ 995839 h 3505200"/>
              <a:gd name="connsiteX2050" fmla="*/ 3048191 w 3505200"/>
              <a:gd name="connsiteY2050" fmla="*/ 994791 h 3505200"/>
              <a:gd name="connsiteX2051" fmla="*/ 3052191 w 3505200"/>
              <a:gd name="connsiteY2051" fmla="*/ 990790 h 3505200"/>
              <a:gd name="connsiteX2052" fmla="*/ 3048191 w 3505200"/>
              <a:gd name="connsiteY2052" fmla="*/ 986790 h 3505200"/>
              <a:gd name="connsiteX2053" fmla="*/ 3044190 w 3505200"/>
              <a:gd name="connsiteY2053" fmla="*/ 990790 h 3505200"/>
              <a:gd name="connsiteX2054" fmla="*/ 3048191 w 3505200"/>
              <a:gd name="connsiteY2054" fmla="*/ 994791 h 3505200"/>
              <a:gd name="connsiteX2055" fmla="*/ 3124391 w 3505200"/>
              <a:gd name="connsiteY2055" fmla="*/ 993743 h 3505200"/>
              <a:gd name="connsiteX2056" fmla="*/ 3127343 w 3505200"/>
              <a:gd name="connsiteY2056" fmla="*/ 990790 h 3505200"/>
              <a:gd name="connsiteX2057" fmla="*/ 3124391 w 3505200"/>
              <a:gd name="connsiteY2057" fmla="*/ 987838 h 3505200"/>
              <a:gd name="connsiteX2058" fmla="*/ 3121438 w 3505200"/>
              <a:gd name="connsiteY2058" fmla="*/ 990790 h 3505200"/>
              <a:gd name="connsiteX2059" fmla="*/ 3124391 w 3505200"/>
              <a:gd name="connsiteY2059" fmla="*/ 993743 h 3505200"/>
              <a:gd name="connsiteX2060" fmla="*/ 3200591 w 3505200"/>
              <a:gd name="connsiteY2060" fmla="*/ 992696 h 3505200"/>
              <a:gd name="connsiteX2061" fmla="*/ 3202496 w 3505200"/>
              <a:gd name="connsiteY2061" fmla="*/ 990790 h 3505200"/>
              <a:gd name="connsiteX2062" fmla="*/ 3200591 w 3505200"/>
              <a:gd name="connsiteY2062" fmla="*/ 988886 h 3505200"/>
              <a:gd name="connsiteX2063" fmla="*/ 3198686 w 3505200"/>
              <a:gd name="connsiteY2063" fmla="*/ 990790 h 3505200"/>
              <a:gd name="connsiteX2064" fmla="*/ 3200591 w 3505200"/>
              <a:gd name="connsiteY2064" fmla="*/ 992696 h 3505200"/>
              <a:gd name="connsiteX2065" fmla="*/ 3276791 w 3505200"/>
              <a:gd name="connsiteY2065" fmla="*/ 991838 h 3505200"/>
              <a:gd name="connsiteX2066" fmla="*/ 3277838 w 3505200"/>
              <a:gd name="connsiteY2066" fmla="*/ 990790 h 3505200"/>
              <a:gd name="connsiteX2067" fmla="*/ 3276791 w 3505200"/>
              <a:gd name="connsiteY2067" fmla="*/ 989743 h 3505200"/>
              <a:gd name="connsiteX2068" fmla="*/ 3275743 w 3505200"/>
              <a:gd name="connsiteY2068" fmla="*/ 990790 h 3505200"/>
              <a:gd name="connsiteX2069" fmla="*/ 3276791 w 3505200"/>
              <a:gd name="connsiteY2069" fmla="*/ 991838 h 3505200"/>
              <a:gd name="connsiteX2070" fmla="*/ 152591 w 3505200"/>
              <a:gd name="connsiteY2070" fmla="*/ 1067467 h 3505200"/>
              <a:gd name="connsiteX2071" fmla="*/ 152972 w 3505200"/>
              <a:gd name="connsiteY2071" fmla="*/ 1067086 h 3505200"/>
              <a:gd name="connsiteX2072" fmla="*/ 152591 w 3505200"/>
              <a:gd name="connsiteY2072" fmla="*/ 1066705 h 3505200"/>
              <a:gd name="connsiteX2073" fmla="*/ 152210 w 3505200"/>
              <a:gd name="connsiteY2073" fmla="*/ 1067086 h 3505200"/>
              <a:gd name="connsiteX2074" fmla="*/ 152591 w 3505200"/>
              <a:gd name="connsiteY2074" fmla="*/ 1067467 h 3505200"/>
              <a:gd name="connsiteX2075" fmla="*/ 228791 w 3505200"/>
              <a:gd name="connsiteY2075" fmla="*/ 1068324 h 3505200"/>
              <a:gd name="connsiteX2076" fmla="*/ 230029 w 3505200"/>
              <a:gd name="connsiteY2076" fmla="*/ 1067086 h 3505200"/>
              <a:gd name="connsiteX2077" fmla="*/ 228791 w 3505200"/>
              <a:gd name="connsiteY2077" fmla="*/ 1065848 h 3505200"/>
              <a:gd name="connsiteX2078" fmla="*/ 227552 w 3505200"/>
              <a:gd name="connsiteY2078" fmla="*/ 1067086 h 3505200"/>
              <a:gd name="connsiteX2079" fmla="*/ 228791 w 3505200"/>
              <a:gd name="connsiteY2079" fmla="*/ 1068324 h 3505200"/>
              <a:gd name="connsiteX2080" fmla="*/ 304991 w 3505200"/>
              <a:gd name="connsiteY2080" fmla="*/ 1069372 h 3505200"/>
              <a:gd name="connsiteX2081" fmla="*/ 307276 w 3505200"/>
              <a:gd name="connsiteY2081" fmla="*/ 1067086 h 3505200"/>
              <a:gd name="connsiteX2082" fmla="*/ 304991 w 3505200"/>
              <a:gd name="connsiteY2082" fmla="*/ 1064800 h 3505200"/>
              <a:gd name="connsiteX2083" fmla="*/ 302705 w 3505200"/>
              <a:gd name="connsiteY2083" fmla="*/ 1067086 h 3505200"/>
              <a:gd name="connsiteX2084" fmla="*/ 304991 w 3505200"/>
              <a:gd name="connsiteY2084" fmla="*/ 1069372 h 3505200"/>
              <a:gd name="connsiteX2085" fmla="*/ 381191 w 3505200"/>
              <a:gd name="connsiteY2085" fmla="*/ 1070420 h 3505200"/>
              <a:gd name="connsiteX2086" fmla="*/ 384524 w 3505200"/>
              <a:gd name="connsiteY2086" fmla="*/ 1067086 h 3505200"/>
              <a:gd name="connsiteX2087" fmla="*/ 381191 w 3505200"/>
              <a:gd name="connsiteY2087" fmla="*/ 1063657 h 3505200"/>
              <a:gd name="connsiteX2088" fmla="*/ 377762 w 3505200"/>
              <a:gd name="connsiteY2088" fmla="*/ 1067086 h 3505200"/>
              <a:gd name="connsiteX2089" fmla="*/ 381191 w 3505200"/>
              <a:gd name="connsiteY2089" fmla="*/ 1070420 h 3505200"/>
              <a:gd name="connsiteX2090" fmla="*/ 457391 w 3505200"/>
              <a:gd name="connsiteY2090" fmla="*/ 1071467 h 3505200"/>
              <a:gd name="connsiteX2091" fmla="*/ 461867 w 3505200"/>
              <a:gd name="connsiteY2091" fmla="*/ 1066991 h 3505200"/>
              <a:gd name="connsiteX2092" fmla="*/ 457391 w 3505200"/>
              <a:gd name="connsiteY2092" fmla="*/ 1062514 h 3505200"/>
              <a:gd name="connsiteX2093" fmla="*/ 452914 w 3505200"/>
              <a:gd name="connsiteY2093" fmla="*/ 1066991 h 3505200"/>
              <a:gd name="connsiteX2094" fmla="*/ 457391 w 3505200"/>
              <a:gd name="connsiteY2094" fmla="*/ 1071467 h 3505200"/>
              <a:gd name="connsiteX2095" fmla="*/ 533591 w 3505200"/>
              <a:gd name="connsiteY2095" fmla="*/ 1072515 h 3505200"/>
              <a:gd name="connsiteX2096" fmla="*/ 539115 w 3505200"/>
              <a:gd name="connsiteY2096" fmla="*/ 1066991 h 3505200"/>
              <a:gd name="connsiteX2097" fmla="*/ 533591 w 3505200"/>
              <a:gd name="connsiteY2097" fmla="*/ 1061466 h 3505200"/>
              <a:gd name="connsiteX2098" fmla="*/ 528066 w 3505200"/>
              <a:gd name="connsiteY2098" fmla="*/ 1066991 h 3505200"/>
              <a:gd name="connsiteX2099" fmla="*/ 533591 w 3505200"/>
              <a:gd name="connsiteY2099" fmla="*/ 1072515 h 3505200"/>
              <a:gd name="connsiteX2100" fmla="*/ 609790 w 3505200"/>
              <a:gd name="connsiteY2100" fmla="*/ 1073563 h 3505200"/>
              <a:gd name="connsiteX2101" fmla="*/ 616363 w 3505200"/>
              <a:gd name="connsiteY2101" fmla="*/ 1066991 h 3505200"/>
              <a:gd name="connsiteX2102" fmla="*/ 609790 w 3505200"/>
              <a:gd name="connsiteY2102" fmla="*/ 1060418 h 3505200"/>
              <a:gd name="connsiteX2103" fmla="*/ 603218 w 3505200"/>
              <a:gd name="connsiteY2103" fmla="*/ 1066991 h 3505200"/>
              <a:gd name="connsiteX2104" fmla="*/ 609790 w 3505200"/>
              <a:gd name="connsiteY2104" fmla="*/ 1073563 h 3505200"/>
              <a:gd name="connsiteX2105" fmla="*/ 685990 w 3505200"/>
              <a:gd name="connsiteY2105" fmla="*/ 1074611 h 3505200"/>
              <a:gd name="connsiteX2106" fmla="*/ 693611 w 3505200"/>
              <a:gd name="connsiteY2106" fmla="*/ 1066991 h 3505200"/>
              <a:gd name="connsiteX2107" fmla="*/ 685990 w 3505200"/>
              <a:gd name="connsiteY2107" fmla="*/ 1059371 h 3505200"/>
              <a:gd name="connsiteX2108" fmla="*/ 678371 w 3505200"/>
              <a:gd name="connsiteY2108" fmla="*/ 1066991 h 3505200"/>
              <a:gd name="connsiteX2109" fmla="*/ 685990 w 3505200"/>
              <a:gd name="connsiteY2109" fmla="*/ 1074611 h 3505200"/>
              <a:gd name="connsiteX2110" fmla="*/ 762190 w 3505200"/>
              <a:gd name="connsiteY2110" fmla="*/ 1075468 h 3505200"/>
              <a:gd name="connsiteX2111" fmla="*/ 770668 w 3505200"/>
              <a:gd name="connsiteY2111" fmla="*/ 1066991 h 3505200"/>
              <a:gd name="connsiteX2112" fmla="*/ 762190 w 3505200"/>
              <a:gd name="connsiteY2112" fmla="*/ 1058513 h 3505200"/>
              <a:gd name="connsiteX2113" fmla="*/ 753713 w 3505200"/>
              <a:gd name="connsiteY2113" fmla="*/ 1066991 h 3505200"/>
              <a:gd name="connsiteX2114" fmla="*/ 762190 w 3505200"/>
              <a:gd name="connsiteY2114" fmla="*/ 1075468 h 3505200"/>
              <a:gd name="connsiteX2115" fmla="*/ 838390 w 3505200"/>
              <a:gd name="connsiteY2115" fmla="*/ 1076516 h 3505200"/>
              <a:gd name="connsiteX2116" fmla="*/ 847915 w 3505200"/>
              <a:gd name="connsiteY2116" fmla="*/ 1066991 h 3505200"/>
              <a:gd name="connsiteX2117" fmla="*/ 838390 w 3505200"/>
              <a:gd name="connsiteY2117" fmla="*/ 1057466 h 3505200"/>
              <a:gd name="connsiteX2118" fmla="*/ 828865 w 3505200"/>
              <a:gd name="connsiteY2118" fmla="*/ 1066991 h 3505200"/>
              <a:gd name="connsiteX2119" fmla="*/ 838390 w 3505200"/>
              <a:gd name="connsiteY2119" fmla="*/ 1076516 h 3505200"/>
              <a:gd name="connsiteX2120" fmla="*/ 914590 w 3505200"/>
              <a:gd name="connsiteY2120" fmla="*/ 1077563 h 3505200"/>
              <a:gd name="connsiteX2121" fmla="*/ 925163 w 3505200"/>
              <a:gd name="connsiteY2121" fmla="*/ 1066991 h 3505200"/>
              <a:gd name="connsiteX2122" fmla="*/ 914590 w 3505200"/>
              <a:gd name="connsiteY2122" fmla="*/ 1056418 h 3505200"/>
              <a:gd name="connsiteX2123" fmla="*/ 904018 w 3505200"/>
              <a:gd name="connsiteY2123" fmla="*/ 1066991 h 3505200"/>
              <a:gd name="connsiteX2124" fmla="*/ 914590 w 3505200"/>
              <a:gd name="connsiteY2124" fmla="*/ 1077563 h 3505200"/>
              <a:gd name="connsiteX2125" fmla="*/ 990790 w 3505200"/>
              <a:gd name="connsiteY2125" fmla="*/ 1078421 h 3505200"/>
              <a:gd name="connsiteX2126" fmla="*/ 1002221 w 3505200"/>
              <a:gd name="connsiteY2126" fmla="*/ 1066991 h 3505200"/>
              <a:gd name="connsiteX2127" fmla="*/ 990790 w 3505200"/>
              <a:gd name="connsiteY2127" fmla="*/ 1055561 h 3505200"/>
              <a:gd name="connsiteX2128" fmla="*/ 979361 w 3505200"/>
              <a:gd name="connsiteY2128" fmla="*/ 1066991 h 3505200"/>
              <a:gd name="connsiteX2129" fmla="*/ 990790 w 3505200"/>
              <a:gd name="connsiteY2129" fmla="*/ 1078421 h 3505200"/>
              <a:gd name="connsiteX2130" fmla="*/ 1066991 w 3505200"/>
              <a:gd name="connsiteY2130" fmla="*/ 1079278 h 3505200"/>
              <a:gd name="connsiteX2131" fmla="*/ 1079278 w 3505200"/>
              <a:gd name="connsiteY2131" fmla="*/ 1066991 h 3505200"/>
              <a:gd name="connsiteX2132" fmla="*/ 1066991 w 3505200"/>
              <a:gd name="connsiteY2132" fmla="*/ 1054703 h 3505200"/>
              <a:gd name="connsiteX2133" fmla="*/ 1054703 w 3505200"/>
              <a:gd name="connsiteY2133" fmla="*/ 1066991 h 3505200"/>
              <a:gd name="connsiteX2134" fmla="*/ 1066991 w 3505200"/>
              <a:gd name="connsiteY2134" fmla="*/ 1079278 h 3505200"/>
              <a:gd name="connsiteX2135" fmla="*/ 1143191 w 3505200"/>
              <a:gd name="connsiteY2135" fmla="*/ 1080135 h 3505200"/>
              <a:gd name="connsiteX2136" fmla="*/ 1156335 w 3505200"/>
              <a:gd name="connsiteY2136" fmla="*/ 1066991 h 3505200"/>
              <a:gd name="connsiteX2137" fmla="*/ 1143191 w 3505200"/>
              <a:gd name="connsiteY2137" fmla="*/ 1053846 h 3505200"/>
              <a:gd name="connsiteX2138" fmla="*/ 1130046 w 3505200"/>
              <a:gd name="connsiteY2138" fmla="*/ 1066991 h 3505200"/>
              <a:gd name="connsiteX2139" fmla="*/ 1143191 w 3505200"/>
              <a:gd name="connsiteY2139" fmla="*/ 1080135 h 3505200"/>
              <a:gd name="connsiteX2140" fmla="*/ 1219391 w 3505200"/>
              <a:gd name="connsiteY2140" fmla="*/ 1080707 h 3505200"/>
              <a:gd name="connsiteX2141" fmla="*/ 1233107 w 3505200"/>
              <a:gd name="connsiteY2141" fmla="*/ 1066991 h 3505200"/>
              <a:gd name="connsiteX2142" fmla="*/ 1219391 w 3505200"/>
              <a:gd name="connsiteY2142" fmla="*/ 1053275 h 3505200"/>
              <a:gd name="connsiteX2143" fmla="*/ 1205675 w 3505200"/>
              <a:gd name="connsiteY2143" fmla="*/ 1066991 h 3505200"/>
              <a:gd name="connsiteX2144" fmla="*/ 1219391 w 3505200"/>
              <a:gd name="connsiteY2144" fmla="*/ 1080707 h 3505200"/>
              <a:gd name="connsiteX2145" fmla="*/ 1295591 w 3505200"/>
              <a:gd name="connsiteY2145" fmla="*/ 1081373 h 3505200"/>
              <a:gd name="connsiteX2146" fmla="*/ 1309973 w 3505200"/>
              <a:gd name="connsiteY2146" fmla="*/ 1066991 h 3505200"/>
              <a:gd name="connsiteX2147" fmla="*/ 1295591 w 3505200"/>
              <a:gd name="connsiteY2147" fmla="*/ 1052608 h 3505200"/>
              <a:gd name="connsiteX2148" fmla="*/ 1281208 w 3505200"/>
              <a:gd name="connsiteY2148" fmla="*/ 1066991 h 3505200"/>
              <a:gd name="connsiteX2149" fmla="*/ 1295591 w 3505200"/>
              <a:gd name="connsiteY2149" fmla="*/ 1081373 h 3505200"/>
              <a:gd name="connsiteX2150" fmla="*/ 1371791 w 3505200"/>
              <a:gd name="connsiteY2150" fmla="*/ 1082040 h 3505200"/>
              <a:gd name="connsiteX2151" fmla="*/ 1386745 w 3505200"/>
              <a:gd name="connsiteY2151" fmla="*/ 1067086 h 3505200"/>
              <a:gd name="connsiteX2152" fmla="*/ 1371791 w 3505200"/>
              <a:gd name="connsiteY2152" fmla="*/ 1052036 h 3505200"/>
              <a:gd name="connsiteX2153" fmla="*/ 1356741 w 3505200"/>
              <a:gd name="connsiteY2153" fmla="*/ 1067086 h 3505200"/>
              <a:gd name="connsiteX2154" fmla="*/ 1371791 w 3505200"/>
              <a:gd name="connsiteY2154" fmla="*/ 1082040 h 3505200"/>
              <a:gd name="connsiteX2155" fmla="*/ 1447991 w 3505200"/>
              <a:gd name="connsiteY2155" fmla="*/ 1082612 h 3505200"/>
              <a:gd name="connsiteX2156" fmla="*/ 1463612 w 3505200"/>
              <a:gd name="connsiteY2156" fmla="*/ 1066991 h 3505200"/>
              <a:gd name="connsiteX2157" fmla="*/ 1447991 w 3505200"/>
              <a:gd name="connsiteY2157" fmla="*/ 1051370 h 3505200"/>
              <a:gd name="connsiteX2158" fmla="*/ 1432370 w 3505200"/>
              <a:gd name="connsiteY2158" fmla="*/ 1066991 h 3505200"/>
              <a:gd name="connsiteX2159" fmla="*/ 1447991 w 3505200"/>
              <a:gd name="connsiteY2159" fmla="*/ 1082612 h 3505200"/>
              <a:gd name="connsiteX2160" fmla="*/ 1524191 w 3505200"/>
              <a:gd name="connsiteY2160" fmla="*/ 1082897 h 3505200"/>
              <a:gd name="connsiteX2161" fmla="*/ 1540002 w 3505200"/>
              <a:gd name="connsiteY2161" fmla="*/ 1067086 h 3505200"/>
              <a:gd name="connsiteX2162" fmla="*/ 1524191 w 3505200"/>
              <a:gd name="connsiteY2162" fmla="*/ 1051274 h 3505200"/>
              <a:gd name="connsiteX2163" fmla="*/ 1508379 w 3505200"/>
              <a:gd name="connsiteY2163" fmla="*/ 1067086 h 3505200"/>
              <a:gd name="connsiteX2164" fmla="*/ 1524191 w 3505200"/>
              <a:gd name="connsiteY2164" fmla="*/ 1082897 h 3505200"/>
              <a:gd name="connsiteX2165" fmla="*/ 1600391 w 3505200"/>
              <a:gd name="connsiteY2165" fmla="*/ 1083278 h 3505200"/>
              <a:gd name="connsiteX2166" fmla="*/ 1616678 w 3505200"/>
              <a:gd name="connsiteY2166" fmla="*/ 1066991 h 3505200"/>
              <a:gd name="connsiteX2167" fmla="*/ 1600391 w 3505200"/>
              <a:gd name="connsiteY2167" fmla="*/ 1050703 h 3505200"/>
              <a:gd name="connsiteX2168" fmla="*/ 1584103 w 3505200"/>
              <a:gd name="connsiteY2168" fmla="*/ 1066991 h 3505200"/>
              <a:gd name="connsiteX2169" fmla="*/ 1600391 w 3505200"/>
              <a:gd name="connsiteY2169" fmla="*/ 1083278 h 3505200"/>
              <a:gd name="connsiteX2170" fmla="*/ 1676591 w 3505200"/>
              <a:gd name="connsiteY2170" fmla="*/ 1083469 h 3505200"/>
              <a:gd name="connsiteX2171" fmla="*/ 1693069 w 3505200"/>
              <a:gd name="connsiteY2171" fmla="*/ 1066991 h 3505200"/>
              <a:gd name="connsiteX2172" fmla="*/ 1676591 w 3505200"/>
              <a:gd name="connsiteY2172" fmla="*/ 1050512 h 3505200"/>
              <a:gd name="connsiteX2173" fmla="*/ 1660112 w 3505200"/>
              <a:gd name="connsiteY2173" fmla="*/ 1066991 h 3505200"/>
              <a:gd name="connsiteX2174" fmla="*/ 1676591 w 3505200"/>
              <a:gd name="connsiteY2174" fmla="*/ 1083469 h 3505200"/>
              <a:gd name="connsiteX2175" fmla="*/ 1752791 w 3505200"/>
              <a:gd name="connsiteY2175" fmla="*/ 1083469 h 3505200"/>
              <a:gd name="connsiteX2176" fmla="*/ 1769269 w 3505200"/>
              <a:gd name="connsiteY2176" fmla="*/ 1066991 h 3505200"/>
              <a:gd name="connsiteX2177" fmla="*/ 1752791 w 3505200"/>
              <a:gd name="connsiteY2177" fmla="*/ 1050512 h 3505200"/>
              <a:gd name="connsiteX2178" fmla="*/ 1736312 w 3505200"/>
              <a:gd name="connsiteY2178" fmla="*/ 1066991 h 3505200"/>
              <a:gd name="connsiteX2179" fmla="*/ 1752791 w 3505200"/>
              <a:gd name="connsiteY2179" fmla="*/ 1083469 h 3505200"/>
              <a:gd name="connsiteX2180" fmla="*/ 1828991 w 3505200"/>
              <a:gd name="connsiteY2180" fmla="*/ 1083469 h 3505200"/>
              <a:gd name="connsiteX2181" fmla="*/ 1845469 w 3505200"/>
              <a:gd name="connsiteY2181" fmla="*/ 1066991 h 3505200"/>
              <a:gd name="connsiteX2182" fmla="*/ 1828991 w 3505200"/>
              <a:gd name="connsiteY2182" fmla="*/ 1050512 h 3505200"/>
              <a:gd name="connsiteX2183" fmla="*/ 1812512 w 3505200"/>
              <a:gd name="connsiteY2183" fmla="*/ 1066991 h 3505200"/>
              <a:gd name="connsiteX2184" fmla="*/ 1828991 w 3505200"/>
              <a:gd name="connsiteY2184" fmla="*/ 1083469 h 3505200"/>
              <a:gd name="connsiteX2185" fmla="*/ 1905191 w 3505200"/>
              <a:gd name="connsiteY2185" fmla="*/ 1083278 h 3505200"/>
              <a:gd name="connsiteX2186" fmla="*/ 1921478 w 3505200"/>
              <a:gd name="connsiteY2186" fmla="*/ 1066991 h 3505200"/>
              <a:gd name="connsiteX2187" fmla="*/ 1905191 w 3505200"/>
              <a:gd name="connsiteY2187" fmla="*/ 1050703 h 3505200"/>
              <a:gd name="connsiteX2188" fmla="*/ 1888903 w 3505200"/>
              <a:gd name="connsiteY2188" fmla="*/ 1066991 h 3505200"/>
              <a:gd name="connsiteX2189" fmla="*/ 1905191 w 3505200"/>
              <a:gd name="connsiteY2189" fmla="*/ 1083278 h 3505200"/>
              <a:gd name="connsiteX2190" fmla="*/ 1981391 w 3505200"/>
              <a:gd name="connsiteY2190" fmla="*/ 1083088 h 3505200"/>
              <a:gd name="connsiteX2191" fmla="*/ 1997488 w 3505200"/>
              <a:gd name="connsiteY2191" fmla="*/ 1066991 h 3505200"/>
              <a:gd name="connsiteX2192" fmla="*/ 1981391 w 3505200"/>
              <a:gd name="connsiteY2192" fmla="*/ 1050893 h 3505200"/>
              <a:gd name="connsiteX2193" fmla="*/ 1965293 w 3505200"/>
              <a:gd name="connsiteY2193" fmla="*/ 1066991 h 3505200"/>
              <a:gd name="connsiteX2194" fmla="*/ 1981391 w 3505200"/>
              <a:gd name="connsiteY2194" fmla="*/ 1083088 h 3505200"/>
              <a:gd name="connsiteX2195" fmla="*/ 2057591 w 3505200"/>
              <a:gd name="connsiteY2195" fmla="*/ 1082612 h 3505200"/>
              <a:gd name="connsiteX2196" fmla="*/ 2073212 w 3505200"/>
              <a:gd name="connsiteY2196" fmla="*/ 1066991 h 3505200"/>
              <a:gd name="connsiteX2197" fmla="*/ 2057591 w 3505200"/>
              <a:gd name="connsiteY2197" fmla="*/ 1051370 h 3505200"/>
              <a:gd name="connsiteX2198" fmla="*/ 2041970 w 3505200"/>
              <a:gd name="connsiteY2198" fmla="*/ 1066991 h 3505200"/>
              <a:gd name="connsiteX2199" fmla="*/ 2057591 w 3505200"/>
              <a:gd name="connsiteY2199" fmla="*/ 1082612 h 3505200"/>
              <a:gd name="connsiteX2200" fmla="*/ 2133791 w 3505200"/>
              <a:gd name="connsiteY2200" fmla="*/ 1082040 h 3505200"/>
              <a:gd name="connsiteX2201" fmla="*/ 2148745 w 3505200"/>
              <a:gd name="connsiteY2201" fmla="*/ 1067086 h 3505200"/>
              <a:gd name="connsiteX2202" fmla="*/ 2133791 w 3505200"/>
              <a:gd name="connsiteY2202" fmla="*/ 1052036 h 3505200"/>
              <a:gd name="connsiteX2203" fmla="*/ 2118741 w 3505200"/>
              <a:gd name="connsiteY2203" fmla="*/ 1067086 h 3505200"/>
              <a:gd name="connsiteX2204" fmla="*/ 2133791 w 3505200"/>
              <a:gd name="connsiteY2204" fmla="*/ 1082040 h 3505200"/>
              <a:gd name="connsiteX2205" fmla="*/ 2209991 w 3505200"/>
              <a:gd name="connsiteY2205" fmla="*/ 1081373 h 3505200"/>
              <a:gd name="connsiteX2206" fmla="*/ 2224373 w 3505200"/>
              <a:gd name="connsiteY2206" fmla="*/ 1066991 h 3505200"/>
              <a:gd name="connsiteX2207" fmla="*/ 2209991 w 3505200"/>
              <a:gd name="connsiteY2207" fmla="*/ 1052608 h 3505200"/>
              <a:gd name="connsiteX2208" fmla="*/ 2195608 w 3505200"/>
              <a:gd name="connsiteY2208" fmla="*/ 1066991 h 3505200"/>
              <a:gd name="connsiteX2209" fmla="*/ 2209991 w 3505200"/>
              <a:gd name="connsiteY2209" fmla="*/ 1081373 h 3505200"/>
              <a:gd name="connsiteX2210" fmla="*/ 2286191 w 3505200"/>
              <a:gd name="connsiteY2210" fmla="*/ 1080707 h 3505200"/>
              <a:gd name="connsiteX2211" fmla="*/ 2299907 w 3505200"/>
              <a:gd name="connsiteY2211" fmla="*/ 1066991 h 3505200"/>
              <a:gd name="connsiteX2212" fmla="*/ 2286191 w 3505200"/>
              <a:gd name="connsiteY2212" fmla="*/ 1053275 h 3505200"/>
              <a:gd name="connsiteX2213" fmla="*/ 2272475 w 3505200"/>
              <a:gd name="connsiteY2213" fmla="*/ 1066991 h 3505200"/>
              <a:gd name="connsiteX2214" fmla="*/ 2286191 w 3505200"/>
              <a:gd name="connsiteY2214" fmla="*/ 1080707 h 3505200"/>
              <a:gd name="connsiteX2215" fmla="*/ 2362391 w 3505200"/>
              <a:gd name="connsiteY2215" fmla="*/ 1080135 h 3505200"/>
              <a:gd name="connsiteX2216" fmla="*/ 2375535 w 3505200"/>
              <a:gd name="connsiteY2216" fmla="*/ 1066991 h 3505200"/>
              <a:gd name="connsiteX2217" fmla="*/ 2362391 w 3505200"/>
              <a:gd name="connsiteY2217" fmla="*/ 1053846 h 3505200"/>
              <a:gd name="connsiteX2218" fmla="*/ 2349246 w 3505200"/>
              <a:gd name="connsiteY2218" fmla="*/ 1066991 h 3505200"/>
              <a:gd name="connsiteX2219" fmla="*/ 2362391 w 3505200"/>
              <a:gd name="connsiteY2219" fmla="*/ 1080135 h 3505200"/>
              <a:gd name="connsiteX2220" fmla="*/ 2438591 w 3505200"/>
              <a:gd name="connsiteY2220" fmla="*/ 1079278 h 3505200"/>
              <a:gd name="connsiteX2221" fmla="*/ 2450878 w 3505200"/>
              <a:gd name="connsiteY2221" fmla="*/ 1066991 h 3505200"/>
              <a:gd name="connsiteX2222" fmla="*/ 2438591 w 3505200"/>
              <a:gd name="connsiteY2222" fmla="*/ 1054703 h 3505200"/>
              <a:gd name="connsiteX2223" fmla="*/ 2426303 w 3505200"/>
              <a:gd name="connsiteY2223" fmla="*/ 1066991 h 3505200"/>
              <a:gd name="connsiteX2224" fmla="*/ 2438591 w 3505200"/>
              <a:gd name="connsiteY2224" fmla="*/ 1079278 h 3505200"/>
              <a:gd name="connsiteX2225" fmla="*/ 2514791 w 3505200"/>
              <a:gd name="connsiteY2225" fmla="*/ 1078421 h 3505200"/>
              <a:gd name="connsiteX2226" fmla="*/ 2526221 w 3505200"/>
              <a:gd name="connsiteY2226" fmla="*/ 1066991 h 3505200"/>
              <a:gd name="connsiteX2227" fmla="*/ 2514791 w 3505200"/>
              <a:gd name="connsiteY2227" fmla="*/ 1055561 h 3505200"/>
              <a:gd name="connsiteX2228" fmla="*/ 2503361 w 3505200"/>
              <a:gd name="connsiteY2228" fmla="*/ 1066991 h 3505200"/>
              <a:gd name="connsiteX2229" fmla="*/ 2514791 w 3505200"/>
              <a:gd name="connsiteY2229" fmla="*/ 1078421 h 3505200"/>
              <a:gd name="connsiteX2230" fmla="*/ 2590991 w 3505200"/>
              <a:gd name="connsiteY2230" fmla="*/ 1077563 h 3505200"/>
              <a:gd name="connsiteX2231" fmla="*/ 2601563 w 3505200"/>
              <a:gd name="connsiteY2231" fmla="*/ 1066991 h 3505200"/>
              <a:gd name="connsiteX2232" fmla="*/ 2590991 w 3505200"/>
              <a:gd name="connsiteY2232" fmla="*/ 1056418 h 3505200"/>
              <a:gd name="connsiteX2233" fmla="*/ 2580418 w 3505200"/>
              <a:gd name="connsiteY2233" fmla="*/ 1066991 h 3505200"/>
              <a:gd name="connsiteX2234" fmla="*/ 2590991 w 3505200"/>
              <a:gd name="connsiteY2234" fmla="*/ 1077563 h 3505200"/>
              <a:gd name="connsiteX2235" fmla="*/ 2667191 w 3505200"/>
              <a:gd name="connsiteY2235" fmla="*/ 1076706 h 3505200"/>
              <a:gd name="connsiteX2236" fmla="*/ 2676906 w 3505200"/>
              <a:gd name="connsiteY2236" fmla="*/ 1066991 h 3505200"/>
              <a:gd name="connsiteX2237" fmla="*/ 2667191 w 3505200"/>
              <a:gd name="connsiteY2237" fmla="*/ 1057275 h 3505200"/>
              <a:gd name="connsiteX2238" fmla="*/ 2657475 w 3505200"/>
              <a:gd name="connsiteY2238" fmla="*/ 1066991 h 3505200"/>
              <a:gd name="connsiteX2239" fmla="*/ 2667191 w 3505200"/>
              <a:gd name="connsiteY2239" fmla="*/ 1076706 h 3505200"/>
              <a:gd name="connsiteX2240" fmla="*/ 2743391 w 3505200"/>
              <a:gd name="connsiteY2240" fmla="*/ 1075658 h 3505200"/>
              <a:gd name="connsiteX2241" fmla="*/ 2752058 w 3505200"/>
              <a:gd name="connsiteY2241" fmla="*/ 1066991 h 3505200"/>
              <a:gd name="connsiteX2242" fmla="*/ 2743391 w 3505200"/>
              <a:gd name="connsiteY2242" fmla="*/ 1058323 h 3505200"/>
              <a:gd name="connsiteX2243" fmla="*/ 2734723 w 3505200"/>
              <a:gd name="connsiteY2243" fmla="*/ 1066991 h 3505200"/>
              <a:gd name="connsiteX2244" fmla="*/ 2743391 w 3505200"/>
              <a:gd name="connsiteY2244" fmla="*/ 1075658 h 3505200"/>
              <a:gd name="connsiteX2245" fmla="*/ 2819591 w 3505200"/>
              <a:gd name="connsiteY2245" fmla="*/ 1074611 h 3505200"/>
              <a:gd name="connsiteX2246" fmla="*/ 2827211 w 3505200"/>
              <a:gd name="connsiteY2246" fmla="*/ 1066991 h 3505200"/>
              <a:gd name="connsiteX2247" fmla="*/ 2819591 w 3505200"/>
              <a:gd name="connsiteY2247" fmla="*/ 1059371 h 3505200"/>
              <a:gd name="connsiteX2248" fmla="*/ 2811971 w 3505200"/>
              <a:gd name="connsiteY2248" fmla="*/ 1066991 h 3505200"/>
              <a:gd name="connsiteX2249" fmla="*/ 2819591 w 3505200"/>
              <a:gd name="connsiteY2249" fmla="*/ 1074611 h 3505200"/>
              <a:gd name="connsiteX2250" fmla="*/ 2895791 w 3505200"/>
              <a:gd name="connsiteY2250" fmla="*/ 1073563 h 3505200"/>
              <a:gd name="connsiteX2251" fmla="*/ 2902363 w 3505200"/>
              <a:gd name="connsiteY2251" fmla="*/ 1066991 h 3505200"/>
              <a:gd name="connsiteX2252" fmla="*/ 2895791 w 3505200"/>
              <a:gd name="connsiteY2252" fmla="*/ 1060418 h 3505200"/>
              <a:gd name="connsiteX2253" fmla="*/ 2889218 w 3505200"/>
              <a:gd name="connsiteY2253" fmla="*/ 1066991 h 3505200"/>
              <a:gd name="connsiteX2254" fmla="*/ 2895791 w 3505200"/>
              <a:gd name="connsiteY2254" fmla="*/ 1073563 h 3505200"/>
              <a:gd name="connsiteX2255" fmla="*/ 2971991 w 3505200"/>
              <a:gd name="connsiteY2255" fmla="*/ 1072706 h 3505200"/>
              <a:gd name="connsiteX2256" fmla="*/ 2977706 w 3505200"/>
              <a:gd name="connsiteY2256" fmla="*/ 1066991 h 3505200"/>
              <a:gd name="connsiteX2257" fmla="*/ 2971991 w 3505200"/>
              <a:gd name="connsiteY2257" fmla="*/ 1061276 h 3505200"/>
              <a:gd name="connsiteX2258" fmla="*/ 2966276 w 3505200"/>
              <a:gd name="connsiteY2258" fmla="*/ 1066991 h 3505200"/>
              <a:gd name="connsiteX2259" fmla="*/ 2971991 w 3505200"/>
              <a:gd name="connsiteY2259" fmla="*/ 1072706 h 3505200"/>
              <a:gd name="connsiteX2260" fmla="*/ 3048191 w 3505200"/>
              <a:gd name="connsiteY2260" fmla="*/ 1071658 h 3505200"/>
              <a:gd name="connsiteX2261" fmla="*/ 3052858 w 3505200"/>
              <a:gd name="connsiteY2261" fmla="*/ 1066991 h 3505200"/>
              <a:gd name="connsiteX2262" fmla="*/ 3048191 w 3505200"/>
              <a:gd name="connsiteY2262" fmla="*/ 1062323 h 3505200"/>
              <a:gd name="connsiteX2263" fmla="*/ 3043523 w 3505200"/>
              <a:gd name="connsiteY2263" fmla="*/ 1066991 h 3505200"/>
              <a:gd name="connsiteX2264" fmla="*/ 3048191 w 3505200"/>
              <a:gd name="connsiteY2264" fmla="*/ 1071658 h 3505200"/>
              <a:gd name="connsiteX2265" fmla="*/ 3124391 w 3505200"/>
              <a:gd name="connsiteY2265" fmla="*/ 1070610 h 3505200"/>
              <a:gd name="connsiteX2266" fmla="*/ 3128010 w 3505200"/>
              <a:gd name="connsiteY2266" fmla="*/ 1066991 h 3505200"/>
              <a:gd name="connsiteX2267" fmla="*/ 3124391 w 3505200"/>
              <a:gd name="connsiteY2267" fmla="*/ 1063371 h 3505200"/>
              <a:gd name="connsiteX2268" fmla="*/ 3120771 w 3505200"/>
              <a:gd name="connsiteY2268" fmla="*/ 1066991 h 3505200"/>
              <a:gd name="connsiteX2269" fmla="*/ 3124391 w 3505200"/>
              <a:gd name="connsiteY2269" fmla="*/ 1070610 h 3505200"/>
              <a:gd name="connsiteX2270" fmla="*/ 3200591 w 3505200"/>
              <a:gd name="connsiteY2270" fmla="*/ 1069562 h 3505200"/>
              <a:gd name="connsiteX2271" fmla="*/ 3203162 w 3505200"/>
              <a:gd name="connsiteY2271" fmla="*/ 1066991 h 3505200"/>
              <a:gd name="connsiteX2272" fmla="*/ 3200591 w 3505200"/>
              <a:gd name="connsiteY2272" fmla="*/ 1064419 h 3505200"/>
              <a:gd name="connsiteX2273" fmla="*/ 3198019 w 3505200"/>
              <a:gd name="connsiteY2273" fmla="*/ 1066991 h 3505200"/>
              <a:gd name="connsiteX2274" fmla="*/ 3200591 w 3505200"/>
              <a:gd name="connsiteY2274" fmla="*/ 1069562 h 3505200"/>
              <a:gd name="connsiteX2275" fmla="*/ 3276791 w 3505200"/>
              <a:gd name="connsiteY2275" fmla="*/ 1068515 h 3505200"/>
              <a:gd name="connsiteX2276" fmla="*/ 3278315 w 3505200"/>
              <a:gd name="connsiteY2276" fmla="*/ 1066991 h 3505200"/>
              <a:gd name="connsiteX2277" fmla="*/ 3276791 w 3505200"/>
              <a:gd name="connsiteY2277" fmla="*/ 1065467 h 3505200"/>
              <a:gd name="connsiteX2278" fmla="*/ 3275266 w 3505200"/>
              <a:gd name="connsiteY2278" fmla="*/ 1066991 h 3505200"/>
              <a:gd name="connsiteX2279" fmla="*/ 3276791 w 3505200"/>
              <a:gd name="connsiteY2279" fmla="*/ 1068515 h 3505200"/>
              <a:gd name="connsiteX2280" fmla="*/ 3352991 w 3505200"/>
              <a:gd name="connsiteY2280" fmla="*/ 1067467 h 3505200"/>
              <a:gd name="connsiteX2281" fmla="*/ 3353372 w 3505200"/>
              <a:gd name="connsiteY2281" fmla="*/ 1067086 h 3505200"/>
              <a:gd name="connsiteX2282" fmla="*/ 3352991 w 3505200"/>
              <a:gd name="connsiteY2282" fmla="*/ 1066705 h 3505200"/>
              <a:gd name="connsiteX2283" fmla="*/ 3352610 w 3505200"/>
              <a:gd name="connsiteY2283" fmla="*/ 1067086 h 3505200"/>
              <a:gd name="connsiteX2284" fmla="*/ 3352991 w 3505200"/>
              <a:gd name="connsiteY2284" fmla="*/ 1067467 h 3505200"/>
              <a:gd name="connsiteX2285" fmla="*/ 152591 w 3505200"/>
              <a:gd name="connsiteY2285" fmla="*/ 1143857 h 3505200"/>
              <a:gd name="connsiteX2286" fmla="*/ 153257 w 3505200"/>
              <a:gd name="connsiteY2286" fmla="*/ 1143191 h 3505200"/>
              <a:gd name="connsiteX2287" fmla="*/ 152591 w 3505200"/>
              <a:gd name="connsiteY2287" fmla="*/ 1142524 h 3505200"/>
              <a:gd name="connsiteX2288" fmla="*/ 151924 w 3505200"/>
              <a:gd name="connsiteY2288" fmla="*/ 1143191 h 3505200"/>
              <a:gd name="connsiteX2289" fmla="*/ 152591 w 3505200"/>
              <a:gd name="connsiteY2289" fmla="*/ 1143857 h 3505200"/>
              <a:gd name="connsiteX2290" fmla="*/ 228791 w 3505200"/>
              <a:gd name="connsiteY2290" fmla="*/ 1145096 h 3505200"/>
              <a:gd name="connsiteX2291" fmla="*/ 230696 w 3505200"/>
              <a:gd name="connsiteY2291" fmla="*/ 1143191 h 3505200"/>
              <a:gd name="connsiteX2292" fmla="*/ 228791 w 3505200"/>
              <a:gd name="connsiteY2292" fmla="*/ 1141286 h 3505200"/>
              <a:gd name="connsiteX2293" fmla="*/ 226886 w 3505200"/>
              <a:gd name="connsiteY2293" fmla="*/ 1143191 h 3505200"/>
              <a:gd name="connsiteX2294" fmla="*/ 228791 w 3505200"/>
              <a:gd name="connsiteY2294" fmla="*/ 1145096 h 3505200"/>
              <a:gd name="connsiteX2295" fmla="*/ 304991 w 3505200"/>
              <a:gd name="connsiteY2295" fmla="*/ 1146143 h 3505200"/>
              <a:gd name="connsiteX2296" fmla="*/ 307943 w 3505200"/>
              <a:gd name="connsiteY2296" fmla="*/ 1143191 h 3505200"/>
              <a:gd name="connsiteX2297" fmla="*/ 304991 w 3505200"/>
              <a:gd name="connsiteY2297" fmla="*/ 1140238 h 3505200"/>
              <a:gd name="connsiteX2298" fmla="*/ 302038 w 3505200"/>
              <a:gd name="connsiteY2298" fmla="*/ 1143191 h 3505200"/>
              <a:gd name="connsiteX2299" fmla="*/ 304991 w 3505200"/>
              <a:gd name="connsiteY2299" fmla="*/ 1146143 h 3505200"/>
              <a:gd name="connsiteX2300" fmla="*/ 381191 w 3505200"/>
              <a:gd name="connsiteY2300" fmla="*/ 1147191 h 3505200"/>
              <a:gd name="connsiteX2301" fmla="*/ 385191 w 3505200"/>
              <a:gd name="connsiteY2301" fmla="*/ 1143191 h 3505200"/>
              <a:gd name="connsiteX2302" fmla="*/ 381191 w 3505200"/>
              <a:gd name="connsiteY2302" fmla="*/ 1139190 h 3505200"/>
              <a:gd name="connsiteX2303" fmla="*/ 377190 w 3505200"/>
              <a:gd name="connsiteY2303" fmla="*/ 1143191 h 3505200"/>
              <a:gd name="connsiteX2304" fmla="*/ 381191 w 3505200"/>
              <a:gd name="connsiteY2304" fmla="*/ 1147191 h 3505200"/>
              <a:gd name="connsiteX2305" fmla="*/ 457391 w 3505200"/>
              <a:gd name="connsiteY2305" fmla="*/ 1148239 h 3505200"/>
              <a:gd name="connsiteX2306" fmla="*/ 462439 w 3505200"/>
              <a:gd name="connsiteY2306" fmla="*/ 1143191 h 3505200"/>
              <a:gd name="connsiteX2307" fmla="*/ 457391 w 3505200"/>
              <a:gd name="connsiteY2307" fmla="*/ 1138142 h 3505200"/>
              <a:gd name="connsiteX2308" fmla="*/ 452342 w 3505200"/>
              <a:gd name="connsiteY2308" fmla="*/ 1143191 h 3505200"/>
              <a:gd name="connsiteX2309" fmla="*/ 457391 w 3505200"/>
              <a:gd name="connsiteY2309" fmla="*/ 1148239 h 3505200"/>
              <a:gd name="connsiteX2310" fmla="*/ 533591 w 3505200"/>
              <a:gd name="connsiteY2310" fmla="*/ 1149382 h 3505200"/>
              <a:gd name="connsiteX2311" fmla="*/ 539687 w 3505200"/>
              <a:gd name="connsiteY2311" fmla="*/ 1143286 h 3505200"/>
              <a:gd name="connsiteX2312" fmla="*/ 533591 w 3505200"/>
              <a:gd name="connsiteY2312" fmla="*/ 1137190 h 3505200"/>
              <a:gd name="connsiteX2313" fmla="*/ 527495 w 3505200"/>
              <a:gd name="connsiteY2313" fmla="*/ 1143286 h 3505200"/>
              <a:gd name="connsiteX2314" fmla="*/ 533591 w 3505200"/>
              <a:gd name="connsiteY2314" fmla="*/ 1149382 h 3505200"/>
              <a:gd name="connsiteX2315" fmla="*/ 609790 w 3505200"/>
              <a:gd name="connsiteY2315" fmla="*/ 1150430 h 3505200"/>
              <a:gd name="connsiteX2316" fmla="*/ 616934 w 3505200"/>
              <a:gd name="connsiteY2316" fmla="*/ 1143286 h 3505200"/>
              <a:gd name="connsiteX2317" fmla="*/ 609790 w 3505200"/>
              <a:gd name="connsiteY2317" fmla="*/ 1136142 h 3505200"/>
              <a:gd name="connsiteX2318" fmla="*/ 602647 w 3505200"/>
              <a:gd name="connsiteY2318" fmla="*/ 1143286 h 3505200"/>
              <a:gd name="connsiteX2319" fmla="*/ 609790 w 3505200"/>
              <a:gd name="connsiteY2319" fmla="*/ 1150430 h 3505200"/>
              <a:gd name="connsiteX2320" fmla="*/ 685990 w 3505200"/>
              <a:gd name="connsiteY2320" fmla="*/ 1151287 h 3505200"/>
              <a:gd name="connsiteX2321" fmla="*/ 693992 w 3505200"/>
              <a:gd name="connsiteY2321" fmla="*/ 1143286 h 3505200"/>
              <a:gd name="connsiteX2322" fmla="*/ 685990 w 3505200"/>
              <a:gd name="connsiteY2322" fmla="*/ 1135285 h 3505200"/>
              <a:gd name="connsiteX2323" fmla="*/ 677990 w 3505200"/>
              <a:gd name="connsiteY2323" fmla="*/ 1143286 h 3505200"/>
              <a:gd name="connsiteX2324" fmla="*/ 685990 w 3505200"/>
              <a:gd name="connsiteY2324" fmla="*/ 1151287 h 3505200"/>
              <a:gd name="connsiteX2325" fmla="*/ 762190 w 3505200"/>
              <a:gd name="connsiteY2325" fmla="*/ 1152335 h 3505200"/>
              <a:gd name="connsiteX2326" fmla="*/ 771239 w 3505200"/>
              <a:gd name="connsiteY2326" fmla="*/ 1143286 h 3505200"/>
              <a:gd name="connsiteX2327" fmla="*/ 762190 w 3505200"/>
              <a:gd name="connsiteY2327" fmla="*/ 1134237 h 3505200"/>
              <a:gd name="connsiteX2328" fmla="*/ 753142 w 3505200"/>
              <a:gd name="connsiteY2328" fmla="*/ 1143286 h 3505200"/>
              <a:gd name="connsiteX2329" fmla="*/ 762190 w 3505200"/>
              <a:gd name="connsiteY2329" fmla="*/ 1152335 h 3505200"/>
              <a:gd name="connsiteX2330" fmla="*/ 838390 w 3505200"/>
              <a:gd name="connsiteY2330" fmla="*/ 1153382 h 3505200"/>
              <a:gd name="connsiteX2331" fmla="*/ 848487 w 3505200"/>
              <a:gd name="connsiteY2331" fmla="*/ 1143286 h 3505200"/>
              <a:gd name="connsiteX2332" fmla="*/ 838390 w 3505200"/>
              <a:gd name="connsiteY2332" fmla="*/ 1133189 h 3505200"/>
              <a:gd name="connsiteX2333" fmla="*/ 828294 w 3505200"/>
              <a:gd name="connsiteY2333" fmla="*/ 1143286 h 3505200"/>
              <a:gd name="connsiteX2334" fmla="*/ 838390 w 3505200"/>
              <a:gd name="connsiteY2334" fmla="*/ 1153382 h 3505200"/>
              <a:gd name="connsiteX2335" fmla="*/ 914590 w 3505200"/>
              <a:gd name="connsiteY2335" fmla="*/ 1154430 h 3505200"/>
              <a:gd name="connsiteX2336" fmla="*/ 925830 w 3505200"/>
              <a:gd name="connsiteY2336" fmla="*/ 1143191 h 3505200"/>
              <a:gd name="connsiteX2337" fmla="*/ 914590 w 3505200"/>
              <a:gd name="connsiteY2337" fmla="*/ 1131951 h 3505200"/>
              <a:gd name="connsiteX2338" fmla="*/ 903351 w 3505200"/>
              <a:gd name="connsiteY2338" fmla="*/ 1143191 h 3505200"/>
              <a:gd name="connsiteX2339" fmla="*/ 914590 w 3505200"/>
              <a:gd name="connsiteY2339" fmla="*/ 1154430 h 3505200"/>
              <a:gd name="connsiteX2340" fmla="*/ 990790 w 3505200"/>
              <a:gd name="connsiteY2340" fmla="*/ 1155287 h 3505200"/>
              <a:gd name="connsiteX2341" fmla="*/ 1002792 w 3505200"/>
              <a:gd name="connsiteY2341" fmla="*/ 1143286 h 3505200"/>
              <a:gd name="connsiteX2342" fmla="*/ 990790 w 3505200"/>
              <a:gd name="connsiteY2342" fmla="*/ 1131284 h 3505200"/>
              <a:gd name="connsiteX2343" fmla="*/ 978789 w 3505200"/>
              <a:gd name="connsiteY2343" fmla="*/ 1143286 h 3505200"/>
              <a:gd name="connsiteX2344" fmla="*/ 990790 w 3505200"/>
              <a:gd name="connsiteY2344" fmla="*/ 1155287 h 3505200"/>
              <a:gd name="connsiteX2345" fmla="*/ 1066991 w 3505200"/>
              <a:gd name="connsiteY2345" fmla="*/ 1156335 h 3505200"/>
              <a:gd name="connsiteX2346" fmla="*/ 1080135 w 3505200"/>
              <a:gd name="connsiteY2346" fmla="*/ 1143191 h 3505200"/>
              <a:gd name="connsiteX2347" fmla="*/ 1066991 w 3505200"/>
              <a:gd name="connsiteY2347" fmla="*/ 1130046 h 3505200"/>
              <a:gd name="connsiteX2348" fmla="*/ 1053846 w 3505200"/>
              <a:gd name="connsiteY2348" fmla="*/ 1143191 h 3505200"/>
              <a:gd name="connsiteX2349" fmla="*/ 1066991 w 3505200"/>
              <a:gd name="connsiteY2349" fmla="*/ 1156335 h 3505200"/>
              <a:gd name="connsiteX2350" fmla="*/ 1143191 w 3505200"/>
              <a:gd name="connsiteY2350" fmla="*/ 1157192 h 3505200"/>
              <a:gd name="connsiteX2351" fmla="*/ 1157097 w 3505200"/>
              <a:gd name="connsiteY2351" fmla="*/ 1143286 h 3505200"/>
              <a:gd name="connsiteX2352" fmla="*/ 1143191 w 3505200"/>
              <a:gd name="connsiteY2352" fmla="*/ 1129379 h 3505200"/>
              <a:gd name="connsiteX2353" fmla="*/ 1129284 w 3505200"/>
              <a:gd name="connsiteY2353" fmla="*/ 1143286 h 3505200"/>
              <a:gd name="connsiteX2354" fmla="*/ 1143191 w 3505200"/>
              <a:gd name="connsiteY2354" fmla="*/ 1157192 h 3505200"/>
              <a:gd name="connsiteX2355" fmla="*/ 1219391 w 3505200"/>
              <a:gd name="connsiteY2355" fmla="*/ 1157764 h 3505200"/>
              <a:gd name="connsiteX2356" fmla="*/ 1233964 w 3505200"/>
              <a:gd name="connsiteY2356" fmla="*/ 1143191 h 3505200"/>
              <a:gd name="connsiteX2357" fmla="*/ 1219391 w 3505200"/>
              <a:gd name="connsiteY2357" fmla="*/ 1128617 h 3505200"/>
              <a:gd name="connsiteX2358" fmla="*/ 1204817 w 3505200"/>
              <a:gd name="connsiteY2358" fmla="*/ 1143191 h 3505200"/>
              <a:gd name="connsiteX2359" fmla="*/ 1219391 w 3505200"/>
              <a:gd name="connsiteY2359" fmla="*/ 1157764 h 3505200"/>
              <a:gd name="connsiteX2360" fmla="*/ 1295591 w 3505200"/>
              <a:gd name="connsiteY2360" fmla="*/ 1158621 h 3505200"/>
              <a:gd name="connsiteX2361" fmla="*/ 1311021 w 3505200"/>
              <a:gd name="connsiteY2361" fmla="*/ 1143191 h 3505200"/>
              <a:gd name="connsiteX2362" fmla="*/ 1295591 w 3505200"/>
              <a:gd name="connsiteY2362" fmla="*/ 1127760 h 3505200"/>
              <a:gd name="connsiteX2363" fmla="*/ 1280160 w 3505200"/>
              <a:gd name="connsiteY2363" fmla="*/ 1143191 h 3505200"/>
              <a:gd name="connsiteX2364" fmla="*/ 1295591 w 3505200"/>
              <a:gd name="connsiteY2364" fmla="*/ 1158621 h 3505200"/>
              <a:gd name="connsiteX2365" fmla="*/ 1371791 w 3505200"/>
              <a:gd name="connsiteY2365" fmla="*/ 1159288 h 3505200"/>
              <a:gd name="connsiteX2366" fmla="*/ 1387888 w 3505200"/>
              <a:gd name="connsiteY2366" fmla="*/ 1143191 h 3505200"/>
              <a:gd name="connsiteX2367" fmla="*/ 1371791 w 3505200"/>
              <a:gd name="connsiteY2367" fmla="*/ 1127093 h 3505200"/>
              <a:gd name="connsiteX2368" fmla="*/ 1355693 w 3505200"/>
              <a:gd name="connsiteY2368" fmla="*/ 1143191 h 3505200"/>
              <a:gd name="connsiteX2369" fmla="*/ 1371791 w 3505200"/>
              <a:gd name="connsiteY2369" fmla="*/ 1159288 h 3505200"/>
              <a:gd name="connsiteX2370" fmla="*/ 1447991 w 3505200"/>
              <a:gd name="connsiteY2370" fmla="*/ 1159669 h 3505200"/>
              <a:gd name="connsiteX2371" fmla="*/ 1464469 w 3505200"/>
              <a:gd name="connsiteY2371" fmla="*/ 1143191 h 3505200"/>
              <a:gd name="connsiteX2372" fmla="*/ 1447991 w 3505200"/>
              <a:gd name="connsiteY2372" fmla="*/ 1126712 h 3505200"/>
              <a:gd name="connsiteX2373" fmla="*/ 1431512 w 3505200"/>
              <a:gd name="connsiteY2373" fmla="*/ 1143191 h 3505200"/>
              <a:gd name="connsiteX2374" fmla="*/ 1447991 w 3505200"/>
              <a:gd name="connsiteY2374" fmla="*/ 1159669 h 3505200"/>
              <a:gd name="connsiteX2375" fmla="*/ 1524191 w 3505200"/>
              <a:gd name="connsiteY2375" fmla="*/ 1160336 h 3505200"/>
              <a:gd name="connsiteX2376" fmla="*/ 1541336 w 3505200"/>
              <a:gd name="connsiteY2376" fmla="*/ 1143191 h 3505200"/>
              <a:gd name="connsiteX2377" fmla="*/ 1524191 w 3505200"/>
              <a:gd name="connsiteY2377" fmla="*/ 1126046 h 3505200"/>
              <a:gd name="connsiteX2378" fmla="*/ 1507046 w 3505200"/>
              <a:gd name="connsiteY2378" fmla="*/ 1143191 h 3505200"/>
              <a:gd name="connsiteX2379" fmla="*/ 1524191 w 3505200"/>
              <a:gd name="connsiteY2379" fmla="*/ 1160336 h 3505200"/>
              <a:gd name="connsiteX2380" fmla="*/ 1600391 w 3505200"/>
              <a:gd name="connsiteY2380" fmla="*/ 1160526 h 3505200"/>
              <a:gd name="connsiteX2381" fmla="*/ 1617726 w 3505200"/>
              <a:gd name="connsiteY2381" fmla="*/ 1143191 h 3505200"/>
              <a:gd name="connsiteX2382" fmla="*/ 1600391 w 3505200"/>
              <a:gd name="connsiteY2382" fmla="*/ 1125855 h 3505200"/>
              <a:gd name="connsiteX2383" fmla="*/ 1583055 w 3505200"/>
              <a:gd name="connsiteY2383" fmla="*/ 1143191 h 3505200"/>
              <a:gd name="connsiteX2384" fmla="*/ 1600391 w 3505200"/>
              <a:gd name="connsiteY2384" fmla="*/ 1160526 h 3505200"/>
              <a:gd name="connsiteX2385" fmla="*/ 1676591 w 3505200"/>
              <a:gd name="connsiteY2385" fmla="*/ 1160717 h 3505200"/>
              <a:gd name="connsiteX2386" fmla="*/ 1694117 w 3505200"/>
              <a:gd name="connsiteY2386" fmla="*/ 1143191 h 3505200"/>
              <a:gd name="connsiteX2387" fmla="*/ 1676591 w 3505200"/>
              <a:gd name="connsiteY2387" fmla="*/ 1125665 h 3505200"/>
              <a:gd name="connsiteX2388" fmla="*/ 1659064 w 3505200"/>
              <a:gd name="connsiteY2388" fmla="*/ 1143191 h 3505200"/>
              <a:gd name="connsiteX2389" fmla="*/ 1676591 w 3505200"/>
              <a:gd name="connsiteY2389" fmla="*/ 1160717 h 3505200"/>
              <a:gd name="connsiteX2390" fmla="*/ 1752791 w 3505200"/>
              <a:gd name="connsiteY2390" fmla="*/ 1161002 h 3505200"/>
              <a:gd name="connsiteX2391" fmla="*/ 1770507 w 3505200"/>
              <a:gd name="connsiteY2391" fmla="*/ 1143286 h 3505200"/>
              <a:gd name="connsiteX2392" fmla="*/ 1752791 w 3505200"/>
              <a:gd name="connsiteY2392" fmla="*/ 1125569 h 3505200"/>
              <a:gd name="connsiteX2393" fmla="*/ 1735074 w 3505200"/>
              <a:gd name="connsiteY2393" fmla="*/ 1143286 h 3505200"/>
              <a:gd name="connsiteX2394" fmla="*/ 1752791 w 3505200"/>
              <a:gd name="connsiteY2394" fmla="*/ 1161002 h 3505200"/>
              <a:gd name="connsiteX2395" fmla="*/ 1828991 w 3505200"/>
              <a:gd name="connsiteY2395" fmla="*/ 1161002 h 3505200"/>
              <a:gd name="connsiteX2396" fmla="*/ 1846707 w 3505200"/>
              <a:gd name="connsiteY2396" fmla="*/ 1143286 h 3505200"/>
              <a:gd name="connsiteX2397" fmla="*/ 1828991 w 3505200"/>
              <a:gd name="connsiteY2397" fmla="*/ 1125569 h 3505200"/>
              <a:gd name="connsiteX2398" fmla="*/ 1811274 w 3505200"/>
              <a:gd name="connsiteY2398" fmla="*/ 1143286 h 3505200"/>
              <a:gd name="connsiteX2399" fmla="*/ 1828991 w 3505200"/>
              <a:gd name="connsiteY2399" fmla="*/ 1161002 h 3505200"/>
              <a:gd name="connsiteX2400" fmla="*/ 1905191 w 3505200"/>
              <a:gd name="connsiteY2400" fmla="*/ 1160717 h 3505200"/>
              <a:gd name="connsiteX2401" fmla="*/ 1922717 w 3505200"/>
              <a:gd name="connsiteY2401" fmla="*/ 1143191 h 3505200"/>
              <a:gd name="connsiteX2402" fmla="*/ 1905191 w 3505200"/>
              <a:gd name="connsiteY2402" fmla="*/ 1125665 h 3505200"/>
              <a:gd name="connsiteX2403" fmla="*/ 1887664 w 3505200"/>
              <a:gd name="connsiteY2403" fmla="*/ 1143191 h 3505200"/>
              <a:gd name="connsiteX2404" fmla="*/ 1905191 w 3505200"/>
              <a:gd name="connsiteY2404" fmla="*/ 1160717 h 3505200"/>
              <a:gd name="connsiteX2405" fmla="*/ 1981391 w 3505200"/>
              <a:gd name="connsiteY2405" fmla="*/ 1160336 h 3505200"/>
              <a:gd name="connsiteX2406" fmla="*/ 1998536 w 3505200"/>
              <a:gd name="connsiteY2406" fmla="*/ 1143191 h 3505200"/>
              <a:gd name="connsiteX2407" fmla="*/ 1981391 w 3505200"/>
              <a:gd name="connsiteY2407" fmla="*/ 1126046 h 3505200"/>
              <a:gd name="connsiteX2408" fmla="*/ 1964246 w 3505200"/>
              <a:gd name="connsiteY2408" fmla="*/ 1143191 h 3505200"/>
              <a:gd name="connsiteX2409" fmla="*/ 1981391 w 3505200"/>
              <a:gd name="connsiteY2409" fmla="*/ 1160336 h 3505200"/>
              <a:gd name="connsiteX2410" fmla="*/ 2057591 w 3505200"/>
              <a:gd name="connsiteY2410" fmla="*/ 1159859 h 3505200"/>
              <a:gd name="connsiteX2411" fmla="*/ 2074259 w 3505200"/>
              <a:gd name="connsiteY2411" fmla="*/ 1143191 h 3505200"/>
              <a:gd name="connsiteX2412" fmla="*/ 2057591 w 3505200"/>
              <a:gd name="connsiteY2412" fmla="*/ 1126522 h 3505200"/>
              <a:gd name="connsiteX2413" fmla="*/ 2040922 w 3505200"/>
              <a:gd name="connsiteY2413" fmla="*/ 1143191 h 3505200"/>
              <a:gd name="connsiteX2414" fmla="*/ 2057591 w 3505200"/>
              <a:gd name="connsiteY2414" fmla="*/ 1159859 h 3505200"/>
              <a:gd name="connsiteX2415" fmla="*/ 2133791 w 3505200"/>
              <a:gd name="connsiteY2415" fmla="*/ 1159288 h 3505200"/>
              <a:gd name="connsiteX2416" fmla="*/ 2149888 w 3505200"/>
              <a:gd name="connsiteY2416" fmla="*/ 1143191 h 3505200"/>
              <a:gd name="connsiteX2417" fmla="*/ 2133791 w 3505200"/>
              <a:gd name="connsiteY2417" fmla="*/ 1127093 h 3505200"/>
              <a:gd name="connsiteX2418" fmla="*/ 2117693 w 3505200"/>
              <a:gd name="connsiteY2418" fmla="*/ 1143191 h 3505200"/>
              <a:gd name="connsiteX2419" fmla="*/ 2133791 w 3505200"/>
              <a:gd name="connsiteY2419" fmla="*/ 1159288 h 3505200"/>
              <a:gd name="connsiteX2420" fmla="*/ 2209991 w 3505200"/>
              <a:gd name="connsiteY2420" fmla="*/ 1158621 h 3505200"/>
              <a:gd name="connsiteX2421" fmla="*/ 2225421 w 3505200"/>
              <a:gd name="connsiteY2421" fmla="*/ 1143191 h 3505200"/>
              <a:gd name="connsiteX2422" fmla="*/ 2209991 w 3505200"/>
              <a:gd name="connsiteY2422" fmla="*/ 1127760 h 3505200"/>
              <a:gd name="connsiteX2423" fmla="*/ 2194560 w 3505200"/>
              <a:gd name="connsiteY2423" fmla="*/ 1143191 h 3505200"/>
              <a:gd name="connsiteX2424" fmla="*/ 2209991 w 3505200"/>
              <a:gd name="connsiteY2424" fmla="*/ 1158621 h 3505200"/>
              <a:gd name="connsiteX2425" fmla="*/ 2286191 w 3505200"/>
              <a:gd name="connsiteY2425" fmla="*/ 1158050 h 3505200"/>
              <a:gd name="connsiteX2426" fmla="*/ 2300954 w 3505200"/>
              <a:gd name="connsiteY2426" fmla="*/ 1143286 h 3505200"/>
              <a:gd name="connsiteX2427" fmla="*/ 2286191 w 3505200"/>
              <a:gd name="connsiteY2427" fmla="*/ 1128522 h 3505200"/>
              <a:gd name="connsiteX2428" fmla="*/ 2271427 w 3505200"/>
              <a:gd name="connsiteY2428" fmla="*/ 1143286 h 3505200"/>
              <a:gd name="connsiteX2429" fmla="*/ 2286191 w 3505200"/>
              <a:gd name="connsiteY2429" fmla="*/ 1158050 h 3505200"/>
              <a:gd name="connsiteX2430" fmla="*/ 2362391 w 3505200"/>
              <a:gd name="connsiteY2430" fmla="*/ 1157192 h 3505200"/>
              <a:gd name="connsiteX2431" fmla="*/ 2376297 w 3505200"/>
              <a:gd name="connsiteY2431" fmla="*/ 1143286 h 3505200"/>
              <a:gd name="connsiteX2432" fmla="*/ 2362391 w 3505200"/>
              <a:gd name="connsiteY2432" fmla="*/ 1129379 h 3505200"/>
              <a:gd name="connsiteX2433" fmla="*/ 2348484 w 3505200"/>
              <a:gd name="connsiteY2433" fmla="*/ 1143286 h 3505200"/>
              <a:gd name="connsiteX2434" fmla="*/ 2362391 w 3505200"/>
              <a:gd name="connsiteY2434" fmla="*/ 1157192 h 3505200"/>
              <a:gd name="connsiteX2435" fmla="*/ 2438591 w 3505200"/>
              <a:gd name="connsiteY2435" fmla="*/ 1156335 h 3505200"/>
              <a:gd name="connsiteX2436" fmla="*/ 2451735 w 3505200"/>
              <a:gd name="connsiteY2436" fmla="*/ 1143191 h 3505200"/>
              <a:gd name="connsiteX2437" fmla="*/ 2438591 w 3505200"/>
              <a:gd name="connsiteY2437" fmla="*/ 1130046 h 3505200"/>
              <a:gd name="connsiteX2438" fmla="*/ 2425446 w 3505200"/>
              <a:gd name="connsiteY2438" fmla="*/ 1143191 h 3505200"/>
              <a:gd name="connsiteX2439" fmla="*/ 2438591 w 3505200"/>
              <a:gd name="connsiteY2439" fmla="*/ 1156335 h 3505200"/>
              <a:gd name="connsiteX2440" fmla="*/ 2514791 w 3505200"/>
              <a:gd name="connsiteY2440" fmla="*/ 1155478 h 3505200"/>
              <a:gd name="connsiteX2441" fmla="*/ 2527078 w 3505200"/>
              <a:gd name="connsiteY2441" fmla="*/ 1143191 h 3505200"/>
              <a:gd name="connsiteX2442" fmla="*/ 2514791 w 3505200"/>
              <a:gd name="connsiteY2442" fmla="*/ 1130903 h 3505200"/>
              <a:gd name="connsiteX2443" fmla="*/ 2502503 w 3505200"/>
              <a:gd name="connsiteY2443" fmla="*/ 1143191 h 3505200"/>
              <a:gd name="connsiteX2444" fmla="*/ 2514791 w 3505200"/>
              <a:gd name="connsiteY2444" fmla="*/ 1155478 h 3505200"/>
              <a:gd name="connsiteX2445" fmla="*/ 2590991 w 3505200"/>
              <a:gd name="connsiteY2445" fmla="*/ 1154430 h 3505200"/>
              <a:gd name="connsiteX2446" fmla="*/ 2602230 w 3505200"/>
              <a:gd name="connsiteY2446" fmla="*/ 1143191 h 3505200"/>
              <a:gd name="connsiteX2447" fmla="*/ 2590991 w 3505200"/>
              <a:gd name="connsiteY2447" fmla="*/ 1131951 h 3505200"/>
              <a:gd name="connsiteX2448" fmla="*/ 2579751 w 3505200"/>
              <a:gd name="connsiteY2448" fmla="*/ 1143191 h 3505200"/>
              <a:gd name="connsiteX2449" fmla="*/ 2590991 w 3505200"/>
              <a:gd name="connsiteY2449" fmla="*/ 1154430 h 3505200"/>
              <a:gd name="connsiteX2450" fmla="*/ 2667191 w 3505200"/>
              <a:gd name="connsiteY2450" fmla="*/ 1153573 h 3505200"/>
              <a:gd name="connsiteX2451" fmla="*/ 2677573 w 3505200"/>
              <a:gd name="connsiteY2451" fmla="*/ 1143191 h 3505200"/>
              <a:gd name="connsiteX2452" fmla="*/ 2667191 w 3505200"/>
              <a:gd name="connsiteY2452" fmla="*/ 1132808 h 3505200"/>
              <a:gd name="connsiteX2453" fmla="*/ 2656808 w 3505200"/>
              <a:gd name="connsiteY2453" fmla="*/ 1143191 h 3505200"/>
              <a:gd name="connsiteX2454" fmla="*/ 2667191 w 3505200"/>
              <a:gd name="connsiteY2454" fmla="*/ 1153573 h 3505200"/>
              <a:gd name="connsiteX2455" fmla="*/ 2743391 w 3505200"/>
              <a:gd name="connsiteY2455" fmla="*/ 1152525 h 3505200"/>
              <a:gd name="connsiteX2456" fmla="*/ 2752725 w 3505200"/>
              <a:gd name="connsiteY2456" fmla="*/ 1143191 h 3505200"/>
              <a:gd name="connsiteX2457" fmla="*/ 2743391 w 3505200"/>
              <a:gd name="connsiteY2457" fmla="*/ 1133856 h 3505200"/>
              <a:gd name="connsiteX2458" fmla="*/ 2734056 w 3505200"/>
              <a:gd name="connsiteY2458" fmla="*/ 1143191 h 3505200"/>
              <a:gd name="connsiteX2459" fmla="*/ 2743391 w 3505200"/>
              <a:gd name="connsiteY2459" fmla="*/ 1152525 h 3505200"/>
              <a:gd name="connsiteX2460" fmla="*/ 2819591 w 3505200"/>
              <a:gd name="connsiteY2460" fmla="*/ 1151477 h 3505200"/>
              <a:gd name="connsiteX2461" fmla="*/ 2827878 w 3505200"/>
              <a:gd name="connsiteY2461" fmla="*/ 1143191 h 3505200"/>
              <a:gd name="connsiteX2462" fmla="*/ 2819591 w 3505200"/>
              <a:gd name="connsiteY2462" fmla="*/ 1134904 h 3505200"/>
              <a:gd name="connsiteX2463" fmla="*/ 2811304 w 3505200"/>
              <a:gd name="connsiteY2463" fmla="*/ 1143191 h 3505200"/>
              <a:gd name="connsiteX2464" fmla="*/ 2819591 w 3505200"/>
              <a:gd name="connsiteY2464" fmla="*/ 1151477 h 3505200"/>
              <a:gd name="connsiteX2465" fmla="*/ 2895791 w 3505200"/>
              <a:gd name="connsiteY2465" fmla="*/ 1150430 h 3505200"/>
              <a:gd name="connsiteX2466" fmla="*/ 2902934 w 3505200"/>
              <a:gd name="connsiteY2466" fmla="*/ 1143286 h 3505200"/>
              <a:gd name="connsiteX2467" fmla="*/ 2895791 w 3505200"/>
              <a:gd name="connsiteY2467" fmla="*/ 1136142 h 3505200"/>
              <a:gd name="connsiteX2468" fmla="*/ 2888647 w 3505200"/>
              <a:gd name="connsiteY2468" fmla="*/ 1143286 h 3505200"/>
              <a:gd name="connsiteX2469" fmla="*/ 2895791 w 3505200"/>
              <a:gd name="connsiteY2469" fmla="*/ 1150430 h 3505200"/>
              <a:gd name="connsiteX2470" fmla="*/ 2971991 w 3505200"/>
              <a:gd name="connsiteY2470" fmla="*/ 1149382 h 3505200"/>
              <a:gd name="connsiteX2471" fmla="*/ 2978087 w 3505200"/>
              <a:gd name="connsiteY2471" fmla="*/ 1143286 h 3505200"/>
              <a:gd name="connsiteX2472" fmla="*/ 2971991 w 3505200"/>
              <a:gd name="connsiteY2472" fmla="*/ 1137190 h 3505200"/>
              <a:gd name="connsiteX2473" fmla="*/ 2965895 w 3505200"/>
              <a:gd name="connsiteY2473" fmla="*/ 1143286 h 3505200"/>
              <a:gd name="connsiteX2474" fmla="*/ 2971991 w 3505200"/>
              <a:gd name="connsiteY2474" fmla="*/ 1149382 h 3505200"/>
              <a:gd name="connsiteX2475" fmla="*/ 3048191 w 3505200"/>
              <a:gd name="connsiteY2475" fmla="*/ 1148239 h 3505200"/>
              <a:gd name="connsiteX2476" fmla="*/ 3053239 w 3505200"/>
              <a:gd name="connsiteY2476" fmla="*/ 1143191 h 3505200"/>
              <a:gd name="connsiteX2477" fmla="*/ 3048191 w 3505200"/>
              <a:gd name="connsiteY2477" fmla="*/ 1138142 h 3505200"/>
              <a:gd name="connsiteX2478" fmla="*/ 3043142 w 3505200"/>
              <a:gd name="connsiteY2478" fmla="*/ 1143191 h 3505200"/>
              <a:gd name="connsiteX2479" fmla="*/ 3048191 w 3505200"/>
              <a:gd name="connsiteY2479" fmla="*/ 1148239 h 3505200"/>
              <a:gd name="connsiteX2480" fmla="*/ 3124391 w 3505200"/>
              <a:gd name="connsiteY2480" fmla="*/ 1147191 h 3505200"/>
              <a:gd name="connsiteX2481" fmla="*/ 3128391 w 3505200"/>
              <a:gd name="connsiteY2481" fmla="*/ 1143191 h 3505200"/>
              <a:gd name="connsiteX2482" fmla="*/ 3124391 w 3505200"/>
              <a:gd name="connsiteY2482" fmla="*/ 1139190 h 3505200"/>
              <a:gd name="connsiteX2483" fmla="*/ 3120390 w 3505200"/>
              <a:gd name="connsiteY2483" fmla="*/ 1143191 h 3505200"/>
              <a:gd name="connsiteX2484" fmla="*/ 3124391 w 3505200"/>
              <a:gd name="connsiteY2484" fmla="*/ 1147191 h 3505200"/>
              <a:gd name="connsiteX2485" fmla="*/ 3200591 w 3505200"/>
              <a:gd name="connsiteY2485" fmla="*/ 1146143 h 3505200"/>
              <a:gd name="connsiteX2486" fmla="*/ 3203543 w 3505200"/>
              <a:gd name="connsiteY2486" fmla="*/ 1143191 h 3505200"/>
              <a:gd name="connsiteX2487" fmla="*/ 3200591 w 3505200"/>
              <a:gd name="connsiteY2487" fmla="*/ 1140238 h 3505200"/>
              <a:gd name="connsiteX2488" fmla="*/ 3197638 w 3505200"/>
              <a:gd name="connsiteY2488" fmla="*/ 1143191 h 3505200"/>
              <a:gd name="connsiteX2489" fmla="*/ 3200591 w 3505200"/>
              <a:gd name="connsiteY2489" fmla="*/ 1146143 h 3505200"/>
              <a:gd name="connsiteX2490" fmla="*/ 3276791 w 3505200"/>
              <a:gd name="connsiteY2490" fmla="*/ 1145096 h 3505200"/>
              <a:gd name="connsiteX2491" fmla="*/ 3278696 w 3505200"/>
              <a:gd name="connsiteY2491" fmla="*/ 1143191 h 3505200"/>
              <a:gd name="connsiteX2492" fmla="*/ 3276791 w 3505200"/>
              <a:gd name="connsiteY2492" fmla="*/ 1141286 h 3505200"/>
              <a:gd name="connsiteX2493" fmla="*/ 3274886 w 3505200"/>
              <a:gd name="connsiteY2493" fmla="*/ 1143191 h 3505200"/>
              <a:gd name="connsiteX2494" fmla="*/ 3276791 w 3505200"/>
              <a:gd name="connsiteY2494" fmla="*/ 1145096 h 3505200"/>
              <a:gd name="connsiteX2495" fmla="*/ 3352991 w 3505200"/>
              <a:gd name="connsiteY2495" fmla="*/ 1144048 h 3505200"/>
              <a:gd name="connsiteX2496" fmla="*/ 3353848 w 3505200"/>
              <a:gd name="connsiteY2496" fmla="*/ 1143191 h 3505200"/>
              <a:gd name="connsiteX2497" fmla="*/ 3352991 w 3505200"/>
              <a:gd name="connsiteY2497" fmla="*/ 1142333 h 3505200"/>
              <a:gd name="connsiteX2498" fmla="*/ 3352133 w 3505200"/>
              <a:gd name="connsiteY2498" fmla="*/ 1143191 h 3505200"/>
              <a:gd name="connsiteX2499" fmla="*/ 3352991 w 3505200"/>
              <a:gd name="connsiteY2499" fmla="*/ 1144048 h 3505200"/>
              <a:gd name="connsiteX2500" fmla="*/ 76391 w 3505200"/>
              <a:gd name="connsiteY2500" fmla="*/ 1219581 h 3505200"/>
              <a:gd name="connsiteX2501" fmla="*/ 76581 w 3505200"/>
              <a:gd name="connsiteY2501" fmla="*/ 1219391 h 3505200"/>
              <a:gd name="connsiteX2502" fmla="*/ 76391 w 3505200"/>
              <a:gd name="connsiteY2502" fmla="*/ 1219200 h 3505200"/>
              <a:gd name="connsiteX2503" fmla="*/ 76200 w 3505200"/>
              <a:gd name="connsiteY2503" fmla="*/ 1219391 h 3505200"/>
              <a:gd name="connsiteX2504" fmla="*/ 76391 w 3505200"/>
              <a:gd name="connsiteY2504" fmla="*/ 1219581 h 3505200"/>
              <a:gd name="connsiteX2505" fmla="*/ 152591 w 3505200"/>
              <a:gd name="connsiteY2505" fmla="*/ 1220438 h 3505200"/>
              <a:gd name="connsiteX2506" fmla="*/ 153638 w 3505200"/>
              <a:gd name="connsiteY2506" fmla="*/ 1219391 h 3505200"/>
              <a:gd name="connsiteX2507" fmla="*/ 152591 w 3505200"/>
              <a:gd name="connsiteY2507" fmla="*/ 1218343 h 3505200"/>
              <a:gd name="connsiteX2508" fmla="*/ 151543 w 3505200"/>
              <a:gd name="connsiteY2508" fmla="*/ 1219391 h 3505200"/>
              <a:gd name="connsiteX2509" fmla="*/ 152591 w 3505200"/>
              <a:gd name="connsiteY2509" fmla="*/ 1220438 h 3505200"/>
              <a:gd name="connsiteX2510" fmla="*/ 228791 w 3505200"/>
              <a:gd name="connsiteY2510" fmla="*/ 1221486 h 3505200"/>
              <a:gd name="connsiteX2511" fmla="*/ 230886 w 3505200"/>
              <a:gd name="connsiteY2511" fmla="*/ 1219391 h 3505200"/>
              <a:gd name="connsiteX2512" fmla="*/ 228791 w 3505200"/>
              <a:gd name="connsiteY2512" fmla="*/ 1217295 h 3505200"/>
              <a:gd name="connsiteX2513" fmla="*/ 226695 w 3505200"/>
              <a:gd name="connsiteY2513" fmla="*/ 1219391 h 3505200"/>
              <a:gd name="connsiteX2514" fmla="*/ 228791 w 3505200"/>
              <a:gd name="connsiteY2514" fmla="*/ 1221486 h 3505200"/>
              <a:gd name="connsiteX2515" fmla="*/ 304991 w 3505200"/>
              <a:gd name="connsiteY2515" fmla="*/ 1222820 h 3505200"/>
              <a:gd name="connsiteX2516" fmla="*/ 308324 w 3505200"/>
              <a:gd name="connsiteY2516" fmla="*/ 1219486 h 3505200"/>
              <a:gd name="connsiteX2517" fmla="*/ 304991 w 3505200"/>
              <a:gd name="connsiteY2517" fmla="*/ 1216057 h 3505200"/>
              <a:gd name="connsiteX2518" fmla="*/ 301562 w 3505200"/>
              <a:gd name="connsiteY2518" fmla="*/ 1219486 h 3505200"/>
              <a:gd name="connsiteX2519" fmla="*/ 304991 w 3505200"/>
              <a:gd name="connsiteY2519" fmla="*/ 1222820 h 3505200"/>
              <a:gd name="connsiteX2520" fmla="*/ 381191 w 3505200"/>
              <a:gd name="connsiteY2520" fmla="*/ 1223867 h 3505200"/>
              <a:gd name="connsiteX2521" fmla="*/ 385667 w 3505200"/>
              <a:gd name="connsiteY2521" fmla="*/ 1219391 h 3505200"/>
              <a:gd name="connsiteX2522" fmla="*/ 381191 w 3505200"/>
              <a:gd name="connsiteY2522" fmla="*/ 1214914 h 3505200"/>
              <a:gd name="connsiteX2523" fmla="*/ 376714 w 3505200"/>
              <a:gd name="connsiteY2523" fmla="*/ 1219391 h 3505200"/>
              <a:gd name="connsiteX2524" fmla="*/ 381191 w 3505200"/>
              <a:gd name="connsiteY2524" fmla="*/ 1223867 h 3505200"/>
              <a:gd name="connsiteX2525" fmla="*/ 457391 w 3505200"/>
              <a:gd name="connsiteY2525" fmla="*/ 1224915 h 3505200"/>
              <a:gd name="connsiteX2526" fmla="*/ 462915 w 3505200"/>
              <a:gd name="connsiteY2526" fmla="*/ 1219391 h 3505200"/>
              <a:gd name="connsiteX2527" fmla="*/ 457391 w 3505200"/>
              <a:gd name="connsiteY2527" fmla="*/ 1213866 h 3505200"/>
              <a:gd name="connsiteX2528" fmla="*/ 451866 w 3505200"/>
              <a:gd name="connsiteY2528" fmla="*/ 1219391 h 3505200"/>
              <a:gd name="connsiteX2529" fmla="*/ 457391 w 3505200"/>
              <a:gd name="connsiteY2529" fmla="*/ 1224915 h 3505200"/>
              <a:gd name="connsiteX2530" fmla="*/ 533591 w 3505200"/>
              <a:gd name="connsiteY2530" fmla="*/ 1225963 h 3505200"/>
              <a:gd name="connsiteX2531" fmla="*/ 540163 w 3505200"/>
              <a:gd name="connsiteY2531" fmla="*/ 1219391 h 3505200"/>
              <a:gd name="connsiteX2532" fmla="*/ 533591 w 3505200"/>
              <a:gd name="connsiteY2532" fmla="*/ 1212818 h 3505200"/>
              <a:gd name="connsiteX2533" fmla="*/ 527018 w 3505200"/>
              <a:gd name="connsiteY2533" fmla="*/ 1219391 h 3505200"/>
              <a:gd name="connsiteX2534" fmla="*/ 533591 w 3505200"/>
              <a:gd name="connsiteY2534" fmla="*/ 1225963 h 3505200"/>
              <a:gd name="connsiteX2535" fmla="*/ 609790 w 3505200"/>
              <a:gd name="connsiteY2535" fmla="*/ 1227011 h 3505200"/>
              <a:gd name="connsiteX2536" fmla="*/ 617411 w 3505200"/>
              <a:gd name="connsiteY2536" fmla="*/ 1219391 h 3505200"/>
              <a:gd name="connsiteX2537" fmla="*/ 609790 w 3505200"/>
              <a:gd name="connsiteY2537" fmla="*/ 1211771 h 3505200"/>
              <a:gd name="connsiteX2538" fmla="*/ 602171 w 3505200"/>
              <a:gd name="connsiteY2538" fmla="*/ 1219391 h 3505200"/>
              <a:gd name="connsiteX2539" fmla="*/ 609790 w 3505200"/>
              <a:gd name="connsiteY2539" fmla="*/ 1227011 h 3505200"/>
              <a:gd name="connsiteX2540" fmla="*/ 685990 w 3505200"/>
              <a:gd name="connsiteY2540" fmla="*/ 1228058 h 3505200"/>
              <a:gd name="connsiteX2541" fmla="*/ 694658 w 3505200"/>
              <a:gd name="connsiteY2541" fmla="*/ 1219391 h 3505200"/>
              <a:gd name="connsiteX2542" fmla="*/ 685990 w 3505200"/>
              <a:gd name="connsiteY2542" fmla="*/ 1210723 h 3505200"/>
              <a:gd name="connsiteX2543" fmla="*/ 677323 w 3505200"/>
              <a:gd name="connsiteY2543" fmla="*/ 1219391 h 3505200"/>
              <a:gd name="connsiteX2544" fmla="*/ 685990 w 3505200"/>
              <a:gd name="connsiteY2544" fmla="*/ 1228058 h 3505200"/>
              <a:gd name="connsiteX2545" fmla="*/ 762190 w 3505200"/>
              <a:gd name="connsiteY2545" fmla="*/ 1229106 h 3505200"/>
              <a:gd name="connsiteX2546" fmla="*/ 771906 w 3505200"/>
              <a:gd name="connsiteY2546" fmla="*/ 1219391 h 3505200"/>
              <a:gd name="connsiteX2547" fmla="*/ 762190 w 3505200"/>
              <a:gd name="connsiteY2547" fmla="*/ 1209675 h 3505200"/>
              <a:gd name="connsiteX2548" fmla="*/ 752475 w 3505200"/>
              <a:gd name="connsiteY2548" fmla="*/ 1219391 h 3505200"/>
              <a:gd name="connsiteX2549" fmla="*/ 762190 w 3505200"/>
              <a:gd name="connsiteY2549" fmla="*/ 1229106 h 3505200"/>
              <a:gd name="connsiteX2550" fmla="*/ 838390 w 3505200"/>
              <a:gd name="connsiteY2550" fmla="*/ 1230154 h 3505200"/>
              <a:gd name="connsiteX2551" fmla="*/ 849154 w 3505200"/>
              <a:gd name="connsiteY2551" fmla="*/ 1219391 h 3505200"/>
              <a:gd name="connsiteX2552" fmla="*/ 838390 w 3505200"/>
              <a:gd name="connsiteY2552" fmla="*/ 1208627 h 3505200"/>
              <a:gd name="connsiteX2553" fmla="*/ 827627 w 3505200"/>
              <a:gd name="connsiteY2553" fmla="*/ 1219391 h 3505200"/>
              <a:gd name="connsiteX2554" fmla="*/ 838390 w 3505200"/>
              <a:gd name="connsiteY2554" fmla="*/ 1230154 h 3505200"/>
              <a:gd name="connsiteX2555" fmla="*/ 914590 w 3505200"/>
              <a:gd name="connsiteY2555" fmla="*/ 1231202 h 3505200"/>
              <a:gd name="connsiteX2556" fmla="*/ 926402 w 3505200"/>
              <a:gd name="connsiteY2556" fmla="*/ 1219391 h 3505200"/>
              <a:gd name="connsiteX2557" fmla="*/ 914590 w 3505200"/>
              <a:gd name="connsiteY2557" fmla="*/ 1207580 h 3505200"/>
              <a:gd name="connsiteX2558" fmla="*/ 902780 w 3505200"/>
              <a:gd name="connsiteY2558" fmla="*/ 1219391 h 3505200"/>
              <a:gd name="connsiteX2559" fmla="*/ 914590 w 3505200"/>
              <a:gd name="connsiteY2559" fmla="*/ 1231202 h 3505200"/>
              <a:gd name="connsiteX2560" fmla="*/ 990790 w 3505200"/>
              <a:gd name="connsiteY2560" fmla="*/ 1232345 h 3505200"/>
              <a:gd name="connsiteX2561" fmla="*/ 1003649 w 3505200"/>
              <a:gd name="connsiteY2561" fmla="*/ 1219486 h 3505200"/>
              <a:gd name="connsiteX2562" fmla="*/ 990790 w 3505200"/>
              <a:gd name="connsiteY2562" fmla="*/ 1206627 h 3505200"/>
              <a:gd name="connsiteX2563" fmla="*/ 977932 w 3505200"/>
              <a:gd name="connsiteY2563" fmla="*/ 1219486 h 3505200"/>
              <a:gd name="connsiteX2564" fmla="*/ 990790 w 3505200"/>
              <a:gd name="connsiteY2564" fmla="*/ 1232345 h 3505200"/>
              <a:gd name="connsiteX2565" fmla="*/ 1066991 w 3505200"/>
              <a:gd name="connsiteY2565" fmla="*/ 1233107 h 3505200"/>
              <a:gd name="connsiteX2566" fmla="*/ 1080707 w 3505200"/>
              <a:gd name="connsiteY2566" fmla="*/ 1219391 h 3505200"/>
              <a:gd name="connsiteX2567" fmla="*/ 1066991 w 3505200"/>
              <a:gd name="connsiteY2567" fmla="*/ 1205675 h 3505200"/>
              <a:gd name="connsiteX2568" fmla="*/ 1053275 w 3505200"/>
              <a:gd name="connsiteY2568" fmla="*/ 1219391 h 3505200"/>
              <a:gd name="connsiteX2569" fmla="*/ 1066991 w 3505200"/>
              <a:gd name="connsiteY2569" fmla="*/ 1233107 h 3505200"/>
              <a:gd name="connsiteX2570" fmla="*/ 1143191 w 3505200"/>
              <a:gd name="connsiteY2570" fmla="*/ 1233964 h 3505200"/>
              <a:gd name="connsiteX2571" fmla="*/ 1157764 w 3505200"/>
              <a:gd name="connsiteY2571" fmla="*/ 1219391 h 3505200"/>
              <a:gd name="connsiteX2572" fmla="*/ 1143191 w 3505200"/>
              <a:gd name="connsiteY2572" fmla="*/ 1204817 h 3505200"/>
              <a:gd name="connsiteX2573" fmla="*/ 1128617 w 3505200"/>
              <a:gd name="connsiteY2573" fmla="*/ 1219391 h 3505200"/>
              <a:gd name="connsiteX2574" fmla="*/ 1143191 w 3505200"/>
              <a:gd name="connsiteY2574" fmla="*/ 1233964 h 3505200"/>
              <a:gd name="connsiteX2575" fmla="*/ 1219391 w 3505200"/>
              <a:gd name="connsiteY2575" fmla="*/ 1234821 h 3505200"/>
              <a:gd name="connsiteX2576" fmla="*/ 1234821 w 3505200"/>
              <a:gd name="connsiteY2576" fmla="*/ 1219391 h 3505200"/>
              <a:gd name="connsiteX2577" fmla="*/ 1219391 w 3505200"/>
              <a:gd name="connsiteY2577" fmla="*/ 1203960 h 3505200"/>
              <a:gd name="connsiteX2578" fmla="*/ 1203960 w 3505200"/>
              <a:gd name="connsiteY2578" fmla="*/ 1219391 h 3505200"/>
              <a:gd name="connsiteX2579" fmla="*/ 1219391 w 3505200"/>
              <a:gd name="connsiteY2579" fmla="*/ 1234821 h 3505200"/>
              <a:gd name="connsiteX2580" fmla="*/ 1295591 w 3505200"/>
              <a:gd name="connsiteY2580" fmla="*/ 1235678 h 3505200"/>
              <a:gd name="connsiteX2581" fmla="*/ 1311878 w 3505200"/>
              <a:gd name="connsiteY2581" fmla="*/ 1219391 h 3505200"/>
              <a:gd name="connsiteX2582" fmla="*/ 1295591 w 3505200"/>
              <a:gd name="connsiteY2582" fmla="*/ 1203103 h 3505200"/>
              <a:gd name="connsiteX2583" fmla="*/ 1279303 w 3505200"/>
              <a:gd name="connsiteY2583" fmla="*/ 1219391 h 3505200"/>
              <a:gd name="connsiteX2584" fmla="*/ 1295591 w 3505200"/>
              <a:gd name="connsiteY2584" fmla="*/ 1235678 h 3505200"/>
              <a:gd name="connsiteX2585" fmla="*/ 1371791 w 3505200"/>
              <a:gd name="connsiteY2585" fmla="*/ 1236345 h 3505200"/>
              <a:gd name="connsiteX2586" fmla="*/ 1388650 w 3505200"/>
              <a:gd name="connsiteY2586" fmla="*/ 1219486 h 3505200"/>
              <a:gd name="connsiteX2587" fmla="*/ 1371791 w 3505200"/>
              <a:gd name="connsiteY2587" fmla="*/ 1202627 h 3505200"/>
              <a:gd name="connsiteX2588" fmla="*/ 1354931 w 3505200"/>
              <a:gd name="connsiteY2588" fmla="*/ 1219486 h 3505200"/>
              <a:gd name="connsiteX2589" fmla="*/ 1371791 w 3505200"/>
              <a:gd name="connsiteY2589" fmla="*/ 1236345 h 3505200"/>
              <a:gd name="connsiteX2590" fmla="*/ 1447991 w 3505200"/>
              <a:gd name="connsiteY2590" fmla="*/ 1236917 h 3505200"/>
              <a:gd name="connsiteX2591" fmla="*/ 1465517 w 3505200"/>
              <a:gd name="connsiteY2591" fmla="*/ 1219391 h 3505200"/>
              <a:gd name="connsiteX2592" fmla="*/ 1447991 w 3505200"/>
              <a:gd name="connsiteY2592" fmla="*/ 1201865 h 3505200"/>
              <a:gd name="connsiteX2593" fmla="*/ 1430464 w 3505200"/>
              <a:gd name="connsiteY2593" fmla="*/ 1219391 h 3505200"/>
              <a:gd name="connsiteX2594" fmla="*/ 1447991 w 3505200"/>
              <a:gd name="connsiteY2594" fmla="*/ 1236917 h 3505200"/>
              <a:gd name="connsiteX2595" fmla="*/ 1524191 w 3505200"/>
              <a:gd name="connsiteY2595" fmla="*/ 1237583 h 3505200"/>
              <a:gd name="connsiteX2596" fmla="*/ 1542383 w 3505200"/>
              <a:gd name="connsiteY2596" fmla="*/ 1219391 h 3505200"/>
              <a:gd name="connsiteX2597" fmla="*/ 1524191 w 3505200"/>
              <a:gd name="connsiteY2597" fmla="*/ 1201198 h 3505200"/>
              <a:gd name="connsiteX2598" fmla="*/ 1505998 w 3505200"/>
              <a:gd name="connsiteY2598" fmla="*/ 1219391 h 3505200"/>
              <a:gd name="connsiteX2599" fmla="*/ 1524191 w 3505200"/>
              <a:gd name="connsiteY2599" fmla="*/ 1237583 h 3505200"/>
              <a:gd name="connsiteX2600" fmla="*/ 1600391 w 3505200"/>
              <a:gd name="connsiteY2600" fmla="*/ 1237964 h 3505200"/>
              <a:gd name="connsiteX2601" fmla="*/ 1618964 w 3505200"/>
              <a:gd name="connsiteY2601" fmla="*/ 1219391 h 3505200"/>
              <a:gd name="connsiteX2602" fmla="*/ 1600391 w 3505200"/>
              <a:gd name="connsiteY2602" fmla="*/ 1200817 h 3505200"/>
              <a:gd name="connsiteX2603" fmla="*/ 1581817 w 3505200"/>
              <a:gd name="connsiteY2603" fmla="*/ 1219391 h 3505200"/>
              <a:gd name="connsiteX2604" fmla="*/ 1600391 w 3505200"/>
              <a:gd name="connsiteY2604" fmla="*/ 1237964 h 3505200"/>
              <a:gd name="connsiteX2605" fmla="*/ 1676591 w 3505200"/>
              <a:gd name="connsiteY2605" fmla="*/ 1238250 h 3505200"/>
              <a:gd name="connsiteX2606" fmla="*/ 1695355 w 3505200"/>
              <a:gd name="connsiteY2606" fmla="*/ 1219486 h 3505200"/>
              <a:gd name="connsiteX2607" fmla="*/ 1676591 w 3505200"/>
              <a:gd name="connsiteY2607" fmla="*/ 1200722 h 3505200"/>
              <a:gd name="connsiteX2608" fmla="*/ 1657826 w 3505200"/>
              <a:gd name="connsiteY2608" fmla="*/ 1219486 h 3505200"/>
              <a:gd name="connsiteX2609" fmla="*/ 1676591 w 3505200"/>
              <a:gd name="connsiteY2609" fmla="*/ 1238250 h 3505200"/>
              <a:gd name="connsiteX2610" fmla="*/ 1752791 w 3505200"/>
              <a:gd name="connsiteY2610" fmla="*/ 1238441 h 3505200"/>
              <a:gd name="connsiteX2611" fmla="*/ 1771841 w 3505200"/>
              <a:gd name="connsiteY2611" fmla="*/ 1219391 h 3505200"/>
              <a:gd name="connsiteX2612" fmla="*/ 1752791 w 3505200"/>
              <a:gd name="connsiteY2612" fmla="*/ 1200341 h 3505200"/>
              <a:gd name="connsiteX2613" fmla="*/ 1733741 w 3505200"/>
              <a:gd name="connsiteY2613" fmla="*/ 1219391 h 3505200"/>
              <a:gd name="connsiteX2614" fmla="*/ 1752791 w 3505200"/>
              <a:gd name="connsiteY2614" fmla="*/ 1238441 h 3505200"/>
              <a:gd name="connsiteX2615" fmla="*/ 1828991 w 3505200"/>
              <a:gd name="connsiteY2615" fmla="*/ 1238250 h 3505200"/>
              <a:gd name="connsiteX2616" fmla="*/ 1847755 w 3505200"/>
              <a:gd name="connsiteY2616" fmla="*/ 1219486 h 3505200"/>
              <a:gd name="connsiteX2617" fmla="*/ 1828991 w 3505200"/>
              <a:gd name="connsiteY2617" fmla="*/ 1200722 h 3505200"/>
              <a:gd name="connsiteX2618" fmla="*/ 1810226 w 3505200"/>
              <a:gd name="connsiteY2618" fmla="*/ 1219486 h 3505200"/>
              <a:gd name="connsiteX2619" fmla="*/ 1828991 w 3505200"/>
              <a:gd name="connsiteY2619" fmla="*/ 1238250 h 3505200"/>
              <a:gd name="connsiteX2620" fmla="*/ 1905191 w 3505200"/>
              <a:gd name="connsiteY2620" fmla="*/ 1237964 h 3505200"/>
              <a:gd name="connsiteX2621" fmla="*/ 1923764 w 3505200"/>
              <a:gd name="connsiteY2621" fmla="*/ 1219391 h 3505200"/>
              <a:gd name="connsiteX2622" fmla="*/ 1905191 w 3505200"/>
              <a:gd name="connsiteY2622" fmla="*/ 1200817 h 3505200"/>
              <a:gd name="connsiteX2623" fmla="*/ 1886617 w 3505200"/>
              <a:gd name="connsiteY2623" fmla="*/ 1219391 h 3505200"/>
              <a:gd name="connsiteX2624" fmla="*/ 1905191 w 3505200"/>
              <a:gd name="connsiteY2624" fmla="*/ 1237964 h 3505200"/>
              <a:gd name="connsiteX2625" fmla="*/ 1981391 w 3505200"/>
              <a:gd name="connsiteY2625" fmla="*/ 1237583 h 3505200"/>
              <a:gd name="connsiteX2626" fmla="*/ 1999583 w 3505200"/>
              <a:gd name="connsiteY2626" fmla="*/ 1219391 h 3505200"/>
              <a:gd name="connsiteX2627" fmla="*/ 1981391 w 3505200"/>
              <a:gd name="connsiteY2627" fmla="*/ 1201198 h 3505200"/>
              <a:gd name="connsiteX2628" fmla="*/ 1963198 w 3505200"/>
              <a:gd name="connsiteY2628" fmla="*/ 1219391 h 3505200"/>
              <a:gd name="connsiteX2629" fmla="*/ 1981391 w 3505200"/>
              <a:gd name="connsiteY2629" fmla="*/ 1237583 h 3505200"/>
              <a:gd name="connsiteX2630" fmla="*/ 2057591 w 3505200"/>
              <a:gd name="connsiteY2630" fmla="*/ 1237202 h 3505200"/>
              <a:gd name="connsiteX2631" fmla="*/ 2075307 w 3505200"/>
              <a:gd name="connsiteY2631" fmla="*/ 1219486 h 3505200"/>
              <a:gd name="connsiteX2632" fmla="*/ 2057591 w 3505200"/>
              <a:gd name="connsiteY2632" fmla="*/ 1201769 h 3505200"/>
              <a:gd name="connsiteX2633" fmla="*/ 2039874 w 3505200"/>
              <a:gd name="connsiteY2633" fmla="*/ 1219486 h 3505200"/>
              <a:gd name="connsiteX2634" fmla="*/ 2057591 w 3505200"/>
              <a:gd name="connsiteY2634" fmla="*/ 1237202 h 3505200"/>
              <a:gd name="connsiteX2635" fmla="*/ 2133791 w 3505200"/>
              <a:gd name="connsiteY2635" fmla="*/ 1236536 h 3505200"/>
              <a:gd name="connsiteX2636" fmla="*/ 2150936 w 3505200"/>
              <a:gd name="connsiteY2636" fmla="*/ 1219391 h 3505200"/>
              <a:gd name="connsiteX2637" fmla="*/ 2133791 w 3505200"/>
              <a:gd name="connsiteY2637" fmla="*/ 1202246 h 3505200"/>
              <a:gd name="connsiteX2638" fmla="*/ 2116646 w 3505200"/>
              <a:gd name="connsiteY2638" fmla="*/ 1219391 h 3505200"/>
              <a:gd name="connsiteX2639" fmla="*/ 2133791 w 3505200"/>
              <a:gd name="connsiteY2639" fmla="*/ 1236536 h 3505200"/>
              <a:gd name="connsiteX2640" fmla="*/ 2209991 w 3505200"/>
              <a:gd name="connsiteY2640" fmla="*/ 1235678 h 3505200"/>
              <a:gd name="connsiteX2641" fmla="*/ 2226278 w 3505200"/>
              <a:gd name="connsiteY2641" fmla="*/ 1219391 h 3505200"/>
              <a:gd name="connsiteX2642" fmla="*/ 2209991 w 3505200"/>
              <a:gd name="connsiteY2642" fmla="*/ 1203103 h 3505200"/>
              <a:gd name="connsiteX2643" fmla="*/ 2193703 w 3505200"/>
              <a:gd name="connsiteY2643" fmla="*/ 1219391 h 3505200"/>
              <a:gd name="connsiteX2644" fmla="*/ 2209991 w 3505200"/>
              <a:gd name="connsiteY2644" fmla="*/ 1235678 h 3505200"/>
              <a:gd name="connsiteX2645" fmla="*/ 2286191 w 3505200"/>
              <a:gd name="connsiteY2645" fmla="*/ 1235012 h 3505200"/>
              <a:gd name="connsiteX2646" fmla="*/ 2301812 w 3505200"/>
              <a:gd name="connsiteY2646" fmla="*/ 1219391 h 3505200"/>
              <a:gd name="connsiteX2647" fmla="*/ 2286191 w 3505200"/>
              <a:gd name="connsiteY2647" fmla="*/ 1203770 h 3505200"/>
              <a:gd name="connsiteX2648" fmla="*/ 2270570 w 3505200"/>
              <a:gd name="connsiteY2648" fmla="*/ 1219391 h 3505200"/>
              <a:gd name="connsiteX2649" fmla="*/ 2286191 w 3505200"/>
              <a:gd name="connsiteY2649" fmla="*/ 1235012 h 3505200"/>
              <a:gd name="connsiteX2650" fmla="*/ 2362391 w 3505200"/>
              <a:gd name="connsiteY2650" fmla="*/ 1234250 h 3505200"/>
              <a:gd name="connsiteX2651" fmla="*/ 2377154 w 3505200"/>
              <a:gd name="connsiteY2651" fmla="*/ 1219486 h 3505200"/>
              <a:gd name="connsiteX2652" fmla="*/ 2362391 w 3505200"/>
              <a:gd name="connsiteY2652" fmla="*/ 1204722 h 3505200"/>
              <a:gd name="connsiteX2653" fmla="*/ 2347627 w 3505200"/>
              <a:gd name="connsiteY2653" fmla="*/ 1219486 h 3505200"/>
              <a:gd name="connsiteX2654" fmla="*/ 2362391 w 3505200"/>
              <a:gd name="connsiteY2654" fmla="*/ 1234250 h 3505200"/>
              <a:gd name="connsiteX2655" fmla="*/ 2438591 w 3505200"/>
              <a:gd name="connsiteY2655" fmla="*/ 1233107 h 3505200"/>
              <a:gd name="connsiteX2656" fmla="*/ 2452307 w 3505200"/>
              <a:gd name="connsiteY2656" fmla="*/ 1219391 h 3505200"/>
              <a:gd name="connsiteX2657" fmla="*/ 2438591 w 3505200"/>
              <a:gd name="connsiteY2657" fmla="*/ 1205675 h 3505200"/>
              <a:gd name="connsiteX2658" fmla="*/ 2424875 w 3505200"/>
              <a:gd name="connsiteY2658" fmla="*/ 1219391 h 3505200"/>
              <a:gd name="connsiteX2659" fmla="*/ 2438591 w 3505200"/>
              <a:gd name="connsiteY2659" fmla="*/ 1233107 h 3505200"/>
              <a:gd name="connsiteX2660" fmla="*/ 2514791 w 3505200"/>
              <a:gd name="connsiteY2660" fmla="*/ 1232345 h 3505200"/>
              <a:gd name="connsiteX2661" fmla="*/ 2527649 w 3505200"/>
              <a:gd name="connsiteY2661" fmla="*/ 1219486 h 3505200"/>
              <a:gd name="connsiteX2662" fmla="*/ 2514791 w 3505200"/>
              <a:gd name="connsiteY2662" fmla="*/ 1206627 h 3505200"/>
              <a:gd name="connsiteX2663" fmla="*/ 2501932 w 3505200"/>
              <a:gd name="connsiteY2663" fmla="*/ 1219486 h 3505200"/>
              <a:gd name="connsiteX2664" fmla="*/ 2514791 w 3505200"/>
              <a:gd name="connsiteY2664" fmla="*/ 1232345 h 3505200"/>
              <a:gd name="connsiteX2665" fmla="*/ 2590991 w 3505200"/>
              <a:gd name="connsiteY2665" fmla="*/ 1231202 h 3505200"/>
              <a:gd name="connsiteX2666" fmla="*/ 2602802 w 3505200"/>
              <a:gd name="connsiteY2666" fmla="*/ 1219391 h 3505200"/>
              <a:gd name="connsiteX2667" fmla="*/ 2590991 w 3505200"/>
              <a:gd name="connsiteY2667" fmla="*/ 1207580 h 3505200"/>
              <a:gd name="connsiteX2668" fmla="*/ 2579180 w 3505200"/>
              <a:gd name="connsiteY2668" fmla="*/ 1219391 h 3505200"/>
              <a:gd name="connsiteX2669" fmla="*/ 2590991 w 3505200"/>
              <a:gd name="connsiteY2669" fmla="*/ 1231202 h 3505200"/>
              <a:gd name="connsiteX2670" fmla="*/ 2667191 w 3505200"/>
              <a:gd name="connsiteY2670" fmla="*/ 1230439 h 3505200"/>
              <a:gd name="connsiteX2671" fmla="*/ 2678145 w 3505200"/>
              <a:gd name="connsiteY2671" fmla="*/ 1219486 h 3505200"/>
              <a:gd name="connsiteX2672" fmla="*/ 2667191 w 3505200"/>
              <a:gd name="connsiteY2672" fmla="*/ 1208532 h 3505200"/>
              <a:gd name="connsiteX2673" fmla="*/ 2656237 w 3505200"/>
              <a:gd name="connsiteY2673" fmla="*/ 1219486 h 3505200"/>
              <a:gd name="connsiteX2674" fmla="*/ 2667191 w 3505200"/>
              <a:gd name="connsiteY2674" fmla="*/ 1230439 h 3505200"/>
              <a:gd name="connsiteX2675" fmla="*/ 2743391 w 3505200"/>
              <a:gd name="connsiteY2675" fmla="*/ 1229297 h 3505200"/>
              <a:gd name="connsiteX2676" fmla="*/ 2753297 w 3505200"/>
              <a:gd name="connsiteY2676" fmla="*/ 1219391 h 3505200"/>
              <a:gd name="connsiteX2677" fmla="*/ 2743391 w 3505200"/>
              <a:gd name="connsiteY2677" fmla="*/ 1209485 h 3505200"/>
              <a:gd name="connsiteX2678" fmla="*/ 2733485 w 3505200"/>
              <a:gd name="connsiteY2678" fmla="*/ 1219391 h 3505200"/>
              <a:gd name="connsiteX2679" fmla="*/ 2743391 w 3505200"/>
              <a:gd name="connsiteY2679" fmla="*/ 1229297 h 3505200"/>
              <a:gd name="connsiteX2680" fmla="*/ 2819591 w 3505200"/>
              <a:gd name="connsiteY2680" fmla="*/ 1228249 h 3505200"/>
              <a:gd name="connsiteX2681" fmla="*/ 2828449 w 3505200"/>
              <a:gd name="connsiteY2681" fmla="*/ 1219391 h 3505200"/>
              <a:gd name="connsiteX2682" fmla="*/ 2819591 w 3505200"/>
              <a:gd name="connsiteY2682" fmla="*/ 1210532 h 3505200"/>
              <a:gd name="connsiteX2683" fmla="*/ 2810732 w 3505200"/>
              <a:gd name="connsiteY2683" fmla="*/ 1219391 h 3505200"/>
              <a:gd name="connsiteX2684" fmla="*/ 2819591 w 3505200"/>
              <a:gd name="connsiteY2684" fmla="*/ 1228249 h 3505200"/>
              <a:gd name="connsiteX2685" fmla="*/ 2895791 w 3505200"/>
              <a:gd name="connsiteY2685" fmla="*/ 1227201 h 3505200"/>
              <a:gd name="connsiteX2686" fmla="*/ 2903601 w 3505200"/>
              <a:gd name="connsiteY2686" fmla="*/ 1219391 h 3505200"/>
              <a:gd name="connsiteX2687" fmla="*/ 2895791 w 3505200"/>
              <a:gd name="connsiteY2687" fmla="*/ 1211580 h 3505200"/>
              <a:gd name="connsiteX2688" fmla="*/ 2887980 w 3505200"/>
              <a:gd name="connsiteY2688" fmla="*/ 1219391 h 3505200"/>
              <a:gd name="connsiteX2689" fmla="*/ 2895791 w 3505200"/>
              <a:gd name="connsiteY2689" fmla="*/ 1227201 h 3505200"/>
              <a:gd name="connsiteX2690" fmla="*/ 2971991 w 3505200"/>
              <a:gd name="connsiteY2690" fmla="*/ 1226153 h 3505200"/>
              <a:gd name="connsiteX2691" fmla="*/ 2978753 w 3505200"/>
              <a:gd name="connsiteY2691" fmla="*/ 1219391 h 3505200"/>
              <a:gd name="connsiteX2692" fmla="*/ 2971991 w 3505200"/>
              <a:gd name="connsiteY2692" fmla="*/ 1212628 h 3505200"/>
              <a:gd name="connsiteX2693" fmla="*/ 2965228 w 3505200"/>
              <a:gd name="connsiteY2693" fmla="*/ 1219391 h 3505200"/>
              <a:gd name="connsiteX2694" fmla="*/ 2971991 w 3505200"/>
              <a:gd name="connsiteY2694" fmla="*/ 1226153 h 3505200"/>
              <a:gd name="connsiteX2695" fmla="*/ 3048191 w 3505200"/>
              <a:gd name="connsiteY2695" fmla="*/ 1224915 h 3505200"/>
              <a:gd name="connsiteX2696" fmla="*/ 3053715 w 3505200"/>
              <a:gd name="connsiteY2696" fmla="*/ 1219391 h 3505200"/>
              <a:gd name="connsiteX2697" fmla="*/ 3048191 w 3505200"/>
              <a:gd name="connsiteY2697" fmla="*/ 1213866 h 3505200"/>
              <a:gd name="connsiteX2698" fmla="*/ 3042666 w 3505200"/>
              <a:gd name="connsiteY2698" fmla="*/ 1219391 h 3505200"/>
              <a:gd name="connsiteX2699" fmla="*/ 3048191 w 3505200"/>
              <a:gd name="connsiteY2699" fmla="*/ 1224915 h 3505200"/>
              <a:gd name="connsiteX2700" fmla="*/ 3124391 w 3505200"/>
              <a:gd name="connsiteY2700" fmla="*/ 1223867 h 3505200"/>
              <a:gd name="connsiteX2701" fmla="*/ 3128867 w 3505200"/>
              <a:gd name="connsiteY2701" fmla="*/ 1219391 h 3505200"/>
              <a:gd name="connsiteX2702" fmla="*/ 3124391 w 3505200"/>
              <a:gd name="connsiteY2702" fmla="*/ 1214914 h 3505200"/>
              <a:gd name="connsiteX2703" fmla="*/ 3119914 w 3505200"/>
              <a:gd name="connsiteY2703" fmla="*/ 1219391 h 3505200"/>
              <a:gd name="connsiteX2704" fmla="*/ 3124391 w 3505200"/>
              <a:gd name="connsiteY2704" fmla="*/ 1223867 h 3505200"/>
              <a:gd name="connsiteX2705" fmla="*/ 3200591 w 3505200"/>
              <a:gd name="connsiteY2705" fmla="*/ 1222820 h 3505200"/>
              <a:gd name="connsiteX2706" fmla="*/ 3203924 w 3505200"/>
              <a:gd name="connsiteY2706" fmla="*/ 1219486 h 3505200"/>
              <a:gd name="connsiteX2707" fmla="*/ 3200591 w 3505200"/>
              <a:gd name="connsiteY2707" fmla="*/ 1216057 h 3505200"/>
              <a:gd name="connsiteX2708" fmla="*/ 3197257 w 3505200"/>
              <a:gd name="connsiteY2708" fmla="*/ 1219486 h 3505200"/>
              <a:gd name="connsiteX2709" fmla="*/ 3200591 w 3505200"/>
              <a:gd name="connsiteY2709" fmla="*/ 1222820 h 3505200"/>
              <a:gd name="connsiteX2710" fmla="*/ 3276791 w 3505200"/>
              <a:gd name="connsiteY2710" fmla="*/ 1221772 h 3505200"/>
              <a:gd name="connsiteX2711" fmla="*/ 3279077 w 3505200"/>
              <a:gd name="connsiteY2711" fmla="*/ 1219486 h 3505200"/>
              <a:gd name="connsiteX2712" fmla="*/ 3276791 w 3505200"/>
              <a:gd name="connsiteY2712" fmla="*/ 1217200 h 3505200"/>
              <a:gd name="connsiteX2713" fmla="*/ 3274505 w 3505200"/>
              <a:gd name="connsiteY2713" fmla="*/ 1219486 h 3505200"/>
              <a:gd name="connsiteX2714" fmla="*/ 3276791 w 3505200"/>
              <a:gd name="connsiteY2714" fmla="*/ 1221772 h 3505200"/>
              <a:gd name="connsiteX2715" fmla="*/ 3352991 w 3505200"/>
              <a:gd name="connsiteY2715" fmla="*/ 1220724 h 3505200"/>
              <a:gd name="connsiteX2716" fmla="*/ 3354229 w 3505200"/>
              <a:gd name="connsiteY2716" fmla="*/ 1219486 h 3505200"/>
              <a:gd name="connsiteX2717" fmla="*/ 3352991 w 3505200"/>
              <a:gd name="connsiteY2717" fmla="*/ 1218248 h 3505200"/>
              <a:gd name="connsiteX2718" fmla="*/ 3351753 w 3505200"/>
              <a:gd name="connsiteY2718" fmla="*/ 1219486 h 3505200"/>
              <a:gd name="connsiteX2719" fmla="*/ 3352991 w 3505200"/>
              <a:gd name="connsiteY2719" fmla="*/ 1220724 h 3505200"/>
              <a:gd name="connsiteX2720" fmla="*/ 3429191 w 3505200"/>
              <a:gd name="connsiteY2720" fmla="*/ 1219581 h 3505200"/>
              <a:gd name="connsiteX2721" fmla="*/ 3429381 w 3505200"/>
              <a:gd name="connsiteY2721" fmla="*/ 1219391 h 3505200"/>
              <a:gd name="connsiteX2722" fmla="*/ 3429191 w 3505200"/>
              <a:gd name="connsiteY2722" fmla="*/ 1219200 h 3505200"/>
              <a:gd name="connsiteX2723" fmla="*/ 3429000 w 3505200"/>
              <a:gd name="connsiteY2723" fmla="*/ 1219391 h 3505200"/>
              <a:gd name="connsiteX2724" fmla="*/ 3429191 w 3505200"/>
              <a:gd name="connsiteY2724" fmla="*/ 1219581 h 3505200"/>
              <a:gd name="connsiteX2725" fmla="*/ 76391 w 3505200"/>
              <a:gd name="connsiteY2725" fmla="*/ 1296067 h 3505200"/>
              <a:gd name="connsiteX2726" fmla="*/ 76772 w 3505200"/>
              <a:gd name="connsiteY2726" fmla="*/ 1295686 h 3505200"/>
              <a:gd name="connsiteX2727" fmla="*/ 76391 w 3505200"/>
              <a:gd name="connsiteY2727" fmla="*/ 1295305 h 3505200"/>
              <a:gd name="connsiteX2728" fmla="*/ 76010 w 3505200"/>
              <a:gd name="connsiteY2728" fmla="*/ 1295686 h 3505200"/>
              <a:gd name="connsiteX2729" fmla="*/ 76391 w 3505200"/>
              <a:gd name="connsiteY2729" fmla="*/ 1296067 h 3505200"/>
              <a:gd name="connsiteX2730" fmla="*/ 152591 w 3505200"/>
              <a:gd name="connsiteY2730" fmla="*/ 1297114 h 3505200"/>
              <a:gd name="connsiteX2731" fmla="*/ 154115 w 3505200"/>
              <a:gd name="connsiteY2731" fmla="*/ 1295591 h 3505200"/>
              <a:gd name="connsiteX2732" fmla="*/ 152591 w 3505200"/>
              <a:gd name="connsiteY2732" fmla="*/ 1294067 h 3505200"/>
              <a:gd name="connsiteX2733" fmla="*/ 151067 w 3505200"/>
              <a:gd name="connsiteY2733" fmla="*/ 1295591 h 3505200"/>
              <a:gd name="connsiteX2734" fmla="*/ 152591 w 3505200"/>
              <a:gd name="connsiteY2734" fmla="*/ 1297114 h 3505200"/>
              <a:gd name="connsiteX2735" fmla="*/ 228791 w 3505200"/>
              <a:gd name="connsiteY2735" fmla="*/ 1298162 h 3505200"/>
              <a:gd name="connsiteX2736" fmla="*/ 231362 w 3505200"/>
              <a:gd name="connsiteY2736" fmla="*/ 1295591 h 3505200"/>
              <a:gd name="connsiteX2737" fmla="*/ 228791 w 3505200"/>
              <a:gd name="connsiteY2737" fmla="*/ 1293019 h 3505200"/>
              <a:gd name="connsiteX2738" fmla="*/ 226219 w 3505200"/>
              <a:gd name="connsiteY2738" fmla="*/ 1295591 h 3505200"/>
              <a:gd name="connsiteX2739" fmla="*/ 228791 w 3505200"/>
              <a:gd name="connsiteY2739" fmla="*/ 1298162 h 3505200"/>
              <a:gd name="connsiteX2740" fmla="*/ 304991 w 3505200"/>
              <a:gd name="connsiteY2740" fmla="*/ 1299210 h 3505200"/>
              <a:gd name="connsiteX2741" fmla="*/ 308610 w 3505200"/>
              <a:gd name="connsiteY2741" fmla="*/ 1295591 h 3505200"/>
              <a:gd name="connsiteX2742" fmla="*/ 304991 w 3505200"/>
              <a:gd name="connsiteY2742" fmla="*/ 1291971 h 3505200"/>
              <a:gd name="connsiteX2743" fmla="*/ 301371 w 3505200"/>
              <a:gd name="connsiteY2743" fmla="*/ 1295591 h 3505200"/>
              <a:gd name="connsiteX2744" fmla="*/ 304991 w 3505200"/>
              <a:gd name="connsiteY2744" fmla="*/ 1299210 h 3505200"/>
              <a:gd name="connsiteX2745" fmla="*/ 381191 w 3505200"/>
              <a:gd name="connsiteY2745" fmla="*/ 1300448 h 3505200"/>
              <a:gd name="connsiteX2746" fmla="*/ 386048 w 3505200"/>
              <a:gd name="connsiteY2746" fmla="*/ 1295591 h 3505200"/>
              <a:gd name="connsiteX2747" fmla="*/ 381191 w 3505200"/>
              <a:gd name="connsiteY2747" fmla="*/ 1290733 h 3505200"/>
              <a:gd name="connsiteX2748" fmla="*/ 376333 w 3505200"/>
              <a:gd name="connsiteY2748" fmla="*/ 1295591 h 3505200"/>
              <a:gd name="connsiteX2749" fmla="*/ 381191 w 3505200"/>
              <a:gd name="connsiteY2749" fmla="*/ 1300448 h 3505200"/>
              <a:gd name="connsiteX2750" fmla="*/ 457391 w 3505200"/>
              <a:gd name="connsiteY2750" fmla="*/ 1301496 h 3505200"/>
              <a:gd name="connsiteX2751" fmla="*/ 463296 w 3505200"/>
              <a:gd name="connsiteY2751" fmla="*/ 1295591 h 3505200"/>
              <a:gd name="connsiteX2752" fmla="*/ 457391 w 3505200"/>
              <a:gd name="connsiteY2752" fmla="*/ 1289685 h 3505200"/>
              <a:gd name="connsiteX2753" fmla="*/ 451485 w 3505200"/>
              <a:gd name="connsiteY2753" fmla="*/ 1295591 h 3505200"/>
              <a:gd name="connsiteX2754" fmla="*/ 457391 w 3505200"/>
              <a:gd name="connsiteY2754" fmla="*/ 1301496 h 3505200"/>
              <a:gd name="connsiteX2755" fmla="*/ 533591 w 3505200"/>
              <a:gd name="connsiteY2755" fmla="*/ 1302544 h 3505200"/>
              <a:gd name="connsiteX2756" fmla="*/ 540544 w 3505200"/>
              <a:gd name="connsiteY2756" fmla="*/ 1295591 h 3505200"/>
              <a:gd name="connsiteX2757" fmla="*/ 533591 w 3505200"/>
              <a:gd name="connsiteY2757" fmla="*/ 1288637 h 3505200"/>
              <a:gd name="connsiteX2758" fmla="*/ 526637 w 3505200"/>
              <a:gd name="connsiteY2758" fmla="*/ 1295591 h 3505200"/>
              <a:gd name="connsiteX2759" fmla="*/ 533591 w 3505200"/>
              <a:gd name="connsiteY2759" fmla="*/ 1302544 h 3505200"/>
              <a:gd name="connsiteX2760" fmla="*/ 609790 w 3505200"/>
              <a:gd name="connsiteY2760" fmla="*/ 1303687 h 3505200"/>
              <a:gd name="connsiteX2761" fmla="*/ 617792 w 3505200"/>
              <a:gd name="connsiteY2761" fmla="*/ 1295686 h 3505200"/>
              <a:gd name="connsiteX2762" fmla="*/ 609790 w 3505200"/>
              <a:gd name="connsiteY2762" fmla="*/ 1287685 h 3505200"/>
              <a:gd name="connsiteX2763" fmla="*/ 601790 w 3505200"/>
              <a:gd name="connsiteY2763" fmla="*/ 1295686 h 3505200"/>
              <a:gd name="connsiteX2764" fmla="*/ 609790 w 3505200"/>
              <a:gd name="connsiteY2764" fmla="*/ 1303687 h 3505200"/>
              <a:gd name="connsiteX2765" fmla="*/ 685990 w 3505200"/>
              <a:gd name="connsiteY2765" fmla="*/ 1304925 h 3505200"/>
              <a:gd name="connsiteX2766" fmla="*/ 695325 w 3505200"/>
              <a:gd name="connsiteY2766" fmla="*/ 1295591 h 3505200"/>
              <a:gd name="connsiteX2767" fmla="*/ 685990 w 3505200"/>
              <a:gd name="connsiteY2767" fmla="*/ 1286256 h 3505200"/>
              <a:gd name="connsiteX2768" fmla="*/ 676656 w 3505200"/>
              <a:gd name="connsiteY2768" fmla="*/ 1295591 h 3505200"/>
              <a:gd name="connsiteX2769" fmla="*/ 685990 w 3505200"/>
              <a:gd name="connsiteY2769" fmla="*/ 1304925 h 3505200"/>
              <a:gd name="connsiteX2770" fmla="*/ 762190 w 3505200"/>
              <a:gd name="connsiteY2770" fmla="*/ 1305973 h 3505200"/>
              <a:gd name="connsiteX2771" fmla="*/ 772573 w 3505200"/>
              <a:gd name="connsiteY2771" fmla="*/ 1295591 h 3505200"/>
              <a:gd name="connsiteX2772" fmla="*/ 762190 w 3505200"/>
              <a:gd name="connsiteY2772" fmla="*/ 1285208 h 3505200"/>
              <a:gd name="connsiteX2773" fmla="*/ 751808 w 3505200"/>
              <a:gd name="connsiteY2773" fmla="*/ 1295591 h 3505200"/>
              <a:gd name="connsiteX2774" fmla="*/ 762190 w 3505200"/>
              <a:gd name="connsiteY2774" fmla="*/ 1305973 h 3505200"/>
              <a:gd name="connsiteX2775" fmla="*/ 838390 w 3505200"/>
              <a:gd name="connsiteY2775" fmla="*/ 1307021 h 3505200"/>
              <a:gd name="connsiteX2776" fmla="*/ 849821 w 3505200"/>
              <a:gd name="connsiteY2776" fmla="*/ 1295591 h 3505200"/>
              <a:gd name="connsiteX2777" fmla="*/ 838390 w 3505200"/>
              <a:gd name="connsiteY2777" fmla="*/ 1284161 h 3505200"/>
              <a:gd name="connsiteX2778" fmla="*/ 826961 w 3505200"/>
              <a:gd name="connsiteY2778" fmla="*/ 1295591 h 3505200"/>
              <a:gd name="connsiteX2779" fmla="*/ 838390 w 3505200"/>
              <a:gd name="connsiteY2779" fmla="*/ 1307021 h 3505200"/>
              <a:gd name="connsiteX2780" fmla="*/ 914590 w 3505200"/>
              <a:gd name="connsiteY2780" fmla="*/ 1308068 h 3505200"/>
              <a:gd name="connsiteX2781" fmla="*/ 927068 w 3505200"/>
              <a:gd name="connsiteY2781" fmla="*/ 1295591 h 3505200"/>
              <a:gd name="connsiteX2782" fmla="*/ 914590 w 3505200"/>
              <a:gd name="connsiteY2782" fmla="*/ 1283113 h 3505200"/>
              <a:gd name="connsiteX2783" fmla="*/ 902113 w 3505200"/>
              <a:gd name="connsiteY2783" fmla="*/ 1295591 h 3505200"/>
              <a:gd name="connsiteX2784" fmla="*/ 914590 w 3505200"/>
              <a:gd name="connsiteY2784" fmla="*/ 1308068 h 3505200"/>
              <a:gd name="connsiteX2785" fmla="*/ 990790 w 3505200"/>
              <a:gd name="connsiteY2785" fmla="*/ 1309116 h 3505200"/>
              <a:gd name="connsiteX2786" fmla="*/ 1004316 w 3505200"/>
              <a:gd name="connsiteY2786" fmla="*/ 1295591 h 3505200"/>
              <a:gd name="connsiteX2787" fmla="*/ 990790 w 3505200"/>
              <a:gd name="connsiteY2787" fmla="*/ 1282065 h 3505200"/>
              <a:gd name="connsiteX2788" fmla="*/ 977265 w 3505200"/>
              <a:gd name="connsiteY2788" fmla="*/ 1295591 h 3505200"/>
              <a:gd name="connsiteX2789" fmla="*/ 990790 w 3505200"/>
              <a:gd name="connsiteY2789" fmla="*/ 1309116 h 3505200"/>
              <a:gd name="connsiteX2790" fmla="*/ 1066991 w 3505200"/>
              <a:gd name="connsiteY2790" fmla="*/ 1309973 h 3505200"/>
              <a:gd name="connsiteX2791" fmla="*/ 1081373 w 3505200"/>
              <a:gd name="connsiteY2791" fmla="*/ 1295591 h 3505200"/>
              <a:gd name="connsiteX2792" fmla="*/ 1066991 w 3505200"/>
              <a:gd name="connsiteY2792" fmla="*/ 1281208 h 3505200"/>
              <a:gd name="connsiteX2793" fmla="*/ 1052608 w 3505200"/>
              <a:gd name="connsiteY2793" fmla="*/ 1295591 h 3505200"/>
              <a:gd name="connsiteX2794" fmla="*/ 1066991 w 3505200"/>
              <a:gd name="connsiteY2794" fmla="*/ 1309973 h 3505200"/>
              <a:gd name="connsiteX2795" fmla="*/ 1143191 w 3505200"/>
              <a:gd name="connsiteY2795" fmla="*/ 1311021 h 3505200"/>
              <a:gd name="connsiteX2796" fmla="*/ 1158621 w 3505200"/>
              <a:gd name="connsiteY2796" fmla="*/ 1295591 h 3505200"/>
              <a:gd name="connsiteX2797" fmla="*/ 1143191 w 3505200"/>
              <a:gd name="connsiteY2797" fmla="*/ 1280160 h 3505200"/>
              <a:gd name="connsiteX2798" fmla="*/ 1127760 w 3505200"/>
              <a:gd name="connsiteY2798" fmla="*/ 1295591 h 3505200"/>
              <a:gd name="connsiteX2799" fmla="*/ 1143191 w 3505200"/>
              <a:gd name="connsiteY2799" fmla="*/ 1311021 h 3505200"/>
              <a:gd name="connsiteX2800" fmla="*/ 1219391 w 3505200"/>
              <a:gd name="connsiteY2800" fmla="*/ 1311878 h 3505200"/>
              <a:gd name="connsiteX2801" fmla="*/ 1235678 w 3505200"/>
              <a:gd name="connsiteY2801" fmla="*/ 1295591 h 3505200"/>
              <a:gd name="connsiteX2802" fmla="*/ 1219391 w 3505200"/>
              <a:gd name="connsiteY2802" fmla="*/ 1279303 h 3505200"/>
              <a:gd name="connsiteX2803" fmla="*/ 1203103 w 3505200"/>
              <a:gd name="connsiteY2803" fmla="*/ 1295591 h 3505200"/>
              <a:gd name="connsiteX2804" fmla="*/ 1219391 w 3505200"/>
              <a:gd name="connsiteY2804" fmla="*/ 1311878 h 3505200"/>
              <a:gd name="connsiteX2805" fmla="*/ 1295591 w 3505200"/>
              <a:gd name="connsiteY2805" fmla="*/ 1312736 h 3505200"/>
              <a:gd name="connsiteX2806" fmla="*/ 1312736 w 3505200"/>
              <a:gd name="connsiteY2806" fmla="*/ 1295591 h 3505200"/>
              <a:gd name="connsiteX2807" fmla="*/ 1295591 w 3505200"/>
              <a:gd name="connsiteY2807" fmla="*/ 1278446 h 3505200"/>
              <a:gd name="connsiteX2808" fmla="*/ 1278446 w 3505200"/>
              <a:gd name="connsiteY2808" fmla="*/ 1295591 h 3505200"/>
              <a:gd name="connsiteX2809" fmla="*/ 1295591 w 3505200"/>
              <a:gd name="connsiteY2809" fmla="*/ 1312736 h 3505200"/>
              <a:gd name="connsiteX2810" fmla="*/ 1371791 w 3505200"/>
              <a:gd name="connsiteY2810" fmla="*/ 1313593 h 3505200"/>
              <a:gd name="connsiteX2811" fmla="*/ 1389793 w 3505200"/>
              <a:gd name="connsiteY2811" fmla="*/ 1295591 h 3505200"/>
              <a:gd name="connsiteX2812" fmla="*/ 1371791 w 3505200"/>
              <a:gd name="connsiteY2812" fmla="*/ 1277588 h 3505200"/>
              <a:gd name="connsiteX2813" fmla="*/ 1353788 w 3505200"/>
              <a:gd name="connsiteY2813" fmla="*/ 1295591 h 3505200"/>
              <a:gd name="connsiteX2814" fmla="*/ 1371791 w 3505200"/>
              <a:gd name="connsiteY2814" fmla="*/ 1313593 h 3505200"/>
              <a:gd name="connsiteX2815" fmla="*/ 1447991 w 3505200"/>
              <a:gd name="connsiteY2815" fmla="*/ 1314450 h 3505200"/>
              <a:gd name="connsiteX2816" fmla="*/ 1466755 w 3505200"/>
              <a:gd name="connsiteY2816" fmla="*/ 1295686 h 3505200"/>
              <a:gd name="connsiteX2817" fmla="*/ 1447991 w 3505200"/>
              <a:gd name="connsiteY2817" fmla="*/ 1276922 h 3505200"/>
              <a:gd name="connsiteX2818" fmla="*/ 1429226 w 3505200"/>
              <a:gd name="connsiteY2818" fmla="*/ 1295686 h 3505200"/>
              <a:gd name="connsiteX2819" fmla="*/ 1447991 w 3505200"/>
              <a:gd name="connsiteY2819" fmla="*/ 1314450 h 3505200"/>
              <a:gd name="connsiteX2820" fmla="*/ 1524191 w 3505200"/>
              <a:gd name="connsiteY2820" fmla="*/ 1314831 h 3505200"/>
              <a:gd name="connsiteX2821" fmla="*/ 1543431 w 3505200"/>
              <a:gd name="connsiteY2821" fmla="*/ 1295591 h 3505200"/>
              <a:gd name="connsiteX2822" fmla="*/ 1524191 w 3505200"/>
              <a:gd name="connsiteY2822" fmla="*/ 1276350 h 3505200"/>
              <a:gd name="connsiteX2823" fmla="*/ 1504950 w 3505200"/>
              <a:gd name="connsiteY2823" fmla="*/ 1295591 h 3505200"/>
              <a:gd name="connsiteX2824" fmla="*/ 1524191 w 3505200"/>
              <a:gd name="connsiteY2824" fmla="*/ 1314831 h 3505200"/>
              <a:gd name="connsiteX2825" fmla="*/ 1600391 w 3505200"/>
              <a:gd name="connsiteY2825" fmla="*/ 1315307 h 3505200"/>
              <a:gd name="connsiteX2826" fmla="*/ 1620012 w 3505200"/>
              <a:gd name="connsiteY2826" fmla="*/ 1295686 h 3505200"/>
              <a:gd name="connsiteX2827" fmla="*/ 1600391 w 3505200"/>
              <a:gd name="connsiteY2827" fmla="*/ 1276064 h 3505200"/>
              <a:gd name="connsiteX2828" fmla="*/ 1580769 w 3505200"/>
              <a:gd name="connsiteY2828" fmla="*/ 1295686 h 3505200"/>
              <a:gd name="connsiteX2829" fmla="*/ 1600391 w 3505200"/>
              <a:gd name="connsiteY2829" fmla="*/ 1315307 h 3505200"/>
              <a:gd name="connsiteX2830" fmla="*/ 1676591 w 3505200"/>
              <a:gd name="connsiteY2830" fmla="*/ 1315688 h 3505200"/>
              <a:gd name="connsiteX2831" fmla="*/ 1696688 w 3505200"/>
              <a:gd name="connsiteY2831" fmla="*/ 1295591 h 3505200"/>
              <a:gd name="connsiteX2832" fmla="*/ 1676591 w 3505200"/>
              <a:gd name="connsiteY2832" fmla="*/ 1275493 h 3505200"/>
              <a:gd name="connsiteX2833" fmla="*/ 1656493 w 3505200"/>
              <a:gd name="connsiteY2833" fmla="*/ 1295591 h 3505200"/>
              <a:gd name="connsiteX2834" fmla="*/ 1676591 w 3505200"/>
              <a:gd name="connsiteY2834" fmla="*/ 1315688 h 3505200"/>
              <a:gd name="connsiteX2835" fmla="*/ 1752791 w 3505200"/>
              <a:gd name="connsiteY2835" fmla="*/ 1315688 h 3505200"/>
              <a:gd name="connsiteX2836" fmla="*/ 1772888 w 3505200"/>
              <a:gd name="connsiteY2836" fmla="*/ 1295591 h 3505200"/>
              <a:gd name="connsiteX2837" fmla="*/ 1752791 w 3505200"/>
              <a:gd name="connsiteY2837" fmla="*/ 1275493 h 3505200"/>
              <a:gd name="connsiteX2838" fmla="*/ 1732693 w 3505200"/>
              <a:gd name="connsiteY2838" fmla="*/ 1295591 h 3505200"/>
              <a:gd name="connsiteX2839" fmla="*/ 1752791 w 3505200"/>
              <a:gd name="connsiteY2839" fmla="*/ 1315688 h 3505200"/>
              <a:gd name="connsiteX2840" fmla="*/ 1828991 w 3505200"/>
              <a:gd name="connsiteY2840" fmla="*/ 1315688 h 3505200"/>
              <a:gd name="connsiteX2841" fmla="*/ 1849088 w 3505200"/>
              <a:gd name="connsiteY2841" fmla="*/ 1295591 h 3505200"/>
              <a:gd name="connsiteX2842" fmla="*/ 1828991 w 3505200"/>
              <a:gd name="connsiteY2842" fmla="*/ 1275493 h 3505200"/>
              <a:gd name="connsiteX2843" fmla="*/ 1808893 w 3505200"/>
              <a:gd name="connsiteY2843" fmla="*/ 1295591 h 3505200"/>
              <a:gd name="connsiteX2844" fmla="*/ 1828991 w 3505200"/>
              <a:gd name="connsiteY2844" fmla="*/ 1315688 h 3505200"/>
              <a:gd name="connsiteX2845" fmla="*/ 1905191 w 3505200"/>
              <a:gd name="connsiteY2845" fmla="*/ 1315498 h 3505200"/>
              <a:gd name="connsiteX2846" fmla="*/ 1925098 w 3505200"/>
              <a:gd name="connsiteY2846" fmla="*/ 1295591 h 3505200"/>
              <a:gd name="connsiteX2847" fmla="*/ 1905191 w 3505200"/>
              <a:gd name="connsiteY2847" fmla="*/ 1275683 h 3505200"/>
              <a:gd name="connsiteX2848" fmla="*/ 1885283 w 3505200"/>
              <a:gd name="connsiteY2848" fmla="*/ 1295591 h 3505200"/>
              <a:gd name="connsiteX2849" fmla="*/ 1905191 w 3505200"/>
              <a:gd name="connsiteY2849" fmla="*/ 1315498 h 3505200"/>
              <a:gd name="connsiteX2850" fmla="*/ 1981391 w 3505200"/>
              <a:gd name="connsiteY2850" fmla="*/ 1315022 h 3505200"/>
              <a:gd name="connsiteX2851" fmla="*/ 2000822 w 3505200"/>
              <a:gd name="connsiteY2851" fmla="*/ 1295591 h 3505200"/>
              <a:gd name="connsiteX2852" fmla="*/ 1981391 w 3505200"/>
              <a:gd name="connsiteY2852" fmla="*/ 1276160 h 3505200"/>
              <a:gd name="connsiteX2853" fmla="*/ 1961960 w 3505200"/>
              <a:gd name="connsiteY2853" fmla="*/ 1295591 h 3505200"/>
              <a:gd name="connsiteX2854" fmla="*/ 1981391 w 3505200"/>
              <a:gd name="connsiteY2854" fmla="*/ 1315022 h 3505200"/>
              <a:gd name="connsiteX2855" fmla="*/ 2057591 w 3505200"/>
              <a:gd name="connsiteY2855" fmla="*/ 1314450 h 3505200"/>
              <a:gd name="connsiteX2856" fmla="*/ 2076355 w 3505200"/>
              <a:gd name="connsiteY2856" fmla="*/ 1295686 h 3505200"/>
              <a:gd name="connsiteX2857" fmla="*/ 2057591 w 3505200"/>
              <a:gd name="connsiteY2857" fmla="*/ 1276922 h 3505200"/>
              <a:gd name="connsiteX2858" fmla="*/ 2038826 w 3505200"/>
              <a:gd name="connsiteY2858" fmla="*/ 1295686 h 3505200"/>
              <a:gd name="connsiteX2859" fmla="*/ 2057591 w 3505200"/>
              <a:gd name="connsiteY2859" fmla="*/ 1314450 h 3505200"/>
              <a:gd name="connsiteX2860" fmla="*/ 2133791 w 3505200"/>
              <a:gd name="connsiteY2860" fmla="*/ 1313593 h 3505200"/>
              <a:gd name="connsiteX2861" fmla="*/ 2151793 w 3505200"/>
              <a:gd name="connsiteY2861" fmla="*/ 1295591 h 3505200"/>
              <a:gd name="connsiteX2862" fmla="*/ 2133791 w 3505200"/>
              <a:gd name="connsiteY2862" fmla="*/ 1277588 h 3505200"/>
              <a:gd name="connsiteX2863" fmla="*/ 2115788 w 3505200"/>
              <a:gd name="connsiteY2863" fmla="*/ 1295591 h 3505200"/>
              <a:gd name="connsiteX2864" fmla="*/ 2133791 w 3505200"/>
              <a:gd name="connsiteY2864" fmla="*/ 1313593 h 3505200"/>
              <a:gd name="connsiteX2865" fmla="*/ 2209991 w 3505200"/>
              <a:gd name="connsiteY2865" fmla="*/ 1312736 h 3505200"/>
              <a:gd name="connsiteX2866" fmla="*/ 2227136 w 3505200"/>
              <a:gd name="connsiteY2866" fmla="*/ 1295591 h 3505200"/>
              <a:gd name="connsiteX2867" fmla="*/ 2209991 w 3505200"/>
              <a:gd name="connsiteY2867" fmla="*/ 1278446 h 3505200"/>
              <a:gd name="connsiteX2868" fmla="*/ 2192846 w 3505200"/>
              <a:gd name="connsiteY2868" fmla="*/ 1295591 h 3505200"/>
              <a:gd name="connsiteX2869" fmla="*/ 2209991 w 3505200"/>
              <a:gd name="connsiteY2869" fmla="*/ 1312736 h 3505200"/>
              <a:gd name="connsiteX2870" fmla="*/ 2286191 w 3505200"/>
              <a:gd name="connsiteY2870" fmla="*/ 1311878 h 3505200"/>
              <a:gd name="connsiteX2871" fmla="*/ 2302478 w 3505200"/>
              <a:gd name="connsiteY2871" fmla="*/ 1295591 h 3505200"/>
              <a:gd name="connsiteX2872" fmla="*/ 2286191 w 3505200"/>
              <a:gd name="connsiteY2872" fmla="*/ 1279303 h 3505200"/>
              <a:gd name="connsiteX2873" fmla="*/ 2269903 w 3505200"/>
              <a:gd name="connsiteY2873" fmla="*/ 1295591 h 3505200"/>
              <a:gd name="connsiteX2874" fmla="*/ 2286191 w 3505200"/>
              <a:gd name="connsiteY2874" fmla="*/ 1311878 h 3505200"/>
              <a:gd name="connsiteX2875" fmla="*/ 2362391 w 3505200"/>
              <a:gd name="connsiteY2875" fmla="*/ 1311021 h 3505200"/>
              <a:gd name="connsiteX2876" fmla="*/ 2377821 w 3505200"/>
              <a:gd name="connsiteY2876" fmla="*/ 1295591 h 3505200"/>
              <a:gd name="connsiteX2877" fmla="*/ 2362391 w 3505200"/>
              <a:gd name="connsiteY2877" fmla="*/ 1280160 h 3505200"/>
              <a:gd name="connsiteX2878" fmla="*/ 2346960 w 3505200"/>
              <a:gd name="connsiteY2878" fmla="*/ 1295591 h 3505200"/>
              <a:gd name="connsiteX2879" fmla="*/ 2362391 w 3505200"/>
              <a:gd name="connsiteY2879" fmla="*/ 1311021 h 3505200"/>
              <a:gd name="connsiteX2880" fmla="*/ 2438591 w 3505200"/>
              <a:gd name="connsiteY2880" fmla="*/ 1310164 h 3505200"/>
              <a:gd name="connsiteX2881" fmla="*/ 2453164 w 3505200"/>
              <a:gd name="connsiteY2881" fmla="*/ 1295591 h 3505200"/>
              <a:gd name="connsiteX2882" fmla="*/ 2438591 w 3505200"/>
              <a:gd name="connsiteY2882" fmla="*/ 1281017 h 3505200"/>
              <a:gd name="connsiteX2883" fmla="*/ 2424017 w 3505200"/>
              <a:gd name="connsiteY2883" fmla="*/ 1295591 h 3505200"/>
              <a:gd name="connsiteX2884" fmla="*/ 2438591 w 3505200"/>
              <a:gd name="connsiteY2884" fmla="*/ 1310164 h 3505200"/>
              <a:gd name="connsiteX2885" fmla="*/ 2514791 w 3505200"/>
              <a:gd name="connsiteY2885" fmla="*/ 1309116 h 3505200"/>
              <a:gd name="connsiteX2886" fmla="*/ 2528316 w 3505200"/>
              <a:gd name="connsiteY2886" fmla="*/ 1295591 h 3505200"/>
              <a:gd name="connsiteX2887" fmla="*/ 2514791 w 3505200"/>
              <a:gd name="connsiteY2887" fmla="*/ 1282065 h 3505200"/>
              <a:gd name="connsiteX2888" fmla="*/ 2501265 w 3505200"/>
              <a:gd name="connsiteY2888" fmla="*/ 1295591 h 3505200"/>
              <a:gd name="connsiteX2889" fmla="*/ 2514791 w 3505200"/>
              <a:gd name="connsiteY2889" fmla="*/ 1309116 h 3505200"/>
              <a:gd name="connsiteX2890" fmla="*/ 2590991 w 3505200"/>
              <a:gd name="connsiteY2890" fmla="*/ 1308068 h 3505200"/>
              <a:gd name="connsiteX2891" fmla="*/ 2603468 w 3505200"/>
              <a:gd name="connsiteY2891" fmla="*/ 1295591 h 3505200"/>
              <a:gd name="connsiteX2892" fmla="*/ 2590991 w 3505200"/>
              <a:gd name="connsiteY2892" fmla="*/ 1283113 h 3505200"/>
              <a:gd name="connsiteX2893" fmla="*/ 2578513 w 3505200"/>
              <a:gd name="connsiteY2893" fmla="*/ 1295591 h 3505200"/>
              <a:gd name="connsiteX2894" fmla="*/ 2590991 w 3505200"/>
              <a:gd name="connsiteY2894" fmla="*/ 1308068 h 3505200"/>
              <a:gd name="connsiteX2895" fmla="*/ 2667191 w 3505200"/>
              <a:gd name="connsiteY2895" fmla="*/ 1307021 h 3505200"/>
              <a:gd name="connsiteX2896" fmla="*/ 2678621 w 3505200"/>
              <a:gd name="connsiteY2896" fmla="*/ 1295591 h 3505200"/>
              <a:gd name="connsiteX2897" fmla="*/ 2667191 w 3505200"/>
              <a:gd name="connsiteY2897" fmla="*/ 1284161 h 3505200"/>
              <a:gd name="connsiteX2898" fmla="*/ 2655761 w 3505200"/>
              <a:gd name="connsiteY2898" fmla="*/ 1295591 h 3505200"/>
              <a:gd name="connsiteX2899" fmla="*/ 2667191 w 3505200"/>
              <a:gd name="connsiteY2899" fmla="*/ 1307021 h 3505200"/>
              <a:gd name="connsiteX2900" fmla="*/ 2743391 w 3505200"/>
              <a:gd name="connsiteY2900" fmla="*/ 1305973 h 3505200"/>
              <a:gd name="connsiteX2901" fmla="*/ 2753773 w 3505200"/>
              <a:gd name="connsiteY2901" fmla="*/ 1295591 h 3505200"/>
              <a:gd name="connsiteX2902" fmla="*/ 2743391 w 3505200"/>
              <a:gd name="connsiteY2902" fmla="*/ 1285208 h 3505200"/>
              <a:gd name="connsiteX2903" fmla="*/ 2733008 w 3505200"/>
              <a:gd name="connsiteY2903" fmla="*/ 1295591 h 3505200"/>
              <a:gd name="connsiteX2904" fmla="*/ 2743391 w 3505200"/>
              <a:gd name="connsiteY2904" fmla="*/ 1305973 h 3505200"/>
              <a:gd name="connsiteX2905" fmla="*/ 2819591 w 3505200"/>
              <a:gd name="connsiteY2905" fmla="*/ 1304925 h 3505200"/>
              <a:gd name="connsiteX2906" fmla="*/ 2828925 w 3505200"/>
              <a:gd name="connsiteY2906" fmla="*/ 1295591 h 3505200"/>
              <a:gd name="connsiteX2907" fmla="*/ 2819591 w 3505200"/>
              <a:gd name="connsiteY2907" fmla="*/ 1286256 h 3505200"/>
              <a:gd name="connsiteX2908" fmla="*/ 2810256 w 3505200"/>
              <a:gd name="connsiteY2908" fmla="*/ 1295591 h 3505200"/>
              <a:gd name="connsiteX2909" fmla="*/ 2819591 w 3505200"/>
              <a:gd name="connsiteY2909" fmla="*/ 1304925 h 3505200"/>
              <a:gd name="connsiteX2910" fmla="*/ 2895791 w 3505200"/>
              <a:gd name="connsiteY2910" fmla="*/ 1303877 h 3505200"/>
              <a:gd name="connsiteX2911" fmla="*/ 2904078 w 3505200"/>
              <a:gd name="connsiteY2911" fmla="*/ 1295591 h 3505200"/>
              <a:gd name="connsiteX2912" fmla="*/ 2895791 w 3505200"/>
              <a:gd name="connsiteY2912" fmla="*/ 1287304 h 3505200"/>
              <a:gd name="connsiteX2913" fmla="*/ 2887504 w 3505200"/>
              <a:gd name="connsiteY2913" fmla="*/ 1295591 h 3505200"/>
              <a:gd name="connsiteX2914" fmla="*/ 2895791 w 3505200"/>
              <a:gd name="connsiteY2914" fmla="*/ 1303877 h 3505200"/>
              <a:gd name="connsiteX2915" fmla="*/ 2971991 w 3505200"/>
              <a:gd name="connsiteY2915" fmla="*/ 1302830 h 3505200"/>
              <a:gd name="connsiteX2916" fmla="*/ 2979134 w 3505200"/>
              <a:gd name="connsiteY2916" fmla="*/ 1295686 h 3505200"/>
              <a:gd name="connsiteX2917" fmla="*/ 2971991 w 3505200"/>
              <a:gd name="connsiteY2917" fmla="*/ 1288542 h 3505200"/>
              <a:gd name="connsiteX2918" fmla="*/ 2964847 w 3505200"/>
              <a:gd name="connsiteY2918" fmla="*/ 1295686 h 3505200"/>
              <a:gd name="connsiteX2919" fmla="*/ 2971991 w 3505200"/>
              <a:gd name="connsiteY2919" fmla="*/ 1302830 h 3505200"/>
              <a:gd name="connsiteX2920" fmla="*/ 3048191 w 3505200"/>
              <a:gd name="connsiteY2920" fmla="*/ 1301496 h 3505200"/>
              <a:gd name="connsiteX2921" fmla="*/ 3054096 w 3505200"/>
              <a:gd name="connsiteY2921" fmla="*/ 1295591 h 3505200"/>
              <a:gd name="connsiteX2922" fmla="*/ 3048191 w 3505200"/>
              <a:gd name="connsiteY2922" fmla="*/ 1289685 h 3505200"/>
              <a:gd name="connsiteX2923" fmla="*/ 3042285 w 3505200"/>
              <a:gd name="connsiteY2923" fmla="*/ 1295591 h 3505200"/>
              <a:gd name="connsiteX2924" fmla="*/ 3048191 w 3505200"/>
              <a:gd name="connsiteY2924" fmla="*/ 1301496 h 3505200"/>
              <a:gd name="connsiteX2925" fmla="*/ 3124391 w 3505200"/>
              <a:gd name="connsiteY2925" fmla="*/ 1300448 h 3505200"/>
              <a:gd name="connsiteX2926" fmla="*/ 3129248 w 3505200"/>
              <a:gd name="connsiteY2926" fmla="*/ 1295591 h 3505200"/>
              <a:gd name="connsiteX2927" fmla="*/ 3124391 w 3505200"/>
              <a:gd name="connsiteY2927" fmla="*/ 1290733 h 3505200"/>
              <a:gd name="connsiteX2928" fmla="*/ 3119533 w 3505200"/>
              <a:gd name="connsiteY2928" fmla="*/ 1295591 h 3505200"/>
              <a:gd name="connsiteX2929" fmla="*/ 3124391 w 3505200"/>
              <a:gd name="connsiteY2929" fmla="*/ 1300448 h 3505200"/>
              <a:gd name="connsiteX2930" fmla="*/ 3200591 w 3505200"/>
              <a:gd name="connsiteY2930" fmla="*/ 1299401 h 3505200"/>
              <a:gd name="connsiteX2931" fmla="*/ 3204401 w 3505200"/>
              <a:gd name="connsiteY2931" fmla="*/ 1295591 h 3505200"/>
              <a:gd name="connsiteX2932" fmla="*/ 3200591 w 3505200"/>
              <a:gd name="connsiteY2932" fmla="*/ 1291781 h 3505200"/>
              <a:gd name="connsiteX2933" fmla="*/ 3196781 w 3505200"/>
              <a:gd name="connsiteY2933" fmla="*/ 1295591 h 3505200"/>
              <a:gd name="connsiteX2934" fmla="*/ 3200591 w 3505200"/>
              <a:gd name="connsiteY2934" fmla="*/ 1299401 h 3505200"/>
              <a:gd name="connsiteX2935" fmla="*/ 3276791 w 3505200"/>
              <a:gd name="connsiteY2935" fmla="*/ 1298353 h 3505200"/>
              <a:gd name="connsiteX2936" fmla="*/ 3279553 w 3505200"/>
              <a:gd name="connsiteY2936" fmla="*/ 1295591 h 3505200"/>
              <a:gd name="connsiteX2937" fmla="*/ 3276791 w 3505200"/>
              <a:gd name="connsiteY2937" fmla="*/ 1292828 h 3505200"/>
              <a:gd name="connsiteX2938" fmla="*/ 3274028 w 3505200"/>
              <a:gd name="connsiteY2938" fmla="*/ 1295591 h 3505200"/>
              <a:gd name="connsiteX2939" fmla="*/ 3276791 w 3505200"/>
              <a:gd name="connsiteY2939" fmla="*/ 1298353 h 3505200"/>
              <a:gd name="connsiteX2940" fmla="*/ 3352991 w 3505200"/>
              <a:gd name="connsiteY2940" fmla="*/ 1297114 h 3505200"/>
              <a:gd name="connsiteX2941" fmla="*/ 3354515 w 3505200"/>
              <a:gd name="connsiteY2941" fmla="*/ 1295591 h 3505200"/>
              <a:gd name="connsiteX2942" fmla="*/ 3352991 w 3505200"/>
              <a:gd name="connsiteY2942" fmla="*/ 1294067 h 3505200"/>
              <a:gd name="connsiteX2943" fmla="*/ 3351466 w 3505200"/>
              <a:gd name="connsiteY2943" fmla="*/ 1295591 h 3505200"/>
              <a:gd name="connsiteX2944" fmla="*/ 3352991 w 3505200"/>
              <a:gd name="connsiteY2944" fmla="*/ 1297114 h 3505200"/>
              <a:gd name="connsiteX2945" fmla="*/ 3429191 w 3505200"/>
              <a:gd name="connsiteY2945" fmla="*/ 1296067 h 3505200"/>
              <a:gd name="connsiteX2946" fmla="*/ 3429572 w 3505200"/>
              <a:gd name="connsiteY2946" fmla="*/ 1295686 h 3505200"/>
              <a:gd name="connsiteX2947" fmla="*/ 3429191 w 3505200"/>
              <a:gd name="connsiteY2947" fmla="*/ 1295305 h 3505200"/>
              <a:gd name="connsiteX2948" fmla="*/ 3428810 w 3505200"/>
              <a:gd name="connsiteY2948" fmla="*/ 1295686 h 3505200"/>
              <a:gd name="connsiteX2949" fmla="*/ 3429191 w 3505200"/>
              <a:gd name="connsiteY2949" fmla="*/ 1296067 h 3505200"/>
              <a:gd name="connsiteX2950" fmla="*/ 76391 w 3505200"/>
              <a:gd name="connsiteY2950" fmla="*/ 1372457 h 3505200"/>
              <a:gd name="connsiteX2951" fmla="*/ 77057 w 3505200"/>
              <a:gd name="connsiteY2951" fmla="*/ 1371791 h 3505200"/>
              <a:gd name="connsiteX2952" fmla="*/ 76391 w 3505200"/>
              <a:gd name="connsiteY2952" fmla="*/ 1371124 h 3505200"/>
              <a:gd name="connsiteX2953" fmla="*/ 75724 w 3505200"/>
              <a:gd name="connsiteY2953" fmla="*/ 1371791 h 3505200"/>
              <a:gd name="connsiteX2954" fmla="*/ 76391 w 3505200"/>
              <a:gd name="connsiteY2954" fmla="*/ 1372457 h 3505200"/>
              <a:gd name="connsiteX2955" fmla="*/ 152591 w 3505200"/>
              <a:gd name="connsiteY2955" fmla="*/ 1373505 h 3505200"/>
              <a:gd name="connsiteX2956" fmla="*/ 154305 w 3505200"/>
              <a:gd name="connsiteY2956" fmla="*/ 1371791 h 3505200"/>
              <a:gd name="connsiteX2957" fmla="*/ 152591 w 3505200"/>
              <a:gd name="connsiteY2957" fmla="*/ 1370076 h 3505200"/>
              <a:gd name="connsiteX2958" fmla="*/ 150876 w 3505200"/>
              <a:gd name="connsiteY2958" fmla="*/ 1371791 h 3505200"/>
              <a:gd name="connsiteX2959" fmla="*/ 152591 w 3505200"/>
              <a:gd name="connsiteY2959" fmla="*/ 1373505 h 3505200"/>
              <a:gd name="connsiteX2960" fmla="*/ 228791 w 3505200"/>
              <a:gd name="connsiteY2960" fmla="*/ 1374743 h 3505200"/>
              <a:gd name="connsiteX2961" fmla="*/ 231743 w 3505200"/>
              <a:gd name="connsiteY2961" fmla="*/ 1371791 h 3505200"/>
              <a:gd name="connsiteX2962" fmla="*/ 228791 w 3505200"/>
              <a:gd name="connsiteY2962" fmla="*/ 1368838 h 3505200"/>
              <a:gd name="connsiteX2963" fmla="*/ 225838 w 3505200"/>
              <a:gd name="connsiteY2963" fmla="*/ 1371791 h 3505200"/>
              <a:gd name="connsiteX2964" fmla="*/ 228791 w 3505200"/>
              <a:gd name="connsiteY2964" fmla="*/ 1374743 h 3505200"/>
              <a:gd name="connsiteX2965" fmla="*/ 304991 w 3505200"/>
              <a:gd name="connsiteY2965" fmla="*/ 1375791 h 3505200"/>
              <a:gd name="connsiteX2966" fmla="*/ 308991 w 3505200"/>
              <a:gd name="connsiteY2966" fmla="*/ 1371791 h 3505200"/>
              <a:gd name="connsiteX2967" fmla="*/ 304991 w 3505200"/>
              <a:gd name="connsiteY2967" fmla="*/ 1367790 h 3505200"/>
              <a:gd name="connsiteX2968" fmla="*/ 300990 w 3505200"/>
              <a:gd name="connsiteY2968" fmla="*/ 1371791 h 3505200"/>
              <a:gd name="connsiteX2969" fmla="*/ 304991 w 3505200"/>
              <a:gd name="connsiteY2969" fmla="*/ 1375791 h 3505200"/>
              <a:gd name="connsiteX2970" fmla="*/ 381191 w 3505200"/>
              <a:gd name="connsiteY2970" fmla="*/ 1376839 h 3505200"/>
              <a:gd name="connsiteX2971" fmla="*/ 386239 w 3505200"/>
              <a:gd name="connsiteY2971" fmla="*/ 1371791 h 3505200"/>
              <a:gd name="connsiteX2972" fmla="*/ 381191 w 3505200"/>
              <a:gd name="connsiteY2972" fmla="*/ 1366742 h 3505200"/>
              <a:gd name="connsiteX2973" fmla="*/ 376142 w 3505200"/>
              <a:gd name="connsiteY2973" fmla="*/ 1371791 h 3505200"/>
              <a:gd name="connsiteX2974" fmla="*/ 381191 w 3505200"/>
              <a:gd name="connsiteY2974" fmla="*/ 1376839 h 3505200"/>
              <a:gd name="connsiteX2975" fmla="*/ 457391 w 3505200"/>
              <a:gd name="connsiteY2975" fmla="*/ 1378172 h 3505200"/>
              <a:gd name="connsiteX2976" fmla="*/ 463772 w 3505200"/>
              <a:gd name="connsiteY2976" fmla="*/ 1371791 h 3505200"/>
              <a:gd name="connsiteX2977" fmla="*/ 457391 w 3505200"/>
              <a:gd name="connsiteY2977" fmla="*/ 1365409 h 3505200"/>
              <a:gd name="connsiteX2978" fmla="*/ 451009 w 3505200"/>
              <a:gd name="connsiteY2978" fmla="*/ 1371791 h 3505200"/>
              <a:gd name="connsiteX2979" fmla="*/ 457391 w 3505200"/>
              <a:gd name="connsiteY2979" fmla="*/ 1378172 h 3505200"/>
              <a:gd name="connsiteX2980" fmla="*/ 533591 w 3505200"/>
              <a:gd name="connsiteY2980" fmla="*/ 1379220 h 3505200"/>
              <a:gd name="connsiteX2981" fmla="*/ 541020 w 3505200"/>
              <a:gd name="connsiteY2981" fmla="*/ 1371791 h 3505200"/>
              <a:gd name="connsiteX2982" fmla="*/ 533591 w 3505200"/>
              <a:gd name="connsiteY2982" fmla="*/ 1364361 h 3505200"/>
              <a:gd name="connsiteX2983" fmla="*/ 526161 w 3505200"/>
              <a:gd name="connsiteY2983" fmla="*/ 1371791 h 3505200"/>
              <a:gd name="connsiteX2984" fmla="*/ 533591 w 3505200"/>
              <a:gd name="connsiteY2984" fmla="*/ 1379220 h 3505200"/>
              <a:gd name="connsiteX2985" fmla="*/ 609790 w 3505200"/>
              <a:gd name="connsiteY2985" fmla="*/ 1380268 h 3505200"/>
              <a:gd name="connsiteX2986" fmla="*/ 618268 w 3505200"/>
              <a:gd name="connsiteY2986" fmla="*/ 1371791 h 3505200"/>
              <a:gd name="connsiteX2987" fmla="*/ 609790 w 3505200"/>
              <a:gd name="connsiteY2987" fmla="*/ 1363313 h 3505200"/>
              <a:gd name="connsiteX2988" fmla="*/ 601313 w 3505200"/>
              <a:gd name="connsiteY2988" fmla="*/ 1371791 h 3505200"/>
              <a:gd name="connsiteX2989" fmla="*/ 609790 w 3505200"/>
              <a:gd name="connsiteY2989" fmla="*/ 1380268 h 3505200"/>
              <a:gd name="connsiteX2990" fmla="*/ 685990 w 3505200"/>
              <a:gd name="connsiteY2990" fmla="*/ 1381506 h 3505200"/>
              <a:gd name="connsiteX2991" fmla="*/ 695706 w 3505200"/>
              <a:gd name="connsiteY2991" fmla="*/ 1371791 h 3505200"/>
              <a:gd name="connsiteX2992" fmla="*/ 685990 w 3505200"/>
              <a:gd name="connsiteY2992" fmla="*/ 1362075 h 3505200"/>
              <a:gd name="connsiteX2993" fmla="*/ 676275 w 3505200"/>
              <a:gd name="connsiteY2993" fmla="*/ 1371791 h 3505200"/>
              <a:gd name="connsiteX2994" fmla="*/ 685990 w 3505200"/>
              <a:gd name="connsiteY2994" fmla="*/ 1381506 h 3505200"/>
              <a:gd name="connsiteX2995" fmla="*/ 762190 w 3505200"/>
              <a:gd name="connsiteY2995" fmla="*/ 1382554 h 3505200"/>
              <a:gd name="connsiteX2996" fmla="*/ 772954 w 3505200"/>
              <a:gd name="connsiteY2996" fmla="*/ 1371791 h 3505200"/>
              <a:gd name="connsiteX2997" fmla="*/ 762190 w 3505200"/>
              <a:gd name="connsiteY2997" fmla="*/ 1361027 h 3505200"/>
              <a:gd name="connsiteX2998" fmla="*/ 751427 w 3505200"/>
              <a:gd name="connsiteY2998" fmla="*/ 1371791 h 3505200"/>
              <a:gd name="connsiteX2999" fmla="*/ 762190 w 3505200"/>
              <a:gd name="connsiteY2999" fmla="*/ 1382554 h 3505200"/>
              <a:gd name="connsiteX3000" fmla="*/ 838390 w 3505200"/>
              <a:gd name="connsiteY3000" fmla="*/ 1383602 h 3505200"/>
              <a:gd name="connsiteX3001" fmla="*/ 850202 w 3505200"/>
              <a:gd name="connsiteY3001" fmla="*/ 1371791 h 3505200"/>
              <a:gd name="connsiteX3002" fmla="*/ 838390 w 3505200"/>
              <a:gd name="connsiteY3002" fmla="*/ 1359980 h 3505200"/>
              <a:gd name="connsiteX3003" fmla="*/ 826580 w 3505200"/>
              <a:gd name="connsiteY3003" fmla="*/ 1371791 h 3505200"/>
              <a:gd name="connsiteX3004" fmla="*/ 838390 w 3505200"/>
              <a:gd name="connsiteY3004" fmla="*/ 1383602 h 3505200"/>
              <a:gd name="connsiteX3005" fmla="*/ 914590 w 3505200"/>
              <a:gd name="connsiteY3005" fmla="*/ 1384745 h 3505200"/>
              <a:gd name="connsiteX3006" fmla="*/ 927449 w 3505200"/>
              <a:gd name="connsiteY3006" fmla="*/ 1371886 h 3505200"/>
              <a:gd name="connsiteX3007" fmla="*/ 914590 w 3505200"/>
              <a:gd name="connsiteY3007" fmla="*/ 1359027 h 3505200"/>
              <a:gd name="connsiteX3008" fmla="*/ 901732 w 3505200"/>
              <a:gd name="connsiteY3008" fmla="*/ 1371886 h 3505200"/>
              <a:gd name="connsiteX3009" fmla="*/ 914590 w 3505200"/>
              <a:gd name="connsiteY3009" fmla="*/ 1384745 h 3505200"/>
              <a:gd name="connsiteX3010" fmla="*/ 990790 w 3505200"/>
              <a:gd name="connsiteY3010" fmla="*/ 1385792 h 3505200"/>
              <a:gd name="connsiteX3011" fmla="*/ 1004697 w 3505200"/>
              <a:gd name="connsiteY3011" fmla="*/ 1371886 h 3505200"/>
              <a:gd name="connsiteX3012" fmla="*/ 990790 w 3505200"/>
              <a:gd name="connsiteY3012" fmla="*/ 1357979 h 3505200"/>
              <a:gd name="connsiteX3013" fmla="*/ 976884 w 3505200"/>
              <a:gd name="connsiteY3013" fmla="*/ 1371886 h 3505200"/>
              <a:gd name="connsiteX3014" fmla="*/ 990790 w 3505200"/>
              <a:gd name="connsiteY3014" fmla="*/ 1385792 h 3505200"/>
              <a:gd name="connsiteX3015" fmla="*/ 1066991 w 3505200"/>
              <a:gd name="connsiteY3015" fmla="*/ 1386840 h 3505200"/>
              <a:gd name="connsiteX3016" fmla="*/ 1081945 w 3505200"/>
              <a:gd name="connsiteY3016" fmla="*/ 1371886 h 3505200"/>
              <a:gd name="connsiteX3017" fmla="*/ 1066991 w 3505200"/>
              <a:gd name="connsiteY3017" fmla="*/ 1356836 h 3505200"/>
              <a:gd name="connsiteX3018" fmla="*/ 1051941 w 3505200"/>
              <a:gd name="connsiteY3018" fmla="*/ 1371886 h 3505200"/>
              <a:gd name="connsiteX3019" fmla="*/ 1066991 w 3505200"/>
              <a:gd name="connsiteY3019" fmla="*/ 1386840 h 3505200"/>
              <a:gd name="connsiteX3020" fmla="*/ 1143191 w 3505200"/>
              <a:gd name="connsiteY3020" fmla="*/ 1387888 h 3505200"/>
              <a:gd name="connsiteX3021" fmla="*/ 1159288 w 3505200"/>
              <a:gd name="connsiteY3021" fmla="*/ 1371791 h 3505200"/>
              <a:gd name="connsiteX3022" fmla="*/ 1143191 w 3505200"/>
              <a:gd name="connsiteY3022" fmla="*/ 1355693 h 3505200"/>
              <a:gd name="connsiteX3023" fmla="*/ 1127093 w 3505200"/>
              <a:gd name="connsiteY3023" fmla="*/ 1371791 h 3505200"/>
              <a:gd name="connsiteX3024" fmla="*/ 1143191 w 3505200"/>
              <a:gd name="connsiteY3024" fmla="*/ 1387888 h 3505200"/>
              <a:gd name="connsiteX3025" fmla="*/ 1219391 w 3505200"/>
              <a:gd name="connsiteY3025" fmla="*/ 1388745 h 3505200"/>
              <a:gd name="connsiteX3026" fmla="*/ 1236250 w 3505200"/>
              <a:gd name="connsiteY3026" fmla="*/ 1371886 h 3505200"/>
              <a:gd name="connsiteX3027" fmla="*/ 1219391 w 3505200"/>
              <a:gd name="connsiteY3027" fmla="*/ 1355027 h 3505200"/>
              <a:gd name="connsiteX3028" fmla="*/ 1202531 w 3505200"/>
              <a:gd name="connsiteY3028" fmla="*/ 1371886 h 3505200"/>
              <a:gd name="connsiteX3029" fmla="*/ 1219391 w 3505200"/>
              <a:gd name="connsiteY3029" fmla="*/ 1388745 h 3505200"/>
              <a:gd name="connsiteX3030" fmla="*/ 1295591 w 3505200"/>
              <a:gd name="connsiteY3030" fmla="*/ 1389793 h 3505200"/>
              <a:gd name="connsiteX3031" fmla="*/ 1313593 w 3505200"/>
              <a:gd name="connsiteY3031" fmla="*/ 1371791 h 3505200"/>
              <a:gd name="connsiteX3032" fmla="*/ 1295591 w 3505200"/>
              <a:gd name="connsiteY3032" fmla="*/ 1353788 h 3505200"/>
              <a:gd name="connsiteX3033" fmla="*/ 1277588 w 3505200"/>
              <a:gd name="connsiteY3033" fmla="*/ 1371791 h 3505200"/>
              <a:gd name="connsiteX3034" fmla="*/ 1295591 w 3505200"/>
              <a:gd name="connsiteY3034" fmla="*/ 1389793 h 3505200"/>
              <a:gd name="connsiteX3035" fmla="*/ 1371791 w 3505200"/>
              <a:gd name="connsiteY3035" fmla="*/ 1390650 h 3505200"/>
              <a:gd name="connsiteX3036" fmla="*/ 1390555 w 3505200"/>
              <a:gd name="connsiteY3036" fmla="*/ 1371886 h 3505200"/>
              <a:gd name="connsiteX3037" fmla="*/ 1371791 w 3505200"/>
              <a:gd name="connsiteY3037" fmla="*/ 1353122 h 3505200"/>
              <a:gd name="connsiteX3038" fmla="*/ 1353026 w 3505200"/>
              <a:gd name="connsiteY3038" fmla="*/ 1371886 h 3505200"/>
              <a:gd name="connsiteX3039" fmla="*/ 1371791 w 3505200"/>
              <a:gd name="connsiteY3039" fmla="*/ 1390650 h 3505200"/>
              <a:gd name="connsiteX3040" fmla="*/ 1447991 w 3505200"/>
              <a:gd name="connsiteY3040" fmla="*/ 1391507 h 3505200"/>
              <a:gd name="connsiteX3041" fmla="*/ 1467612 w 3505200"/>
              <a:gd name="connsiteY3041" fmla="*/ 1371886 h 3505200"/>
              <a:gd name="connsiteX3042" fmla="*/ 1447991 w 3505200"/>
              <a:gd name="connsiteY3042" fmla="*/ 1352264 h 3505200"/>
              <a:gd name="connsiteX3043" fmla="*/ 1428369 w 3505200"/>
              <a:gd name="connsiteY3043" fmla="*/ 1371886 h 3505200"/>
              <a:gd name="connsiteX3044" fmla="*/ 1447991 w 3505200"/>
              <a:gd name="connsiteY3044" fmla="*/ 1391507 h 3505200"/>
              <a:gd name="connsiteX3045" fmla="*/ 1524191 w 3505200"/>
              <a:gd name="connsiteY3045" fmla="*/ 1392079 h 3505200"/>
              <a:gd name="connsiteX3046" fmla="*/ 1544479 w 3505200"/>
              <a:gd name="connsiteY3046" fmla="*/ 1371791 h 3505200"/>
              <a:gd name="connsiteX3047" fmla="*/ 1524191 w 3505200"/>
              <a:gd name="connsiteY3047" fmla="*/ 1351502 h 3505200"/>
              <a:gd name="connsiteX3048" fmla="*/ 1503902 w 3505200"/>
              <a:gd name="connsiteY3048" fmla="*/ 1371791 h 3505200"/>
              <a:gd name="connsiteX3049" fmla="*/ 1524191 w 3505200"/>
              <a:gd name="connsiteY3049" fmla="*/ 1392079 h 3505200"/>
              <a:gd name="connsiteX3050" fmla="*/ 1600391 w 3505200"/>
              <a:gd name="connsiteY3050" fmla="*/ 1392746 h 3505200"/>
              <a:gd name="connsiteX3051" fmla="*/ 1621346 w 3505200"/>
              <a:gd name="connsiteY3051" fmla="*/ 1371791 h 3505200"/>
              <a:gd name="connsiteX3052" fmla="*/ 1600391 w 3505200"/>
              <a:gd name="connsiteY3052" fmla="*/ 1350836 h 3505200"/>
              <a:gd name="connsiteX3053" fmla="*/ 1579436 w 3505200"/>
              <a:gd name="connsiteY3053" fmla="*/ 1371791 h 3505200"/>
              <a:gd name="connsiteX3054" fmla="*/ 1600391 w 3505200"/>
              <a:gd name="connsiteY3054" fmla="*/ 1392746 h 3505200"/>
              <a:gd name="connsiteX3055" fmla="*/ 1676591 w 3505200"/>
              <a:gd name="connsiteY3055" fmla="*/ 1392936 h 3505200"/>
              <a:gd name="connsiteX3056" fmla="*/ 1697736 w 3505200"/>
              <a:gd name="connsiteY3056" fmla="*/ 1371791 h 3505200"/>
              <a:gd name="connsiteX3057" fmla="*/ 1676591 w 3505200"/>
              <a:gd name="connsiteY3057" fmla="*/ 1350645 h 3505200"/>
              <a:gd name="connsiteX3058" fmla="*/ 1655445 w 3505200"/>
              <a:gd name="connsiteY3058" fmla="*/ 1371791 h 3505200"/>
              <a:gd name="connsiteX3059" fmla="*/ 1676591 w 3505200"/>
              <a:gd name="connsiteY3059" fmla="*/ 1392936 h 3505200"/>
              <a:gd name="connsiteX3060" fmla="*/ 1752791 w 3505200"/>
              <a:gd name="connsiteY3060" fmla="*/ 1393127 h 3505200"/>
              <a:gd name="connsiteX3061" fmla="*/ 1774127 w 3505200"/>
              <a:gd name="connsiteY3061" fmla="*/ 1371791 h 3505200"/>
              <a:gd name="connsiteX3062" fmla="*/ 1752791 w 3505200"/>
              <a:gd name="connsiteY3062" fmla="*/ 1350455 h 3505200"/>
              <a:gd name="connsiteX3063" fmla="*/ 1731455 w 3505200"/>
              <a:gd name="connsiteY3063" fmla="*/ 1371791 h 3505200"/>
              <a:gd name="connsiteX3064" fmla="*/ 1752791 w 3505200"/>
              <a:gd name="connsiteY3064" fmla="*/ 1393127 h 3505200"/>
              <a:gd name="connsiteX3065" fmla="*/ 1828991 w 3505200"/>
              <a:gd name="connsiteY3065" fmla="*/ 1392936 h 3505200"/>
              <a:gd name="connsiteX3066" fmla="*/ 1850136 w 3505200"/>
              <a:gd name="connsiteY3066" fmla="*/ 1371791 h 3505200"/>
              <a:gd name="connsiteX3067" fmla="*/ 1828991 w 3505200"/>
              <a:gd name="connsiteY3067" fmla="*/ 1350645 h 3505200"/>
              <a:gd name="connsiteX3068" fmla="*/ 1807845 w 3505200"/>
              <a:gd name="connsiteY3068" fmla="*/ 1371791 h 3505200"/>
              <a:gd name="connsiteX3069" fmla="*/ 1828991 w 3505200"/>
              <a:gd name="connsiteY3069" fmla="*/ 1392936 h 3505200"/>
              <a:gd name="connsiteX3070" fmla="*/ 1905191 w 3505200"/>
              <a:gd name="connsiteY3070" fmla="*/ 1392746 h 3505200"/>
              <a:gd name="connsiteX3071" fmla="*/ 1926146 w 3505200"/>
              <a:gd name="connsiteY3071" fmla="*/ 1371791 h 3505200"/>
              <a:gd name="connsiteX3072" fmla="*/ 1905191 w 3505200"/>
              <a:gd name="connsiteY3072" fmla="*/ 1350836 h 3505200"/>
              <a:gd name="connsiteX3073" fmla="*/ 1884236 w 3505200"/>
              <a:gd name="connsiteY3073" fmla="*/ 1371791 h 3505200"/>
              <a:gd name="connsiteX3074" fmla="*/ 1905191 w 3505200"/>
              <a:gd name="connsiteY3074" fmla="*/ 1392746 h 3505200"/>
              <a:gd name="connsiteX3075" fmla="*/ 1981391 w 3505200"/>
              <a:gd name="connsiteY3075" fmla="*/ 1392079 h 3505200"/>
              <a:gd name="connsiteX3076" fmla="*/ 2001679 w 3505200"/>
              <a:gd name="connsiteY3076" fmla="*/ 1371791 h 3505200"/>
              <a:gd name="connsiteX3077" fmla="*/ 1981391 w 3505200"/>
              <a:gd name="connsiteY3077" fmla="*/ 1351502 h 3505200"/>
              <a:gd name="connsiteX3078" fmla="*/ 1961102 w 3505200"/>
              <a:gd name="connsiteY3078" fmla="*/ 1371791 h 3505200"/>
              <a:gd name="connsiteX3079" fmla="*/ 1981391 w 3505200"/>
              <a:gd name="connsiteY3079" fmla="*/ 1392079 h 3505200"/>
              <a:gd name="connsiteX3080" fmla="*/ 2057591 w 3505200"/>
              <a:gd name="connsiteY3080" fmla="*/ 1391507 h 3505200"/>
              <a:gd name="connsiteX3081" fmla="*/ 2077212 w 3505200"/>
              <a:gd name="connsiteY3081" fmla="*/ 1371886 h 3505200"/>
              <a:gd name="connsiteX3082" fmla="*/ 2057591 w 3505200"/>
              <a:gd name="connsiteY3082" fmla="*/ 1352264 h 3505200"/>
              <a:gd name="connsiteX3083" fmla="*/ 2037969 w 3505200"/>
              <a:gd name="connsiteY3083" fmla="*/ 1371886 h 3505200"/>
              <a:gd name="connsiteX3084" fmla="*/ 2057591 w 3505200"/>
              <a:gd name="connsiteY3084" fmla="*/ 1391507 h 3505200"/>
              <a:gd name="connsiteX3085" fmla="*/ 2133791 w 3505200"/>
              <a:gd name="connsiteY3085" fmla="*/ 1390841 h 3505200"/>
              <a:gd name="connsiteX3086" fmla="*/ 2152841 w 3505200"/>
              <a:gd name="connsiteY3086" fmla="*/ 1371791 h 3505200"/>
              <a:gd name="connsiteX3087" fmla="*/ 2133791 w 3505200"/>
              <a:gd name="connsiteY3087" fmla="*/ 1352741 h 3505200"/>
              <a:gd name="connsiteX3088" fmla="*/ 2114741 w 3505200"/>
              <a:gd name="connsiteY3088" fmla="*/ 1371791 h 3505200"/>
              <a:gd name="connsiteX3089" fmla="*/ 2133791 w 3505200"/>
              <a:gd name="connsiteY3089" fmla="*/ 1390841 h 3505200"/>
              <a:gd name="connsiteX3090" fmla="*/ 2209991 w 3505200"/>
              <a:gd name="connsiteY3090" fmla="*/ 1389793 h 3505200"/>
              <a:gd name="connsiteX3091" fmla="*/ 2227993 w 3505200"/>
              <a:gd name="connsiteY3091" fmla="*/ 1371791 h 3505200"/>
              <a:gd name="connsiteX3092" fmla="*/ 2209991 w 3505200"/>
              <a:gd name="connsiteY3092" fmla="*/ 1353788 h 3505200"/>
              <a:gd name="connsiteX3093" fmla="*/ 2191988 w 3505200"/>
              <a:gd name="connsiteY3093" fmla="*/ 1371791 h 3505200"/>
              <a:gd name="connsiteX3094" fmla="*/ 2209991 w 3505200"/>
              <a:gd name="connsiteY3094" fmla="*/ 1389793 h 3505200"/>
              <a:gd name="connsiteX3095" fmla="*/ 2286191 w 3505200"/>
              <a:gd name="connsiteY3095" fmla="*/ 1388936 h 3505200"/>
              <a:gd name="connsiteX3096" fmla="*/ 2303336 w 3505200"/>
              <a:gd name="connsiteY3096" fmla="*/ 1371791 h 3505200"/>
              <a:gd name="connsiteX3097" fmla="*/ 2286191 w 3505200"/>
              <a:gd name="connsiteY3097" fmla="*/ 1354646 h 3505200"/>
              <a:gd name="connsiteX3098" fmla="*/ 2269046 w 3505200"/>
              <a:gd name="connsiteY3098" fmla="*/ 1371791 h 3505200"/>
              <a:gd name="connsiteX3099" fmla="*/ 2286191 w 3505200"/>
              <a:gd name="connsiteY3099" fmla="*/ 1388936 h 3505200"/>
              <a:gd name="connsiteX3100" fmla="*/ 2362391 w 3505200"/>
              <a:gd name="connsiteY3100" fmla="*/ 1387888 h 3505200"/>
              <a:gd name="connsiteX3101" fmla="*/ 2378488 w 3505200"/>
              <a:gd name="connsiteY3101" fmla="*/ 1371791 h 3505200"/>
              <a:gd name="connsiteX3102" fmla="*/ 2362391 w 3505200"/>
              <a:gd name="connsiteY3102" fmla="*/ 1355693 h 3505200"/>
              <a:gd name="connsiteX3103" fmla="*/ 2346293 w 3505200"/>
              <a:gd name="connsiteY3103" fmla="*/ 1371791 h 3505200"/>
              <a:gd name="connsiteX3104" fmla="*/ 2362391 w 3505200"/>
              <a:gd name="connsiteY3104" fmla="*/ 1387888 h 3505200"/>
              <a:gd name="connsiteX3105" fmla="*/ 2438591 w 3505200"/>
              <a:gd name="connsiteY3105" fmla="*/ 1387031 h 3505200"/>
              <a:gd name="connsiteX3106" fmla="*/ 2453831 w 3505200"/>
              <a:gd name="connsiteY3106" fmla="*/ 1371791 h 3505200"/>
              <a:gd name="connsiteX3107" fmla="*/ 2438591 w 3505200"/>
              <a:gd name="connsiteY3107" fmla="*/ 1356551 h 3505200"/>
              <a:gd name="connsiteX3108" fmla="*/ 2423351 w 3505200"/>
              <a:gd name="connsiteY3108" fmla="*/ 1371791 h 3505200"/>
              <a:gd name="connsiteX3109" fmla="*/ 2438591 w 3505200"/>
              <a:gd name="connsiteY3109" fmla="*/ 1387031 h 3505200"/>
              <a:gd name="connsiteX3110" fmla="*/ 2514791 w 3505200"/>
              <a:gd name="connsiteY3110" fmla="*/ 1385983 h 3505200"/>
              <a:gd name="connsiteX3111" fmla="*/ 2528983 w 3505200"/>
              <a:gd name="connsiteY3111" fmla="*/ 1371791 h 3505200"/>
              <a:gd name="connsiteX3112" fmla="*/ 2514791 w 3505200"/>
              <a:gd name="connsiteY3112" fmla="*/ 1357598 h 3505200"/>
              <a:gd name="connsiteX3113" fmla="*/ 2500598 w 3505200"/>
              <a:gd name="connsiteY3113" fmla="*/ 1371791 h 3505200"/>
              <a:gd name="connsiteX3114" fmla="*/ 2514791 w 3505200"/>
              <a:gd name="connsiteY3114" fmla="*/ 1385983 h 3505200"/>
              <a:gd name="connsiteX3115" fmla="*/ 2590991 w 3505200"/>
              <a:gd name="connsiteY3115" fmla="*/ 1384935 h 3505200"/>
              <a:gd name="connsiteX3116" fmla="*/ 2604135 w 3505200"/>
              <a:gd name="connsiteY3116" fmla="*/ 1371791 h 3505200"/>
              <a:gd name="connsiteX3117" fmla="*/ 2590991 w 3505200"/>
              <a:gd name="connsiteY3117" fmla="*/ 1358646 h 3505200"/>
              <a:gd name="connsiteX3118" fmla="*/ 2577846 w 3505200"/>
              <a:gd name="connsiteY3118" fmla="*/ 1371791 h 3505200"/>
              <a:gd name="connsiteX3119" fmla="*/ 2590991 w 3505200"/>
              <a:gd name="connsiteY3119" fmla="*/ 1384935 h 3505200"/>
              <a:gd name="connsiteX3120" fmla="*/ 2667191 w 3505200"/>
              <a:gd name="connsiteY3120" fmla="*/ 1383887 h 3505200"/>
              <a:gd name="connsiteX3121" fmla="*/ 2679192 w 3505200"/>
              <a:gd name="connsiteY3121" fmla="*/ 1371886 h 3505200"/>
              <a:gd name="connsiteX3122" fmla="*/ 2667191 w 3505200"/>
              <a:gd name="connsiteY3122" fmla="*/ 1359884 h 3505200"/>
              <a:gd name="connsiteX3123" fmla="*/ 2655189 w 3505200"/>
              <a:gd name="connsiteY3123" fmla="*/ 1371886 h 3505200"/>
              <a:gd name="connsiteX3124" fmla="*/ 2667191 w 3505200"/>
              <a:gd name="connsiteY3124" fmla="*/ 1383887 h 3505200"/>
              <a:gd name="connsiteX3125" fmla="*/ 2743391 w 3505200"/>
              <a:gd name="connsiteY3125" fmla="*/ 1382839 h 3505200"/>
              <a:gd name="connsiteX3126" fmla="*/ 2754345 w 3505200"/>
              <a:gd name="connsiteY3126" fmla="*/ 1371886 h 3505200"/>
              <a:gd name="connsiteX3127" fmla="*/ 2743391 w 3505200"/>
              <a:gd name="connsiteY3127" fmla="*/ 1360932 h 3505200"/>
              <a:gd name="connsiteX3128" fmla="*/ 2732437 w 3505200"/>
              <a:gd name="connsiteY3128" fmla="*/ 1371886 h 3505200"/>
              <a:gd name="connsiteX3129" fmla="*/ 2743391 w 3505200"/>
              <a:gd name="connsiteY3129" fmla="*/ 1382839 h 3505200"/>
              <a:gd name="connsiteX3130" fmla="*/ 2819591 w 3505200"/>
              <a:gd name="connsiteY3130" fmla="*/ 1381506 h 3505200"/>
              <a:gd name="connsiteX3131" fmla="*/ 2829306 w 3505200"/>
              <a:gd name="connsiteY3131" fmla="*/ 1371791 h 3505200"/>
              <a:gd name="connsiteX3132" fmla="*/ 2819591 w 3505200"/>
              <a:gd name="connsiteY3132" fmla="*/ 1362075 h 3505200"/>
              <a:gd name="connsiteX3133" fmla="*/ 2809875 w 3505200"/>
              <a:gd name="connsiteY3133" fmla="*/ 1371791 h 3505200"/>
              <a:gd name="connsiteX3134" fmla="*/ 2819591 w 3505200"/>
              <a:gd name="connsiteY3134" fmla="*/ 1381506 h 3505200"/>
              <a:gd name="connsiteX3135" fmla="*/ 2895791 w 3505200"/>
              <a:gd name="connsiteY3135" fmla="*/ 1380458 h 3505200"/>
              <a:gd name="connsiteX3136" fmla="*/ 2904458 w 3505200"/>
              <a:gd name="connsiteY3136" fmla="*/ 1371791 h 3505200"/>
              <a:gd name="connsiteX3137" fmla="*/ 2895791 w 3505200"/>
              <a:gd name="connsiteY3137" fmla="*/ 1363123 h 3505200"/>
              <a:gd name="connsiteX3138" fmla="*/ 2887123 w 3505200"/>
              <a:gd name="connsiteY3138" fmla="*/ 1371791 h 3505200"/>
              <a:gd name="connsiteX3139" fmla="*/ 2895791 w 3505200"/>
              <a:gd name="connsiteY3139" fmla="*/ 1380458 h 3505200"/>
              <a:gd name="connsiteX3140" fmla="*/ 2971991 w 3505200"/>
              <a:gd name="connsiteY3140" fmla="*/ 1379220 h 3505200"/>
              <a:gd name="connsiteX3141" fmla="*/ 2979420 w 3505200"/>
              <a:gd name="connsiteY3141" fmla="*/ 1371791 h 3505200"/>
              <a:gd name="connsiteX3142" fmla="*/ 2971991 w 3505200"/>
              <a:gd name="connsiteY3142" fmla="*/ 1364361 h 3505200"/>
              <a:gd name="connsiteX3143" fmla="*/ 2964561 w 3505200"/>
              <a:gd name="connsiteY3143" fmla="*/ 1371791 h 3505200"/>
              <a:gd name="connsiteX3144" fmla="*/ 2971991 w 3505200"/>
              <a:gd name="connsiteY3144" fmla="*/ 1379220 h 3505200"/>
              <a:gd name="connsiteX3145" fmla="*/ 3048191 w 3505200"/>
              <a:gd name="connsiteY3145" fmla="*/ 1378172 h 3505200"/>
              <a:gd name="connsiteX3146" fmla="*/ 3054572 w 3505200"/>
              <a:gd name="connsiteY3146" fmla="*/ 1371791 h 3505200"/>
              <a:gd name="connsiteX3147" fmla="*/ 3048191 w 3505200"/>
              <a:gd name="connsiteY3147" fmla="*/ 1365409 h 3505200"/>
              <a:gd name="connsiteX3148" fmla="*/ 3041809 w 3505200"/>
              <a:gd name="connsiteY3148" fmla="*/ 1371791 h 3505200"/>
              <a:gd name="connsiteX3149" fmla="*/ 3048191 w 3505200"/>
              <a:gd name="connsiteY3149" fmla="*/ 1378172 h 3505200"/>
              <a:gd name="connsiteX3150" fmla="*/ 3124391 w 3505200"/>
              <a:gd name="connsiteY3150" fmla="*/ 1377125 h 3505200"/>
              <a:gd name="connsiteX3151" fmla="*/ 3129629 w 3505200"/>
              <a:gd name="connsiteY3151" fmla="*/ 1371886 h 3505200"/>
              <a:gd name="connsiteX3152" fmla="*/ 3124391 w 3505200"/>
              <a:gd name="connsiteY3152" fmla="*/ 1366647 h 3505200"/>
              <a:gd name="connsiteX3153" fmla="*/ 3119152 w 3505200"/>
              <a:gd name="connsiteY3153" fmla="*/ 1371886 h 3505200"/>
              <a:gd name="connsiteX3154" fmla="*/ 3124391 w 3505200"/>
              <a:gd name="connsiteY3154" fmla="*/ 1377125 h 3505200"/>
              <a:gd name="connsiteX3155" fmla="*/ 3200591 w 3505200"/>
              <a:gd name="connsiteY3155" fmla="*/ 1375791 h 3505200"/>
              <a:gd name="connsiteX3156" fmla="*/ 3204591 w 3505200"/>
              <a:gd name="connsiteY3156" fmla="*/ 1371791 h 3505200"/>
              <a:gd name="connsiteX3157" fmla="*/ 3200591 w 3505200"/>
              <a:gd name="connsiteY3157" fmla="*/ 1367790 h 3505200"/>
              <a:gd name="connsiteX3158" fmla="*/ 3196590 w 3505200"/>
              <a:gd name="connsiteY3158" fmla="*/ 1371791 h 3505200"/>
              <a:gd name="connsiteX3159" fmla="*/ 3200591 w 3505200"/>
              <a:gd name="connsiteY3159" fmla="*/ 1375791 h 3505200"/>
              <a:gd name="connsiteX3160" fmla="*/ 3276791 w 3505200"/>
              <a:gd name="connsiteY3160" fmla="*/ 1374743 h 3505200"/>
              <a:gd name="connsiteX3161" fmla="*/ 3279743 w 3505200"/>
              <a:gd name="connsiteY3161" fmla="*/ 1371791 h 3505200"/>
              <a:gd name="connsiteX3162" fmla="*/ 3276791 w 3505200"/>
              <a:gd name="connsiteY3162" fmla="*/ 1368838 h 3505200"/>
              <a:gd name="connsiteX3163" fmla="*/ 3273838 w 3505200"/>
              <a:gd name="connsiteY3163" fmla="*/ 1371791 h 3505200"/>
              <a:gd name="connsiteX3164" fmla="*/ 3276791 w 3505200"/>
              <a:gd name="connsiteY3164" fmla="*/ 1374743 h 3505200"/>
              <a:gd name="connsiteX3165" fmla="*/ 3352991 w 3505200"/>
              <a:gd name="connsiteY3165" fmla="*/ 1373696 h 3505200"/>
              <a:gd name="connsiteX3166" fmla="*/ 3354896 w 3505200"/>
              <a:gd name="connsiteY3166" fmla="*/ 1371791 h 3505200"/>
              <a:gd name="connsiteX3167" fmla="*/ 3352991 w 3505200"/>
              <a:gd name="connsiteY3167" fmla="*/ 1369886 h 3505200"/>
              <a:gd name="connsiteX3168" fmla="*/ 3351086 w 3505200"/>
              <a:gd name="connsiteY3168" fmla="*/ 1371791 h 3505200"/>
              <a:gd name="connsiteX3169" fmla="*/ 3352991 w 3505200"/>
              <a:gd name="connsiteY3169" fmla="*/ 1373696 h 3505200"/>
              <a:gd name="connsiteX3170" fmla="*/ 3429191 w 3505200"/>
              <a:gd name="connsiteY3170" fmla="*/ 1372457 h 3505200"/>
              <a:gd name="connsiteX3171" fmla="*/ 3429857 w 3505200"/>
              <a:gd name="connsiteY3171" fmla="*/ 1371791 h 3505200"/>
              <a:gd name="connsiteX3172" fmla="*/ 3429191 w 3505200"/>
              <a:gd name="connsiteY3172" fmla="*/ 1371124 h 3505200"/>
              <a:gd name="connsiteX3173" fmla="*/ 3428524 w 3505200"/>
              <a:gd name="connsiteY3173" fmla="*/ 1371791 h 3505200"/>
              <a:gd name="connsiteX3174" fmla="*/ 3429191 w 3505200"/>
              <a:gd name="connsiteY3174" fmla="*/ 1372457 h 3505200"/>
              <a:gd name="connsiteX3175" fmla="*/ 76391 w 3505200"/>
              <a:gd name="connsiteY3175" fmla="*/ 1448848 h 3505200"/>
              <a:gd name="connsiteX3176" fmla="*/ 77248 w 3505200"/>
              <a:gd name="connsiteY3176" fmla="*/ 1447991 h 3505200"/>
              <a:gd name="connsiteX3177" fmla="*/ 76391 w 3505200"/>
              <a:gd name="connsiteY3177" fmla="*/ 1447133 h 3505200"/>
              <a:gd name="connsiteX3178" fmla="*/ 75533 w 3505200"/>
              <a:gd name="connsiteY3178" fmla="*/ 1447991 h 3505200"/>
              <a:gd name="connsiteX3179" fmla="*/ 76391 w 3505200"/>
              <a:gd name="connsiteY3179" fmla="*/ 1448848 h 3505200"/>
              <a:gd name="connsiteX3180" fmla="*/ 152591 w 3505200"/>
              <a:gd name="connsiteY3180" fmla="*/ 1449896 h 3505200"/>
              <a:gd name="connsiteX3181" fmla="*/ 154496 w 3505200"/>
              <a:gd name="connsiteY3181" fmla="*/ 1447991 h 3505200"/>
              <a:gd name="connsiteX3182" fmla="*/ 152591 w 3505200"/>
              <a:gd name="connsiteY3182" fmla="*/ 1446086 h 3505200"/>
              <a:gd name="connsiteX3183" fmla="*/ 150686 w 3505200"/>
              <a:gd name="connsiteY3183" fmla="*/ 1447991 h 3505200"/>
              <a:gd name="connsiteX3184" fmla="*/ 152591 w 3505200"/>
              <a:gd name="connsiteY3184" fmla="*/ 1449896 h 3505200"/>
              <a:gd name="connsiteX3185" fmla="*/ 228791 w 3505200"/>
              <a:gd name="connsiteY3185" fmla="*/ 1451134 h 3505200"/>
              <a:gd name="connsiteX3186" fmla="*/ 231934 w 3505200"/>
              <a:gd name="connsiteY3186" fmla="*/ 1447991 h 3505200"/>
              <a:gd name="connsiteX3187" fmla="*/ 228791 w 3505200"/>
              <a:gd name="connsiteY3187" fmla="*/ 1444847 h 3505200"/>
              <a:gd name="connsiteX3188" fmla="*/ 225647 w 3505200"/>
              <a:gd name="connsiteY3188" fmla="*/ 1447991 h 3505200"/>
              <a:gd name="connsiteX3189" fmla="*/ 228791 w 3505200"/>
              <a:gd name="connsiteY3189" fmla="*/ 1451134 h 3505200"/>
              <a:gd name="connsiteX3190" fmla="*/ 304991 w 3505200"/>
              <a:gd name="connsiteY3190" fmla="*/ 1452277 h 3505200"/>
              <a:gd name="connsiteX3191" fmla="*/ 309182 w 3505200"/>
              <a:gd name="connsiteY3191" fmla="*/ 1448086 h 3505200"/>
              <a:gd name="connsiteX3192" fmla="*/ 304991 w 3505200"/>
              <a:gd name="connsiteY3192" fmla="*/ 1443895 h 3505200"/>
              <a:gd name="connsiteX3193" fmla="*/ 300800 w 3505200"/>
              <a:gd name="connsiteY3193" fmla="*/ 1448086 h 3505200"/>
              <a:gd name="connsiteX3194" fmla="*/ 304991 w 3505200"/>
              <a:gd name="connsiteY3194" fmla="*/ 1452277 h 3505200"/>
              <a:gd name="connsiteX3195" fmla="*/ 381191 w 3505200"/>
              <a:gd name="connsiteY3195" fmla="*/ 1453515 h 3505200"/>
              <a:gd name="connsiteX3196" fmla="*/ 386715 w 3505200"/>
              <a:gd name="connsiteY3196" fmla="*/ 1447991 h 3505200"/>
              <a:gd name="connsiteX3197" fmla="*/ 381191 w 3505200"/>
              <a:gd name="connsiteY3197" fmla="*/ 1442466 h 3505200"/>
              <a:gd name="connsiteX3198" fmla="*/ 375666 w 3505200"/>
              <a:gd name="connsiteY3198" fmla="*/ 1447991 h 3505200"/>
              <a:gd name="connsiteX3199" fmla="*/ 381191 w 3505200"/>
              <a:gd name="connsiteY3199" fmla="*/ 1453515 h 3505200"/>
              <a:gd name="connsiteX3200" fmla="*/ 457391 w 3505200"/>
              <a:gd name="connsiteY3200" fmla="*/ 1454563 h 3505200"/>
              <a:gd name="connsiteX3201" fmla="*/ 463963 w 3505200"/>
              <a:gd name="connsiteY3201" fmla="*/ 1447991 h 3505200"/>
              <a:gd name="connsiteX3202" fmla="*/ 457391 w 3505200"/>
              <a:gd name="connsiteY3202" fmla="*/ 1441418 h 3505200"/>
              <a:gd name="connsiteX3203" fmla="*/ 450818 w 3505200"/>
              <a:gd name="connsiteY3203" fmla="*/ 1447991 h 3505200"/>
              <a:gd name="connsiteX3204" fmla="*/ 457391 w 3505200"/>
              <a:gd name="connsiteY3204" fmla="*/ 1454563 h 3505200"/>
              <a:gd name="connsiteX3205" fmla="*/ 533591 w 3505200"/>
              <a:gd name="connsiteY3205" fmla="*/ 1455801 h 3505200"/>
              <a:gd name="connsiteX3206" fmla="*/ 541401 w 3505200"/>
              <a:gd name="connsiteY3206" fmla="*/ 1447991 h 3505200"/>
              <a:gd name="connsiteX3207" fmla="*/ 533591 w 3505200"/>
              <a:gd name="connsiteY3207" fmla="*/ 1440180 h 3505200"/>
              <a:gd name="connsiteX3208" fmla="*/ 525780 w 3505200"/>
              <a:gd name="connsiteY3208" fmla="*/ 1447991 h 3505200"/>
              <a:gd name="connsiteX3209" fmla="*/ 533591 w 3505200"/>
              <a:gd name="connsiteY3209" fmla="*/ 1455801 h 3505200"/>
              <a:gd name="connsiteX3210" fmla="*/ 609790 w 3505200"/>
              <a:gd name="connsiteY3210" fmla="*/ 1456849 h 3505200"/>
              <a:gd name="connsiteX3211" fmla="*/ 618649 w 3505200"/>
              <a:gd name="connsiteY3211" fmla="*/ 1447991 h 3505200"/>
              <a:gd name="connsiteX3212" fmla="*/ 609790 w 3505200"/>
              <a:gd name="connsiteY3212" fmla="*/ 1439132 h 3505200"/>
              <a:gd name="connsiteX3213" fmla="*/ 600932 w 3505200"/>
              <a:gd name="connsiteY3213" fmla="*/ 1447991 h 3505200"/>
              <a:gd name="connsiteX3214" fmla="*/ 609790 w 3505200"/>
              <a:gd name="connsiteY3214" fmla="*/ 1456849 h 3505200"/>
              <a:gd name="connsiteX3215" fmla="*/ 685990 w 3505200"/>
              <a:gd name="connsiteY3215" fmla="*/ 1458182 h 3505200"/>
              <a:gd name="connsiteX3216" fmla="*/ 696087 w 3505200"/>
              <a:gd name="connsiteY3216" fmla="*/ 1448086 h 3505200"/>
              <a:gd name="connsiteX3217" fmla="*/ 685990 w 3505200"/>
              <a:gd name="connsiteY3217" fmla="*/ 1437989 h 3505200"/>
              <a:gd name="connsiteX3218" fmla="*/ 675894 w 3505200"/>
              <a:gd name="connsiteY3218" fmla="*/ 1448086 h 3505200"/>
              <a:gd name="connsiteX3219" fmla="*/ 685990 w 3505200"/>
              <a:gd name="connsiteY3219" fmla="*/ 1458182 h 3505200"/>
              <a:gd name="connsiteX3220" fmla="*/ 762190 w 3505200"/>
              <a:gd name="connsiteY3220" fmla="*/ 1459230 h 3505200"/>
              <a:gd name="connsiteX3221" fmla="*/ 773430 w 3505200"/>
              <a:gd name="connsiteY3221" fmla="*/ 1447991 h 3505200"/>
              <a:gd name="connsiteX3222" fmla="*/ 762190 w 3505200"/>
              <a:gd name="connsiteY3222" fmla="*/ 1436751 h 3505200"/>
              <a:gd name="connsiteX3223" fmla="*/ 750951 w 3505200"/>
              <a:gd name="connsiteY3223" fmla="*/ 1447991 h 3505200"/>
              <a:gd name="connsiteX3224" fmla="*/ 762190 w 3505200"/>
              <a:gd name="connsiteY3224" fmla="*/ 1459230 h 3505200"/>
              <a:gd name="connsiteX3225" fmla="*/ 838390 w 3505200"/>
              <a:gd name="connsiteY3225" fmla="*/ 1460278 h 3505200"/>
              <a:gd name="connsiteX3226" fmla="*/ 850678 w 3505200"/>
              <a:gd name="connsiteY3226" fmla="*/ 1447991 h 3505200"/>
              <a:gd name="connsiteX3227" fmla="*/ 838390 w 3505200"/>
              <a:gd name="connsiteY3227" fmla="*/ 1435703 h 3505200"/>
              <a:gd name="connsiteX3228" fmla="*/ 826103 w 3505200"/>
              <a:gd name="connsiteY3228" fmla="*/ 1447991 h 3505200"/>
              <a:gd name="connsiteX3229" fmla="*/ 838390 w 3505200"/>
              <a:gd name="connsiteY3229" fmla="*/ 1460278 h 3505200"/>
              <a:gd name="connsiteX3230" fmla="*/ 914590 w 3505200"/>
              <a:gd name="connsiteY3230" fmla="*/ 1461326 h 3505200"/>
              <a:gd name="connsiteX3231" fmla="*/ 927926 w 3505200"/>
              <a:gd name="connsiteY3231" fmla="*/ 1447991 h 3505200"/>
              <a:gd name="connsiteX3232" fmla="*/ 914590 w 3505200"/>
              <a:gd name="connsiteY3232" fmla="*/ 1434656 h 3505200"/>
              <a:gd name="connsiteX3233" fmla="*/ 901256 w 3505200"/>
              <a:gd name="connsiteY3233" fmla="*/ 1447991 h 3505200"/>
              <a:gd name="connsiteX3234" fmla="*/ 914590 w 3505200"/>
              <a:gd name="connsiteY3234" fmla="*/ 1461326 h 3505200"/>
              <a:gd name="connsiteX3235" fmla="*/ 990790 w 3505200"/>
              <a:gd name="connsiteY3235" fmla="*/ 1462373 h 3505200"/>
              <a:gd name="connsiteX3236" fmla="*/ 1005173 w 3505200"/>
              <a:gd name="connsiteY3236" fmla="*/ 1447991 h 3505200"/>
              <a:gd name="connsiteX3237" fmla="*/ 990790 w 3505200"/>
              <a:gd name="connsiteY3237" fmla="*/ 1433608 h 3505200"/>
              <a:gd name="connsiteX3238" fmla="*/ 976408 w 3505200"/>
              <a:gd name="connsiteY3238" fmla="*/ 1447991 h 3505200"/>
              <a:gd name="connsiteX3239" fmla="*/ 990790 w 3505200"/>
              <a:gd name="connsiteY3239" fmla="*/ 1462373 h 3505200"/>
              <a:gd name="connsiteX3240" fmla="*/ 1066991 w 3505200"/>
              <a:gd name="connsiteY3240" fmla="*/ 1463612 h 3505200"/>
              <a:gd name="connsiteX3241" fmla="*/ 1082612 w 3505200"/>
              <a:gd name="connsiteY3241" fmla="*/ 1447991 h 3505200"/>
              <a:gd name="connsiteX3242" fmla="*/ 1066991 w 3505200"/>
              <a:gd name="connsiteY3242" fmla="*/ 1432370 h 3505200"/>
              <a:gd name="connsiteX3243" fmla="*/ 1051370 w 3505200"/>
              <a:gd name="connsiteY3243" fmla="*/ 1447991 h 3505200"/>
              <a:gd name="connsiteX3244" fmla="*/ 1066991 w 3505200"/>
              <a:gd name="connsiteY3244" fmla="*/ 1463612 h 3505200"/>
              <a:gd name="connsiteX3245" fmla="*/ 1143191 w 3505200"/>
              <a:gd name="connsiteY3245" fmla="*/ 1464469 h 3505200"/>
              <a:gd name="connsiteX3246" fmla="*/ 1159669 w 3505200"/>
              <a:gd name="connsiteY3246" fmla="*/ 1447991 h 3505200"/>
              <a:gd name="connsiteX3247" fmla="*/ 1143191 w 3505200"/>
              <a:gd name="connsiteY3247" fmla="*/ 1431512 h 3505200"/>
              <a:gd name="connsiteX3248" fmla="*/ 1126712 w 3505200"/>
              <a:gd name="connsiteY3248" fmla="*/ 1447991 h 3505200"/>
              <a:gd name="connsiteX3249" fmla="*/ 1143191 w 3505200"/>
              <a:gd name="connsiteY3249" fmla="*/ 1464469 h 3505200"/>
              <a:gd name="connsiteX3250" fmla="*/ 1219391 w 3505200"/>
              <a:gd name="connsiteY3250" fmla="*/ 1465517 h 3505200"/>
              <a:gd name="connsiteX3251" fmla="*/ 1236917 w 3505200"/>
              <a:gd name="connsiteY3251" fmla="*/ 1447991 h 3505200"/>
              <a:gd name="connsiteX3252" fmla="*/ 1219391 w 3505200"/>
              <a:gd name="connsiteY3252" fmla="*/ 1430464 h 3505200"/>
              <a:gd name="connsiteX3253" fmla="*/ 1201865 w 3505200"/>
              <a:gd name="connsiteY3253" fmla="*/ 1447991 h 3505200"/>
              <a:gd name="connsiteX3254" fmla="*/ 1219391 w 3505200"/>
              <a:gd name="connsiteY3254" fmla="*/ 1465517 h 3505200"/>
              <a:gd name="connsiteX3255" fmla="*/ 1295591 w 3505200"/>
              <a:gd name="connsiteY3255" fmla="*/ 1466850 h 3505200"/>
              <a:gd name="connsiteX3256" fmla="*/ 1314355 w 3505200"/>
              <a:gd name="connsiteY3256" fmla="*/ 1448086 h 3505200"/>
              <a:gd name="connsiteX3257" fmla="*/ 1295591 w 3505200"/>
              <a:gd name="connsiteY3257" fmla="*/ 1429322 h 3505200"/>
              <a:gd name="connsiteX3258" fmla="*/ 1276826 w 3505200"/>
              <a:gd name="connsiteY3258" fmla="*/ 1448086 h 3505200"/>
              <a:gd name="connsiteX3259" fmla="*/ 1295591 w 3505200"/>
              <a:gd name="connsiteY3259" fmla="*/ 1466850 h 3505200"/>
              <a:gd name="connsiteX3260" fmla="*/ 1371791 w 3505200"/>
              <a:gd name="connsiteY3260" fmla="*/ 1467707 h 3505200"/>
              <a:gd name="connsiteX3261" fmla="*/ 1391412 w 3505200"/>
              <a:gd name="connsiteY3261" fmla="*/ 1448086 h 3505200"/>
              <a:gd name="connsiteX3262" fmla="*/ 1371791 w 3505200"/>
              <a:gd name="connsiteY3262" fmla="*/ 1428464 h 3505200"/>
              <a:gd name="connsiteX3263" fmla="*/ 1352169 w 3505200"/>
              <a:gd name="connsiteY3263" fmla="*/ 1448086 h 3505200"/>
              <a:gd name="connsiteX3264" fmla="*/ 1371791 w 3505200"/>
              <a:gd name="connsiteY3264" fmla="*/ 1467707 h 3505200"/>
              <a:gd name="connsiteX3265" fmla="*/ 1447991 w 3505200"/>
              <a:gd name="connsiteY3265" fmla="*/ 1468469 h 3505200"/>
              <a:gd name="connsiteX3266" fmla="*/ 1468469 w 3505200"/>
              <a:gd name="connsiteY3266" fmla="*/ 1447991 h 3505200"/>
              <a:gd name="connsiteX3267" fmla="*/ 1447991 w 3505200"/>
              <a:gd name="connsiteY3267" fmla="*/ 1427512 h 3505200"/>
              <a:gd name="connsiteX3268" fmla="*/ 1427512 w 3505200"/>
              <a:gd name="connsiteY3268" fmla="*/ 1447991 h 3505200"/>
              <a:gd name="connsiteX3269" fmla="*/ 1447991 w 3505200"/>
              <a:gd name="connsiteY3269" fmla="*/ 1468469 h 3505200"/>
              <a:gd name="connsiteX3270" fmla="*/ 1524191 w 3505200"/>
              <a:gd name="connsiteY3270" fmla="*/ 1469327 h 3505200"/>
              <a:gd name="connsiteX3271" fmla="*/ 1545527 w 3505200"/>
              <a:gd name="connsiteY3271" fmla="*/ 1447991 h 3505200"/>
              <a:gd name="connsiteX3272" fmla="*/ 1524191 w 3505200"/>
              <a:gd name="connsiteY3272" fmla="*/ 1426655 h 3505200"/>
              <a:gd name="connsiteX3273" fmla="*/ 1502855 w 3505200"/>
              <a:gd name="connsiteY3273" fmla="*/ 1447991 h 3505200"/>
              <a:gd name="connsiteX3274" fmla="*/ 1524191 w 3505200"/>
              <a:gd name="connsiteY3274" fmla="*/ 1469327 h 3505200"/>
              <a:gd name="connsiteX3275" fmla="*/ 1600391 w 3505200"/>
              <a:gd name="connsiteY3275" fmla="*/ 1469993 h 3505200"/>
              <a:gd name="connsiteX3276" fmla="*/ 1622393 w 3505200"/>
              <a:gd name="connsiteY3276" fmla="*/ 1447991 h 3505200"/>
              <a:gd name="connsiteX3277" fmla="*/ 1600391 w 3505200"/>
              <a:gd name="connsiteY3277" fmla="*/ 1425988 h 3505200"/>
              <a:gd name="connsiteX3278" fmla="*/ 1578388 w 3505200"/>
              <a:gd name="connsiteY3278" fmla="*/ 1447991 h 3505200"/>
              <a:gd name="connsiteX3279" fmla="*/ 1600391 w 3505200"/>
              <a:gd name="connsiteY3279" fmla="*/ 1469993 h 3505200"/>
              <a:gd name="connsiteX3280" fmla="*/ 1676591 w 3505200"/>
              <a:gd name="connsiteY3280" fmla="*/ 1470374 h 3505200"/>
              <a:gd name="connsiteX3281" fmla="*/ 1698974 w 3505200"/>
              <a:gd name="connsiteY3281" fmla="*/ 1447991 h 3505200"/>
              <a:gd name="connsiteX3282" fmla="*/ 1676591 w 3505200"/>
              <a:gd name="connsiteY3282" fmla="*/ 1425607 h 3505200"/>
              <a:gd name="connsiteX3283" fmla="*/ 1654207 w 3505200"/>
              <a:gd name="connsiteY3283" fmla="*/ 1447991 h 3505200"/>
              <a:gd name="connsiteX3284" fmla="*/ 1676591 w 3505200"/>
              <a:gd name="connsiteY3284" fmla="*/ 1470374 h 3505200"/>
              <a:gd name="connsiteX3285" fmla="*/ 1752791 w 3505200"/>
              <a:gd name="connsiteY3285" fmla="*/ 1470374 h 3505200"/>
              <a:gd name="connsiteX3286" fmla="*/ 1775174 w 3505200"/>
              <a:gd name="connsiteY3286" fmla="*/ 1447991 h 3505200"/>
              <a:gd name="connsiteX3287" fmla="*/ 1752791 w 3505200"/>
              <a:gd name="connsiteY3287" fmla="*/ 1425607 h 3505200"/>
              <a:gd name="connsiteX3288" fmla="*/ 1730407 w 3505200"/>
              <a:gd name="connsiteY3288" fmla="*/ 1447991 h 3505200"/>
              <a:gd name="connsiteX3289" fmla="*/ 1752791 w 3505200"/>
              <a:gd name="connsiteY3289" fmla="*/ 1470374 h 3505200"/>
              <a:gd name="connsiteX3290" fmla="*/ 1828991 w 3505200"/>
              <a:gd name="connsiteY3290" fmla="*/ 1470374 h 3505200"/>
              <a:gd name="connsiteX3291" fmla="*/ 1851374 w 3505200"/>
              <a:gd name="connsiteY3291" fmla="*/ 1447991 h 3505200"/>
              <a:gd name="connsiteX3292" fmla="*/ 1828991 w 3505200"/>
              <a:gd name="connsiteY3292" fmla="*/ 1425607 h 3505200"/>
              <a:gd name="connsiteX3293" fmla="*/ 1806607 w 3505200"/>
              <a:gd name="connsiteY3293" fmla="*/ 1447991 h 3505200"/>
              <a:gd name="connsiteX3294" fmla="*/ 1828991 w 3505200"/>
              <a:gd name="connsiteY3294" fmla="*/ 1470374 h 3505200"/>
              <a:gd name="connsiteX3295" fmla="*/ 1905191 w 3505200"/>
              <a:gd name="connsiteY3295" fmla="*/ 1469993 h 3505200"/>
              <a:gd name="connsiteX3296" fmla="*/ 1927193 w 3505200"/>
              <a:gd name="connsiteY3296" fmla="*/ 1447991 h 3505200"/>
              <a:gd name="connsiteX3297" fmla="*/ 1905191 w 3505200"/>
              <a:gd name="connsiteY3297" fmla="*/ 1425988 h 3505200"/>
              <a:gd name="connsiteX3298" fmla="*/ 1883188 w 3505200"/>
              <a:gd name="connsiteY3298" fmla="*/ 1447991 h 3505200"/>
              <a:gd name="connsiteX3299" fmla="*/ 1905191 w 3505200"/>
              <a:gd name="connsiteY3299" fmla="*/ 1469993 h 3505200"/>
              <a:gd name="connsiteX3300" fmla="*/ 1981391 w 3505200"/>
              <a:gd name="connsiteY3300" fmla="*/ 1469327 h 3505200"/>
              <a:gd name="connsiteX3301" fmla="*/ 2002727 w 3505200"/>
              <a:gd name="connsiteY3301" fmla="*/ 1447991 h 3505200"/>
              <a:gd name="connsiteX3302" fmla="*/ 1981391 w 3505200"/>
              <a:gd name="connsiteY3302" fmla="*/ 1426655 h 3505200"/>
              <a:gd name="connsiteX3303" fmla="*/ 1960055 w 3505200"/>
              <a:gd name="connsiteY3303" fmla="*/ 1447991 h 3505200"/>
              <a:gd name="connsiteX3304" fmla="*/ 1981391 w 3505200"/>
              <a:gd name="connsiteY3304" fmla="*/ 1469327 h 3505200"/>
              <a:gd name="connsiteX3305" fmla="*/ 2057591 w 3505200"/>
              <a:gd name="connsiteY3305" fmla="*/ 1468469 h 3505200"/>
              <a:gd name="connsiteX3306" fmla="*/ 2078069 w 3505200"/>
              <a:gd name="connsiteY3306" fmla="*/ 1447991 h 3505200"/>
              <a:gd name="connsiteX3307" fmla="*/ 2057591 w 3505200"/>
              <a:gd name="connsiteY3307" fmla="*/ 1427512 h 3505200"/>
              <a:gd name="connsiteX3308" fmla="*/ 2037112 w 3505200"/>
              <a:gd name="connsiteY3308" fmla="*/ 1447991 h 3505200"/>
              <a:gd name="connsiteX3309" fmla="*/ 2057591 w 3505200"/>
              <a:gd name="connsiteY3309" fmla="*/ 1468469 h 3505200"/>
              <a:gd name="connsiteX3310" fmla="*/ 2133791 w 3505200"/>
              <a:gd name="connsiteY3310" fmla="*/ 1467707 h 3505200"/>
              <a:gd name="connsiteX3311" fmla="*/ 2153412 w 3505200"/>
              <a:gd name="connsiteY3311" fmla="*/ 1448086 h 3505200"/>
              <a:gd name="connsiteX3312" fmla="*/ 2133791 w 3505200"/>
              <a:gd name="connsiteY3312" fmla="*/ 1428464 h 3505200"/>
              <a:gd name="connsiteX3313" fmla="*/ 2114169 w 3505200"/>
              <a:gd name="connsiteY3313" fmla="*/ 1448086 h 3505200"/>
              <a:gd name="connsiteX3314" fmla="*/ 2133791 w 3505200"/>
              <a:gd name="connsiteY3314" fmla="*/ 1467707 h 3505200"/>
              <a:gd name="connsiteX3315" fmla="*/ 2209991 w 3505200"/>
              <a:gd name="connsiteY3315" fmla="*/ 1466850 h 3505200"/>
              <a:gd name="connsiteX3316" fmla="*/ 2228755 w 3505200"/>
              <a:gd name="connsiteY3316" fmla="*/ 1448086 h 3505200"/>
              <a:gd name="connsiteX3317" fmla="*/ 2209991 w 3505200"/>
              <a:gd name="connsiteY3317" fmla="*/ 1429322 h 3505200"/>
              <a:gd name="connsiteX3318" fmla="*/ 2191226 w 3505200"/>
              <a:gd name="connsiteY3318" fmla="*/ 1448086 h 3505200"/>
              <a:gd name="connsiteX3319" fmla="*/ 2209991 w 3505200"/>
              <a:gd name="connsiteY3319" fmla="*/ 1466850 h 3505200"/>
              <a:gd name="connsiteX3320" fmla="*/ 2286191 w 3505200"/>
              <a:gd name="connsiteY3320" fmla="*/ 1465802 h 3505200"/>
              <a:gd name="connsiteX3321" fmla="*/ 2303907 w 3505200"/>
              <a:gd name="connsiteY3321" fmla="*/ 1448086 h 3505200"/>
              <a:gd name="connsiteX3322" fmla="*/ 2286191 w 3505200"/>
              <a:gd name="connsiteY3322" fmla="*/ 1430369 h 3505200"/>
              <a:gd name="connsiteX3323" fmla="*/ 2268474 w 3505200"/>
              <a:gd name="connsiteY3323" fmla="*/ 1448086 h 3505200"/>
              <a:gd name="connsiteX3324" fmla="*/ 2286191 w 3505200"/>
              <a:gd name="connsiteY3324" fmla="*/ 1465802 h 3505200"/>
              <a:gd name="connsiteX3325" fmla="*/ 2362391 w 3505200"/>
              <a:gd name="connsiteY3325" fmla="*/ 1464659 h 3505200"/>
              <a:gd name="connsiteX3326" fmla="*/ 2379059 w 3505200"/>
              <a:gd name="connsiteY3326" fmla="*/ 1447991 h 3505200"/>
              <a:gd name="connsiteX3327" fmla="*/ 2362391 w 3505200"/>
              <a:gd name="connsiteY3327" fmla="*/ 1431322 h 3505200"/>
              <a:gd name="connsiteX3328" fmla="*/ 2345722 w 3505200"/>
              <a:gd name="connsiteY3328" fmla="*/ 1447991 h 3505200"/>
              <a:gd name="connsiteX3329" fmla="*/ 2362391 w 3505200"/>
              <a:gd name="connsiteY3329" fmla="*/ 1464659 h 3505200"/>
              <a:gd name="connsiteX3330" fmla="*/ 2438591 w 3505200"/>
              <a:gd name="connsiteY3330" fmla="*/ 1463612 h 3505200"/>
              <a:gd name="connsiteX3331" fmla="*/ 2454212 w 3505200"/>
              <a:gd name="connsiteY3331" fmla="*/ 1447991 h 3505200"/>
              <a:gd name="connsiteX3332" fmla="*/ 2438591 w 3505200"/>
              <a:gd name="connsiteY3332" fmla="*/ 1432370 h 3505200"/>
              <a:gd name="connsiteX3333" fmla="*/ 2422970 w 3505200"/>
              <a:gd name="connsiteY3333" fmla="*/ 1447991 h 3505200"/>
              <a:gd name="connsiteX3334" fmla="*/ 2438591 w 3505200"/>
              <a:gd name="connsiteY3334" fmla="*/ 1463612 h 3505200"/>
              <a:gd name="connsiteX3335" fmla="*/ 2514791 w 3505200"/>
              <a:gd name="connsiteY3335" fmla="*/ 1462564 h 3505200"/>
              <a:gd name="connsiteX3336" fmla="*/ 2529364 w 3505200"/>
              <a:gd name="connsiteY3336" fmla="*/ 1447991 h 3505200"/>
              <a:gd name="connsiteX3337" fmla="*/ 2514791 w 3505200"/>
              <a:gd name="connsiteY3337" fmla="*/ 1433417 h 3505200"/>
              <a:gd name="connsiteX3338" fmla="*/ 2500217 w 3505200"/>
              <a:gd name="connsiteY3338" fmla="*/ 1447991 h 3505200"/>
              <a:gd name="connsiteX3339" fmla="*/ 2514791 w 3505200"/>
              <a:gd name="connsiteY3339" fmla="*/ 1462564 h 3505200"/>
              <a:gd name="connsiteX3340" fmla="*/ 2590991 w 3505200"/>
              <a:gd name="connsiteY3340" fmla="*/ 1461516 h 3505200"/>
              <a:gd name="connsiteX3341" fmla="*/ 2604516 w 3505200"/>
              <a:gd name="connsiteY3341" fmla="*/ 1447991 h 3505200"/>
              <a:gd name="connsiteX3342" fmla="*/ 2590991 w 3505200"/>
              <a:gd name="connsiteY3342" fmla="*/ 1434465 h 3505200"/>
              <a:gd name="connsiteX3343" fmla="*/ 2577465 w 3505200"/>
              <a:gd name="connsiteY3343" fmla="*/ 1447991 h 3505200"/>
              <a:gd name="connsiteX3344" fmla="*/ 2590991 w 3505200"/>
              <a:gd name="connsiteY3344" fmla="*/ 1461516 h 3505200"/>
              <a:gd name="connsiteX3345" fmla="*/ 2667191 w 3505200"/>
              <a:gd name="connsiteY3345" fmla="*/ 1460468 h 3505200"/>
              <a:gd name="connsiteX3346" fmla="*/ 2679668 w 3505200"/>
              <a:gd name="connsiteY3346" fmla="*/ 1447991 h 3505200"/>
              <a:gd name="connsiteX3347" fmla="*/ 2667191 w 3505200"/>
              <a:gd name="connsiteY3347" fmla="*/ 1435513 h 3505200"/>
              <a:gd name="connsiteX3348" fmla="*/ 2654713 w 3505200"/>
              <a:gd name="connsiteY3348" fmla="*/ 1447991 h 3505200"/>
              <a:gd name="connsiteX3349" fmla="*/ 2667191 w 3505200"/>
              <a:gd name="connsiteY3349" fmla="*/ 1460468 h 3505200"/>
              <a:gd name="connsiteX3350" fmla="*/ 2743391 w 3505200"/>
              <a:gd name="connsiteY3350" fmla="*/ 1459230 h 3505200"/>
              <a:gd name="connsiteX3351" fmla="*/ 2754630 w 3505200"/>
              <a:gd name="connsiteY3351" fmla="*/ 1447991 h 3505200"/>
              <a:gd name="connsiteX3352" fmla="*/ 2743391 w 3505200"/>
              <a:gd name="connsiteY3352" fmla="*/ 1436751 h 3505200"/>
              <a:gd name="connsiteX3353" fmla="*/ 2732151 w 3505200"/>
              <a:gd name="connsiteY3353" fmla="*/ 1447991 h 3505200"/>
              <a:gd name="connsiteX3354" fmla="*/ 2743391 w 3505200"/>
              <a:gd name="connsiteY3354" fmla="*/ 1459230 h 3505200"/>
              <a:gd name="connsiteX3355" fmla="*/ 2819591 w 3505200"/>
              <a:gd name="connsiteY3355" fmla="*/ 1458182 h 3505200"/>
              <a:gd name="connsiteX3356" fmla="*/ 2829687 w 3505200"/>
              <a:gd name="connsiteY3356" fmla="*/ 1448086 h 3505200"/>
              <a:gd name="connsiteX3357" fmla="*/ 2819591 w 3505200"/>
              <a:gd name="connsiteY3357" fmla="*/ 1437989 h 3505200"/>
              <a:gd name="connsiteX3358" fmla="*/ 2809494 w 3505200"/>
              <a:gd name="connsiteY3358" fmla="*/ 1448086 h 3505200"/>
              <a:gd name="connsiteX3359" fmla="*/ 2819591 w 3505200"/>
              <a:gd name="connsiteY3359" fmla="*/ 1458182 h 3505200"/>
              <a:gd name="connsiteX3360" fmla="*/ 2895791 w 3505200"/>
              <a:gd name="connsiteY3360" fmla="*/ 1457135 h 3505200"/>
              <a:gd name="connsiteX3361" fmla="*/ 2904839 w 3505200"/>
              <a:gd name="connsiteY3361" fmla="*/ 1448086 h 3505200"/>
              <a:gd name="connsiteX3362" fmla="*/ 2895791 w 3505200"/>
              <a:gd name="connsiteY3362" fmla="*/ 1439037 h 3505200"/>
              <a:gd name="connsiteX3363" fmla="*/ 2886742 w 3505200"/>
              <a:gd name="connsiteY3363" fmla="*/ 1448086 h 3505200"/>
              <a:gd name="connsiteX3364" fmla="*/ 2895791 w 3505200"/>
              <a:gd name="connsiteY3364" fmla="*/ 1457135 h 3505200"/>
              <a:gd name="connsiteX3365" fmla="*/ 2971991 w 3505200"/>
              <a:gd name="connsiteY3365" fmla="*/ 1455801 h 3505200"/>
              <a:gd name="connsiteX3366" fmla="*/ 2979801 w 3505200"/>
              <a:gd name="connsiteY3366" fmla="*/ 1447991 h 3505200"/>
              <a:gd name="connsiteX3367" fmla="*/ 2971991 w 3505200"/>
              <a:gd name="connsiteY3367" fmla="*/ 1440180 h 3505200"/>
              <a:gd name="connsiteX3368" fmla="*/ 2964180 w 3505200"/>
              <a:gd name="connsiteY3368" fmla="*/ 1447991 h 3505200"/>
              <a:gd name="connsiteX3369" fmla="*/ 2971991 w 3505200"/>
              <a:gd name="connsiteY3369" fmla="*/ 1455801 h 3505200"/>
              <a:gd name="connsiteX3370" fmla="*/ 3048191 w 3505200"/>
              <a:gd name="connsiteY3370" fmla="*/ 1454753 h 3505200"/>
              <a:gd name="connsiteX3371" fmla="*/ 3054953 w 3505200"/>
              <a:gd name="connsiteY3371" fmla="*/ 1447991 h 3505200"/>
              <a:gd name="connsiteX3372" fmla="*/ 3048191 w 3505200"/>
              <a:gd name="connsiteY3372" fmla="*/ 1441228 h 3505200"/>
              <a:gd name="connsiteX3373" fmla="*/ 3041428 w 3505200"/>
              <a:gd name="connsiteY3373" fmla="*/ 1447991 h 3505200"/>
              <a:gd name="connsiteX3374" fmla="*/ 3048191 w 3505200"/>
              <a:gd name="connsiteY3374" fmla="*/ 1454753 h 3505200"/>
              <a:gd name="connsiteX3375" fmla="*/ 3124391 w 3505200"/>
              <a:gd name="connsiteY3375" fmla="*/ 1453515 h 3505200"/>
              <a:gd name="connsiteX3376" fmla="*/ 3129915 w 3505200"/>
              <a:gd name="connsiteY3376" fmla="*/ 1447991 h 3505200"/>
              <a:gd name="connsiteX3377" fmla="*/ 3124391 w 3505200"/>
              <a:gd name="connsiteY3377" fmla="*/ 1442466 h 3505200"/>
              <a:gd name="connsiteX3378" fmla="*/ 3118866 w 3505200"/>
              <a:gd name="connsiteY3378" fmla="*/ 1447991 h 3505200"/>
              <a:gd name="connsiteX3379" fmla="*/ 3124391 w 3505200"/>
              <a:gd name="connsiteY3379" fmla="*/ 1453515 h 3505200"/>
              <a:gd name="connsiteX3380" fmla="*/ 3200591 w 3505200"/>
              <a:gd name="connsiteY3380" fmla="*/ 1452467 h 3505200"/>
              <a:gd name="connsiteX3381" fmla="*/ 3205067 w 3505200"/>
              <a:gd name="connsiteY3381" fmla="*/ 1447991 h 3505200"/>
              <a:gd name="connsiteX3382" fmla="*/ 3200591 w 3505200"/>
              <a:gd name="connsiteY3382" fmla="*/ 1443514 h 3505200"/>
              <a:gd name="connsiteX3383" fmla="*/ 3196114 w 3505200"/>
              <a:gd name="connsiteY3383" fmla="*/ 1447991 h 3505200"/>
              <a:gd name="connsiteX3384" fmla="*/ 3200591 w 3505200"/>
              <a:gd name="connsiteY3384" fmla="*/ 1452467 h 3505200"/>
              <a:gd name="connsiteX3385" fmla="*/ 3276791 w 3505200"/>
              <a:gd name="connsiteY3385" fmla="*/ 1451134 h 3505200"/>
              <a:gd name="connsiteX3386" fmla="*/ 3279934 w 3505200"/>
              <a:gd name="connsiteY3386" fmla="*/ 1447991 h 3505200"/>
              <a:gd name="connsiteX3387" fmla="*/ 3276791 w 3505200"/>
              <a:gd name="connsiteY3387" fmla="*/ 1444847 h 3505200"/>
              <a:gd name="connsiteX3388" fmla="*/ 3273647 w 3505200"/>
              <a:gd name="connsiteY3388" fmla="*/ 1447991 h 3505200"/>
              <a:gd name="connsiteX3389" fmla="*/ 3276791 w 3505200"/>
              <a:gd name="connsiteY3389" fmla="*/ 1451134 h 3505200"/>
              <a:gd name="connsiteX3390" fmla="*/ 3352991 w 3505200"/>
              <a:gd name="connsiteY3390" fmla="*/ 1450086 h 3505200"/>
              <a:gd name="connsiteX3391" fmla="*/ 3355086 w 3505200"/>
              <a:gd name="connsiteY3391" fmla="*/ 1447991 h 3505200"/>
              <a:gd name="connsiteX3392" fmla="*/ 3352991 w 3505200"/>
              <a:gd name="connsiteY3392" fmla="*/ 1445895 h 3505200"/>
              <a:gd name="connsiteX3393" fmla="*/ 3350895 w 3505200"/>
              <a:gd name="connsiteY3393" fmla="*/ 1447991 h 3505200"/>
              <a:gd name="connsiteX3394" fmla="*/ 3352991 w 3505200"/>
              <a:gd name="connsiteY3394" fmla="*/ 1450086 h 3505200"/>
              <a:gd name="connsiteX3395" fmla="*/ 3429191 w 3505200"/>
              <a:gd name="connsiteY3395" fmla="*/ 1449038 h 3505200"/>
              <a:gd name="connsiteX3396" fmla="*/ 3430238 w 3505200"/>
              <a:gd name="connsiteY3396" fmla="*/ 1447991 h 3505200"/>
              <a:gd name="connsiteX3397" fmla="*/ 3429191 w 3505200"/>
              <a:gd name="connsiteY3397" fmla="*/ 1446943 h 3505200"/>
              <a:gd name="connsiteX3398" fmla="*/ 3428143 w 3505200"/>
              <a:gd name="connsiteY3398" fmla="*/ 1447991 h 3505200"/>
              <a:gd name="connsiteX3399" fmla="*/ 3429191 w 3505200"/>
              <a:gd name="connsiteY3399" fmla="*/ 1449038 h 3505200"/>
              <a:gd name="connsiteX3400" fmla="*/ 76391 w 3505200"/>
              <a:gd name="connsiteY3400" fmla="*/ 1525238 h 3505200"/>
              <a:gd name="connsiteX3401" fmla="*/ 77438 w 3505200"/>
              <a:gd name="connsiteY3401" fmla="*/ 1524191 h 3505200"/>
              <a:gd name="connsiteX3402" fmla="*/ 76391 w 3505200"/>
              <a:gd name="connsiteY3402" fmla="*/ 1523143 h 3505200"/>
              <a:gd name="connsiteX3403" fmla="*/ 75343 w 3505200"/>
              <a:gd name="connsiteY3403" fmla="*/ 1524191 h 3505200"/>
              <a:gd name="connsiteX3404" fmla="*/ 76391 w 3505200"/>
              <a:gd name="connsiteY3404" fmla="*/ 1525238 h 3505200"/>
              <a:gd name="connsiteX3405" fmla="*/ 152591 w 3505200"/>
              <a:gd name="connsiteY3405" fmla="*/ 1526286 h 3505200"/>
              <a:gd name="connsiteX3406" fmla="*/ 154686 w 3505200"/>
              <a:gd name="connsiteY3406" fmla="*/ 1524191 h 3505200"/>
              <a:gd name="connsiteX3407" fmla="*/ 152591 w 3505200"/>
              <a:gd name="connsiteY3407" fmla="*/ 1522095 h 3505200"/>
              <a:gd name="connsiteX3408" fmla="*/ 150495 w 3505200"/>
              <a:gd name="connsiteY3408" fmla="*/ 1524191 h 3505200"/>
              <a:gd name="connsiteX3409" fmla="*/ 152591 w 3505200"/>
              <a:gd name="connsiteY3409" fmla="*/ 1526286 h 3505200"/>
              <a:gd name="connsiteX3410" fmla="*/ 228791 w 3505200"/>
              <a:gd name="connsiteY3410" fmla="*/ 1527620 h 3505200"/>
              <a:gd name="connsiteX3411" fmla="*/ 232124 w 3505200"/>
              <a:gd name="connsiteY3411" fmla="*/ 1524286 h 3505200"/>
              <a:gd name="connsiteX3412" fmla="*/ 228791 w 3505200"/>
              <a:gd name="connsiteY3412" fmla="*/ 1520952 h 3505200"/>
              <a:gd name="connsiteX3413" fmla="*/ 225457 w 3505200"/>
              <a:gd name="connsiteY3413" fmla="*/ 1524286 h 3505200"/>
              <a:gd name="connsiteX3414" fmla="*/ 228791 w 3505200"/>
              <a:gd name="connsiteY3414" fmla="*/ 1527620 h 3505200"/>
              <a:gd name="connsiteX3415" fmla="*/ 304991 w 3505200"/>
              <a:gd name="connsiteY3415" fmla="*/ 1528667 h 3505200"/>
              <a:gd name="connsiteX3416" fmla="*/ 309467 w 3505200"/>
              <a:gd name="connsiteY3416" fmla="*/ 1524191 h 3505200"/>
              <a:gd name="connsiteX3417" fmla="*/ 304991 w 3505200"/>
              <a:gd name="connsiteY3417" fmla="*/ 1519714 h 3505200"/>
              <a:gd name="connsiteX3418" fmla="*/ 300514 w 3505200"/>
              <a:gd name="connsiteY3418" fmla="*/ 1524191 h 3505200"/>
              <a:gd name="connsiteX3419" fmla="*/ 304991 w 3505200"/>
              <a:gd name="connsiteY3419" fmla="*/ 1528667 h 3505200"/>
              <a:gd name="connsiteX3420" fmla="*/ 381191 w 3505200"/>
              <a:gd name="connsiteY3420" fmla="*/ 1529906 h 3505200"/>
              <a:gd name="connsiteX3421" fmla="*/ 386906 w 3505200"/>
              <a:gd name="connsiteY3421" fmla="*/ 1524191 h 3505200"/>
              <a:gd name="connsiteX3422" fmla="*/ 381191 w 3505200"/>
              <a:gd name="connsiteY3422" fmla="*/ 1518476 h 3505200"/>
              <a:gd name="connsiteX3423" fmla="*/ 375475 w 3505200"/>
              <a:gd name="connsiteY3423" fmla="*/ 1524191 h 3505200"/>
              <a:gd name="connsiteX3424" fmla="*/ 381191 w 3505200"/>
              <a:gd name="connsiteY3424" fmla="*/ 1529906 h 3505200"/>
              <a:gd name="connsiteX3425" fmla="*/ 457391 w 3505200"/>
              <a:gd name="connsiteY3425" fmla="*/ 1530953 h 3505200"/>
              <a:gd name="connsiteX3426" fmla="*/ 464153 w 3505200"/>
              <a:gd name="connsiteY3426" fmla="*/ 1524191 h 3505200"/>
              <a:gd name="connsiteX3427" fmla="*/ 457391 w 3505200"/>
              <a:gd name="connsiteY3427" fmla="*/ 1517428 h 3505200"/>
              <a:gd name="connsiteX3428" fmla="*/ 450628 w 3505200"/>
              <a:gd name="connsiteY3428" fmla="*/ 1524191 h 3505200"/>
              <a:gd name="connsiteX3429" fmla="*/ 457391 w 3505200"/>
              <a:gd name="connsiteY3429" fmla="*/ 1530953 h 3505200"/>
              <a:gd name="connsiteX3430" fmla="*/ 533591 w 3505200"/>
              <a:gd name="connsiteY3430" fmla="*/ 1532287 h 3505200"/>
              <a:gd name="connsiteX3431" fmla="*/ 541592 w 3505200"/>
              <a:gd name="connsiteY3431" fmla="*/ 1524286 h 3505200"/>
              <a:gd name="connsiteX3432" fmla="*/ 533591 w 3505200"/>
              <a:gd name="connsiteY3432" fmla="*/ 1516285 h 3505200"/>
              <a:gd name="connsiteX3433" fmla="*/ 525590 w 3505200"/>
              <a:gd name="connsiteY3433" fmla="*/ 1524286 h 3505200"/>
              <a:gd name="connsiteX3434" fmla="*/ 533591 w 3505200"/>
              <a:gd name="connsiteY3434" fmla="*/ 1532287 h 3505200"/>
              <a:gd name="connsiteX3435" fmla="*/ 609790 w 3505200"/>
              <a:gd name="connsiteY3435" fmla="*/ 1533335 h 3505200"/>
              <a:gd name="connsiteX3436" fmla="*/ 618839 w 3505200"/>
              <a:gd name="connsiteY3436" fmla="*/ 1524286 h 3505200"/>
              <a:gd name="connsiteX3437" fmla="*/ 609790 w 3505200"/>
              <a:gd name="connsiteY3437" fmla="*/ 1515237 h 3505200"/>
              <a:gd name="connsiteX3438" fmla="*/ 600742 w 3505200"/>
              <a:gd name="connsiteY3438" fmla="*/ 1524286 h 3505200"/>
              <a:gd name="connsiteX3439" fmla="*/ 609790 w 3505200"/>
              <a:gd name="connsiteY3439" fmla="*/ 1533335 h 3505200"/>
              <a:gd name="connsiteX3440" fmla="*/ 685990 w 3505200"/>
              <a:gd name="connsiteY3440" fmla="*/ 1534573 h 3505200"/>
              <a:gd name="connsiteX3441" fmla="*/ 696373 w 3505200"/>
              <a:gd name="connsiteY3441" fmla="*/ 1524191 h 3505200"/>
              <a:gd name="connsiteX3442" fmla="*/ 685990 w 3505200"/>
              <a:gd name="connsiteY3442" fmla="*/ 1513808 h 3505200"/>
              <a:gd name="connsiteX3443" fmla="*/ 675608 w 3505200"/>
              <a:gd name="connsiteY3443" fmla="*/ 1524191 h 3505200"/>
              <a:gd name="connsiteX3444" fmla="*/ 685990 w 3505200"/>
              <a:gd name="connsiteY3444" fmla="*/ 1534573 h 3505200"/>
              <a:gd name="connsiteX3445" fmla="*/ 762190 w 3505200"/>
              <a:gd name="connsiteY3445" fmla="*/ 1535621 h 3505200"/>
              <a:gd name="connsiteX3446" fmla="*/ 773621 w 3505200"/>
              <a:gd name="connsiteY3446" fmla="*/ 1524191 h 3505200"/>
              <a:gd name="connsiteX3447" fmla="*/ 762190 w 3505200"/>
              <a:gd name="connsiteY3447" fmla="*/ 1512761 h 3505200"/>
              <a:gd name="connsiteX3448" fmla="*/ 750761 w 3505200"/>
              <a:gd name="connsiteY3448" fmla="*/ 1524191 h 3505200"/>
              <a:gd name="connsiteX3449" fmla="*/ 762190 w 3505200"/>
              <a:gd name="connsiteY3449" fmla="*/ 1535621 h 3505200"/>
              <a:gd name="connsiteX3450" fmla="*/ 838390 w 3505200"/>
              <a:gd name="connsiteY3450" fmla="*/ 1536859 h 3505200"/>
              <a:gd name="connsiteX3451" fmla="*/ 851059 w 3505200"/>
              <a:gd name="connsiteY3451" fmla="*/ 1524191 h 3505200"/>
              <a:gd name="connsiteX3452" fmla="*/ 838390 w 3505200"/>
              <a:gd name="connsiteY3452" fmla="*/ 1511522 h 3505200"/>
              <a:gd name="connsiteX3453" fmla="*/ 825722 w 3505200"/>
              <a:gd name="connsiteY3453" fmla="*/ 1524191 h 3505200"/>
              <a:gd name="connsiteX3454" fmla="*/ 838390 w 3505200"/>
              <a:gd name="connsiteY3454" fmla="*/ 1536859 h 3505200"/>
              <a:gd name="connsiteX3455" fmla="*/ 914590 w 3505200"/>
              <a:gd name="connsiteY3455" fmla="*/ 1537907 h 3505200"/>
              <a:gd name="connsiteX3456" fmla="*/ 928307 w 3505200"/>
              <a:gd name="connsiteY3456" fmla="*/ 1524191 h 3505200"/>
              <a:gd name="connsiteX3457" fmla="*/ 914590 w 3505200"/>
              <a:gd name="connsiteY3457" fmla="*/ 1510475 h 3505200"/>
              <a:gd name="connsiteX3458" fmla="*/ 900875 w 3505200"/>
              <a:gd name="connsiteY3458" fmla="*/ 1524191 h 3505200"/>
              <a:gd name="connsiteX3459" fmla="*/ 914590 w 3505200"/>
              <a:gd name="connsiteY3459" fmla="*/ 1537907 h 3505200"/>
              <a:gd name="connsiteX3460" fmla="*/ 990790 w 3505200"/>
              <a:gd name="connsiteY3460" fmla="*/ 1539050 h 3505200"/>
              <a:gd name="connsiteX3461" fmla="*/ 1005554 w 3505200"/>
              <a:gd name="connsiteY3461" fmla="*/ 1524286 h 3505200"/>
              <a:gd name="connsiteX3462" fmla="*/ 990790 w 3505200"/>
              <a:gd name="connsiteY3462" fmla="*/ 1509522 h 3505200"/>
              <a:gd name="connsiteX3463" fmla="*/ 976027 w 3505200"/>
              <a:gd name="connsiteY3463" fmla="*/ 1524286 h 3505200"/>
              <a:gd name="connsiteX3464" fmla="*/ 990790 w 3505200"/>
              <a:gd name="connsiteY3464" fmla="*/ 1539050 h 3505200"/>
              <a:gd name="connsiteX3465" fmla="*/ 1066991 w 3505200"/>
              <a:gd name="connsiteY3465" fmla="*/ 1540097 h 3505200"/>
              <a:gd name="connsiteX3466" fmla="*/ 1082802 w 3505200"/>
              <a:gd name="connsiteY3466" fmla="*/ 1524286 h 3505200"/>
              <a:gd name="connsiteX3467" fmla="*/ 1066991 w 3505200"/>
              <a:gd name="connsiteY3467" fmla="*/ 1508474 h 3505200"/>
              <a:gd name="connsiteX3468" fmla="*/ 1051179 w 3505200"/>
              <a:gd name="connsiteY3468" fmla="*/ 1524286 h 3505200"/>
              <a:gd name="connsiteX3469" fmla="*/ 1066991 w 3505200"/>
              <a:gd name="connsiteY3469" fmla="*/ 1540097 h 3505200"/>
              <a:gd name="connsiteX3470" fmla="*/ 1143191 w 3505200"/>
              <a:gd name="connsiteY3470" fmla="*/ 1541336 h 3505200"/>
              <a:gd name="connsiteX3471" fmla="*/ 1160336 w 3505200"/>
              <a:gd name="connsiteY3471" fmla="*/ 1524191 h 3505200"/>
              <a:gd name="connsiteX3472" fmla="*/ 1143191 w 3505200"/>
              <a:gd name="connsiteY3472" fmla="*/ 1507046 h 3505200"/>
              <a:gd name="connsiteX3473" fmla="*/ 1126046 w 3505200"/>
              <a:gd name="connsiteY3473" fmla="*/ 1524191 h 3505200"/>
              <a:gd name="connsiteX3474" fmla="*/ 1143191 w 3505200"/>
              <a:gd name="connsiteY3474" fmla="*/ 1541336 h 3505200"/>
              <a:gd name="connsiteX3475" fmla="*/ 1219391 w 3505200"/>
              <a:gd name="connsiteY3475" fmla="*/ 1542383 h 3505200"/>
              <a:gd name="connsiteX3476" fmla="*/ 1237583 w 3505200"/>
              <a:gd name="connsiteY3476" fmla="*/ 1524191 h 3505200"/>
              <a:gd name="connsiteX3477" fmla="*/ 1219391 w 3505200"/>
              <a:gd name="connsiteY3477" fmla="*/ 1505998 h 3505200"/>
              <a:gd name="connsiteX3478" fmla="*/ 1201198 w 3505200"/>
              <a:gd name="connsiteY3478" fmla="*/ 1524191 h 3505200"/>
              <a:gd name="connsiteX3479" fmla="*/ 1219391 w 3505200"/>
              <a:gd name="connsiteY3479" fmla="*/ 1542383 h 3505200"/>
              <a:gd name="connsiteX3480" fmla="*/ 1295591 w 3505200"/>
              <a:gd name="connsiteY3480" fmla="*/ 1543431 h 3505200"/>
              <a:gd name="connsiteX3481" fmla="*/ 1314831 w 3505200"/>
              <a:gd name="connsiteY3481" fmla="*/ 1524191 h 3505200"/>
              <a:gd name="connsiteX3482" fmla="*/ 1295591 w 3505200"/>
              <a:gd name="connsiteY3482" fmla="*/ 1504950 h 3505200"/>
              <a:gd name="connsiteX3483" fmla="*/ 1276350 w 3505200"/>
              <a:gd name="connsiteY3483" fmla="*/ 1524191 h 3505200"/>
              <a:gd name="connsiteX3484" fmla="*/ 1295591 w 3505200"/>
              <a:gd name="connsiteY3484" fmla="*/ 1543431 h 3505200"/>
              <a:gd name="connsiteX3485" fmla="*/ 1371791 w 3505200"/>
              <a:gd name="connsiteY3485" fmla="*/ 1544479 h 3505200"/>
              <a:gd name="connsiteX3486" fmla="*/ 1392079 w 3505200"/>
              <a:gd name="connsiteY3486" fmla="*/ 1524191 h 3505200"/>
              <a:gd name="connsiteX3487" fmla="*/ 1371791 w 3505200"/>
              <a:gd name="connsiteY3487" fmla="*/ 1503902 h 3505200"/>
              <a:gd name="connsiteX3488" fmla="*/ 1351502 w 3505200"/>
              <a:gd name="connsiteY3488" fmla="*/ 1524191 h 3505200"/>
              <a:gd name="connsiteX3489" fmla="*/ 1371791 w 3505200"/>
              <a:gd name="connsiteY3489" fmla="*/ 1544479 h 3505200"/>
              <a:gd name="connsiteX3490" fmla="*/ 1447991 w 3505200"/>
              <a:gd name="connsiteY3490" fmla="*/ 1545527 h 3505200"/>
              <a:gd name="connsiteX3491" fmla="*/ 1469327 w 3505200"/>
              <a:gd name="connsiteY3491" fmla="*/ 1524191 h 3505200"/>
              <a:gd name="connsiteX3492" fmla="*/ 1447991 w 3505200"/>
              <a:gd name="connsiteY3492" fmla="*/ 1502855 h 3505200"/>
              <a:gd name="connsiteX3493" fmla="*/ 1426655 w 3505200"/>
              <a:gd name="connsiteY3493" fmla="*/ 1524191 h 3505200"/>
              <a:gd name="connsiteX3494" fmla="*/ 1447991 w 3505200"/>
              <a:gd name="connsiteY3494" fmla="*/ 1545527 h 3505200"/>
              <a:gd name="connsiteX3495" fmla="*/ 1524191 w 3505200"/>
              <a:gd name="connsiteY3495" fmla="*/ 1546384 h 3505200"/>
              <a:gd name="connsiteX3496" fmla="*/ 1546384 w 3505200"/>
              <a:gd name="connsiteY3496" fmla="*/ 1524191 h 3505200"/>
              <a:gd name="connsiteX3497" fmla="*/ 1524191 w 3505200"/>
              <a:gd name="connsiteY3497" fmla="*/ 1501997 h 3505200"/>
              <a:gd name="connsiteX3498" fmla="*/ 1501997 w 3505200"/>
              <a:gd name="connsiteY3498" fmla="*/ 1524191 h 3505200"/>
              <a:gd name="connsiteX3499" fmla="*/ 1524191 w 3505200"/>
              <a:gd name="connsiteY3499" fmla="*/ 1546384 h 3505200"/>
              <a:gd name="connsiteX3500" fmla="*/ 1600391 w 3505200"/>
              <a:gd name="connsiteY3500" fmla="*/ 1547051 h 3505200"/>
              <a:gd name="connsiteX3501" fmla="*/ 1623251 w 3505200"/>
              <a:gd name="connsiteY3501" fmla="*/ 1524191 h 3505200"/>
              <a:gd name="connsiteX3502" fmla="*/ 1600391 w 3505200"/>
              <a:gd name="connsiteY3502" fmla="*/ 1501331 h 3505200"/>
              <a:gd name="connsiteX3503" fmla="*/ 1577531 w 3505200"/>
              <a:gd name="connsiteY3503" fmla="*/ 1524191 h 3505200"/>
              <a:gd name="connsiteX3504" fmla="*/ 1600391 w 3505200"/>
              <a:gd name="connsiteY3504" fmla="*/ 1547051 h 3505200"/>
              <a:gd name="connsiteX3505" fmla="*/ 1676591 w 3505200"/>
              <a:gd name="connsiteY3505" fmla="*/ 1547622 h 3505200"/>
              <a:gd name="connsiteX3506" fmla="*/ 1700022 w 3505200"/>
              <a:gd name="connsiteY3506" fmla="*/ 1524191 h 3505200"/>
              <a:gd name="connsiteX3507" fmla="*/ 1676591 w 3505200"/>
              <a:gd name="connsiteY3507" fmla="*/ 1500759 h 3505200"/>
              <a:gd name="connsiteX3508" fmla="*/ 1653159 w 3505200"/>
              <a:gd name="connsiteY3508" fmla="*/ 1524191 h 3505200"/>
              <a:gd name="connsiteX3509" fmla="*/ 1676591 w 3505200"/>
              <a:gd name="connsiteY3509" fmla="*/ 1547622 h 3505200"/>
              <a:gd name="connsiteX3510" fmla="*/ 1752791 w 3505200"/>
              <a:gd name="connsiteY3510" fmla="*/ 1547908 h 3505200"/>
              <a:gd name="connsiteX3511" fmla="*/ 1776413 w 3505200"/>
              <a:gd name="connsiteY3511" fmla="*/ 1524286 h 3505200"/>
              <a:gd name="connsiteX3512" fmla="*/ 1752791 w 3505200"/>
              <a:gd name="connsiteY3512" fmla="*/ 1500664 h 3505200"/>
              <a:gd name="connsiteX3513" fmla="*/ 1729168 w 3505200"/>
              <a:gd name="connsiteY3513" fmla="*/ 1524286 h 3505200"/>
              <a:gd name="connsiteX3514" fmla="*/ 1752791 w 3505200"/>
              <a:gd name="connsiteY3514" fmla="*/ 1547908 h 3505200"/>
              <a:gd name="connsiteX3515" fmla="*/ 1828991 w 3505200"/>
              <a:gd name="connsiteY3515" fmla="*/ 1547622 h 3505200"/>
              <a:gd name="connsiteX3516" fmla="*/ 1852422 w 3505200"/>
              <a:gd name="connsiteY3516" fmla="*/ 1524191 h 3505200"/>
              <a:gd name="connsiteX3517" fmla="*/ 1828991 w 3505200"/>
              <a:gd name="connsiteY3517" fmla="*/ 1500759 h 3505200"/>
              <a:gd name="connsiteX3518" fmla="*/ 1805559 w 3505200"/>
              <a:gd name="connsiteY3518" fmla="*/ 1524191 h 3505200"/>
              <a:gd name="connsiteX3519" fmla="*/ 1828991 w 3505200"/>
              <a:gd name="connsiteY3519" fmla="*/ 1547622 h 3505200"/>
              <a:gd name="connsiteX3520" fmla="*/ 1905191 w 3505200"/>
              <a:gd name="connsiteY3520" fmla="*/ 1547241 h 3505200"/>
              <a:gd name="connsiteX3521" fmla="*/ 1928241 w 3505200"/>
              <a:gd name="connsiteY3521" fmla="*/ 1524191 h 3505200"/>
              <a:gd name="connsiteX3522" fmla="*/ 1905191 w 3505200"/>
              <a:gd name="connsiteY3522" fmla="*/ 1501140 h 3505200"/>
              <a:gd name="connsiteX3523" fmla="*/ 1882140 w 3505200"/>
              <a:gd name="connsiteY3523" fmla="*/ 1524191 h 3505200"/>
              <a:gd name="connsiteX3524" fmla="*/ 1905191 w 3505200"/>
              <a:gd name="connsiteY3524" fmla="*/ 1547241 h 3505200"/>
              <a:gd name="connsiteX3525" fmla="*/ 1981391 w 3505200"/>
              <a:gd name="connsiteY3525" fmla="*/ 1546384 h 3505200"/>
              <a:gd name="connsiteX3526" fmla="*/ 2003584 w 3505200"/>
              <a:gd name="connsiteY3526" fmla="*/ 1524191 h 3505200"/>
              <a:gd name="connsiteX3527" fmla="*/ 1981391 w 3505200"/>
              <a:gd name="connsiteY3527" fmla="*/ 1501997 h 3505200"/>
              <a:gd name="connsiteX3528" fmla="*/ 1959197 w 3505200"/>
              <a:gd name="connsiteY3528" fmla="*/ 1524191 h 3505200"/>
              <a:gd name="connsiteX3529" fmla="*/ 1981391 w 3505200"/>
              <a:gd name="connsiteY3529" fmla="*/ 1546384 h 3505200"/>
              <a:gd name="connsiteX3530" fmla="*/ 2057591 w 3505200"/>
              <a:gd name="connsiteY3530" fmla="*/ 1545527 h 3505200"/>
              <a:gd name="connsiteX3531" fmla="*/ 2078927 w 3505200"/>
              <a:gd name="connsiteY3531" fmla="*/ 1524191 h 3505200"/>
              <a:gd name="connsiteX3532" fmla="*/ 2057591 w 3505200"/>
              <a:gd name="connsiteY3532" fmla="*/ 1502855 h 3505200"/>
              <a:gd name="connsiteX3533" fmla="*/ 2036255 w 3505200"/>
              <a:gd name="connsiteY3533" fmla="*/ 1524191 h 3505200"/>
              <a:gd name="connsiteX3534" fmla="*/ 2057591 w 3505200"/>
              <a:gd name="connsiteY3534" fmla="*/ 1545527 h 3505200"/>
              <a:gd name="connsiteX3535" fmla="*/ 2133791 w 3505200"/>
              <a:gd name="connsiteY3535" fmla="*/ 1544669 h 3505200"/>
              <a:gd name="connsiteX3536" fmla="*/ 2154269 w 3505200"/>
              <a:gd name="connsiteY3536" fmla="*/ 1524191 h 3505200"/>
              <a:gd name="connsiteX3537" fmla="*/ 2133791 w 3505200"/>
              <a:gd name="connsiteY3537" fmla="*/ 1503712 h 3505200"/>
              <a:gd name="connsiteX3538" fmla="*/ 2113312 w 3505200"/>
              <a:gd name="connsiteY3538" fmla="*/ 1524191 h 3505200"/>
              <a:gd name="connsiteX3539" fmla="*/ 2133791 w 3505200"/>
              <a:gd name="connsiteY3539" fmla="*/ 1544669 h 3505200"/>
              <a:gd name="connsiteX3540" fmla="*/ 2209991 w 3505200"/>
              <a:gd name="connsiteY3540" fmla="*/ 1543622 h 3505200"/>
              <a:gd name="connsiteX3541" fmla="*/ 2229422 w 3505200"/>
              <a:gd name="connsiteY3541" fmla="*/ 1524191 h 3505200"/>
              <a:gd name="connsiteX3542" fmla="*/ 2209991 w 3505200"/>
              <a:gd name="connsiteY3542" fmla="*/ 1504760 h 3505200"/>
              <a:gd name="connsiteX3543" fmla="*/ 2190560 w 3505200"/>
              <a:gd name="connsiteY3543" fmla="*/ 1524191 h 3505200"/>
              <a:gd name="connsiteX3544" fmla="*/ 2209991 w 3505200"/>
              <a:gd name="connsiteY3544" fmla="*/ 1543622 h 3505200"/>
              <a:gd name="connsiteX3545" fmla="*/ 2286191 w 3505200"/>
              <a:gd name="connsiteY3545" fmla="*/ 1542574 h 3505200"/>
              <a:gd name="connsiteX3546" fmla="*/ 2304574 w 3505200"/>
              <a:gd name="connsiteY3546" fmla="*/ 1524191 h 3505200"/>
              <a:gd name="connsiteX3547" fmla="*/ 2286191 w 3505200"/>
              <a:gd name="connsiteY3547" fmla="*/ 1505807 h 3505200"/>
              <a:gd name="connsiteX3548" fmla="*/ 2267807 w 3505200"/>
              <a:gd name="connsiteY3548" fmla="*/ 1524191 h 3505200"/>
              <a:gd name="connsiteX3549" fmla="*/ 2286191 w 3505200"/>
              <a:gd name="connsiteY3549" fmla="*/ 1542574 h 3505200"/>
              <a:gd name="connsiteX3550" fmla="*/ 2362391 w 3505200"/>
              <a:gd name="connsiteY3550" fmla="*/ 1541336 h 3505200"/>
              <a:gd name="connsiteX3551" fmla="*/ 2379536 w 3505200"/>
              <a:gd name="connsiteY3551" fmla="*/ 1524191 h 3505200"/>
              <a:gd name="connsiteX3552" fmla="*/ 2362391 w 3505200"/>
              <a:gd name="connsiteY3552" fmla="*/ 1507046 h 3505200"/>
              <a:gd name="connsiteX3553" fmla="*/ 2345246 w 3505200"/>
              <a:gd name="connsiteY3553" fmla="*/ 1524191 h 3505200"/>
              <a:gd name="connsiteX3554" fmla="*/ 2362391 w 3505200"/>
              <a:gd name="connsiteY3554" fmla="*/ 1541336 h 3505200"/>
              <a:gd name="connsiteX3555" fmla="*/ 2438591 w 3505200"/>
              <a:gd name="connsiteY3555" fmla="*/ 1540288 h 3505200"/>
              <a:gd name="connsiteX3556" fmla="*/ 2454688 w 3505200"/>
              <a:gd name="connsiteY3556" fmla="*/ 1524191 h 3505200"/>
              <a:gd name="connsiteX3557" fmla="*/ 2438591 w 3505200"/>
              <a:gd name="connsiteY3557" fmla="*/ 1508093 h 3505200"/>
              <a:gd name="connsiteX3558" fmla="*/ 2422493 w 3505200"/>
              <a:gd name="connsiteY3558" fmla="*/ 1524191 h 3505200"/>
              <a:gd name="connsiteX3559" fmla="*/ 2438591 w 3505200"/>
              <a:gd name="connsiteY3559" fmla="*/ 1540288 h 3505200"/>
              <a:gd name="connsiteX3560" fmla="*/ 2514791 w 3505200"/>
              <a:gd name="connsiteY3560" fmla="*/ 1539240 h 3505200"/>
              <a:gd name="connsiteX3561" fmla="*/ 2529840 w 3505200"/>
              <a:gd name="connsiteY3561" fmla="*/ 1524286 h 3505200"/>
              <a:gd name="connsiteX3562" fmla="*/ 2514791 w 3505200"/>
              <a:gd name="connsiteY3562" fmla="*/ 1509236 h 3505200"/>
              <a:gd name="connsiteX3563" fmla="*/ 2499741 w 3505200"/>
              <a:gd name="connsiteY3563" fmla="*/ 1524286 h 3505200"/>
              <a:gd name="connsiteX3564" fmla="*/ 2514791 w 3505200"/>
              <a:gd name="connsiteY3564" fmla="*/ 1539240 h 3505200"/>
              <a:gd name="connsiteX3565" fmla="*/ 2590991 w 3505200"/>
              <a:gd name="connsiteY3565" fmla="*/ 1537907 h 3505200"/>
              <a:gd name="connsiteX3566" fmla="*/ 2604707 w 3505200"/>
              <a:gd name="connsiteY3566" fmla="*/ 1524191 h 3505200"/>
              <a:gd name="connsiteX3567" fmla="*/ 2590991 w 3505200"/>
              <a:gd name="connsiteY3567" fmla="*/ 1510475 h 3505200"/>
              <a:gd name="connsiteX3568" fmla="*/ 2577274 w 3505200"/>
              <a:gd name="connsiteY3568" fmla="*/ 1524191 h 3505200"/>
              <a:gd name="connsiteX3569" fmla="*/ 2590991 w 3505200"/>
              <a:gd name="connsiteY3569" fmla="*/ 1537907 h 3505200"/>
              <a:gd name="connsiteX3570" fmla="*/ 2667191 w 3505200"/>
              <a:gd name="connsiteY3570" fmla="*/ 1536859 h 3505200"/>
              <a:gd name="connsiteX3571" fmla="*/ 2679859 w 3505200"/>
              <a:gd name="connsiteY3571" fmla="*/ 1524191 h 3505200"/>
              <a:gd name="connsiteX3572" fmla="*/ 2667191 w 3505200"/>
              <a:gd name="connsiteY3572" fmla="*/ 1511522 h 3505200"/>
              <a:gd name="connsiteX3573" fmla="*/ 2654522 w 3505200"/>
              <a:gd name="connsiteY3573" fmla="*/ 1524191 h 3505200"/>
              <a:gd name="connsiteX3574" fmla="*/ 2667191 w 3505200"/>
              <a:gd name="connsiteY3574" fmla="*/ 1536859 h 3505200"/>
              <a:gd name="connsiteX3575" fmla="*/ 2743391 w 3505200"/>
              <a:gd name="connsiteY3575" fmla="*/ 1535811 h 3505200"/>
              <a:gd name="connsiteX3576" fmla="*/ 2755011 w 3505200"/>
              <a:gd name="connsiteY3576" fmla="*/ 1524191 h 3505200"/>
              <a:gd name="connsiteX3577" fmla="*/ 2743391 w 3505200"/>
              <a:gd name="connsiteY3577" fmla="*/ 1512570 h 3505200"/>
              <a:gd name="connsiteX3578" fmla="*/ 2731770 w 3505200"/>
              <a:gd name="connsiteY3578" fmla="*/ 1524191 h 3505200"/>
              <a:gd name="connsiteX3579" fmla="*/ 2743391 w 3505200"/>
              <a:gd name="connsiteY3579" fmla="*/ 1535811 h 3505200"/>
              <a:gd name="connsiteX3580" fmla="*/ 2819591 w 3505200"/>
              <a:gd name="connsiteY3580" fmla="*/ 1534573 h 3505200"/>
              <a:gd name="connsiteX3581" fmla="*/ 2829973 w 3505200"/>
              <a:gd name="connsiteY3581" fmla="*/ 1524191 h 3505200"/>
              <a:gd name="connsiteX3582" fmla="*/ 2819591 w 3505200"/>
              <a:gd name="connsiteY3582" fmla="*/ 1513808 h 3505200"/>
              <a:gd name="connsiteX3583" fmla="*/ 2809208 w 3505200"/>
              <a:gd name="connsiteY3583" fmla="*/ 1524191 h 3505200"/>
              <a:gd name="connsiteX3584" fmla="*/ 2819591 w 3505200"/>
              <a:gd name="connsiteY3584" fmla="*/ 1534573 h 3505200"/>
              <a:gd name="connsiteX3585" fmla="*/ 2895791 w 3505200"/>
              <a:gd name="connsiteY3585" fmla="*/ 1533525 h 3505200"/>
              <a:gd name="connsiteX3586" fmla="*/ 2905125 w 3505200"/>
              <a:gd name="connsiteY3586" fmla="*/ 1524191 h 3505200"/>
              <a:gd name="connsiteX3587" fmla="*/ 2895791 w 3505200"/>
              <a:gd name="connsiteY3587" fmla="*/ 1514856 h 3505200"/>
              <a:gd name="connsiteX3588" fmla="*/ 2886456 w 3505200"/>
              <a:gd name="connsiteY3588" fmla="*/ 1524191 h 3505200"/>
              <a:gd name="connsiteX3589" fmla="*/ 2895791 w 3505200"/>
              <a:gd name="connsiteY3589" fmla="*/ 1533525 h 3505200"/>
              <a:gd name="connsiteX3590" fmla="*/ 2971991 w 3505200"/>
              <a:gd name="connsiteY3590" fmla="*/ 1532287 h 3505200"/>
              <a:gd name="connsiteX3591" fmla="*/ 2979991 w 3505200"/>
              <a:gd name="connsiteY3591" fmla="*/ 1524286 h 3505200"/>
              <a:gd name="connsiteX3592" fmla="*/ 2971991 w 3505200"/>
              <a:gd name="connsiteY3592" fmla="*/ 1516285 h 3505200"/>
              <a:gd name="connsiteX3593" fmla="*/ 2963990 w 3505200"/>
              <a:gd name="connsiteY3593" fmla="*/ 1524286 h 3505200"/>
              <a:gd name="connsiteX3594" fmla="*/ 2971991 w 3505200"/>
              <a:gd name="connsiteY3594" fmla="*/ 1532287 h 3505200"/>
              <a:gd name="connsiteX3595" fmla="*/ 3048191 w 3505200"/>
              <a:gd name="connsiteY3595" fmla="*/ 1531144 h 3505200"/>
              <a:gd name="connsiteX3596" fmla="*/ 3055144 w 3505200"/>
              <a:gd name="connsiteY3596" fmla="*/ 1524191 h 3505200"/>
              <a:gd name="connsiteX3597" fmla="*/ 3048191 w 3505200"/>
              <a:gd name="connsiteY3597" fmla="*/ 1517237 h 3505200"/>
              <a:gd name="connsiteX3598" fmla="*/ 3041237 w 3505200"/>
              <a:gd name="connsiteY3598" fmla="*/ 1524191 h 3505200"/>
              <a:gd name="connsiteX3599" fmla="*/ 3048191 w 3505200"/>
              <a:gd name="connsiteY3599" fmla="*/ 1531144 h 3505200"/>
              <a:gd name="connsiteX3600" fmla="*/ 3124391 w 3505200"/>
              <a:gd name="connsiteY3600" fmla="*/ 1529906 h 3505200"/>
              <a:gd name="connsiteX3601" fmla="*/ 3130106 w 3505200"/>
              <a:gd name="connsiteY3601" fmla="*/ 1524191 h 3505200"/>
              <a:gd name="connsiteX3602" fmla="*/ 3124391 w 3505200"/>
              <a:gd name="connsiteY3602" fmla="*/ 1518476 h 3505200"/>
              <a:gd name="connsiteX3603" fmla="*/ 3118676 w 3505200"/>
              <a:gd name="connsiteY3603" fmla="*/ 1524191 h 3505200"/>
              <a:gd name="connsiteX3604" fmla="*/ 3124391 w 3505200"/>
              <a:gd name="connsiteY3604" fmla="*/ 1529906 h 3505200"/>
              <a:gd name="connsiteX3605" fmla="*/ 3200591 w 3505200"/>
              <a:gd name="connsiteY3605" fmla="*/ 1528858 h 3505200"/>
              <a:gd name="connsiteX3606" fmla="*/ 3205258 w 3505200"/>
              <a:gd name="connsiteY3606" fmla="*/ 1524191 h 3505200"/>
              <a:gd name="connsiteX3607" fmla="*/ 3200591 w 3505200"/>
              <a:gd name="connsiteY3607" fmla="*/ 1519523 h 3505200"/>
              <a:gd name="connsiteX3608" fmla="*/ 3195923 w 3505200"/>
              <a:gd name="connsiteY3608" fmla="*/ 1524191 h 3505200"/>
              <a:gd name="connsiteX3609" fmla="*/ 3200591 w 3505200"/>
              <a:gd name="connsiteY3609" fmla="*/ 1528858 h 3505200"/>
              <a:gd name="connsiteX3610" fmla="*/ 3276791 w 3505200"/>
              <a:gd name="connsiteY3610" fmla="*/ 1527620 h 3505200"/>
              <a:gd name="connsiteX3611" fmla="*/ 3280124 w 3505200"/>
              <a:gd name="connsiteY3611" fmla="*/ 1524286 h 3505200"/>
              <a:gd name="connsiteX3612" fmla="*/ 3276791 w 3505200"/>
              <a:gd name="connsiteY3612" fmla="*/ 1520952 h 3505200"/>
              <a:gd name="connsiteX3613" fmla="*/ 3273457 w 3505200"/>
              <a:gd name="connsiteY3613" fmla="*/ 1524286 h 3505200"/>
              <a:gd name="connsiteX3614" fmla="*/ 3276791 w 3505200"/>
              <a:gd name="connsiteY3614" fmla="*/ 1527620 h 3505200"/>
              <a:gd name="connsiteX3615" fmla="*/ 3352991 w 3505200"/>
              <a:gd name="connsiteY3615" fmla="*/ 1526572 h 3505200"/>
              <a:gd name="connsiteX3616" fmla="*/ 3355277 w 3505200"/>
              <a:gd name="connsiteY3616" fmla="*/ 1524286 h 3505200"/>
              <a:gd name="connsiteX3617" fmla="*/ 3352991 w 3505200"/>
              <a:gd name="connsiteY3617" fmla="*/ 1522000 h 3505200"/>
              <a:gd name="connsiteX3618" fmla="*/ 3350705 w 3505200"/>
              <a:gd name="connsiteY3618" fmla="*/ 1524286 h 3505200"/>
              <a:gd name="connsiteX3619" fmla="*/ 3352991 w 3505200"/>
              <a:gd name="connsiteY3619" fmla="*/ 1526572 h 3505200"/>
              <a:gd name="connsiteX3620" fmla="*/ 3429191 w 3505200"/>
              <a:gd name="connsiteY3620" fmla="*/ 1525524 h 3505200"/>
              <a:gd name="connsiteX3621" fmla="*/ 3430429 w 3505200"/>
              <a:gd name="connsiteY3621" fmla="*/ 1524286 h 3505200"/>
              <a:gd name="connsiteX3622" fmla="*/ 3429191 w 3505200"/>
              <a:gd name="connsiteY3622" fmla="*/ 1523048 h 3505200"/>
              <a:gd name="connsiteX3623" fmla="*/ 3427953 w 3505200"/>
              <a:gd name="connsiteY3623" fmla="*/ 1524286 h 3505200"/>
              <a:gd name="connsiteX3624" fmla="*/ 3429191 w 3505200"/>
              <a:gd name="connsiteY3624" fmla="*/ 1525524 h 3505200"/>
              <a:gd name="connsiteX3625" fmla="*/ 3505391 w 3505200"/>
              <a:gd name="connsiteY3625" fmla="*/ 1524381 h 3505200"/>
              <a:gd name="connsiteX3626" fmla="*/ 3505581 w 3505200"/>
              <a:gd name="connsiteY3626" fmla="*/ 1524191 h 3505200"/>
              <a:gd name="connsiteX3627" fmla="*/ 3505391 w 3505200"/>
              <a:gd name="connsiteY3627" fmla="*/ 1524000 h 3505200"/>
              <a:gd name="connsiteX3628" fmla="*/ 3505200 w 3505200"/>
              <a:gd name="connsiteY3628" fmla="*/ 1524191 h 3505200"/>
              <a:gd name="connsiteX3629" fmla="*/ 3505391 w 3505200"/>
              <a:gd name="connsiteY3629" fmla="*/ 1524381 h 3505200"/>
              <a:gd name="connsiteX3630" fmla="*/ 191 w 3505200"/>
              <a:gd name="connsiteY3630" fmla="*/ 1600581 h 3505200"/>
              <a:gd name="connsiteX3631" fmla="*/ 381 w 3505200"/>
              <a:gd name="connsiteY3631" fmla="*/ 1600391 h 3505200"/>
              <a:gd name="connsiteX3632" fmla="*/ 191 w 3505200"/>
              <a:gd name="connsiteY3632" fmla="*/ 1600200 h 3505200"/>
              <a:gd name="connsiteX3633" fmla="*/ 0 w 3505200"/>
              <a:gd name="connsiteY3633" fmla="*/ 1600391 h 3505200"/>
              <a:gd name="connsiteX3634" fmla="*/ 191 w 3505200"/>
              <a:gd name="connsiteY3634" fmla="*/ 1600581 h 3505200"/>
              <a:gd name="connsiteX3635" fmla="*/ 76391 w 3505200"/>
              <a:gd name="connsiteY3635" fmla="*/ 1601724 h 3505200"/>
              <a:gd name="connsiteX3636" fmla="*/ 77629 w 3505200"/>
              <a:gd name="connsiteY3636" fmla="*/ 1600486 h 3505200"/>
              <a:gd name="connsiteX3637" fmla="*/ 76391 w 3505200"/>
              <a:gd name="connsiteY3637" fmla="*/ 1599248 h 3505200"/>
              <a:gd name="connsiteX3638" fmla="*/ 75152 w 3505200"/>
              <a:gd name="connsiteY3638" fmla="*/ 1600486 h 3505200"/>
              <a:gd name="connsiteX3639" fmla="*/ 76391 w 3505200"/>
              <a:gd name="connsiteY3639" fmla="*/ 1601724 h 3505200"/>
              <a:gd name="connsiteX3640" fmla="*/ 152591 w 3505200"/>
              <a:gd name="connsiteY3640" fmla="*/ 1602772 h 3505200"/>
              <a:gd name="connsiteX3641" fmla="*/ 154877 w 3505200"/>
              <a:gd name="connsiteY3641" fmla="*/ 1600486 h 3505200"/>
              <a:gd name="connsiteX3642" fmla="*/ 152591 w 3505200"/>
              <a:gd name="connsiteY3642" fmla="*/ 1598200 h 3505200"/>
              <a:gd name="connsiteX3643" fmla="*/ 150305 w 3505200"/>
              <a:gd name="connsiteY3643" fmla="*/ 1600486 h 3505200"/>
              <a:gd name="connsiteX3644" fmla="*/ 152591 w 3505200"/>
              <a:gd name="connsiteY3644" fmla="*/ 1602772 h 3505200"/>
              <a:gd name="connsiteX3645" fmla="*/ 228791 w 3505200"/>
              <a:gd name="connsiteY3645" fmla="*/ 1604010 h 3505200"/>
              <a:gd name="connsiteX3646" fmla="*/ 232410 w 3505200"/>
              <a:gd name="connsiteY3646" fmla="*/ 1600391 h 3505200"/>
              <a:gd name="connsiteX3647" fmla="*/ 228791 w 3505200"/>
              <a:gd name="connsiteY3647" fmla="*/ 1596771 h 3505200"/>
              <a:gd name="connsiteX3648" fmla="*/ 225171 w 3505200"/>
              <a:gd name="connsiteY3648" fmla="*/ 1600391 h 3505200"/>
              <a:gd name="connsiteX3649" fmla="*/ 228791 w 3505200"/>
              <a:gd name="connsiteY3649" fmla="*/ 1604010 h 3505200"/>
              <a:gd name="connsiteX3650" fmla="*/ 304991 w 3505200"/>
              <a:gd name="connsiteY3650" fmla="*/ 1605058 h 3505200"/>
              <a:gd name="connsiteX3651" fmla="*/ 309658 w 3505200"/>
              <a:gd name="connsiteY3651" fmla="*/ 1600391 h 3505200"/>
              <a:gd name="connsiteX3652" fmla="*/ 304991 w 3505200"/>
              <a:gd name="connsiteY3652" fmla="*/ 1595723 h 3505200"/>
              <a:gd name="connsiteX3653" fmla="*/ 300323 w 3505200"/>
              <a:gd name="connsiteY3653" fmla="*/ 1600391 h 3505200"/>
              <a:gd name="connsiteX3654" fmla="*/ 304991 w 3505200"/>
              <a:gd name="connsiteY3654" fmla="*/ 1605058 h 3505200"/>
              <a:gd name="connsiteX3655" fmla="*/ 381191 w 3505200"/>
              <a:gd name="connsiteY3655" fmla="*/ 1606296 h 3505200"/>
              <a:gd name="connsiteX3656" fmla="*/ 387096 w 3505200"/>
              <a:gd name="connsiteY3656" fmla="*/ 1600391 h 3505200"/>
              <a:gd name="connsiteX3657" fmla="*/ 381191 w 3505200"/>
              <a:gd name="connsiteY3657" fmla="*/ 1594485 h 3505200"/>
              <a:gd name="connsiteX3658" fmla="*/ 375285 w 3505200"/>
              <a:gd name="connsiteY3658" fmla="*/ 1600391 h 3505200"/>
              <a:gd name="connsiteX3659" fmla="*/ 381191 w 3505200"/>
              <a:gd name="connsiteY3659" fmla="*/ 1606296 h 3505200"/>
              <a:gd name="connsiteX3660" fmla="*/ 457391 w 3505200"/>
              <a:gd name="connsiteY3660" fmla="*/ 1607344 h 3505200"/>
              <a:gd name="connsiteX3661" fmla="*/ 464344 w 3505200"/>
              <a:gd name="connsiteY3661" fmla="*/ 1600391 h 3505200"/>
              <a:gd name="connsiteX3662" fmla="*/ 457391 w 3505200"/>
              <a:gd name="connsiteY3662" fmla="*/ 1593437 h 3505200"/>
              <a:gd name="connsiteX3663" fmla="*/ 450437 w 3505200"/>
              <a:gd name="connsiteY3663" fmla="*/ 1600391 h 3505200"/>
              <a:gd name="connsiteX3664" fmla="*/ 457391 w 3505200"/>
              <a:gd name="connsiteY3664" fmla="*/ 1607344 h 3505200"/>
              <a:gd name="connsiteX3665" fmla="*/ 533591 w 3505200"/>
              <a:gd name="connsiteY3665" fmla="*/ 1608487 h 3505200"/>
              <a:gd name="connsiteX3666" fmla="*/ 541592 w 3505200"/>
              <a:gd name="connsiteY3666" fmla="*/ 1600486 h 3505200"/>
              <a:gd name="connsiteX3667" fmla="*/ 533591 w 3505200"/>
              <a:gd name="connsiteY3667" fmla="*/ 1592485 h 3505200"/>
              <a:gd name="connsiteX3668" fmla="*/ 525590 w 3505200"/>
              <a:gd name="connsiteY3668" fmla="*/ 1600486 h 3505200"/>
              <a:gd name="connsiteX3669" fmla="*/ 533591 w 3505200"/>
              <a:gd name="connsiteY3669" fmla="*/ 1608487 h 3505200"/>
              <a:gd name="connsiteX3670" fmla="*/ 609790 w 3505200"/>
              <a:gd name="connsiteY3670" fmla="*/ 1609725 h 3505200"/>
              <a:gd name="connsiteX3671" fmla="*/ 619125 w 3505200"/>
              <a:gd name="connsiteY3671" fmla="*/ 1600391 h 3505200"/>
              <a:gd name="connsiteX3672" fmla="*/ 609790 w 3505200"/>
              <a:gd name="connsiteY3672" fmla="*/ 1591056 h 3505200"/>
              <a:gd name="connsiteX3673" fmla="*/ 600456 w 3505200"/>
              <a:gd name="connsiteY3673" fmla="*/ 1600391 h 3505200"/>
              <a:gd name="connsiteX3674" fmla="*/ 609790 w 3505200"/>
              <a:gd name="connsiteY3674" fmla="*/ 1609725 h 3505200"/>
              <a:gd name="connsiteX3675" fmla="*/ 685990 w 3505200"/>
              <a:gd name="connsiteY3675" fmla="*/ 1610963 h 3505200"/>
              <a:gd name="connsiteX3676" fmla="*/ 696563 w 3505200"/>
              <a:gd name="connsiteY3676" fmla="*/ 1600391 h 3505200"/>
              <a:gd name="connsiteX3677" fmla="*/ 685990 w 3505200"/>
              <a:gd name="connsiteY3677" fmla="*/ 1589818 h 3505200"/>
              <a:gd name="connsiteX3678" fmla="*/ 675418 w 3505200"/>
              <a:gd name="connsiteY3678" fmla="*/ 1600391 h 3505200"/>
              <a:gd name="connsiteX3679" fmla="*/ 685990 w 3505200"/>
              <a:gd name="connsiteY3679" fmla="*/ 1610963 h 3505200"/>
              <a:gd name="connsiteX3680" fmla="*/ 762190 w 3505200"/>
              <a:gd name="connsiteY3680" fmla="*/ 1612011 h 3505200"/>
              <a:gd name="connsiteX3681" fmla="*/ 773811 w 3505200"/>
              <a:gd name="connsiteY3681" fmla="*/ 1600391 h 3505200"/>
              <a:gd name="connsiteX3682" fmla="*/ 762190 w 3505200"/>
              <a:gd name="connsiteY3682" fmla="*/ 1588770 h 3505200"/>
              <a:gd name="connsiteX3683" fmla="*/ 750570 w 3505200"/>
              <a:gd name="connsiteY3683" fmla="*/ 1600391 h 3505200"/>
              <a:gd name="connsiteX3684" fmla="*/ 762190 w 3505200"/>
              <a:gd name="connsiteY3684" fmla="*/ 1612011 h 3505200"/>
              <a:gd name="connsiteX3685" fmla="*/ 838390 w 3505200"/>
              <a:gd name="connsiteY3685" fmla="*/ 1613345 h 3505200"/>
              <a:gd name="connsiteX3686" fmla="*/ 851249 w 3505200"/>
              <a:gd name="connsiteY3686" fmla="*/ 1600486 h 3505200"/>
              <a:gd name="connsiteX3687" fmla="*/ 838390 w 3505200"/>
              <a:gd name="connsiteY3687" fmla="*/ 1587627 h 3505200"/>
              <a:gd name="connsiteX3688" fmla="*/ 825532 w 3505200"/>
              <a:gd name="connsiteY3688" fmla="*/ 1600486 h 3505200"/>
              <a:gd name="connsiteX3689" fmla="*/ 838390 w 3505200"/>
              <a:gd name="connsiteY3689" fmla="*/ 1613345 h 3505200"/>
              <a:gd name="connsiteX3690" fmla="*/ 914590 w 3505200"/>
              <a:gd name="connsiteY3690" fmla="*/ 1614392 h 3505200"/>
              <a:gd name="connsiteX3691" fmla="*/ 928497 w 3505200"/>
              <a:gd name="connsiteY3691" fmla="*/ 1600486 h 3505200"/>
              <a:gd name="connsiteX3692" fmla="*/ 914590 w 3505200"/>
              <a:gd name="connsiteY3692" fmla="*/ 1586579 h 3505200"/>
              <a:gd name="connsiteX3693" fmla="*/ 900684 w 3505200"/>
              <a:gd name="connsiteY3693" fmla="*/ 1600486 h 3505200"/>
              <a:gd name="connsiteX3694" fmla="*/ 914590 w 3505200"/>
              <a:gd name="connsiteY3694" fmla="*/ 1614392 h 3505200"/>
              <a:gd name="connsiteX3695" fmla="*/ 990790 w 3505200"/>
              <a:gd name="connsiteY3695" fmla="*/ 1615631 h 3505200"/>
              <a:gd name="connsiteX3696" fmla="*/ 1006031 w 3505200"/>
              <a:gd name="connsiteY3696" fmla="*/ 1600391 h 3505200"/>
              <a:gd name="connsiteX3697" fmla="*/ 990790 w 3505200"/>
              <a:gd name="connsiteY3697" fmla="*/ 1585151 h 3505200"/>
              <a:gd name="connsiteX3698" fmla="*/ 975551 w 3505200"/>
              <a:gd name="connsiteY3698" fmla="*/ 1600391 h 3505200"/>
              <a:gd name="connsiteX3699" fmla="*/ 990790 w 3505200"/>
              <a:gd name="connsiteY3699" fmla="*/ 1615631 h 3505200"/>
              <a:gd name="connsiteX3700" fmla="*/ 1066991 w 3505200"/>
              <a:gd name="connsiteY3700" fmla="*/ 1616678 h 3505200"/>
              <a:gd name="connsiteX3701" fmla="*/ 1083278 w 3505200"/>
              <a:gd name="connsiteY3701" fmla="*/ 1600391 h 3505200"/>
              <a:gd name="connsiteX3702" fmla="*/ 1066991 w 3505200"/>
              <a:gd name="connsiteY3702" fmla="*/ 1584103 h 3505200"/>
              <a:gd name="connsiteX3703" fmla="*/ 1050703 w 3505200"/>
              <a:gd name="connsiteY3703" fmla="*/ 1600391 h 3505200"/>
              <a:gd name="connsiteX3704" fmla="*/ 1066991 w 3505200"/>
              <a:gd name="connsiteY3704" fmla="*/ 1616678 h 3505200"/>
              <a:gd name="connsiteX3705" fmla="*/ 1143191 w 3505200"/>
              <a:gd name="connsiteY3705" fmla="*/ 1617726 h 3505200"/>
              <a:gd name="connsiteX3706" fmla="*/ 1160526 w 3505200"/>
              <a:gd name="connsiteY3706" fmla="*/ 1600391 h 3505200"/>
              <a:gd name="connsiteX3707" fmla="*/ 1143191 w 3505200"/>
              <a:gd name="connsiteY3707" fmla="*/ 1583055 h 3505200"/>
              <a:gd name="connsiteX3708" fmla="*/ 1125855 w 3505200"/>
              <a:gd name="connsiteY3708" fmla="*/ 1600391 h 3505200"/>
              <a:gd name="connsiteX3709" fmla="*/ 1143191 w 3505200"/>
              <a:gd name="connsiteY3709" fmla="*/ 1617726 h 3505200"/>
              <a:gd name="connsiteX3710" fmla="*/ 1219391 w 3505200"/>
              <a:gd name="connsiteY3710" fmla="*/ 1618964 h 3505200"/>
              <a:gd name="connsiteX3711" fmla="*/ 1237964 w 3505200"/>
              <a:gd name="connsiteY3711" fmla="*/ 1600391 h 3505200"/>
              <a:gd name="connsiteX3712" fmla="*/ 1219391 w 3505200"/>
              <a:gd name="connsiteY3712" fmla="*/ 1581817 h 3505200"/>
              <a:gd name="connsiteX3713" fmla="*/ 1200817 w 3505200"/>
              <a:gd name="connsiteY3713" fmla="*/ 1600391 h 3505200"/>
              <a:gd name="connsiteX3714" fmla="*/ 1219391 w 3505200"/>
              <a:gd name="connsiteY3714" fmla="*/ 1618964 h 3505200"/>
              <a:gd name="connsiteX3715" fmla="*/ 1295591 w 3505200"/>
              <a:gd name="connsiteY3715" fmla="*/ 1620107 h 3505200"/>
              <a:gd name="connsiteX3716" fmla="*/ 1315212 w 3505200"/>
              <a:gd name="connsiteY3716" fmla="*/ 1600486 h 3505200"/>
              <a:gd name="connsiteX3717" fmla="*/ 1295591 w 3505200"/>
              <a:gd name="connsiteY3717" fmla="*/ 1580864 h 3505200"/>
              <a:gd name="connsiteX3718" fmla="*/ 1275969 w 3505200"/>
              <a:gd name="connsiteY3718" fmla="*/ 1600486 h 3505200"/>
              <a:gd name="connsiteX3719" fmla="*/ 1295591 w 3505200"/>
              <a:gd name="connsiteY3719" fmla="*/ 1620107 h 3505200"/>
              <a:gd name="connsiteX3720" fmla="*/ 1371791 w 3505200"/>
              <a:gd name="connsiteY3720" fmla="*/ 1621346 h 3505200"/>
              <a:gd name="connsiteX3721" fmla="*/ 1392746 w 3505200"/>
              <a:gd name="connsiteY3721" fmla="*/ 1600391 h 3505200"/>
              <a:gd name="connsiteX3722" fmla="*/ 1371791 w 3505200"/>
              <a:gd name="connsiteY3722" fmla="*/ 1579436 h 3505200"/>
              <a:gd name="connsiteX3723" fmla="*/ 1350836 w 3505200"/>
              <a:gd name="connsiteY3723" fmla="*/ 1600391 h 3505200"/>
              <a:gd name="connsiteX3724" fmla="*/ 1371791 w 3505200"/>
              <a:gd name="connsiteY3724" fmla="*/ 1621346 h 3505200"/>
              <a:gd name="connsiteX3725" fmla="*/ 1447991 w 3505200"/>
              <a:gd name="connsiteY3725" fmla="*/ 1622393 h 3505200"/>
              <a:gd name="connsiteX3726" fmla="*/ 1469993 w 3505200"/>
              <a:gd name="connsiteY3726" fmla="*/ 1600391 h 3505200"/>
              <a:gd name="connsiteX3727" fmla="*/ 1447991 w 3505200"/>
              <a:gd name="connsiteY3727" fmla="*/ 1578388 h 3505200"/>
              <a:gd name="connsiteX3728" fmla="*/ 1425988 w 3505200"/>
              <a:gd name="connsiteY3728" fmla="*/ 1600391 h 3505200"/>
              <a:gd name="connsiteX3729" fmla="*/ 1447991 w 3505200"/>
              <a:gd name="connsiteY3729" fmla="*/ 1622393 h 3505200"/>
              <a:gd name="connsiteX3730" fmla="*/ 1524191 w 3505200"/>
              <a:gd name="connsiteY3730" fmla="*/ 1623251 h 3505200"/>
              <a:gd name="connsiteX3731" fmla="*/ 1547051 w 3505200"/>
              <a:gd name="connsiteY3731" fmla="*/ 1600391 h 3505200"/>
              <a:gd name="connsiteX3732" fmla="*/ 1524191 w 3505200"/>
              <a:gd name="connsiteY3732" fmla="*/ 1577531 h 3505200"/>
              <a:gd name="connsiteX3733" fmla="*/ 1501331 w 3505200"/>
              <a:gd name="connsiteY3733" fmla="*/ 1600391 h 3505200"/>
              <a:gd name="connsiteX3734" fmla="*/ 1524191 w 3505200"/>
              <a:gd name="connsiteY3734" fmla="*/ 1623251 h 3505200"/>
              <a:gd name="connsiteX3735" fmla="*/ 1600391 w 3505200"/>
              <a:gd name="connsiteY3735" fmla="*/ 1624298 h 3505200"/>
              <a:gd name="connsiteX3736" fmla="*/ 1624298 w 3505200"/>
              <a:gd name="connsiteY3736" fmla="*/ 1600391 h 3505200"/>
              <a:gd name="connsiteX3737" fmla="*/ 1600391 w 3505200"/>
              <a:gd name="connsiteY3737" fmla="*/ 1576483 h 3505200"/>
              <a:gd name="connsiteX3738" fmla="*/ 1576483 w 3505200"/>
              <a:gd name="connsiteY3738" fmla="*/ 1600391 h 3505200"/>
              <a:gd name="connsiteX3739" fmla="*/ 1600391 w 3505200"/>
              <a:gd name="connsiteY3739" fmla="*/ 1624298 h 3505200"/>
              <a:gd name="connsiteX3740" fmla="*/ 1676591 w 3505200"/>
              <a:gd name="connsiteY3740" fmla="*/ 1624965 h 3505200"/>
              <a:gd name="connsiteX3741" fmla="*/ 1701070 w 3505200"/>
              <a:gd name="connsiteY3741" fmla="*/ 1600486 h 3505200"/>
              <a:gd name="connsiteX3742" fmla="*/ 1676591 w 3505200"/>
              <a:gd name="connsiteY3742" fmla="*/ 1576007 h 3505200"/>
              <a:gd name="connsiteX3743" fmla="*/ 1652111 w 3505200"/>
              <a:gd name="connsiteY3743" fmla="*/ 1600486 h 3505200"/>
              <a:gd name="connsiteX3744" fmla="*/ 1676591 w 3505200"/>
              <a:gd name="connsiteY3744" fmla="*/ 1624965 h 3505200"/>
              <a:gd name="connsiteX3745" fmla="*/ 1752791 w 3505200"/>
              <a:gd name="connsiteY3745" fmla="*/ 1625156 h 3505200"/>
              <a:gd name="connsiteX3746" fmla="*/ 1777556 w 3505200"/>
              <a:gd name="connsiteY3746" fmla="*/ 1600391 h 3505200"/>
              <a:gd name="connsiteX3747" fmla="*/ 1752791 w 3505200"/>
              <a:gd name="connsiteY3747" fmla="*/ 1575626 h 3505200"/>
              <a:gd name="connsiteX3748" fmla="*/ 1728026 w 3505200"/>
              <a:gd name="connsiteY3748" fmla="*/ 1600391 h 3505200"/>
              <a:gd name="connsiteX3749" fmla="*/ 1752791 w 3505200"/>
              <a:gd name="connsiteY3749" fmla="*/ 1625156 h 3505200"/>
              <a:gd name="connsiteX3750" fmla="*/ 1828991 w 3505200"/>
              <a:gd name="connsiteY3750" fmla="*/ 1624965 h 3505200"/>
              <a:gd name="connsiteX3751" fmla="*/ 1853470 w 3505200"/>
              <a:gd name="connsiteY3751" fmla="*/ 1600486 h 3505200"/>
              <a:gd name="connsiteX3752" fmla="*/ 1828991 w 3505200"/>
              <a:gd name="connsiteY3752" fmla="*/ 1576007 h 3505200"/>
              <a:gd name="connsiteX3753" fmla="*/ 1804511 w 3505200"/>
              <a:gd name="connsiteY3753" fmla="*/ 1600486 h 3505200"/>
              <a:gd name="connsiteX3754" fmla="*/ 1828991 w 3505200"/>
              <a:gd name="connsiteY3754" fmla="*/ 1624965 h 3505200"/>
              <a:gd name="connsiteX3755" fmla="*/ 1905191 w 3505200"/>
              <a:gd name="connsiteY3755" fmla="*/ 1624298 h 3505200"/>
              <a:gd name="connsiteX3756" fmla="*/ 1929098 w 3505200"/>
              <a:gd name="connsiteY3756" fmla="*/ 1600391 h 3505200"/>
              <a:gd name="connsiteX3757" fmla="*/ 1905191 w 3505200"/>
              <a:gd name="connsiteY3757" fmla="*/ 1576483 h 3505200"/>
              <a:gd name="connsiteX3758" fmla="*/ 1881283 w 3505200"/>
              <a:gd name="connsiteY3758" fmla="*/ 1600391 h 3505200"/>
              <a:gd name="connsiteX3759" fmla="*/ 1905191 w 3505200"/>
              <a:gd name="connsiteY3759" fmla="*/ 1624298 h 3505200"/>
              <a:gd name="connsiteX3760" fmla="*/ 1981391 w 3505200"/>
              <a:gd name="connsiteY3760" fmla="*/ 1623441 h 3505200"/>
              <a:gd name="connsiteX3761" fmla="*/ 2004441 w 3505200"/>
              <a:gd name="connsiteY3761" fmla="*/ 1600391 h 3505200"/>
              <a:gd name="connsiteX3762" fmla="*/ 1981391 w 3505200"/>
              <a:gd name="connsiteY3762" fmla="*/ 1577340 h 3505200"/>
              <a:gd name="connsiteX3763" fmla="*/ 1958340 w 3505200"/>
              <a:gd name="connsiteY3763" fmla="*/ 1600391 h 3505200"/>
              <a:gd name="connsiteX3764" fmla="*/ 1981391 w 3505200"/>
              <a:gd name="connsiteY3764" fmla="*/ 1623441 h 3505200"/>
              <a:gd name="connsiteX3765" fmla="*/ 2057591 w 3505200"/>
              <a:gd name="connsiteY3765" fmla="*/ 1622393 h 3505200"/>
              <a:gd name="connsiteX3766" fmla="*/ 2079593 w 3505200"/>
              <a:gd name="connsiteY3766" fmla="*/ 1600391 h 3505200"/>
              <a:gd name="connsiteX3767" fmla="*/ 2057591 w 3505200"/>
              <a:gd name="connsiteY3767" fmla="*/ 1578388 h 3505200"/>
              <a:gd name="connsiteX3768" fmla="*/ 2035588 w 3505200"/>
              <a:gd name="connsiteY3768" fmla="*/ 1600391 h 3505200"/>
              <a:gd name="connsiteX3769" fmla="*/ 2057591 w 3505200"/>
              <a:gd name="connsiteY3769" fmla="*/ 1622393 h 3505200"/>
              <a:gd name="connsiteX3770" fmla="*/ 2133791 w 3505200"/>
              <a:gd name="connsiteY3770" fmla="*/ 1621346 h 3505200"/>
              <a:gd name="connsiteX3771" fmla="*/ 2154746 w 3505200"/>
              <a:gd name="connsiteY3771" fmla="*/ 1600391 h 3505200"/>
              <a:gd name="connsiteX3772" fmla="*/ 2133791 w 3505200"/>
              <a:gd name="connsiteY3772" fmla="*/ 1579436 h 3505200"/>
              <a:gd name="connsiteX3773" fmla="*/ 2112836 w 3505200"/>
              <a:gd name="connsiteY3773" fmla="*/ 1600391 h 3505200"/>
              <a:gd name="connsiteX3774" fmla="*/ 2133791 w 3505200"/>
              <a:gd name="connsiteY3774" fmla="*/ 1621346 h 3505200"/>
              <a:gd name="connsiteX3775" fmla="*/ 2209991 w 3505200"/>
              <a:gd name="connsiteY3775" fmla="*/ 1620298 h 3505200"/>
              <a:gd name="connsiteX3776" fmla="*/ 2229898 w 3505200"/>
              <a:gd name="connsiteY3776" fmla="*/ 1600391 h 3505200"/>
              <a:gd name="connsiteX3777" fmla="*/ 2209991 w 3505200"/>
              <a:gd name="connsiteY3777" fmla="*/ 1580483 h 3505200"/>
              <a:gd name="connsiteX3778" fmla="*/ 2190083 w 3505200"/>
              <a:gd name="connsiteY3778" fmla="*/ 1600391 h 3505200"/>
              <a:gd name="connsiteX3779" fmla="*/ 2209991 w 3505200"/>
              <a:gd name="connsiteY3779" fmla="*/ 1620298 h 3505200"/>
              <a:gd name="connsiteX3780" fmla="*/ 2286191 w 3505200"/>
              <a:gd name="connsiteY3780" fmla="*/ 1619250 h 3505200"/>
              <a:gd name="connsiteX3781" fmla="*/ 2304955 w 3505200"/>
              <a:gd name="connsiteY3781" fmla="*/ 1600486 h 3505200"/>
              <a:gd name="connsiteX3782" fmla="*/ 2286191 w 3505200"/>
              <a:gd name="connsiteY3782" fmla="*/ 1581722 h 3505200"/>
              <a:gd name="connsiteX3783" fmla="*/ 2267426 w 3505200"/>
              <a:gd name="connsiteY3783" fmla="*/ 1600486 h 3505200"/>
              <a:gd name="connsiteX3784" fmla="*/ 2286191 w 3505200"/>
              <a:gd name="connsiteY3784" fmla="*/ 1619250 h 3505200"/>
              <a:gd name="connsiteX3785" fmla="*/ 2362391 w 3505200"/>
              <a:gd name="connsiteY3785" fmla="*/ 1617917 h 3505200"/>
              <a:gd name="connsiteX3786" fmla="*/ 2379917 w 3505200"/>
              <a:gd name="connsiteY3786" fmla="*/ 1600391 h 3505200"/>
              <a:gd name="connsiteX3787" fmla="*/ 2362391 w 3505200"/>
              <a:gd name="connsiteY3787" fmla="*/ 1582864 h 3505200"/>
              <a:gd name="connsiteX3788" fmla="*/ 2344865 w 3505200"/>
              <a:gd name="connsiteY3788" fmla="*/ 1600391 h 3505200"/>
              <a:gd name="connsiteX3789" fmla="*/ 2362391 w 3505200"/>
              <a:gd name="connsiteY3789" fmla="*/ 1617917 h 3505200"/>
              <a:gd name="connsiteX3790" fmla="*/ 2438591 w 3505200"/>
              <a:gd name="connsiteY3790" fmla="*/ 1616869 h 3505200"/>
              <a:gd name="connsiteX3791" fmla="*/ 2455069 w 3505200"/>
              <a:gd name="connsiteY3791" fmla="*/ 1600391 h 3505200"/>
              <a:gd name="connsiteX3792" fmla="*/ 2438591 w 3505200"/>
              <a:gd name="connsiteY3792" fmla="*/ 1583912 h 3505200"/>
              <a:gd name="connsiteX3793" fmla="*/ 2422112 w 3505200"/>
              <a:gd name="connsiteY3793" fmla="*/ 1600391 h 3505200"/>
              <a:gd name="connsiteX3794" fmla="*/ 2438591 w 3505200"/>
              <a:gd name="connsiteY3794" fmla="*/ 1616869 h 3505200"/>
              <a:gd name="connsiteX3795" fmla="*/ 2514791 w 3505200"/>
              <a:gd name="connsiteY3795" fmla="*/ 1615631 h 3505200"/>
              <a:gd name="connsiteX3796" fmla="*/ 2530031 w 3505200"/>
              <a:gd name="connsiteY3796" fmla="*/ 1600391 h 3505200"/>
              <a:gd name="connsiteX3797" fmla="*/ 2514791 w 3505200"/>
              <a:gd name="connsiteY3797" fmla="*/ 1585151 h 3505200"/>
              <a:gd name="connsiteX3798" fmla="*/ 2499551 w 3505200"/>
              <a:gd name="connsiteY3798" fmla="*/ 1600391 h 3505200"/>
              <a:gd name="connsiteX3799" fmla="*/ 2514791 w 3505200"/>
              <a:gd name="connsiteY3799" fmla="*/ 1615631 h 3505200"/>
              <a:gd name="connsiteX3800" fmla="*/ 2590991 w 3505200"/>
              <a:gd name="connsiteY3800" fmla="*/ 1614583 h 3505200"/>
              <a:gd name="connsiteX3801" fmla="*/ 2605183 w 3505200"/>
              <a:gd name="connsiteY3801" fmla="*/ 1600391 h 3505200"/>
              <a:gd name="connsiteX3802" fmla="*/ 2590991 w 3505200"/>
              <a:gd name="connsiteY3802" fmla="*/ 1586198 h 3505200"/>
              <a:gd name="connsiteX3803" fmla="*/ 2576798 w 3505200"/>
              <a:gd name="connsiteY3803" fmla="*/ 1600391 h 3505200"/>
              <a:gd name="connsiteX3804" fmla="*/ 2590991 w 3505200"/>
              <a:gd name="connsiteY3804" fmla="*/ 1614583 h 3505200"/>
              <a:gd name="connsiteX3805" fmla="*/ 2667191 w 3505200"/>
              <a:gd name="connsiteY3805" fmla="*/ 1613345 h 3505200"/>
              <a:gd name="connsiteX3806" fmla="*/ 2680049 w 3505200"/>
              <a:gd name="connsiteY3806" fmla="*/ 1600486 h 3505200"/>
              <a:gd name="connsiteX3807" fmla="*/ 2667191 w 3505200"/>
              <a:gd name="connsiteY3807" fmla="*/ 1587627 h 3505200"/>
              <a:gd name="connsiteX3808" fmla="*/ 2654332 w 3505200"/>
              <a:gd name="connsiteY3808" fmla="*/ 1600486 h 3505200"/>
              <a:gd name="connsiteX3809" fmla="*/ 2667191 w 3505200"/>
              <a:gd name="connsiteY3809" fmla="*/ 1613345 h 3505200"/>
              <a:gd name="connsiteX3810" fmla="*/ 2743391 w 3505200"/>
              <a:gd name="connsiteY3810" fmla="*/ 1612202 h 3505200"/>
              <a:gd name="connsiteX3811" fmla="*/ 2755202 w 3505200"/>
              <a:gd name="connsiteY3811" fmla="*/ 1600391 h 3505200"/>
              <a:gd name="connsiteX3812" fmla="*/ 2743391 w 3505200"/>
              <a:gd name="connsiteY3812" fmla="*/ 1588580 h 3505200"/>
              <a:gd name="connsiteX3813" fmla="*/ 2731580 w 3505200"/>
              <a:gd name="connsiteY3813" fmla="*/ 1600391 h 3505200"/>
              <a:gd name="connsiteX3814" fmla="*/ 2743391 w 3505200"/>
              <a:gd name="connsiteY3814" fmla="*/ 1612202 h 3505200"/>
              <a:gd name="connsiteX3815" fmla="*/ 2819591 w 3505200"/>
              <a:gd name="connsiteY3815" fmla="*/ 1611154 h 3505200"/>
              <a:gd name="connsiteX3816" fmla="*/ 2830354 w 3505200"/>
              <a:gd name="connsiteY3816" fmla="*/ 1600391 h 3505200"/>
              <a:gd name="connsiteX3817" fmla="*/ 2819591 w 3505200"/>
              <a:gd name="connsiteY3817" fmla="*/ 1589627 h 3505200"/>
              <a:gd name="connsiteX3818" fmla="*/ 2808828 w 3505200"/>
              <a:gd name="connsiteY3818" fmla="*/ 1600391 h 3505200"/>
              <a:gd name="connsiteX3819" fmla="*/ 2819591 w 3505200"/>
              <a:gd name="connsiteY3819" fmla="*/ 1611154 h 3505200"/>
              <a:gd name="connsiteX3820" fmla="*/ 2895791 w 3505200"/>
              <a:gd name="connsiteY3820" fmla="*/ 1609916 h 3505200"/>
              <a:gd name="connsiteX3821" fmla="*/ 2905316 w 3505200"/>
              <a:gd name="connsiteY3821" fmla="*/ 1600391 h 3505200"/>
              <a:gd name="connsiteX3822" fmla="*/ 2895791 w 3505200"/>
              <a:gd name="connsiteY3822" fmla="*/ 1590866 h 3505200"/>
              <a:gd name="connsiteX3823" fmla="*/ 2886266 w 3505200"/>
              <a:gd name="connsiteY3823" fmla="*/ 1600391 h 3505200"/>
              <a:gd name="connsiteX3824" fmla="*/ 2895791 w 3505200"/>
              <a:gd name="connsiteY3824" fmla="*/ 1609916 h 3505200"/>
              <a:gd name="connsiteX3825" fmla="*/ 2971991 w 3505200"/>
              <a:gd name="connsiteY3825" fmla="*/ 1608677 h 3505200"/>
              <a:gd name="connsiteX3826" fmla="*/ 2980278 w 3505200"/>
              <a:gd name="connsiteY3826" fmla="*/ 1600391 h 3505200"/>
              <a:gd name="connsiteX3827" fmla="*/ 2971991 w 3505200"/>
              <a:gd name="connsiteY3827" fmla="*/ 1592104 h 3505200"/>
              <a:gd name="connsiteX3828" fmla="*/ 2963704 w 3505200"/>
              <a:gd name="connsiteY3828" fmla="*/ 1600391 h 3505200"/>
              <a:gd name="connsiteX3829" fmla="*/ 2971991 w 3505200"/>
              <a:gd name="connsiteY3829" fmla="*/ 1608677 h 3505200"/>
              <a:gd name="connsiteX3830" fmla="*/ 3048191 w 3505200"/>
              <a:gd name="connsiteY3830" fmla="*/ 1607630 h 3505200"/>
              <a:gd name="connsiteX3831" fmla="*/ 3055334 w 3505200"/>
              <a:gd name="connsiteY3831" fmla="*/ 1600486 h 3505200"/>
              <a:gd name="connsiteX3832" fmla="*/ 3048191 w 3505200"/>
              <a:gd name="connsiteY3832" fmla="*/ 1593342 h 3505200"/>
              <a:gd name="connsiteX3833" fmla="*/ 3041047 w 3505200"/>
              <a:gd name="connsiteY3833" fmla="*/ 1600486 h 3505200"/>
              <a:gd name="connsiteX3834" fmla="*/ 3048191 w 3505200"/>
              <a:gd name="connsiteY3834" fmla="*/ 1607630 h 3505200"/>
              <a:gd name="connsiteX3835" fmla="*/ 3124391 w 3505200"/>
              <a:gd name="connsiteY3835" fmla="*/ 1606296 h 3505200"/>
              <a:gd name="connsiteX3836" fmla="*/ 3130296 w 3505200"/>
              <a:gd name="connsiteY3836" fmla="*/ 1600391 h 3505200"/>
              <a:gd name="connsiteX3837" fmla="*/ 3124391 w 3505200"/>
              <a:gd name="connsiteY3837" fmla="*/ 1594485 h 3505200"/>
              <a:gd name="connsiteX3838" fmla="*/ 3118485 w 3505200"/>
              <a:gd name="connsiteY3838" fmla="*/ 1600391 h 3505200"/>
              <a:gd name="connsiteX3839" fmla="*/ 3124391 w 3505200"/>
              <a:gd name="connsiteY3839" fmla="*/ 1606296 h 3505200"/>
              <a:gd name="connsiteX3840" fmla="*/ 3200591 w 3505200"/>
              <a:gd name="connsiteY3840" fmla="*/ 1605248 h 3505200"/>
              <a:gd name="connsiteX3841" fmla="*/ 3205448 w 3505200"/>
              <a:gd name="connsiteY3841" fmla="*/ 1600391 h 3505200"/>
              <a:gd name="connsiteX3842" fmla="*/ 3200591 w 3505200"/>
              <a:gd name="connsiteY3842" fmla="*/ 1595533 h 3505200"/>
              <a:gd name="connsiteX3843" fmla="*/ 3195733 w 3505200"/>
              <a:gd name="connsiteY3843" fmla="*/ 1600391 h 3505200"/>
              <a:gd name="connsiteX3844" fmla="*/ 3200591 w 3505200"/>
              <a:gd name="connsiteY3844" fmla="*/ 1605248 h 3505200"/>
              <a:gd name="connsiteX3845" fmla="*/ 3276791 w 3505200"/>
              <a:gd name="connsiteY3845" fmla="*/ 1604010 h 3505200"/>
              <a:gd name="connsiteX3846" fmla="*/ 3280410 w 3505200"/>
              <a:gd name="connsiteY3846" fmla="*/ 1600391 h 3505200"/>
              <a:gd name="connsiteX3847" fmla="*/ 3276791 w 3505200"/>
              <a:gd name="connsiteY3847" fmla="*/ 1596771 h 3505200"/>
              <a:gd name="connsiteX3848" fmla="*/ 3273171 w 3505200"/>
              <a:gd name="connsiteY3848" fmla="*/ 1600391 h 3505200"/>
              <a:gd name="connsiteX3849" fmla="*/ 3276791 w 3505200"/>
              <a:gd name="connsiteY3849" fmla="*/ 1604010 h 3505200"/>
              <a:gd name="connsiteX3850" fmla="*/ 3352991 w 3505200"/>
              <a:gd name="connsiteY3850" fmla="*/ 1602962 h 3505200"/>
              <a:gd name="connsiteX3851" fmla="*/ 3355562 w 3505200"/>
              <a:gd name="connsiteY3851" fmla="*/ 1600391 h 3505200"/>
              <a:gd name="connsiteX3852" fmla="*/ 3352991 w 3505200"/>
              <a:gd name="connsiteY3852" fmla="*/ 1597819 h 3505200"/>
              <a:gd name="connsiteX3853" fmla="*/ 3350419 w 3505200"/>
              <a:gd name="connsiteY3853" fmla="*/ 1600391 h 3505200"/>
              <a:gd name="connsiteX3854" fmla="*/ 3352991 w 3505200"/>
              <a:gd name="connsiteY3854" fmla="*/ 1602962 h 3505200"/>
              <a:gd name="connsiteX3855" fmla="*/ 3429191 w 3505200"/>
              <a:gd name="connsiteY3855" fmla="*/ 1601724 h 3505200"/>
              <a:gd name="connsiteX3856" fmla="*/ 3430429 w 3505200"/>
              <a:gd name="connsiteY3856" fmla="*/ 1600486 h 3505200"/>
              <a:gd name="connsiteX3857" fmla="*/ 3429191 w 3505200"/>
              <a:gd name="connsiteY3857" fmla="*/ 1599248 h 3505200"/>
              <a:gd name="connsiteX3858" fmla="*/ 3427953 w 3505200"/>
              <a:gd name="connsiteY3858" fmla="*/ 1600486 h 3505200"/>
              <a:gd name="connsiteX3859" fmla="*/ 3429191 w 3505200"/>
              <a:gd name="connsiteY3859" fmla="*/ 1601724 h 3505200"/>
              <a:gd name="connsiteX3860" fmla="*/ 3505391 w 3505200"/>
              <a:gd name="connsiteY3860" fmla="*/ 1600581 h 3505200"/>
              <a:gd name="connsiteX3861" fmla="*/ 3505581 w 3505200"/>
              <a:gd name="connsiteY3861" fmla="*/ 1600391 h 3505200"/>
              <a:gd name="connsiteX3862" fmla="*/ 3505391 w 3505200"/>
              <a:gd name="connsiteY3862" fmla="*/ 1600200 h 3505200"/>
              <a:gd name="connsiteX3863" fmla="*/ 3505200 w 3505200"/>
              <a:gd name="connsiteY3863" fmla="*/ 1600391 h 3505200"/>
              <a:gd name="connsiteX3864" fmla="*/ 3505391 w 3505200"/>
              <a:gd name="connsiteY3864" fmla="*/ 1600581 h 3505200"/>
              <a:gd name="connsiteX3865" fmla="*/ 191 w 3505200"/>
              <a:gd name="connsiteY3865" fmla="*/ 1676781 h 3505200"/>
              <a:gd name="connsiteX3866" fmla="*/ 381 w 3505200"/>
              <a:gd name="connsiteY3866" fmla="*/ 1676591 h 3505200"/>
              <a:gd name="connsiteX3867" fmla="*/ 191 w 3505200"/>
              <a:gd name="connsiteY3867" fmla="*/ 1676400 h 3505200"/>
              <a:gd name="connsiteX3868" fmla="*/ 0 w 3505200"/>
              <a:gd name="connsiteY3868" fmla="*/ 1676591 h 3505200"/>
              <a:gd name="connsiteX3869" fmla="*/ 191 w 3505200"/>
              <a:gd name="connsiteY3869" fmla="*/ 1676781 h 3505200"/>
              <a:gd name="connsiteX3870" fmla="*/ 76391 w 3505200"/>
              <a:gd name="connsiteY3870" fmla="*/ 1677924 h 3505200"/>
              <a:gd name="connsiteX3871" fmla="*/ 77629 w 3505200"/>
              <a:gd name="connsiteY3871" fmla="*/ 1676686 h 3505200"/>
              <a:gd name="connsiteX3872" fmla="*/ 76391 w 3505200"/>
              <a:gd name="connsiteY3872" fmla="*/ 1675448 h 3505200"/>
              <a:gd name="connsiteX3873" fmla="*/ 75152 w 3505200"/>
              <a:gd name="connsiteY3873" fmla="*/ 1676686 h 3505200"/>
              <a:gd name="connsiteX3874" fmla="*/ 76391 w 3505200"/>
              <a:gd name="connsiteY3874" fmla="*/ 1677924 h 3505200"/>
              <a:gd name="connsiteX3875" fmla="*/ 152591 w 3505200"/>
              <a:gd name="connsiteY3875" fmla="*/ 1678972 h 3505200"/>
              <a:gd name="connsiteX3876" fmla="*/ 154877 w 3505200"/>
              <a:gd name="connsiteY3876" fmla="*/ 1676686 h 3505200"/>
              <a:gd name="connsiteX3877" fmla="*/ 152591 w 3505200"/>
              <a:gd name="connsiteY3877" fmla="*/ 1674400 h 3505200"/>
              <a:gd name="connsiteX3878" fmla="*/ 150305 w 3505200"/>
              <a:gd name="connsiteY3878" fmla="*/ 1676686 h 3505200"/>
              <a:gd name="connsiteX3879" fmla="*/ 152591 w 3505200"/>
              <a:gd name="connsiteY3879" fmla="*/ 1678972 h 3505200"/>
              <a:gd name="connsiteX3880" fmla="*/ 228791 w 3505200"/>
              <a:gd name="connsiteY3880" fmla="*/ 1680210 h 3505200"/>
              <a:gd name="connsiteX3881" fmla="*/ 232410 w 3505200"/>
              <a:gd name="connsiteY3881" fmla="*/ 1676591 h 3505200"/>
              <a:gd name="connsiteX3882" fmla="*/ 228791 w 3505200"/>
              <a:gd name="connsiteY3882" fmla="*/ 1672971 h 3505200"/>
              <a:gd name="connsiteX3883" fmla="*/ 225171 w 3505200"/>
              <a:gd name="connsiteY3883" fmla="*/ 1676591 h 3505200"/>
              <a:gd name="connsiteX3884" fmla="*/ 228791 w 3505200"/>
              <a:gd name="connsiteY3884" fmla="*/ 1680210 h 3505200"/>
              <a:gd name="connsiteX3885" fmla="*/ 304991 w 3505200"/>
              <a:gd name="connsiteY3885" fmla="*/ 1681258 h 3505200"/>
              <a:gd name="connsiteX3886" fmla="*/ 309658 w 3505200"/>
              <a:gd name="connsiteY3886" fmla="*/ 1676591 h 3505200"/>
              <a:gd name="connsiteX3887" fmla="*/ 304991 w 3505200"/>
              <a:gd name="connsiteY3887" fmla="*/ 1671923 h 3505200"/>
              <a:gd name="connsiteX3888" fmla="*/ 300323 w 3505200"/>
              <a:gd name="connsiteY3888" fmla="*/ 1676591 h 3505200"/>
              <a:gd name="connsiteX3889" fmla="*/ 304991 w 3505200"/>
              <a:gd name="connsiteY3889" fmla="*/ 1681258 h 3505200"/>
              <a:gd name="connsiteX3890" fmla="*/ 381191 w 3505200"/>
              <a:gd name="connsiteY3890" fmla="*/ 1682496 h 3505200"/>
              <a:gd name="connsiteX3891" fmla="*/ 387096 w 3505200"/>
              <a:gd name="connsiteY3891" fmla="*/ 1676591 h 3505200"/>
              <a:gd name="connsiteX3892" fmla="*/ 381191 w 3505200"/>
              <a:gd name="connsiteY3892" fmla="*/ 1670685 h 3505200"/>
              <a:gd name="connsiteX3893" fmla="*/ 375285 w 3505200"/>
              <a:gd name="connsiteY3893" fmla="*/ 1676591 h 3505200"/>
              <a:gd name="connsiteX3894" fmla="*/ 381191 w 3505200"/>
              <a:gd name="connsiteY3894" fmla="*/ 1682496 h 3505200"/>
              <a:gd name="connsiteX3895" fmla="*/ 457391 w 3505200"/>
              <a:gd name="connsiteY3895" fmla="*/ 1683544 h 3505200"/>
              <a:gd name="connsiteX3896" fmla="*/ 464344 w 3505200"/>
              <a:gd name="connsiteY3896" fmla="*/ 1676591 h 3505200"/>
              <a:gd name="connsiteX3897" fmla="*/ 457391 w 3505200"/>
              <a:gd name="connsiteY3897" fmla="*/ 1669637 h 3505200"/>
              <a:gd name="connsiteX3898" fmla="*/ 450437 w 3505200"/>
              <a:gd name="connsiteY3898" fmla="*/ 1676591 h 3505200"/>
              <a:gd name="connsiteX3899" fmla="*/ 457391 w 3505200"/>
              <a:gd name="connsiteY3899" fmla="*/ 1683544 h 3505200"/>
              <a:gd name="connsiteX3900" fmla="*/ 533591 w 3505200"/>
              <a:gd name="connsiteY3900" fmla="*/ 1684877 h 3505200"/>
              <a:gd name="connsiteX3901" fmla="*/ 541877 w 3505200"/>
              <a:gd name="connsiteY3901" fmla="*/ 1676591 h 3505200"/>
              <a:gd name="connsiteX3902" fmla="*/ 533591 w 3505200"/>
              <a:gd name="connsiteY3902" fmla="*/ 1668304 h 3505200"/>
              <a:gd name="connsiteX3903" fmla="*/ 525304 w 3505200"/>
              <a:gd name="connsiteY3903" fmla="*/ 1676591 h 3505200"/>
              <a:gd name="connsiteX3904" fmla="*/ 533591 w 3505200"/>
              <a:gd name="connsiteY3904" fmla="*/ 1684877 h 3505200"/>
              <a:gd name="connsiteX3905" fmla="*/ 609790 w 3505200"/>
              <a:gd name="connsiteY3905" fmla="*/ 1686116 h 3505200"/>
              <a:gd name="connsiteX3906" fmla="*/ 619315 w 3505200"/>
              <a:gd name="connsiteY3906" fmla="*/ 1676591 h 3505200"/>
              <a:gd name="connsiteX3907" fmla="*/ 609790 w 3505200"/>
              <a:gd name="connsiteY3907" fmla="*/ 1667066 h 3505200"/>
              <a:gd name="connsiteX3908" fmla="*/ 600266 w 3505200"/>
              <a:gd name="connsiteY3908" fmla="*/ 1676591 h 3505200"/>
              <a:gd name="connsiteX3909" fmla="*/ 609790 w 3505200"/>
              <a:gd name="connsiteY3909" fmla="*/ 1686116 h 3505200"/>
              <a:gd name="connsiteX3910" fmla="*/ 685990 w 3505200"/>
              <a:gd name="connsiteY3910" fmla="*/ 1687163 h 3505200"/>
              <a:gd name="connsiteX3911" fmla="*/ 696563 w 3505200"/>
              <a:gd name="connsiteY3911" fmla="*/ 1676591 h 3505200"/>
              <a:gd name="connsiteX3912" fmla="*/ 685990 w 3505200"/>
              <a:gd name="connsiteY3912" fmla="*/ 1666018 h 3505200"/>
              <a:gd name="connsiteX3913" fmla="*/ 675418 w 3505200"/>
              <a:gd name="connsiteY3913" fmla="*/ 1676591 h 3505200"/>
              <a:gd name="connsiteX3914" fmla="*/ 685990 w 3505200"/>
              <a:gd name="connsiteY3914" fmla="*/ 1687163 h 3505200"/>
              <a:gd name="connsiteX3915" fmla="*/ 762190 w 3505200"/>
              <a:gd name="connsiteY3915" fmla="*/ 1688402 h 3505200"/>
              <a:gd name="connsiteX3916" fmla="*/ 774002 w 3505200"/>
              <a:gd name="connsiteY3916" fmla="*/ 1676591 h 3505200"/>
              <a:gd name="connsiteX3917" fmla="*/ 762190 w 3505200"/>
              <a:gd name="connsiteY3917" fmla="*/ 1664780 h 3505200"/>
              <a:gd name="connsiteX3918" fmla="*/ 750380 w 3505200"/>
              <a:gd name="connsiteY3918" fmla="*/ 1676591 h 3505200"/>
              <a:gd name="connsiteX3919" fmla="*/ 762190 w 3505200"/>
              <a:gd name="connsiteY3919" fmla="*/ 1688402 h 3505200"/>
              <a:gd name="connsiteX3920" fmla="*/ 838390 w 3505200"/>
              <a:gd name="connsiteY3920" fmla="*/ 1689545 h 3505200"/>
              <a:gd name="connsiteX3921" fmla="*/ 851249 w 3505200"/>
              <a:gd name="connsiteY3921" fmla="*/ 1676686 h 3505200"/>
              <a:gd name="connsiteX3922" fmla="*/ 838390 w 3505200"/>
              <a:gd name="connsiteY3922" fmla="*/ 1663827 h 3505200"/>
              <a:gd name="connsiteX3923" fmla="*/ 825532 w 3505200"/>
              <a:gd name="connsiteY3923" fmla="*/ 1676686 h 3505200"/>
              <a:gd name="connsiteX3924" fmla="*/ 838390 w 3505200"/>
              <a:gd name="connsiteY3924" fmla="*/ 1689545 h 3505200"/>
              <a:gd name="connsiteX3925" fmla="*/ 914590 w 3505200"/>
              <a:gd name="connsiteY3925" fmla="*/ 1690783 h 3505200"/>
              <a:gd name="connsiteX3926" fmla="*/ 928783 w 3505200"/>
              <a:gd name="connsiteY3926" fmla="*/ 1676591 h 3505200"/>
              <a:gd name="connsiteX3927" fmla="*/ 914590 w 3505200"/>
              <a:gd name="connsiteY3927" fmla="*/ 1662398 h 3505200"/>
              <a:gd name="connsiteX3928" fmla="*/ 900398 w 3505200"/>
              <a:gd name="connsiteY3928" fmla="*/ 1676591 h 3505200"/>
              <a:gd name="connsiteX3929" fmla="*/ 914590 w 3505200"/>
              <a:gd name="connsiteY3929" fmla="*/ 1690783 h 3505200"/>
              <a:gd name="connsiteX3930" fmla="*/ 990790 w 3505200"/>
              <a:gd name="connsiteY3930" fmla="*/ 1691831 h 3505200"/>
              <a:gd name="connsiteX3931" fmla="*/ 1006031 w 3505200"/>
              <a:gd name="connsiteY3931" fmla="*/ 1676591 h 3505200"/>
              <a:gd name="connsiteX3932" fmla="*/ 990790 w 3505200"/>
              <a:gd name="connsiteY3932" fmla="*/ 1661351 h 3505200"/>
              <a:gd name="connsiteX3933" fmla="*/ 975551 w 3505200"/>
              <a:gd name="connsiteY3933" fmla="*/ 1676591 h 3505200"/>
              <a:gd name="connsiteX3934" fmla="*/ 990790 w 3505200"/>
              <a:gd name="connsiteY3934" fmla="*/ 1691831 h 3505200"/>
              <a:gd name="connsiteX3935" fmla="*/ 1066991 w 3505200"/>
              <a:gd name="connsiteY3935" fmla="*/ 1693069 h 3505200"/>
              <a:gd name="connsiteX3936" fmla="*/ 1083469 w 3505200"/>
              <a:gd name="connsiteY3936" fmla="*/ 1676591 h 3505200"/>
              <a:gd name="connsiteX3937" fmla="*/ 1066991 w 3505200"/>
              <a:gd name="connsiteY3937" fmla="*/ 1660112 h 3505200"/>
              <a:gd name="connsiteX3938" fmla="*/ 1050512 w 3505200"/>
              <a:gd name="connsiteY3938" fmla="*/ 1676591 h 3505200"/>
              <a:gd name="connsiteX3939" fmla="*/ 1066991 w 3505200"/>
              <a:gd name="connsiteY3939" fmla="*/ 1693069 h 3505200"/>
              <a:gd name="connsiteX3940" fmla="*/ 1143191 w 3505200"/>
              <a:gd name="connsiteY3940" fmla="*/ 1694117 h 3505200"/>
              <a:gd name="connsiteX3941" fmla="*/ 1160717 w 3505200"/>
              <a:gd name="connsiteY3941" fmla="*/ 1676591 h 3505200"/>
              <a:gd name="connsiteX3942" fmla="*/ 1143191 w 3505200"/>
              <a:gd name="connsiteY3942" fmla="*/ 1659064 h 3505200"/>
              <a:gd name="connsiteX3943" fmla="*/ 1125665 w 3505200"/>
              <a:gd name="connsiteY3943" fmla="*/ 1676591 h 3505200"/>
              <a:gd name="connsiteX3944" fmla="*/ 1143191 w 3505200"/>
              <a:gd name="connsiteY3944" fmla="*/ 1694117 h 3505200"/>
              <a:gd name="connsiteX3945" fmla="*/ 1219391 w 3505200"/>
              <a:gd name="connsiteY3945" fmla="*/ 1695450 h 3505200"/>
              <a:gd name="connsiteX3946" fmla="*/ 1238155 w 3505200"/>
              <a:gd name="connsiteY3946" fmla="*/ 1676686 h 3505200"/>
              <a:gd name="connsiteX3947" fmla="*/ 1219391 w 3505200"/>
              <a:gd name="connsiteY3947" fmla="*/ 1657922 h 3505200"/>
              <a:gd name="connsiteX3948" fmla="*/ 1200626 w 3505200"/>
              <a:gd name="connsiteY3948" fmla="*/ 1676686 h 3505200"/>
              <a:gd name="connsiteX3949" fmla="*/ 1219391 w 3505200"/>
              <a:gd name="connsiteY3949" fmla="*/ 1695450 h 3505200"/>
              <a:gd name="connsiteX3950" fmla="*/ 1295591 w 3505200"/>
              <a:gd name="connsiteY3950" fmla="*/ 1696688 h 3505200"/>
              <a:gd name="connsiteX3951" fmla="*/ 1315688 w 3505200"/>
              <a:gd name="connsiteY3951" fmla="*/ 1676591 h 3505200"/>
              <a:gd name="connsiteX3952" fmla="*/ 1295591 w 3505200"/>
              <a:gd name="connsiteY3952" fmla="*/ 1656493 h 3505200"/>
              <a:gd name="connsiteX3953" fmla="*/ 1275493 w 3505200"/>
              <a:gd name="connsiteY3953" fmla="*/ 1676591 h 3505200"/>
              <a:gd name="connsiteX3954" fmla="*/ 1295591 w 3505200"/>
              <a:gd name="connsiteY3954" fmla="*/ 1696688 h 3505200"/>
              <a:gd name="connsiteX3955" fmla="*/ 1371791 w 3505200"/>
              <a:gd name="connsiteY3955" fmla="*/ 1697736 h 3505200"/>
              <a:gd name="connsiteX3956" fmla="*/ 1392936 w 3505200"/>
              <a:gd name="connsiteY3956" fmla="*/ 1676591 h 3505200"/>
              <a:gd name="connsiteX3957" fmla="*/ 1371791 w 3505200"/>
              <a:gd name="connsiteY3957" fmla="*/ 1655445 h 3505200"/>
              <a:gd name="connsiteX3958" fmla="*/ 1350645 w 3505200"/>
              <a:gd name="connsiteY3958" fmla="*/ 1676591 h 3505200"/>
              <a:gd name="connsiteX3959" fmla="*/ 1371791 w 3505200"/>
              <a:gd name="connsiteY3959" fmla="*/ 1697736 h 3505200"/>
              <a:gd name="connsiteX3960" fmla="*/ 1447991 w 3505200"/>
              <a:gd name="connsiteY3960" fmla="*/ 1698974 h 3505200"/>
              <a:gd name="connsiteX3961" fmla="*/ 1470374 w 3505200"/>
              <a:gd name="connsiteY3961" fmla="*/ 1676591 h 3505200"/>
              <a:gd name="connsiteX3962" fmla="*/ 1447991 w 3505200"/>
              <a:gd name="connsiteY3962" fmla="*/ 1654207 h 3505200"/>
              <a:gd name="connsiteX3963" fmla="*/ 1425607 w 3505200"/>
              <a:gd name="connsiteY3963" fmla="*/ 1676591 h 3505200"/>
              <a:gd name="connsiteX3964" fmla="*/ 1447991 w 3505200"/>
              <a:gd name="connsiteY3964" fmla="*/ 1698974 h 3505200"/>
              <a:gd name="connsiteX3965" fmla="*/ 1524191 w 3505200"/>
              <a:gd name="connsiteY3965" fmla="*/ 1700022 h 3505200"/>
              <a:gd name="connsiteX3966" fmla="*/ 1547622 w 3505200"/>
              <a:gd name="connsiteY3966" fmla="*/ 1676591 h 3505200"/>
              <a:gd name="connsiteX3967" fmla="*/ 1524191 w 3505200"/>
              <a:gd name="connsiteY3967" fmla="*/ 1653159 h 3505200"/>
              <a:gd name="connsiteX3968" fmla="*/ 1500759 w 3505200"/>
              <a:gd name="connsiteY3968" fmla="*/ 1676591 h 3505200"/>
              <a:gd name="connsiteX3969" fmla="*/ 1524191 w 3505200"/>
              <a:gd name="connsiteY3969" fmla="*/ 1700022 h 3505200"/>
              <a:gd name="connsiteX3970" fmla="*/ 1600391 w 3505200"/>
              <a:gd name="connsiteY3970" fmla="*/ 1701165 h 3505200"/>
              <a:gd name="connsiteX3971" fmla="*/ 1624870 w 3505200"/>
              <a:gd name="connsiteY3971" fmla="*/ 1676686 h 3505200"/>
              <a:gd name="connsiteX3972" fmla="*/ 1600391 w 3505200"/>
              <a:gd name="connsiteY3972" fmla="*/ 1652207 h 3505200"/>
              <a:gd name="connsiteX3973" fmla="*/ 1575911 w 3505200"/>
              <a:gd name="connsiteY3973" fmla="*/ 1676686 h 3505200"/>
              <a:gd name="connsiteX3974" fmla="*/ 1600391 w 3505200"/>
              <a:gd name="connsiteY3974" fmla="*/ 1701165 h 3505200"/>
              <a:gd name="connsiteX3975" fmla="*/ 1676591 w 3505200"/>
              <a:gd name="connsiteY3975" fmla="*/ 1701927 h 3505200"/>
              <a:gd name="connsiteX3976" fmla="*/ 1701927 w 3505200"/>
              <a:gd name="connsiteY3976" fmla="*/ 1676591 h 3505200"/>
              <a:gd name="connsiteX3977" fmla="*/ 1676591 w 3505200"/>
              <a:gd name="connsiteY3977" fmla="*/ 1651254 h 3505200"/>
              <a:gd name="connsiteX3978" fmla="*/ 1651254 w 3505200"/>
              <a:gd name="connsiteY3978" fmla="*/ 1676591 h 3505200"/>
              <a:gd name="connsiteX3979" fmla="*/ 1676591 w 3505200"/>
              <a:gd name="connsiteY3979" fmla="*/ 1701927 h 3505200"/>
              <a:gd name="connsiteX3980" fmla="*/ 1752791 w 3505200"/>
              <a:gd name="connsiteY3980" fmla="*/ 1702594 h 3505200"/>
              <a:gd name="connsiteX3981" fmla="*/ 1778794 w 3505200"/>
              <a:gd name="connsiteY3981" fmla="*/ 1676591 h 3505200"/>
              <a:gd name="connsiteX3982" fmla="*/ 1752791 w 3505200"/>
              <a:gd name="connsiteY3982" fmla="*/ 1650587 h 3505200"/>
              <a:gd name="connsiteX3983" fmla="*/ 1726787 w 3505200"/>
              <a:gd name="connsiteY3983" fmla="*/ 1676591 h 3505200"/>
              <a:gd name="connsiteX3984" fmla="*/ 1752791 w 3505200"/>
              <a:gd name="connsiteY3984" fmla="*/ 1702594 h 3505200"/>
              <a:gd name="connsiteX3985" fmla="*/ 1828991 w 3505200"/>
              <a:gd name="connsiteY3985" fmla="*/ 1702213 h 3505200"/>
              <a:gd name="connsiteX3986" fmla="*/ 1854518 w 3505200"/>
              <a:gd name="connsiteY3986" fmla="*/ 1676686 h 3505200"/>
              <a:gd name="connsiteX3987" fmla="*/ 1828991 w 3505200"/>
              <a:gd name="connsiteY3987" fmla="*/ 1651159 h 3505200"/>
              <a:gd name="connsiteX3988" fmla="*/ 1803464 w 3505200"/>
              <a:gd name="connsiteY3988" fmla="*/ 1676686 h 3505200"/>
              <a:gd name="connsiteX3989" fmla="*/ 1828991 w 3505200"/>
              <a:gd name="connsiteY3989" fmla="*/ 1702213 h 3505200"/>
              <a:gd name="connsiteX3990" fmla="*/ 1905191 w 3505200"/>
              <a:gd name="connsiteY3990" fmla="*/ 1701165 h 3505200"/>
              <a:gd name="connsiteX3991" fmla="*/ 1929670 w 3505200"/>
              <a:gd name="connsiteY3991" fmla="*/ 1676686 h 3505200"/>
              <a:gd name="connsiteX3992" fmla="*/ 1905191 w 3505200"/>
              <a:gd name="connsiteY3992" fmla="*/ 1652207 h 3505200"/>
              <a:gd name="connsiteX3993" fmla="*/ 1880711 w 3505200"/>
              <a:gd name="connsiteY3993" fmla="*/ 1676686 h 3505200"/>
              <a:gd name="connsiteX3994" fmla="*/ 1905191 w 3505200"/>
              <a:gd name="connsiteY3994" fmla="*/ 1701165 h 3505200"/>
              <a:gd name="connsiteX3995" fmla="*/ 1981391 w 3505200"/>
              <a:gd name="connsiteY3995" fmla="*/ 1700022 h 3505200"/>
              <a:gd name="connsiteX3996" fmla="*/ 2004822 w 3505200"/>
              <a:gd name="connsiteY3996" fmla="*/ 1676591 h 3505200"/>
              <a:gd name="connsiteX3997" fmla="*/ 1981391 w 3505200"/>
              <a:gd name="connsiteY3997" fmla="*/ 1653159 h 3505200"/>
              <a:gd name="connsiteX3998" fmla="*/ 1957959 w 3505200"/>
              <a:gd name="connsiteY3998" fmla="*/ 1676591 h 3505200"/>
              <a:gd name="connsiteX3999" fmla="*/ 1981391 w 3505200"/>
              <a:gd name="connsiteY3999" fmla="*/ 1700022 h 3505200"/>
              <a:gd name="connsiteX4000" fmla="*/ 2057591 w 3505200"/>
              <a:gd name="connsiteY4000" fmla="*/ 1698974 h 3505200"/>
              <a:gd name="connsiteX4001" fmla="*/ 2079974 w 3505200"/>
              <a:gd name="connsiteY4001" fmla="*/ 1676591 h 3505200"/>
              <a:gd name="connsiteX4002" fmla="*/ 2057591 w 3505200"/>
              <a:gd name="connsiteY4002" fmla="*/ 1654207 h 3505200"/>
              <a:gd name="connsiteX4003" fmla="*/ 2035207 w 3505200"/>
              <a:gd name="connsiteY4003" fmla="*/ 1676591 h 3505200"/>
              <a:gd name="connsiteX4004" fmla="*/ 2057591 w 3505200"/>
              <a:gd name="connsiteY4004" fmla="*/ 1698974 h 3505200"/>
              <a:gd name="connsiteX4005" fmla="*/ 2133791 w 3505200"/>
              <a:gd name="connsiteY4005" fmla="*/ 1697927 h 3505200"/>
              <a:gd name="connsiteX4006" fmla="*/ 2155127 w 3505200"/>
              <a:gd name="connsiteY4006" fmla="*/ 1676591 h 3505200"/>
              <a:gd name="connsiteX4007" fmla="*/ 2133791 w 3505200"/>
              <a:gd name="connsiteY4007" fmla="*/ 1655255 h 3505200"/>
              <a:gd name="connsiteX4008" fmla="*/ 2112455 w 3505200"/>
              <a:gd name="connsiteY4008" fmla="*/ 1676591 h 3505200"/>
              <a:gd name="connsiteX4009" fmla="*/ 2133791 w 3505200"/>
              <a:gd name="connsiteY4009" fmla="*/ 1697927 h 3505200"/>
              <a:gd name="connsiteX4010" fmla="*/ 2209991 w 3505200"/>
              <a:gd name="connsiteY4010" fmla="*/ 1696688 h 3505200"/>
              <a:gd name="connsiteX4011" fmla="*/ 2230088 w 3505200"/>
              <a:gd name="connsiteY4011" fmla="*/ 1676591 h 3505200"/>
              <a:gd name="connsiteX4012" fmla="*/ 2209991 w 3505200"/>
              <a:gd name="connsiteY4012" fmla="*/ 1656493 h 3505200"/>
              <a:gd name="connsiteX4013" fmla="*/ 2189893 w 3505200"/>
              <a:gd name="connsiteY4013" fmla="*/ 1676591 h 3505200"/>
              <a:gd name="connsiteX4014" fmla="*/ 2209991 w 3505200"/>
              <a:gd name="connsiteY4014" fmla="*/ 1696688 h 3505200"/>
              <a:gd name="connsiteX4015" fmla="*/ 2286191 w 3505200"/>
              <a:gd name="connsiteY4015" fmla="*/ 1695641 h 3505200"/>
              <a:gd name="connsiteX4016" fmla="*/ 2305241 w 3505200"/>
              <a:gd name="connsiteY4016" fmla="*/ 1676591 h 3505200"/>
              <a:gd name="connsiteX4017" fmla="*/ 2286191 w 3505200"/>
              <a:gd name="connsiteY4017" fmla="*/ 1657541 h 3505200"/>
              <a:gd name="connsiteX4018" fmla="*/ 2267141 w 3505200"/>
              <a:gd name="connsiteY4018" fmla="*/ 1676591 h 3505200"/>
              <a:gd name="connsiteX4019" fmla="*/ 2286191 w 3505200"/>
              <a:gd name="connsiteY4019" fmla="*/ 1695641 h 3505200"/>
              <a:gd name="connsiteX4020" fmla="*/ 2362391 w 3505200"/>
              <a:gd name="connsiteY4020" fmla="*/ 1694402 h 3505200"/>
              <a:gd name="connsiteX4021" fmla="*/ 2380107 w 3505200"/>
              <a:gd name="connsiteY4021" fmla="*/ 1676686 h 3505200"/>
              <a:gd name="connsiteX4022" fmla="*/ 2362391 w 3505200"/>
              <a:gd name="connsiteY4022" fmla="*/ 1658969 h 3505200"/>
              <a:gd name="connsiteX4023" fmla="*/ 2344674 w 3505200"/>
              <a:gd name="connsiteY4023" fmla="*/ 1676686 h 3505200"/>
              <a:gd name="connsiteX4024" fmla="*/ 2362391 w 3505200"/>
              <a:gd name="connsiteY4024" fmla="*/ 1694402 h 3505200"/>
              <a:gd name="connsiteX4025" fmla="*/ 2438591 w 3505200"/>
              <a:gd name="connsiteY4025" fmla="*/ 1693259 h 3505200"/>
              <a:gd name="connsiteX4026" fmla="*/ 2455259 w 3505200"/>
              <a:gd name="connsiteY4026" fmla="*/ 1676591 h 3505200"/>
              <a:gd name="connsiteX4027" fmla="*/ 2438591 w 3505200"/>
              <a:gd name="connsiteY4027" fmla="*/ 1659922 h 3505200"/>
              <a:gd name="connsiteX4028" fmla="*/ 2421922 w 3505200"/>
              <a:gd name="connsiteY4028" fmla="*/ 1676591 h 3505200"/>
              <a:gd name="connsiteX4029" fmla="*/ 2438591 w 3505200"/>
              <a:gd name="connsiteY4029" fmla="*/ 1693259 h 3505200"/>
              <a:gd name="connsiteX4030" fmla="*/ 2514791 w 3505200"/>
              <a:gd name="connsiteY4030" fmla="*/ 1692021 h 3505200"/>
              <a:gd name="connsiteX4031" fmla="*/ 2530221 w 3505200"/>
              <a:gd name="connsiteY4031" fmla="*/ 1676591 h 3505200"/>
              <a:gd name="connsiteX4032" fmla="*/ 2514791 w 3505200"/>
              <a:gd name="connsiteY4032" fmla="*/ 1661160 h 3505200"/>
              <a:gd name="connsiteX4033" fmla="*/ 2499360 w 3505200"/>
              <a:gd name="connsiteY4033" fmla="*/ 1676591 h 3505200"/>
              <a:gd name="connsiteX4034" fmla="*/ 2514791 w 3505200"/>
              <a:gd name="connsiteY4034" fmla="*/ 1692021 h 3505200"/>
              <a:gd name="connsiteX4035" fmla="*/ 2590991 w 3505200"/>
              <a:gd name="connsiteY4035" fmla="*/ 1690973 h 3505200"/>
              <a:gd name="connsiteX4036" fmla="*/ 2605373 w 3505200"/>
              <a:gd name="connsiteY4036" fmla="*/ 1676591 h 3505200"/>
              <a:gd name="connsiteX4037" fmla="*/ 2590991 w 3505200"/>
              <a:gd name="connsiteY4037" fmla="*/ 1662208 h 3505200"/>
              <a:gd name="connsiteX4038" fmla="*/ 2576608 w 3505200"/>
              <a:gd name="connsiteY4038" fmla="*/ 1676591 h 3505200"/>
              <a:gd name="connsiteX4039" fmla="*/ 2590991 w 3505200"/>
              <a:gd name="connsiteY4039" fmla="*/ 1690973 h 3505200"/>
              <a:gd name="connsiteX4040" fmla="*/ 2667191 w 3505200"/>
              <a:gd name="connsiteY4040" fmla="*/ 1689735 h 3505200"/>
              <a:gd name="connsiteX4041" fmla="*/ 2680335 w 3505200"/>
              <a:gd name="connsiteY4041" fmla="*/ 1676591 h 3505200"/>
              <a:gd name="connsiteX4042" fmla="*/ 2667191 w 3505200"/>
              <a:gd name="connsiteY4042" fmla="*/ 1663446 h 3505200"/>
              <a:gd name="connsiteX4043" fmla="*/ 2654046 w 3505200"/>
              <a:gd name="connsiteY4043" fmla="*/ 1676591 h 3505200"/>
              <a:gd name="connsiteX4044" fmla="*/ 2667191 w 3505200"/>
              <a:gd name="connsiteY4044" fmla="*/ 1689735 h 3505200"/>
              <a:gd name="connsiteX4045" fmla="*/ 2743391 w 3505200"/>
              <a:gd name="connsiteY4045" fmla="*/ 1688687 h 3505200"/>
              <a:gd name="connsiteX4046" fmla="*/ 2755392 w 3505200"/>
              <a:gd name="connsiteY4046" fmla="*/ 1676686 h 3505200"/>
              <a:gd name="connsiteX4047" fmla="*/ 2743391 w 3505200"/>
              <a:gd name="connsiteY4047" fmla="*/ 1664684 h 3505200"/>
              <a:gd name="connsiteX4048" fmla="*/ 2731389 w 3505200"/>
              <a:gd name="connsiteY4048" fmla="*/ 1676686 h 3505200"/>
              <a:gd name="connsiteX4049" fmla="*/ 2743391 w 3505200"/>
              <a:gd name="connsiteY4049" fmla="*/ 1688687 h 3505200"/>
              <a:gd name="connsiteX4050" fmla="*/ 2819591 w 3505200"/>
              <a:gd name="connsiteY4050" fmla="*/ 1687354 h 3505200"/>
              <a:gd name="connsiteX4051" fmla="*/ 2830354 w 3505200"/>
              <a:gd name="connsiteY4051" fmla="*/ 1676591 h 3505200"/>
              <a:gd name="connsiteX4052" fmla="*/ 2819591 w 3505200"/>
              <a:gd name="connsiteY4052" fmla="*/ 1665827 h 3505200"/>
              <a:gd name="connsiteX4053" fmla="*/ 2808828 w 3505200"/>
              <a:gd name="connsiteY4053" fmla="*/ 1676591 h 3505200"/>
              <a:gd name="connsiteX4054" fmla="*/ 2819591 w 3505200"/>
              <a:gd name="connsiteY4054" fmla="*/ 1687354 h 3505200"/>
              <a:gd name="connsiteX4055" fmla="*/ 2895791 w 3505200"/>
              <a:gd name="connsiteY4055" fmla="*/ 1686116 h 3505200"/>
              <a:gd name="connsiteX4056" fmla="*/ 2905316 w 3505200"/>
              <a:gd name="connsiteY4056" fmla="*/ 1676591 h 3505200"/>
              <a:gd name="connsiteX4057" fmla="*/ 2895791 w 3505200"/>
              <a:gd name="connsiteY4057" fmla="*/ 1667066 h 3505200"/>
              <a:gd name="connsiteX4058" fmla="*/ 2886266 w 3505200"/>
              <a:gd name="connsiteY4058" fmla="*/ 1676591 h 3505200"/>
              <a:gd name="connsiteX4059" fmla="*/ 2895791 w 3505200"/>
              <a:gd name="connsiteY4059" fmla="*/ 1686116 h 3505200"/>
              <a:gd name="connsiteX4060" fmla="*/ 2971991 w 3505200"/>
              <a:gd name="connsiteY4060" fmla="*/ 1685068 h 3505200"/>
              <a:gd name="connsiteX4061" fmla="*/ 2980468 w 3505200"/>
              <a:gd name="connsiteY4061" fmla="*/ 1676591 h 3505200"/>
              <a:gd name="connsiteX4062" fmla="*/ 2971991 w 3505200"/>
              <a:gd name="connsiteY4062" fmla="*/ 1668113 h 3505200"/>
              <a:gd name="connsiteX4063" fmla="*/ 2963513 w 3505200"/>
              <a:gd name="connsiteY4063" fmla="*/ 1676591 h 3505200"/>
              <a:gd name="connsiteX4064" fmla="*/ 2971991 w 3505200"/>
              <a:gd name="connsiteY4064" fmla="*/ 1685068 h 3505200"/>
              <a:gd name="connsiteX4065" fmla="*/ 3048191 w 3505200"/>
              <a:gd name="connsiteY4065" fmla="*/ 1683830 h 3505200"/>
              <a:gd name="connsiteX4066" fmla="*/ 3055334 w 3505200"/>
              <a:gd name="connsiteY4066" fmla="*/ 1676686 h 3505200"/>
              <a:gd name="connsiteX4067" fmla="*/ 3048191 w 3505200"/>
              <a:gd name="connsiteY4067" fmla="*/ 1669542 h 3505200"/>
              <a:gd name="connsiteX4068" fmla="*/ 3041047 w 3505200"/>
              <a:gd name="connsiteY4068" fmla="*/ 1676686 h 3505200"/>
              <a:gd name="connsiteX4069" fmla="*/ 3048191 w 3505200"/>
              <a:gd name="connsiteY4069" fmla="*/ 1683830 h 3505200"/>
              <a:gd name="connsiteX4070" fmla="*/ 3124391 w 3505200"/>
              <a:gd name="connsiteY4070" fmla="*/ 1682782 h 3505200"/>
              <a:gd name="connsiteX4071" fmla="*/ 3130487 w 3505200"/>
              <a:gd name="connsiteY4071" fmla="*/ 1676686 h 3505200"/>
              <a:gd name="connsiteX4072" fmla="*/ 3124391 w 3505200"/>
              <a:gd name="connsiteY4072" fmla="*/ 1670590 h 3505200"/>
              <a:gd name="connsiteX4073" fmla="*/ 3118295 w 3505200"/>
              <a:gd name="connsiteY4073" fmla="*/ 1676686 h 3505200"/>
              <a:gd name="connsiteX4074" fmla="*/ 3124391 w 3505200"/>
              <a:gd name="connsiteY4074" fmla="*/ 1682782 h 3505200"/>
              <a:gd name="connsiteX4075" fmla="*/ 3200591 w 3505200"/>
              <a:gd name="connsiteY4075" fmla="*/ 1681448 h 3505200"/>
              <a:gd name="connsiteX4076" fmla="*/ 3205448 w 3505200"/>
              <a:gd name="connsiteY4076" fmla="*/ 1676591 h 3505200"/>
              <a:gd name="connsiteX4077" fmla="*/ 3200591 w 3505200"/>
              <a:gd name="connsiteY4077" fmla="*/ 1671733 h 3505200"/>
              <a:gd name="connsiteX4078" fmla="*/ 3195733 w 3505200"/>
              <a:gd name="connsiteY4078" fmla="*/ 1676591 h 3505200"/>
              <a:gd name="connsiteX4079" fmla="*/ 3200591 w 3505200"/>
              <a:gd name="connsiteY4079" fmla="*/ 1681448 h 3505200"/>
              <a:gd name="connsiteX4080" fmla="*/ 3276791 w 3505200"/>
              <a:gd name="connsiteY4080" fmla="*/ 1680401 h 3505200"/>
              <a:gd name="connsiteX4081" fmla="*/ 3280601 w 3505200"/>
              <a:gd name="connsiteY4081" fmla="*/ 1676591 h 3505200"/>
              <a:gd name="connsiteX4082" fmla="*/ 3276791 w 3505200"/>
              <a:gd name="connsiteY4082" fmla="*/ 1672781 h 3505200"/>
              <a:gd name="connsiteX4083" fmla="*/ 3272981 w 3505200"/>
              <a:gd name="connsiteY4083" fmla="*/ 1676591 h 3505200"/>
              <a:gd name="connsiteX4084" fmla="*/ 3276791 w 3505200"/>
              <a:gd name="connsiteY4084" fmla="*/ 1680401 h 3505200"/>
              <a:gd name="connsiteX4085" fmla="*/ 3352991 w 3505200"/>
              <a:gd name="connsiteY4085" fmla="*/ 1679162 h 3505200"/>
              <a:gd name="connsiteX4086" fmla="*/ 3355562 w 3505200"/>
              <a:gd name="connsiteY4086" fmla="*/ 1676591 h 3505200"/>
              <a:gd name="connsiteX4087" fmla="*/ 3352991 w 3505200"/>
              <a:gd name="connsiteY4087" fmla="*/ 1674019 h 3505200"/>
              <a:gd name="connsiteX4088" fmla="*/ 3350419 w 3505200"/>
              <a:gd name="connsiteY4088" fmla="*/ 1676591 h 3505200"/>
              <a:gd name="connsiteX4089" fmla="*/ 3352991 w 3505200"/>
              <a:gd name="connsiteY4089" fmla="*/ 1679162 h 3505200"/>
              <a:gd name="connsiteX4090" fmla="*/ 3429191 w 3505200"/>
              <a:gd name="connsiteY4090" fmla="*/ 1677924 h 3505200"/>
              <a:gd name="connsiteX4091" fmla="*/ 3430429 w 3505200"/>
              <a:gd name="connsiteY4091" fmla="*/ 1676686 h 3505200"/>
              <a:gd name="connsiteX4092" fmla="*/ 3429191 w 3505200"/>
              <a:gd name="connsiteY4092" fmla="*/ 1675448 h 3505200"/>
              <a:gd name="connsiteX4093" fmla="*/ 3427953 w 3505200"/>
              <a:gd name="connsiteY4093" fmla="*/ 1676686 h 3505200"/>
              <a:gd name="connsiteX4094" fmla="*/ 3429191 w 3505200"/>
              <a:gd name="connsiteY4094" fmla="*/ 1677924 h 3505200"/>
              <a:gd name="connsiteX4095" fmla="*/ 3505391 w 3505200"/>
              <a:gd name="connsiteY4095" fmla="*/ 1676781 h 3505200"/>
              <a:gd name="connsiteX4096" fmla="*/ 3505581 w 3505200"/>
              <a:gd name="connsiteY4096" fmla="*/ 1676591 h 3505200"/>
              <a:gd name="connsiteX4097" fmla="*/ 3505391 w 3505200"/>
              <a:gd name="connsiteY4097" fmla="*/ 1676400 h 3505200"/>
              <a:gd name="connsiteX4098" fmla="*/ 3505200 w 3505200"/>
              <a:gd name="connsiteY4098" fmla="*/ 1676591 h 3505200"/>
              <a:gd name="connsiteX4099" fmla="*/ 3505391 w 3505200"/>
              <a:gd name="connsiteY4099" fmla="*/ 1676781 h 3505200"/>
              <a:gd name="connsiteX4100" fmla="*/ 191 w 3505200"/>
              <a:gd name="connsiteY4100" fmla="*/ 1752981 h 3505200"/>
              <a:gd name="connsiteX4101" fmla="*/ 381 w 3505200"/>
              <a:gd name="connsiteY4101" fmla="*/ 1752791 h 3505200"/>
              <a:gd name="connsiteX4102" fmla="*/ 191 w 3505200"/>
              <a:gd name="connsiteY4102" fmla="*/ 1752600 h 3505200"/>
              <a:gd name="connsiteX4103" fmla="*/ 0 w 3505200"/>
              <a:gd name="connsiteY4103" fmla="*/ 1752791 h 3505200"/>
              <a:gd name="connsiteX4104" fmla="*/ 191 w 3505200"/>
              <a:gd name="connsiteY4104" fmla="*/ 1752981 h 3505200"/>
              <a:gd name="connsiteX4105" fmla="*/ 76391 w 3505200"/>
              <a:gd name="connsiteY4105" fmla="*/ 1754124 h 3505200"/>
              <a:gd name="connsiteX4106" fmla="*/ 77629 w 3505200"/>
              <a:gd name="connsiteY4106" fmla="*/ 1752886 h 3505200"/>
              <a:gd name="connsiteX4107" fmla="*/ 76391 w 3505200"/>
              <a:gd name="connsiteY4107" fmla="*/ 1751648 h 3505200"/>
              <a:gd name="connsiteX4108" fmla="*/ 75152 w 3505200"/>
              <a:gd name="connsiteY4108" fmla="*/ 1752886 h 3505200"/>
              <a:gd name="connsiteX4109" fmla="*/ 76391 w 3505200"/>
              <a:gd name="connsiteY4109" fmla="*/ 1754124 h 3505200"/>
              <a:gd name="connsiteX4110" fmla="*/ 152591 w 3505200"/>
              <a:gd name="connsiteY4110" fmla="*/ 1755362 h 3505200"/>
              <a:gd name="connsiteX4111" fmla="*/ 155162 w 3505200"/>
              <a:gd name="connsiteY4111" fmla="*/ 1752791 h 3505200"/>
              <a:gd name="connsiteX4112" fmla="*/ 152591 w 3505200"/>
              <a:gd name="connsiteY4112" fmla="*/ 1750219 h 3505200"/>
              <a:gd name="connsiteX4113" fmla="*/ 150019 w 3505200"/>
              <a:gd name="connsiteY4113" fmla="*/ 1752791 h 3505200"/>
              <a:gd name="connsiteX4114" fmla="*/ 152591 w 3505200"/>
              <a:gd name="connsiteY4114" fmla="*/ 1755362 h 3505200"/>
              <a:gd name="connsiteX4115" fmla="*/ 228791 w 3505200"/>
              <a:gd name="connsiteY4115" fmla="*/ 1756410 h 3505200"/>
              <a:gd name="connsiteX4116" fmla="*/ 232410 w 3505200"/>
              <a:gd name="connsiteY4116" fmla="*/ 1752791 h 3505200"/>
              <a:gd name="connsiteX4117" fmla="*/ 228791 w 3505200"/>
              <a:gd name="connsiteY4117" fmla="*/ 1749171 h 3505200"/>
              <a:gd name="connsiteX4118" fmla="*/ 225171 w 3505200"/>
              <a:gd name="connsiteY4118" fmla="*/ 1752791 h 3505200"/>
              <a:gd name="connsiteX4119" fmla="*/ 228791 w 3505200"/>
              <a:gd name="connsiteY4119" fmla="*/ 1756410 h 3505200"/>
              <a:gd name="connsiteX4120" fmla="*/ 304991 w 3505200"/>
              <a:gd name="connsiteY4120" fmla="*/ 1757648 h 3505200"/>
              <a:gd name="connsiteX4121" fmla="*/ 309848 w 3505200"/>
              <a:gd name="connsiteY4121" fmla="*/ 1752791 h 3505200"/>
              <a:gd name="connsiteX4122" fmla="*/ 304991 w 3505200"/>
              <a:gd name="connsiteY4122" fmla="*/ 1747933 h 3505200"/>
              <a:gd name="connsiteX4123" fmla="*/ 300133 w 3505200"/>
              <a:gd name="connsiteY4123" fmla="*/ 1752791 h 3505200"/>
              <a:gd name="connsiteX4124" fmla="*/ 304991 w 3505200"/>
              <a:gd name="connsiteY4124" fmla="*/ 1757648 h 3505200"/>
              <a:gd name="connsiteX4125" fmla="*/ 381191 w 3505200"/>
              <a:gd name="connsiteY4125" fmla="*/ 1758696 h 3505200"/>
              <a:gd name="connsiteX4126" fmla="*/ 387096 w 3505200"/>
              <a:gd name="connsiteY4126" fmla="*/ 1752791 h 3505200"/>
              <a:gd name="connsiteX4127" fmla="*/ 381191 w 3505200"/>
              <a:gd name="connsiteY4127" fmla="*/ 1746885 h 3505200"/>
              <a:gd name="connsiteX4128" fmla="*/ 375285 w 3505200"/>
              <a:gd name="connsiteY4128" fmla="*/ 1752791 h 3505200"/>
              <a:gd name="connsiteX4129" fmla="*/ 381191 w 3505200"/>
              <a:gd name="connsiteY4129" fmla="*/ 1758696 h 3505200"/>
              <a:gd name="connsiteX4130" fmla="*/ 457391 w 3505200"/>
              <a:gd name="connsiteY4130" fmla="*/ 1760030 h 3505200"/>
              <a:gd name="connsiteX4131" fmla="*/ 464534 w 3505200"/>
              <a:gd name="connsiteY4131" fmla="*/ 1752886 h 3505200"/>
              <a:gd name="connsiteX4132" fmla="*/ 457391 w 3505200"/>
              <a:gd name="connsiteY4132" fmla="*/ 1745742 h 3505200"/>
              <a:gd name="connsiteX4133" fmla="*/ 450247 w 3505200"/>
              <a:gd name="connsiteY4133" fmla="*/ 1752886 h 3505200"/>
              <a:gd name="connsiteX4134" fmla="*/ 457391 w 3505200"/>
              <a:gd name="connsiteY4134" fmla="*/ 1760030 h 3505200"/>
              <a:gd name="connsiteX4135" fmla="*/ 533591 w 3505200"/>
              <a:gd name="connsiteY4135" fmla="*/ 1761077 h 3505200"/>
              <a:gd name="connsiteX4136" fmla="*/ 541877 w 3505200"/>
              <a:gd name="connsiteY4136" fmla="*/ 1752791 h 3505200"/>
              <a:gd name="connsiteX4137" fmla="*/ 533591 w 3505200"/>
              <a:gd name="connsiteY4137" fmla="*/ 1744504 h 3505200"/>
              <a:gd name="connsiteX4138" fmla="*/ 525304 w 3505200"/>
              <a:gd name="connsiteY4138" fmla="*/ 1752791 h 3505200"/>
              <a:gd name="connsiteX4139" fmla="*/ 533591 w 3505200"/>
              <a:gd name="connsiteY4139" fmla="*/ 1761077 h 3505200"/>
              <a:gd name="connsiteX4140" fmla="*/ 609790 w 3505200"/>
              <a:gd name="connsiteY4140" fmla="*/ 1762316 h 3505200"/>
              <a:gd name="connsiteX4141" fmla="*/ 619315 w 3505200"/>
              <a:gd name="connsiteY4141" fmla="*/ 1752791 h 3505200"/>
              <a:gd name="connsiteX4142" fmla="*/ 609790 w 3505200"/>
              <a:gd name="connsiteY4142" fmla="*/ 1743266 h 3505200"/>
              <a:gd name="connsiteX4143" fmla="*/ 600266 w 3505200"/>
              <a:gd name="connsiteY4143" fmla="*/ 1752791 h 3505200"/>
              <a:gd name="connsiteX4144" fmla="*/ 609790 w 3505200"/>
              <a:gd name="connsiteY4144" fmla="*/ 1762316 h 3505200"/>
              <a:gd name="connsiteX4145" fmla="*/ 685990 w 3505200"/>
              <a:gd name="connsiteY4145" fmla="*/ 1763554 h 3505200"/>
              <a:gd name="connsiteX4146" fmla="*/ 696754 w 3505200"/>
              <a:gd name="connsiteY4146" fmla="*/ 1752791 h 3505200"/>
              <a:gd name="connsiteX4147" fmla="*/ 685990 w 3505200"/>
              <a:gd name="connsiteY4147" fmla="*/ 1742027 h 3505200"/>
              <a:gd name="connsiteX4148" fmla="*/ 675227 w 3505200"/>
              <a:gd name="connsiteY4148" fmla="*/ 1752791 h 3505200"/>
              <a:gd name="connsiteX4149" fmla="*/ 685990 w 3505200"/>
              <a:gd name="connsiteY4149" fmla="*/ 1763554 h 3505200"/>
              <a:gd name="connsiteX4150" fmla="*/ 762190 w 3505200"/>
              <a:gd name="connsiteY4150" fmla="*/ 1764602 h 3505200"/>
              <a:gd name="connsiteX4151" fmla="*/ 774002 w 3505200"/>
              <a:gd name="connsiteY4151" fmla="*/ 1752791 h 3505200"/>
              <a:gd name="connsiteX4152" fmla="*/ 762190 w 3505200"/>
              <a:gd name="connsiteY4152" fmla="*/ 1740980 h 3505200"/>
              <a:gd name="connsiteX4153" fmla="*/ 750380 w 3505200"/>
              <a:gd name="connsiteY4153" fmla="*/ 1752791 h 3505200"/>
              <a:gd name="connsiteX4154" fmla="*/ 762190 w 3505200"/>
              <a:gd name="connsiteY4154" fmla="*/ 1764602 h 3505200"/>
              <a:gd name="connsiteX4155" fmla="*/ 838390 w 3505200"/>
              <a:gd name="connsiteY4155" fmla="*/ 1765935 h 3505200"/>
              <a:gd name="connsiteX4156" fmla="*/ 851535 w 3505200"/>
              <a:gd name="connsiteY4156" fmla="*/ 1752791 h 3505200"/>
              <a:gd name="connsiteX4157" fmla="*/ 838390 w 3505200"/>
              <a:gd name="connsiteY4157" fmla="*/ 1739646 h 3505200"/>
              <a:gd name="connsiteX4158" fmla="*/ 825246 w 3505200"/>
              <a:gd name="connsiteY4158" fmla="*/ 1752791 h 3505200"/>
              <a:gd name="connsiteX4159" fmla="*/ 838390 w 3505200"/>
              <a:gd name="connsiteY4159" fmla="*/ 1765935 h 3505200"/>
              <a:gd name="connsiteX4160" fmla="*/ 914590 w 3505200"/>
              <a:gd name="connsiteY4160" fmla="*/ 1766983 h 3505200"/>
              <a:gd name="connsiteX4161" fmla="*/ 928783 w 3505200"/>
              <a:gd name="connsiteY4161" fmla="*/ 1752791 h 3505200"/>
              <a:gd name="connsiteX4162" fmla="*/ 914590 w 3505200"/>
              <a:gd name="connsiteY4162" fmla="*/ 1738598 h 3505200"/>
              <a:gd name="connsiteX4163" fmla="*/ 900398 w 3505200"/>
              <a:gd name="connsiteY4163" fmla="*/ 1752791 h 3505200"/>
              <a:gd name="connsiteX4164" fmla="*/ 914590 w 3505200"/>
              <a:gd name="connsiteY4164" fmla="*/ 1766983 h 3505200"/>
              <a:gd name="connsiteX4165" fmla="*/ 990790 w 3505200"/>
              <a:gd name="connsiteY4165" fmla="*/ 1768221 h 3505200"/>
              <a:gd name="connsiteX4166" fmla="*/ 1006221 w 3505200"/>
              <a:gd name="connsiteY4166" fmla="*/ 1752791 h 3505200"/>
              <a:gd name="connsiteX4167" fmla="*/ 990790 w 3505200"/>
              <a:gd name="connsiteY4167" fmla="*/ 1737360 h 3505200"/>
              <a:gd name="connsiteX4168" fmla="*/ 975360 w 3505200"/>
              <a:gd name="connsiteY4168" fmla="*/ 1752791 h 3505200"/>
              <a:gd name="connsiteX4169" fmla="*/ 990790 w 3505200"/>
              <a:gd name="connsiteY4169" fmla="*/ 1768221 h 3505200"/>
              <a:gd name="connsiteX4170" fmla="*/ 1066991 w 3505200"/>
              <a:gd name="connsiteY4170" fmla="*/ 1769269 h 3505200"/>
              <a:gd name="connsiteX4171" fmla="*/ 1083469 w 3505200"/>
              <a:gd name="connsiteY4171" fmla="*/ 1752791 h 3505200"/>
              <a:gd name="connsiteX4172" fmla="*/ 1066991 w 3505200"/>
              <a:gd name="connsiteY4172" fmla="*/ 1736312 h 3505200"/>
              <a:gd name="connsiteX4173" fmla="*/ 1050512 w 3505200"/>
              <a:gd name="connsiteY4173" fmla="*/ 1752791 h 3505200"/>
              <a:gd name="connsiteX4174" fmla="*/ 1066991 w 3505200"/>
              <a:gd name="connsiteY4174" fmla="*/ 1769269 h 3505200"/>
              <a:gd name="connsiteX4175" fmla="*/ 1143191 w 3505200"/>
              <a:gd name="connsiteY4175" fmla="*/ 1770602 h 3505200"/>
              <a:gd name="connsiteX4176" fmla="*/ 1160907 w 3505200"/>
              <a:gd name="connsiteY4176" fmla="*/ 1752886 h 3505200"/>
              <a:gd name="connsiteX4177" fmla="*/ 1143191 w 3505200"/>
              <a:gd name="connsiteY4177" fmla="*/ 1735169 h 3505200"/>
              <a:gd name="connsiteX4178" fmla="*/ 1125474 w 3505200"/>
              <a:gd name="connsiteY4178" fmla="*/ 1752886 h 3505200"/>
              <a:gd name="connsiteX4179" fmla="*/ 1143191 w 3505200"/>
              <a:gd name="connsiteY4179" fmla="*/ 1770602 h 3505200"/>
              <a:gd name="connsiteX4180" fmla="*/ 1219391 w 3505200"/>
              <a:gd name="connsiteY4180" fmla="*/ 1771841 h 3505200"/>
              <a:gd name="connsiteX4181" fmla="*/ 1238441 w 3505200"/>
              <a:gd name="connsiteY4181" fmla="*/ 1752791 h 3505200"/>
              <a:gd name="connsiteX4182" fmla="*/ 1219391 w 3505200"/>
              <a:gd name="connsiteY4182" fmla="*/ 1733741 h 3505200"/>
              <a:gd name="connsiteX4183" fmla="*/ 1200341 w 3505200"/>
              <a:gd name="connsiteY4183" fmla="*/ 1752791 h 3505200"/>
              <a:gd name="connsiteX4184" fmla="*/ 1219391 w 3505200"/>
              <a:gd name="connsiteY4184" fmla="*/ 1771841 h 3505200"/>
              <a:gd name="connsiteX4185" fmla="*/ 1295591 w 3505200"/>
              <a:gd name="connsiteY4185" fmla="*/ 1772888 h 3505200"/>
              <a:gd name="connsiteX4186" fmla="*/ 1315688 w 3505200"/>
              <a:gd name="connsiteY4186" fmla="*/ 1752791 h 3505200"/>
              <a:gd name="connsiteX4187" fmla="*/ 1295591 w 3505200"/>
              <a:gd name="connsiteY4187" fmla="*/ 1732693 h 3505200"/>
              <a:gd name="connsiteX4188" fmla="*/ 1275493 w 3505200"/>
              <a:gd name="connsiteY4188" fmla="*/ 1752791 h 3505200"/>
              <a:gd name="connsiteX4189" fmla="*/ 1295591 w 3505200"/>
              <a:gd name="connsiteY4189" fmla="*/ 1772888 h 3505200"/>
              <a:gd name="connsiteX4190" fmla="*/ 1371791 w 3505200"/>
              <a:gd name="connsiteY4190" fmla="*/ 1774127 h 3505200"/>
              <a:gd name="connsiteX4191" fmla="*/ 1393127 w 3505200"/>
              <a:gd name="connsiteY4191" fmla="*/ 1752791 h 3505200"/>
              <a:gd name="connsiteX4192" fmla="*/ 1371791 w 3505200"/>
              <a:gd name="connsiteY4192" fmla="*/ 1731455 h 3505200"/>
              <a:gd name="connsiteX4193" fmla="*/ 1350455 w 3505200"/>
              <a:gd name="connsiteY4193" fmla="*/ 1752791 h 3505200"/>
              <a:gd name="connsiteX4194" fmla="*/ 1371791 w 3505200"/>
              <a:gd name="connsiteY4194" fmla="*/ 1774127 h 3505200"/>
              <a:gd name="connsiteX4195" fmla="*/ 1447991 w 3505200"/>
              <a:gd name="connsiteY4195" fmla="*/ 1775174 h 3505200"/>
              <a:gd name="connsiteX4196" fmla="*/ 1470374 w 3505200"/>
              <a:gd name="connsiteY4196" fmla="*/ 1752791 h 3505200"/>
              <a:gd name="connsiteX4197" fmla="*/ 1447991 w 3505200"/>
              <a:gd name="connsiteY4197" fmla="*/ 1730407 h 3505200"/>
              <a:gd name="connsiteX4198" fmla="*/ 1425607 w 3505200"/>
              <a:gd name="connsiteY4198" fmla="*/ 1752791 h 3505200"/>
              <a:gd name="connsiteX4199" fmla="*/ 1447991 w 3505200"/>
              <a:gd name="connsiteY4199" fmla="*/ 1775174 h 3505200"/>
              <a:gd name="connsiteX4200" fmla="*/ 1524191 w 3505200"/>
              <a:gd name="connsiteY4200" fmla="*/ 1776508 h 3505200"/>
              <a:gd name="connsiteX4201" fmla="*/ 1547813 w 3505200"/>
              <a:gd name="connsiteY4201" fmla="*/ 1752886 h 3505200"/>
              <a:gd name="connsiteX4202" fmla="*/ 1524191 w 3505200"/>
              <a:gd name="connsiteY4202" fmla="*/ 1729264 h 3505200"/>
              <a:gd name="connsiteX4203" fmla="*/ 1500568 w 3505200"/>
              <a:gd name="connsiteY4203" fmla="*/ 1752886 h 3505200"/>
              <a:gd name="connsiteX4204" fmla="*/ 1524191 w 3505200"/>
              <a:gd name="connsiteY4204" fmla="*/ 1776508 h 3505200"/>
              <a:gd name="connsiteX4205" fmla="*/ 1600391 w 3505200"/>
              <a:gd name="connsiteY4205" fmla="*/ 1777556 h 3505200"/>
              <a:gd name="connsiteX4206" fmla="*/ 1625156 w 3505200"/>
              <a:gd name="connsiteY4206" fmla="*/ 1752791 h 3505200"/>
              <a:gd name="connsiteX4207" fmla="*/ 1600391 w 3505200"/>
              <a:gd name="connsiteY4207" fmla="*/ 1728026 h 3505200"/>
              <a:gd name="connsiteX4208" fmla="*/ 1575626 w 3505200"/>
              <a:gd name="connsiteY4208" fmla="*/ 1752791 h 3505200"/>
              <a:gd name="connsiteX4209" fmla="*/ 1600391 w 3505200"/>
              <a:gd name="connsiteY4209" fmla="*/ 1777556 h 3505200"/>
              <a:gd name="connsiteX4210" fmla="*/ 1676591 w 3505200"/>
              <a:gd name="connsiteY4210" fmla="*/ 1778794 h 3505200"/>
              <a:gd name="connsiteX4211" fmla="*/ 1702594 w 3505200"/>
              <a:gd name="connsiteY4211" fmla="*/ 1752791 h 3505200"/>
              <a:gd name="connsiteX4212" fmla="*/ 1676591 w 3505200"/>
              <a:gd name="connsiteY4212" fmla="*/ 1726787 h 3505200"/>
              <a:gd name="connsiteX4213" fmla="*/ 1650587 w 3505200"/>
              <a:gd name="connsiteY4213" fmla="*/ 1752791 h 3505200"/>
              <a:gd name="connsiteX4214" fmla="*/ 1676591 w 3505200"/>
              <a:gd name="connsiteY4214" fmla="*/ 1778794 h 3505200"/>
              <a:gd name="connsiteX4215" fmla="*/ 1752791 w 3505200"/>
              <a:gd name="connsiteY4215" fmla="*/ 1779461 h 3505200"/>
              <a:gd name="connsiteX4216" fmla="*/ 1779461 w 3505200"/>
              <a:gd name="connsiteY4216" fmla="*/ 1752791 h 3505200"/>
              <a:gd name="connsiteX4217" fmla="*/ 1752791 w 3505200"/>
              <a:gd name="connsiteY4217" fmla="*/ 1726121 h 3505200"/>
              <a:gd name="connsiteX4218" fmla="*/ 1726121 w 3505200"/>
              <a:gd name="connsiteY4218" fmla="*/ 1752791 h 3505200"/>
              <a:gd name="connsiteX4219" fmla="*/ 1752791 w 3505200"/>
              <a:gd name="connsiteY4219" fmla="*/ 1779461 h 3505200"/>
              <a:gd name="connsiteX4220" fmla="*/ 1828991 w 3505200"/>
              <a:gd name="connsiteY4220" fmla="*/ 1778794 h 3505200"/>
              <a:gd name="connsiteX4221" fmla="*/ 1854994 w 3505200"/>
              <a:gd name="connsiteY4221" fmla="*/ 1752791 h 3505200"/>
              <a:gd name="connsiteX4222" fmla="*/ 1828991 w 3505200"/>
              <a:gd name="connsiteY4222" fmla="*/ 1726787 h 3505200"/>
              <a:gd name="connsiteX4223" fmla="*/ 1802987 w 3505200"/>
              <a:gd name="connsiteY4223" fmla="*/ 1752791 h 3505200"/>
              <a:gd name="connsiteX4224" fmla="*/ 1828991 w 3505200"/>
              <a:gd name="connsiteY4224" fmla="*/ 1778794 h 3505200"/>
              <a:gd name="connsiteX4225" fmla="*/ 1905191 w 3505200"/>
              <a:gd name="connsiteY4225" fmla="*/ 1777746 h 3505200"/>
              <a:gd name="connsiteX4226" fmla="*/ 1930146 w 3505200"/>
              <a:gd name="connsiteY4226" fmla="*/ 1752791 h 3505200"/>
              <a:gd name="connsiteX4227" fmla="*/ 1905191 w 3505200"/>
              <a:gd name="connsiteY4227" fmla="*/ 1727835 h 3505200"/>
              <a:gd name="connsiteX4228" fmla="*/ 1880235 w 3505200"/>
              <a:gd name="connsiteY4228" fmla="*/ 1752791 h 3505200"/>
              <a:gd name="connsiteX4229" fmla="*/ 1905191 w 3505200"/>
              <a:gd name="connsiteY4229" fmla="*/ 1777746 h 3505200"/>
              <a:gd name="connsiteX4230" fmla="*/ 1981391 w 3505200"/>
              <a:gd name="connsiteY4230" fmla="*/ 1776508 h 3505200"/>
              <a:gd name="connsiteX4231" fmla="*/ 2005013 w 3505200"/>
              <a:gd name="connsiteY4231" fmla="*/ 1752886 h 3505200"/>
              <a:gd name="connsiteX4232" fmla="*/ 1981391 w 3505200"/>
              <a:gd name="connsiteY4232" fmla="*/ 1729264 h 3505200"/>
              <a:gd name="connsiteX4233" fmla="*/ 1957768 w 3505200"/>
              <a:gd name="connsiteY4233" fmla="*/ 1752886 h 3505200"/>
              <a:gd name="connsiteX4234" fmla="*/ 1981391 w 3505200"/>
              <a:gd name="connsiteY4234" fmla="*/ 1776508 h 3505200"/>
              <a:gd name="connsiteX4235" fmla="*/ 2057591 w 3505200"/>
              <a:gd name="connsiteY4235" fmla="*/ 1775460 h 3505200"/>
              <a:gd name="connsiteX4236" fmla="*/ 2080165 w 3505200"/>
              <a:gd name="connsiteY4236" fmla="*/ 1752886 h 3505200"/>
              <a:gd name="connsiteX4237" fmla="*/ 2057591 w 3505200"/>
              <a:gd name="connsiteY4237" fmla="*/ 1730312 h 3505200"/>
              <a:gd name="connsiteX4238" fmla="*/ 2035016 w 3505200"/>
              <a:gd name="connsiteY4238" fmla="*/ 1752886 h 3505200"/>
              <a:gd name="connsiteX4239" fmla="*/ 2057591 w 3505200"/>
              <a:gd name="connsiteY4239" fmla="*/ 1775460 h 3505200"/>
              <a:gd name="connsiteX4240" fmla="*/ 2133791 w 3505200"/>
              <a:gd name="connsiteY4240" fmla="*/ 1774127 h 3505200"/>
              <a:gd name="connsiteX4241" fmla="*/ 2155127 w 3505200"/>
              <a:gd name="connsiteY4241" fmla="*/ 1752791 h 3505200"/>
              <a:gd name="connsiteX4242" fmla="*/ 2133791 w 3505200"/>
              <a:gd name="connsiteY4242" fmla="*/ 1731455 h 3505200"/>
              <a:gd name="connsiteX4243" fmla="*/ 2112455 w 3505200"/>
              <a:gd name="connsiteY4243" fmla="*/ 1752791 h 3505200"/>
              <a:gd name="connsiteX4244" fmla="*/ 2133791 w 3505200"/>
              <a:gd name="connsiteY4244" fmla="*/ 1774127 h 3505200"/>
              <a:gd name="connsiteX4245" fmla="*/ 2209991 w 3505200"/>
              <a:gd name="connsiteY4245" fmla="*/ 1773079 h 3505200"/>
              <a:gd name="connsiteX4246" fmla="*/ 2230279 w 3505200"/>
              <a:gd name="connsiteY4246" fmla="*/ 1752791 h 3505200"/>
              <a:gd name="connsiteX4247" fmla="*/ 2209991 w 3505200"/>
              <a:gd name="connsiteY4247" fmla="*/ 1732502 h 3505200"/>
              <a:gd name="connsiteX4248" fmla="*/ 2189702 w 3505200"/>
              <a:gd name="connsiteY4248" fmla="*/ 1752791 h 3505200"/>
              <a:gd name="connsiteX4249" fmla="*/ 2209991 w 3505200"/>
              <a:gd name="connsiteY4249" fmla="*/ 1773079 h 3505200"/>
              <a:gd name="connsiteX4250" fmla="*/ 2286191 w 3505200"/>
              <a:gd name="connsiteY4250" fmla="*/ 1771841 h 3505200"/>
              <a:gd name="connsiteX4251" fmla="*/ 2305241 w 3505200"/>
              <a:gd name="connsiteY4251" fmla="*/ 1752791 h 3505200"/>
              <a:gd name="connsiteX4252" fmla="*/ 2286191 w 3505200"/>
              <a:gd name="connsiteY4252" fmla="*/ 1733741 h 3505200"/>
              <a:gd name="connsiteX4253" fmla="*/ 2267141 w 3505200"/>
              <a:gd name="connsiteY4253" fmla="*/ 1752791 h 3505200"/>
              <a:gd name="connsiteX4254" fmla="*/ 2286191 w 3505200"/>
              <a:gd name="connsiteY4254" fmla="*/ 1771841 h 3505200"/>
              <a:gd name="connsiteX4255" fmla="*/ 2362391 w 3505200"/>
              <a:gd name="connsiteY4255" fmla="*/ 1770793 h 3505200"/>
              <a:gd name="connsiteX4256" fmla="*/ 2380393 w 3505200"/>
              <a:gd name="connsiteY4256" fmla="*/ 1752791 h 3505200"/>
              <a:gd name="connsiteX4257" fmla="*/ 2362391 w 3505200"/>
              <a:gd name="connsiteY4257" fmla="*/ 1734788 h 3505200"/>
              <a:gd name="connsiteX4258" fmla="*/ 2344388 w 3505200"/>
              <a:gd name="connsiteY4258" fmla="*/ 1752791 h 3505200"/>
              <a:gd name="connsiteX4259" fmla="*/ 2362391 w 3505200"/>
              <a:gd name="connsiteY4259" fmla="*/ 1770793 h 3505200"/>
              <a:gd name="connsiteX4260" fmla="*/ 2438591 w 3505200"/>
              <a:gd name="connsiteY4260" fmla="*/ 1769459 h 3505200"/>
              <a:gd name="connsiteX4261" fmla="*/ 2455259 w 3505200"/>
              <a:gd name="connsiteY4261" fmla="*/ 1752791 h 3505200"/>
              <a:gd name="connsiteX4262" fmla="*/ 2438591 w 3505200"/>
              <a:gd name="connsiteY4262" fmla="*/ 1736122 h 3505200"/>
              <a:gd name="connsiteX4263" fmla="*/ 2421922 w 3505200"/>
              <a:gd name="connsiteY4263" fmla="*/ 1752791 h 3505200"/>
              <a:gd name="connsiteX4264" fmla="*/ 2438591 w 3505200"/>
              <a:gd name="connsiteY4264" fmla="*/ 1769459 h 3505200"/>
              <a:gd name="connsiteX4265" fmla="*/ 2514791 w 3505200"/>
              <a:gd name="connsiteY4265" fmla="*/ 1768221 h 3505200"/>
              <a:gd name="connsiteX4266" fmla="*/ 2530221 w 3505200"/>
              <a:gd name="connsiteY4266" fmla="*/ 1752791 h 3505200"/>
              <a:gd name="connsiteX4267" fmla="*/ 2514791 w 3505200"/>
              <a:gd name="connsiteY4267" fmla="*/ 1737360 h 3505200"/>
              <a:gd name="connsiteX4268" fmla="*/ 2499360 w 3505200"/>
              <a:gd name="connsiteY4268" fmla="*/ 1752791 h 3505200"/>
              <a:gd name="connsiteX4269" fmla="*/ 2514791 w 3505200"/>
              <a:gd name="connsiteY4269" fmla="*/ 1768221 h 3505200"/>
              <a:gd name="connsiteX4270" fmla="*/ 2590991 w 3505200"/>
              <a:gd name="connsiteY4270" fmla="*/ 1767173 h 3505200"/>
              <a:gd name="connsiteX4271" fmla="*/ 2605373 w 3505200"/>
              <a:gd name="connsiteY4271" fmla="*/ 1752791 h 3505200"/>
              <a:gd name="connsiteX4272" fmla="*/ 2590991 w 3505200"/>
              <a:gd name="connsiteY4272" fmla="*/ 1738408 h 3505200"/>
              <a:gd name="connsiteX4273" fmla="*/ 2576608 w 3505200"/>
              <a:gd name="connsiteY4273" fmla="*/ 1752791 h 3505200"/>
              <a:gd name="connsiteX4274" fmla="*/ 2590991 w 3505200"/>
              <a:gd name="connsiteY4274" fmla="*/ 1767173 h 3505200"/>
              <a:gd name="connsiteX4275" fmla="*/ 2667191 w 3505200"/>
              <a:gd name="connsiteY4275" fmla="*/ 1765935 h 3505200"/>
              <a:gd name="connsiteX4276" fmla="*/ 2680335 w 3505200"/>
              <a:gd name="connsiteY4276" fmla="*/ 1752791 h 3505200"/>
              <a:gd name="connsiteX4277" fmla="*/ 2667191 w 3505200"/>
              <a:gd name="connsiteY4277" fmla="*/ 1739646 h 3505200"/>
              <a:gd name="connsiteX4278" fmla="*/ 2654046 w 3505200"/>
              <a:gd name="connsiteY4278" fmla="*/ 1752791 h 3505200"/>
              <a:gd name="connsiteX4279" fmla="*/ 2667191 w 3505200"/>
              <a:gd name="connsiteY4279" fmla="*/ 1765935 h 3505200"/>
              <a:gd name="connsiteX4280" fmla="*/ 2743391 w 3505200"/>
              <a:gd name="connsiteY4280" fmla="*/ 1764887 h 3505200"/>
              <a:gd name="connsiteX4281" fmla="*/ 2755392 w 3505200"/>
              <a:gd name="connsiteY4281" fmla="*/ 1752886 h 3505200"/>
              <a:gd name="connsiteX4282" fmla="*/ 2743391 w 3505200"/>
              <a:gd name="connsiteY4282" fmla="*/ 1740884 h 3505200"/>
              <a:gd name="connsiteX4283" fmla="*/ 2731389 w 3505200"/>
              <a:gd name="connsiteY4283" fmla="*/ 1752886 h 3505200"/>
              <a:gd name="connsiteX4284" fmla="*/ 2743391 w 3505200"/>
              <a:gd name="connsiteY4284" fmla="*/ 1764887 h 3505200"/>
              <a:gd name="connsiteX4285" fmla="*/ 2819591 w 3505200"/>
              <a:gd name="connsiteY4285" fmla="*/ 1763554 h 3505200"/>
              <a:gd name="connsiteX4286" fmla="*/ 2830354 w 3505200"/>
              <a:gd name="connsiteY4286" fmla="*/ 1752791 h 3505200"/>
              <a:gd name="connsiteX4287" fmla="*/ 2819591 w 3505200"/>
              <a:gd name="connsiteY4287" fmla="*/ 1742027 h 3505200"/>
              <a:gd name="connsiteX4288" fmla="*/ 2808828 w 3505200"/>
              <a:gd name="connsiteY4288" fmla="*/ 1752791 h 3505200"/>
              <a:gd name="connsiteX4289" fmla="*/ 2819591 w 3505200"/>
              <a:gd name="connsiteY4289" fmla="*/ 1763554 h 3505200"/>
              <a:gd name="connsiteX4290" fmla="*/ 2895791 w 3505200"/>
              <a:gd name="connsiteY4290" fmla="*/ 1762506 h 3505200"/>
              <a:gd name="connsiteX4291" fmla="*/ 2905506 w 3505200"/>
              <a:gd name="connsiteY4291" fmla="*/ 1752791 h 3505200"/>
              <a:gd name="connsiteX4292" fmla="*/ 2895791 w 3505200"/>
              <a:gd name="connsiteY4292" fmla="*/ 1743075 h 3505200"/>
              <a:gd name="connsiteX4293" fmla="*/ 2886075 w 3505200"/>
              <a:gd name="connsiteY4293" fmla="*/ 1752791 h 3505200"/>
              <a:gd name="connsiteX4294" fmla="*/ 2895791 w 3505200"/>
              <a:gd name="connsiteY4294" fmla="*/ 1762506 h 3505200"/>
              <a:gd name="connsiteX4295" fmla="*/ 2971991 w 3505200"/>
              <a:gd name="connsiteY4295" fmla="*/ 1761268 h 3505200"/>
              <a:gd name="connsiteX4296" fmla="*/ 2980468 w 3505200"/>
              <a:gd name="connsiteY4296" fmla="*/ 1752791 h 3505200"/>
              <a:gd name="connsiteX4297" fmla="*/ 2971991 w 3505200"/>
              <a:gd name="connsiteY4297" fmla="*/ 1744313 h 3505200"/>
              <a:gd name="connsiteX4298" fmla="*/ 2963513 w 3505200"/>
              <a:gd name="connsiteY4298" fmla="*/ 1752791 h 3505200"/>
              <a:gd name="connsiteX4299" fmla="*/ 2971991 w 3505200"/>
              <a:gd name="connsiteY4299" fmla="*/ 1761268 h 3505200"/>
              <a:gd name="connsiteX4300" fmla="*/ 3048191 w 3505200"/>
              <a:gd name="connsiteY4300" fmla="*/ 1760030 h 3505200"/>
              <a:gd name="connsiteX4301" fmla="*/ 3055334 w 3505200"/>
              <a:gd name="connsiteY4301" fmla="*/ 1752886 h 3505200"/>
              <a:gd name="connsiteX4302" fmla="*/ 3048191 w 3505200"/>
              <a:gd name="connsiteY4302" fmla="*/ 1745742 h 3505200"/>
              <a:gd name="connsiteX4303" fmla="*/ 3041047 w 3505200"/>
              <a:gd name="connsiteY4303" fmla="*/ 1752886 h 3505200"/>
              <a:gd name="connsiteX4304" fmla="*/ 3048191 w 3505200"/>
              <a:gd name="connsiteY4304" fmla="*/ 1760030 h 3505200"/>
              <a:gd name="connsiteX4305" fmla="*/ 3124391 w 3505200"/>
              <a:gd name="connsiteY4305" fmla="*/ 1758982 h 3505200"/>
              <a:gd name="connsiteX4306" fmla="*/ 3130487 w 3505200"/>
              <a:gd name="connsiteY4306" fmla="*/ 1752886 h 3505200"/>
              <a:gd name="connsiteX4307" fmla="*/ 3124391 w 3505200"/>
              <a:gd name="connsiteY4307" fmla="*/ 1746790 h 3505200"/>
              <a:gd name="connsiteX4308" fmla="*/ 3118295 w 3505200"/>
              <a:gd name="connsiteY4308" fmla="*/ 1752886 h 3505200"/>
              <a:gd name="connsiteX4309" fmla="*/ 3124391 w 3505200"/>
              <a:gd name="connsiteY4309" fmla="*/ 1758982 h 3505200"/>
              <a:gd name="connsiteX4310" fmla="*/ 3200591 w 3505200"/>
              <a:gd name="connsiteY4310" fmla="*/ 1757648 h 3505200"/>
              <a:gd name="connsiteX4311" fmla="*/ 3205448 w 3505200"/>
              <a:gd name="connsiteY4311" fmla="*/ 1752791 h 3505200"/>
              <a:gd name="connsiteX4312" fmla="*/ 3200591 w 3505200"/>
              <a:gd name="connsiteY4312" fmla="*/ 1747933 h 3505200"/>
              <a:gd name="connsiteX4313" fmla="*/ 3195733 w 3505200"/>
              <a:gd name="connsiteY4313" fmla="*/ 1752791 h 3505200"/>
              <a:gd name="connsiteX4314" fmla="*/ 3200591 w 3505200"/>
              <a:gd name="connsiteY4314" fmla="*/ 1757648 h 3505200"/>
              <a:gd name="connsiteX4315" fmla="*/ 3276791 w 3505200"/>
              <a:gd name="connsiteY4315" fmla="*/ 1756601 h 3505200"/>
              <a:gd name="connsiteX4316" fmla="*/ 3280601 w 3505200"/>
              <a:gd name="connsiteY4316" fmla="*/ 1752791 h 3505200"/>
              <a:gd name="connsiteX4317" fmla="*/ 3276791 w 3505200"/>
              <a:gd name="connsiteY4317" fmla="*/ 1748981 h 3505200"/>
              <a:gd name="connsiteX4318" fmla="*/ 3272981 w 3505200"/>
              <a:gd name="connsiteY4318" fmla="*/ 1752791 h 3505200"/>
              <a:gd name="connsiteX4319" fmla="*/ 3276791 w 3505200"/>
              <a:gd name="connsiteY4319" fmla="*/ 1756601 h 3505200"/>
              <a:gd name="connsiteX4320" fmla="*/ 3352991 w 3505200"/>
              <a:gd name="connsiteY4320" fmla="*/ 1755362 h 3505200"/>
              <a:gd name="connsiteX4321" fmla="*/ 3355562 w 3505200"/>
              <a:gd name="connsiteY4321" fmla="*/ 1752791 h 3505200"/>
              <a:gd name="connsiteX4322" fmla="*/ 3352991 w 3505200"/>
              <a:gd name="connsiteY4322" fmla="*/ 1750219 h 3505200"/>
              <a:gd name="connsiteX4323" fmla="*/ 3350419 w 3505200"/>
              <a:gd name="connsiteY4323" fmla="*/ 1752791 h 3505200"/>
              <a:gd name="connsiteX4324" fmla="*/ 3352991 w 3505200"/>
              <a:gd name="connsiteY4324" fmla="*/ 1755362 h 3505200"/>
              <a:gd name="connsiteX4325" fmla="*/ 3429191 w 3505200"/>
              <a:gd name="connsiteY4325" fmla="*/ 1754314 h 3505200"/>
              <a:gd name="connsiteX4326" fmla="*/ 3430715 w 3505200"/>
              <a:gd name="connsiteY4326" fmla="*/ 1752791 h 3505200"/>
              <a:gd name="connsiteX4327" fmla="*/ 3429191 w 3505200"/>
              <a:gd name="connsiteY4327" fmla="*/ 1751267 h 3505200"/>
              <a:gd name="connsiteX4328" fmla="*/ 3427666 w 3505200"/>
              <a:gd name="connsiteY4328" fmla="*/ 1752791 h 3505200"/>
              <a:gd name="connsiteX4329" fmla="*/ 3429191 w 3505200"/>
              <a:gd name="connsiteY4329" fmla="*/ 1754314 h 3505200"/>
              <a:gd name="connsiteX4330" fmla="*/ 3505391 w 3505200"/>
              <a:gd name="connsiteY4330" fmla="*/ 1752981 h 3505200"/>
              <a:gd name="connsiteX4331" fmla="*/ 3505581 w 3505200"/>
              <a:gd name="connsiteY4331" fmla="*/ 1752791 h 3505200"/>
              <a:gd name="connsiteX4332" fmla="*/ 3505391 w 3505200"/>
              <a:gd name="connsiteY4332" fmla="*/ 1752600 h 3505200"/>
              <a:gd name="connsiteX4333" fmla="*/ 3505200 w 3505200"/>
              <a:gd name="connsiteY4333" fmla="*/ 1752791 h 3505200"/>
              <a:gd name="connsiteX4334" fmla="*/ 3505391 w 3505200"/>
              <a:gd name="connsiteY4334" fmla="*/ 1752981 h 3505200"/>
              <a:gd name="connsiteX4335" fmla="*/ 191 w 3505200"/>
              <a:gd name="connsiteY4335" fmla="*/ 1829181 h 3505200"/>
              <a:gd name="connsiteX4336" fmla="*/ 381 w 3505200"/>
              <a:gd name="connsiteY4336" fmla="*/ 1828991 h 3505200"/>
              <a:gd name="connsiteX4337" fmla="*/ 191 w 3505200"/>
              <a:gd name="connsiteY4337" fmla="*/ 1828800 h 3505200"/>
              <a:gd name="connsiteX4338" fmla="*/ 0 w 3505200"/>
              <a:gd name="connsiteY4338" fmla="*/ 1828991 h 3505200"/>
              <a:gd name="connsiteX4339" fmla="*/ 191 w 3505200"/>
              <a:gd name="connsiteY4339" fmla="*/ 1829181 h 3505200"/>
              <a:gd name="connsiteX4340" fmla="*/ 76391 w 3505200"/>
              <a:gd name="connsiteY4340" fmla="*/ 1830324 h 3505200"/>
              <a:gd name="connsiteX4341" fmla="*/ 77629 w 3505200"/>
              <a:gd name="connsiteY4341" fmla="*/ 1829086 h 3505200"/>
              <a:gd name="connsiteX4342" fmla="*/ 76391 w 3505200"/>
              <a:gd name="connsiteY4342" fmla="*/ 1827848 h 3505200"/>
              <a:gd name="connsiteX4343" fmla="*/ 75152 w 3505200"/>
              <a:gd name="connsiteY4343" fmla="*/ 1829086 h 3505200"/>
              <a:gd name="connsiteX4344" fmla="*/ 76391 w 3505200"/>
              <a:gd name="connsiteY4344" fmla="*/ 1830324 h 3505200"/>
              <a:gd name="connsiteX4345" fmla="*/ 152591 w 3505200"/>
              <a:gd name="connsiteY4345" fmla="*/ 1831372 h 3505200"/>
              <a:gd name="connsiteX4346" fmla="*/ 154877 w 3505200"/>
              <a:gd name="connsiteY4346" fmla="*/ 1829086 h 3505200"/>
              <a:gd name="connsiteX4347" fmla="*/ 152591 w 3505200"/>
              <a:gd name="connsiteY4347" fmla="*/ 1826800 h 3505200"/>
              <a:gd name="connsiteX4348" fmla="*/ 150305 w 3505200"/>
              <a:gd name="connsiteY4348" fmla="*/ 1829086 h 3505200"/>
              <a:gd name="connsiteX4349" fmla="*/ 152591 w 3505200"/>
              <a:gd name="connsiteY4349" fmla="*/ 1831372 h 3505200"/>
              <a:gd name="connsiteX4350" fmla="*/ 228791 w 3505200"/>
              <a:gd name="connsiteY4350" fmla="*/ 1832610 h 3505200"/>
              <a:gd name="connsiteX4351" fmla="*/ 232410 w 3505200"/>
              <a:gd name="connsiteY4351" fmla="*/ 1828991 h 3505200"/>
              <a:gd name="connsiteX4352" fmla="*/ 228791 w 3505200"/>
              <a:gd name="connsiteY4352" fmla="*/ 1825371 h 3505200"/>
              <a:gd name="connsiteX4353" fmla="*/ 225171 w 3505200"/>
              <a:gd name="connsiteY4353" fmla="*/ 1828991 h 3505200"/>
              <a:gd name="connsiteX4354" fmla="*/ 228791 w 3505200"/>
              <a:gd name="connsiteY4354" fmla="*/ 1832610 h 3505200"/>
              <a:gd name="connsiteX4355" fmla="*/ 304991 w 3505200"/>
              <a:gd name="connsiteY4355" fmla="*/ 1833658 h 3505200"/>
              <a:gd name="connsiteX4356" fmla="*/ 309658 w 3505200"/>
              <a:gd name="connsiteY4356" fmla="*/ 1828991 h 3505200"/>
              <a:gd name="connsiteX4357" fmla="*/ 304991 w 3505200"/>
              <a:gd name="connsiteY4357" fmla="*/ 1824323 h 3505200"/>
              <a:gd name="connsiteX4358" fmla="*/ 300323 w 3505200"/>
              <a:gd name="connsiteY4358" fmla="*/ 1828991 h 3505200"/>
              <a:gd name="connsiteX4359" fmla="*/ 304991 w 3505200"/>
              <a:gd name="connsiteY4359" fmla="*/ 1833658 h 3505200"/>
              <a:gd name="connsiteX4360" fmla="*/ 381191 w 3505200"/>
              <a:gd name="connsiteY4360" fmla="*/ 1834896 h 3505200"/>
              <a:gd name="connsiteX4361" fmla="*/ 387096 w 3505200"/>
              <a:gd name="connsiteY4361" fmla="*/ 1828991 h 3505200"/>
              <a:gd name="connsiteX4362" fmla="*/ 381191 w 3505200"/>
              <a:gd name="connsiteY4362" fmla="*/ 1823085 h 3505200"/>
              <a:gd name="connsiteX4363" fmla="*/ 375285 w 3505200"/>
              <a:gd name="connsiteY4363" fmla="*/ 1828991 h 3505200"/>
              <a:gd name="connsiteX4364" fmla="*/ 381191 w 3505200"/>
              <a:gd name="connsiteY4364" fmla="*/ 1834896 h 3505200"/>
              <a:gd name="connsiteX4365" fmla="*/ 457391 w 3505200"/>
              <a:gd name="connsiteY4365" fmla="*/ 1835944 h 3505200"/>
              <a:gd name="connsiteX4366" fmla="*/ 464344 w 3505200"/>
              <a:gd name="connsiteY4366" fmla="*/ 1828991 h 3505200"/>
              <a:gd name="connsiteX4367" fmla="*/ 457391 w 3505200"/>
              <a:gd name="connsiteY4367" fmla="*/ 1822037 h 3505200"/>
              <a:gd name="connsiteX4368" fmla="*/ 450437 w 3505200"/>
              <a:gd name="connsiteY4368" fmla="*/ 1828991 h 3505200"/>
              <a:gd name="connsiteX4369" fmla="*/ 457391 w 3505200"/>
              <a:gd name="connsiteY4369" fmla="*/ 1835944 h 3505200"/>
              <a:gd name="connsiteX4370" fmla="*/ 533591 w 3505200"/>
              <a:gd name="connsiteY4370" fmla="*/ 1837277 h 3505200"/>
              <a:gd name="connsiteX4371" fmla="*/ 541877 w 3505200"/>
              <a:gd name="connsiteY4371" fmla="*/ 1828991 h 3505200"/>
              <a:gd name="connsiteX4372" fmla="*/ 533591 w 3505200"/>
              <a:gd name="connsiteY4372" fmla="*/ 1820704 h 3505200"/>
              <a:gd name="connsiteX4373" fmla="*/ 525304 w 3505200"/>
              <a:gd name="connsiteY4373" fmla="*/ 1828991 h 3505200"/>
              <a:gd name="connsiteX4374" fmla="*/ 533591 w 3505200"/>
              <a:gd name="connsiteY4374" fmla="*/ 1837277 h 3505200"/>
              <a:gd name="connsiteX4375" fmla="*/ 609790 w 3505200"/>
              <a:gd name="connsiteY4375" fmla="*/ 1838516 h 3505200"/>
              <a:gd name="connsiteX4376" fmla="*/ 619315 w 3505200"/>
              <a:gd name="connsiteY4376" fmla="*/ 1828991 h 3505200"/>
              <a:gd name="connsiteX4377" fmla="*/ 609790 w 3505200"/>
              <a:gd name="connsiteY4377" fmla="*/ 1819466 h 3505200"/>
              <a:gd name="connsiteX4378" fmla="*/ 600266 w 3505200"/>
              <a:gd name="connsiteY4378" fmla="*/ 1828991 h 3505200"/>
              <a:gd name="connsiteX4379" fmla="*/ 609790 w 3505200"/>
              <a:gd name="connsiteY4379" fmla="*/ 1838516 h 3505200"/>
              <a:gd name="connsiteX4380" fmla="*/ 685990 w 3505200"/>
              <a:gd name="connsiteY4380" fmla="*/ 1839754 h 3505200"/>
              <a:gd name="connsiteX4381" fmla="*/ 696754 w 3505200"/>
              <a:gd name="connsiteY4381" fmla="*/ 1828991 h 3505200"/>
              <a:gd name="connsiteX4382" fmla="*/ 685990 w 3505200"/>
              <a:gd name="connsiteY4382" fmla="*/ 1818227 h 3505200"/>
              <a:gd name="connsiteX4383" fmla="*/ 675227 w 3505200"/>
              <a:gd name="connsiteY4383" fmla="*/ 1828991 h 3505200"/>
              <a:gd name="connsiteX4384" fmla="*/ 685990 w 3505200"/>
              <a:gd name="connsiteY4384" fmla="*/ 1839754 h 3505200"/>
              <a:gd name="connsiteX4385" fmla="*/ 762190 w 3505200"/>
              <a:gd name="connsiteY4385" fmla="*/ 1840802 h 3505200"/>
              <a:gd name="connsiteX4386" fmla="*/ 774002 w 3505200"/>
              <a:gd name="connsiteY4386" fmla="*/ 1828991 h 3505200"/>
              <a:gd name="connsiteX4387" fmla="*/ 762190 w 3505200"/>
              <a:gd name="connsiteY4387" fmla="*/ 1817180 h 3505200"/>
              <a:gd name="connsiteX4388" fmla="*/ 750380 w 3505200"/>
              <a:gd name="connsiteY4388" fmla="*/ 1828991 h 3505200"/>
              <a:gd name="connsiteX4389" fmla="*/ 762190 w 3505200"/>
              <a:gd name="connsiteY4389" fmla="*/ 1840802 h 3505200"/>
              <a:gd name="connsiteX4390" fmla="*/ 838390 w 3505200"/>
              <a:gd name="connsiteY4390" fmla="*/ 1842135 h 3505200"/>
              <a:gd name="connsiteX4391" fmla="*/ 851535 w 3505200"/>
              <a:gd name="connsiteY4391" fmla="*/ 1828991 h 3505200"/>
              <a:gd name="connsiteX4392" fmla="*/ 838390 w 3505200"/>
              <a:gd name="connsiteY4392" fmla="*/ 1815846 h 3505200"/>
              <a:gd name="connsiteX4393" fmla="*/ 825246 w 3505200"/>
              <a:gd name="connsiteY4393" fmla="*/ 1828991 h 3505200"/>
              <a:gd name="connsiteX4394" fmla="*/ 838390 w 3505200"/>
              <a:gd name="connsiteY4394" fmla="*/ 1842135 h 3505200"/>
              <a:gd name="connsiteX4395" fmla="*/ 914590 w 3505200"/>
              <a:gd name="connsiteY4395" fmla="*/ 1843183 h 3505200"/>
              <a:gd name="connsiteX4396" fmla="*/ 928783 w 3505200"/>
              <a:gd name="connsiteY4396" fmla="*/ 1828991 h 3505200"/>
              <a:gd name="connsiteX4397" fmla="*/ 914590 w 3505200"/>
              <a:gd name="connsiteY4397" fmla="*/ 1814798 h 3505200"/>
              <a:gd name="connsiteX4398" fmla="*/ 900398 w 3505200"/>
              <a:gd name="connsiteY4398" fmla="*/ 1828991 h 3505200"/>
              <a:gd name="connsiteX4399" fmla="*/ 914590 w 3505200"/>
              <a:gd name="connsiteY4399" fmla="*/ 1843183 h 3505200"/>
              <a:gd name="connsiteX4400" fmla="*/ 990790 w 3505200"/>
              <a:gd name="connsiteY4400" fmla="*/ 1844421 h 3505200"/>
              <a:gd name="connsiteX4401" fmla="*/ 1006221 w 3505200"/>
              <a:gd name="connsiteY4401" fmla="*/ 1828991 h 3505200"/>
              <a:gd name="connsiteX4402" fmla="*/ 990790 w 3505200"/>
              <a:gd name="connsiteY4402" fmla="*/ 1813560 h 3505200"/>
              <a:gd name="connsiteX4403" fmla="*/ 975360 w 3505200"/>
              <a:gd name="connsiteY4403" fmla="*/ 1828991 h 3505200"/>
              <a:gd name="connsiteX4404" fmla="*/ 990790 w 3505200"/>
              <a:gd name="connsiteY4404" fmla="*/ 1844421 h 3505200"/>
              <a:gd name="connsiteX4405" fmla="*/ 1066991 w 3505200"/>
              <a:gd name="connsiteY4405" fmla="*/ 1845469 h 3505200"/>
              <a:gd name="connsiteX4406" fmla="*/ 1083469 w 3505200"/>
              <a:gd name="connsiteY4406" fmla="*/ 1828991 h 3505200"/>
              <a:gd name="connsiteX4407" fmla="*/ 1066991 w 3505200"/>
              <a:gd name="connsiteY4407" fmla="*/ 1812512 h 3505200"/>
              <a:gd name="connsiteX4408" fmla="*/ 1050512 w 3505200"/>
              <a:gd name="connsiteY4408" fmla="*/ 1828991 h 3505200"/>
              <a:gd name="connsiteX4409" fmla="*/ 1066991 w 3505200"/>
              <a:gd name="connsiteY4409" fmla="*/ 1845469 h 3505200"/>
              <a:gd name="connsiteX4410" fmla="*/ 1143191 w 3505200"/>
              <a:gd name="connsiteY4410" fmla="*/ 1846802 h 3505200"/>
              <a:gd name="connsiteX4411" fmla="*/ 1160907 w 3505200"/>
              <a:gd name="connsiteY4411" fmla="*/ 1829086 h 3505200"/>
              <a:gd name="connsiteX4412" fmla="*/ 1143191 w 3505200"/>
              <a:gd name="connsiteY4412" fmla="*/ 1811369 h 3505200"/>
              <a:gd name="connsiteX4413" fmla="*/ 1125474 w 3505200"/>
              <a:gd name="connsiteY4413" fmla="*/ 1829086 h 3505200"/>
              <a:gd name="connsiteX4414" fmla="*/ 1143191 w 3505200"/>
              <a:gd name="connsiteY4414" fmla="*/ 1846802 h 3505200"/>
              <a:gd name="connsiteX4415" fmla="*/ 1219391 w 3505200"/>
              <a:gd name="connsiteY4415" fmla="*/ 1847850 h 3505200"/>
              <a:gd name="connsiteX4416" fmla="*/ 1238155 w 3505200"/>
              <a:gd name="connsiteY4416" fmla="*/ 1829086 h 3505200"/>
              <a:gd name="connsiteX4417" fmla="*/ 1219391 w 3505200"/>
              <a:gd name="connsiteY4417" fmla="*/ 1810322 h 3505200"/>
              <a:gd name="connsiteX4418" fmla="*/ 1200626 w 3505200"/>
              <a:gd name="connsiteY4418" fmla="*/ 1829086 h 3505200"/>
              <a:gd name="connsiteX4419" fmla="*/ 1219391 w 3505200"/>
              <a:gd name="connsiteY4419" fmla="*/ 1847850 h 3505200"/>
              <a:gd name="connsiteX4420" fmla="*/ 1295591 w 3505200"/>
              <a:gd name="connsiteY4420" fmla="*/ 1849088 h 3505200"/>
              <a:gd name="connsiteX4421" fmla="*/ 1315688 w 3505200"/>
              <a:gd name="connsiteY4421" fmla="*/ 1828991 h 3505200"/>
              <a:gd name="connsiteX4422" fmla="*/ 1295591 w 3505200"/>
              <a:gd name="connsiteY4422" fmla="*/ 1808893 h 3505200"/>
              <a:gd name="connsiteX4423" fmla="*/ 1275493 w 3505200"/>
              <a:gd name="connsiteY4423" fmla="*/ 1828991 h 3505200"/>
              <a:gd name="connsiteX4424" fmla="*/ 1295591 w 3505200"/>
              <a:gd name="connsiteY4424" fmla="*/ 1849088 h 3505200"/>
              <a:gd name="connsiteX4425" fmla="*/ 1371791 w 3505200"/>
              <a:gd name="connsiteY4425" fmla="*/ 1850136 h 3505200"/>
              <a:gd name="connsiteX4426" fmla="*/ 1392936 w 3505200"/>
              <a:gd name="connsiteY4426" fmla="*/ 1828991 h 3505200"/>
              <a:gd name="connsiteX4427" fmla="*/ 1371791 w 3505200"/>
              <a:gd name="connsiteY4427" fmla="*/ 1807845 h 3505200"/>
              <a:gd name="connsiteX4428" fmla="*/ 1350645 w 3505200"/>
              <a:gd name="connsiteY4428" fmla="*/ 1828991 h 3505200"/>
              <a:gd name="connsiteX4429" fmla="*/ 1371791 w 3505200"/>
              <a:gd name="connsiteY4429" fmla="*/ 1850136 h 3505200"/>
              <a:gd name="connsiteX4430" fmla="*/ 1447991 w 3505200"/>
              <a:gd name="connsiteY4430" fmla="*/ 1851374 h 3505200"/>
              <a:gd name="connsiteX4431" fmla="*/ 1470374 w 3505200"/>
              <a:gd name="connsiteY4431" fmla="*/ 1828991 h 3505200"/>
              <a:gd name="connsiteX4432" fmla="*/ 1447991 w 3505200"/>
              <a:gd name="connsiteY4432" fmla="*/ 1806607 h 3505200"/>
              <a:gd name="connsiteX4433" fmla="*/ 1425607 w 3505200"/>
              <a:gd name="connsiteY4433" fmla="*/ 1828991 h 3505200"/>
              <a:gd name="connsiteX4434" fmla="*/ 1447991 w 3505200"/>
              <a:gd name="connsiteY4434" fmla="*/ 1851374 h 3505200"/>
              <a:gd name="connsiteX4435" fmla="*/ 1524191 w 3505200"/>
              <a:gd name="connsiteY4435" fmla="*/ 1852422 h 3505200"/>
              <a:gd name="connsiteX4436" fmla="*/ 1547622 w 3505200"/>
              <a:gd name="connsiteY4436" fmla="*/ 1828991 h 3505200"/>
              <a:gd name="connsiteX4437" fmla="*/ 1524191 w 3505200"/>
              <a:gd name="connsiteY4437" fmla="*/ 1805559 h 3505200"/>
              <a:gd name="connsiteX4438" fmla="*/ 1500759 w 3505200"/>
              <a:gd name="connsiteY4438" fmla="*/ 1828991 h 3505200"/>
              <a:gd name="connsiteX4439" fmla="*/ 1524191 w 3505200"/>
              <a:gd name="connsiteY4439" fmla="*/ 1852422 h 3505200"/>
              <a:gd name="connsiteX4440" fmla="*/ 1600391 w 3505200"/>
              <a:gd name="connsiteY4440" fmla="*/ 1853565 h 3505200"/>
              <a:gd name="connsiteX4441" fmla="*/ 1624870 w 3505200"/>
              <a:gd name="connsiteY4441" fmla="*/ 1829086 h 3505200"/>
              <a:gd name="connsiteX4442" fmla="*/ 1600391 w 3505200"/>
              <a:gd name="connsiteY4442" fmla="*/ 1804607 h 3505200"/>
              <a:gd name="connsiteX4443" fmla="*/ 1575911 w 3505200"/>
              <a:gd name="connsiteY4443" fmla="*/ 1829086 h 3505200"/>
              <a:gd name="connsiteX4444" fmla="*/ 1600391 w 3505200"/>
              <a:gd name="connsiteY4444" fmla="*/ 1853565 h 3505200"/>
              <a:gd name="connsiteX4445" fmla="*/ 1676591 w 3505200"/>
              <a:gd name="connsiteY4445" fmla="*/ 1854613 h 3505200"/>
              <a:gd name="connsiteX4446" fmla="*/ 1702118 w 3505200"/>
              <a:gd name="connsiteY4446" fmla="*/ 1829086 h 3505200"/>
              <a:gd name="connsiteX4447" fmla="*/ 1676591 w 3505200"/>
              <a:gd name="connsiteY4447" fmla="*/ 1803559 h 3505200"/>
              <a:gd name="connsiteX4448" fmla="*/ 1651064 w 3505200"/>
              <a:gd name="connsiteY4448" fmla="*/ 1829086 h 3505200"/>
              <a:gd name="connsiteX4449" fmla="*/ 1676591 w 3505200"/>
              <a:gd name="connsiteY4449" fmla="*/ 1854613 h 3505200"/>
              <a:gd name="connsiteX4450" fmla="*/ 1752791 w 3505200"/>
              <a:gd name="connsiteY4450" fmla="*/ 1854994 h 3505200"/>
              <a:gd name="connsiteX4451" fmla="*/ 1778794 w 3505200"/>
              <a:gd name="connsiteY4451" fmla="*/ 1828991 h 3505200"/>
              <a:gd name="connsiteX4452" fmla="*/ 1752791 w 3505200"/>
              <a:gd name="connsiteY4452" fmla="*/ 1802987 h 3505200"/>
              <a:gd name="connsiteX4453" fmla="*/ 1726787 w 3505200"/>
              <a:gd name="connsiteY4453" fmla="*/ 1828991 h 3505200"/>
              <a:gd name="connsiteX4454" fmla="*/ 1752791 w 3505200"/>
              <a:gd name="connsiteY4454" fmla="*/ 1854994 h 3505200"/>
              <a:gd name="connsiteX4455" fmla="*/ 1828991 w 3505200"/>
              <a:gd name="connsiteY4455" fmla="*/ 1854613 h 3505200"/>
              <a:gd name="connsiteX4456" fmla="*/ 1854518 w 3505200"/>
              <a:gd name="connsiteY4456" fmla="*/ 1829086 h 3505200"/>
              <a:gd name="connsiteX4457" fmla="*/ 1828991 w 3505200"/>
              <a:gd name="connsiteY4457" fmla="*/ 1803559 h 3505200"/>
              <a:gd name="connsiteX4458" fmla="*/ 1803464 w 3505200"/>
              <a:gd name="connsiteY4458" fmla="*/ 1829086 h 3505200"/>
              <a:gd name="connsiteX4459" fmla="*/ 1828991 w 3505200"/>
              <a:gd name="connsiteY4459" fmla="*/ 1854613 h 3505200"/>
              <a:gd name="connsiteX4460" fmla="*/ 1905191 w 3505200"/>
              <a:gd name="connsiteY4460" fmla="*/ 1853756 h 3505200"/>
              <a:gd name="connsiteX4461" fmla="*/ 1929956 w 3505200"/>
              <a:gd name="connsiteY4461" fmla="*/ 1828991 h 3505200"/>
              <a:gd name="connsiteX4462" fmla="*/ 1905191 w 3505200"/>
              <a:gd name="connsiteY4462" fmla="*/ 1804226 h 3505200"/>
              <a:gd name="connsiteX4463" fmla="*/ 1880426 w 3505200"/>
              <a:gd name="connsiteY4463" fmla="*/ 1828991 h 3505200"/>
              <a:gd name="connsiteX4464" fmla="*/ 1905191 w 3505200"/>
              <a:gd name="connsiteY4464" fmla="*/ 1853756 h 3505200"/>
              <a:gd name="connsiteX4465" fmla="*/ 1981391 w 3505200"/>
              <a:gd name="connsiteY4465" fmla="*/ 1852708 h 3505200"/>
              <a:gd name="connsiteX4466" fmla="*/ 2005013 w 3505200"/>
              <a:gd name="connsiteY4466" fmla="*/ 1829086 h 3505200"/>
              <a:gd name="connsiteX4467" fmla="*/ 1981391 w 3505200"/>
              <a:gd name="connsiteY4467" fmla="*/ 1805464 h 3505200"/>
              <a:gd name="connsiteX4468" fmla="*/ 1957768 w 3505200"/>
              <a:gd name="connsiteY4468" fmla="*/ 1829086 h 3505200"/>
              <a:gd name="connsiteX4469" fmla="*/ 1981391 w 3505200"/>
              <a:gd name="connsiteY4469" fmla="*/ 1852708 h 3505200"/>
              <a:gd name="connsiteX4470" fmla="*/ 2057591 w 3505200"/>
              <a:gd name="connsiteY4470" fmla="*/ 1851374 h 3505200"/>
              <a:gd name="connsiteX4471" fmla="*/ 2079974 w 3505200"/>
              <a:gd name="connsiteY4471" fmla="*/ 1828991 h 3505200"/>
              <a:gd name="connsiteX4472" fmla="*/ 2057591 w 3505200"/>
              <a:gd name="connsiteY4472" fmla="*/ 1806607 h 3505200"/>
              <a:gd name="connsiteX4473" fmla="*/ 2035207 w 3505200"/>
              <a:gd name="connsiteY4473" fmla="*/ 1828991 h 3505200"/>
              <a:gd name="connsiteX4474" fmla="*/ 2057591 w 3505200"/>
              <a:gd name="connsiteY4474" fmla="*/ 1851374 h 3505200"/>
              <a:gd name="connsiteX4475" fmla="*/ 2133791 w 3505200"/>
              <a:gd name="connsiteY4475" fmla="*/ 1850327 h 3505200"/>
              <a:gd name="connsiteX4476" fmla="*/ 2155127 w 3505200"/>
              <a:gd name="connsiteY4476" fmla="*/ 1828991 h 3505200"/>
              <a:gd name="connsiteX4477" fmla="*/ 2133791 w 3505200"/>
              <a:gd name="connsiteY4477" fmla="*/ 1807655 h 3505200"/>
              <a:gd name="connsiteX4478" fmla="*/ 2112455 w 3505200"/>
              <a:gd name="connsiteY4478" fmla="*/ 1828991 h 3505200"/>
              <a:gd name="connsiteX4479" fmla="*/ 2133791 w 3505200"/>
              <a:gd name="connsiteY4479" fmla="*/ 1850327 h 3505200"/>
              <a:gd name="connsiteX4480" fmla="*/ 2209991 w 3505200"/>
              <a:gd name="connsiteY4480" fmla="*/ 1849088 h 3505200"/>
              <a:gd name="connsiteX4481" fmla="*/ 2230088 w 3505200"/>
              <a:gd name="connsiteY4481" fmla="*/ 1828991 h 3505200"/>
              <a:gd name="connsiteX4482" fmla="*/ 2209991 w 3505200"/>
              <a:gd name="connsiteY4482" fmla="*/ 1808893 h 3505200"/>
              <a:gd name="connsiteX4483" fmla="*/ 2189893 w 3505200"/>
              <a:gd name="connsiteY4483" fmla="*/ 1828991 h 3505200"/>
              <a:gd name="connsiteX4484" fmla="*/ 2209991 w 3505200"/>
              <a:gd name="connsiteY4484" fmla="*/ 1849088 h 3505200"/>
              <a:gd name="connsiteX4485" fmla="*/ 2286191 w 3505200"/>
              <a:gd name="connsiteY4485" fmla="*/ 1848041 h 3505200"/>
              <a:gd name="connsiteX4486" fmla="*/ 2305241 w 3505200"/>
              <a:gd name="connsiteY4486" fmla="*/ 1828991 h 3505200"/>
              <a:gd name="connsiteX4487" fmla="*/ 2286191 w 3505200"/>
              <a:gd name="connsiteY4487" fmla="*/ 1809941 h 3505200"/>
              <a:gd name="connsiteX4488" fmla="*/ 2267141 w 3505200"/>
              <a:gd name="connsiteY4488" fmla="*/ 1828991 h 3505200"/>
              <a:gd name="connsiteX4489" fmla="*/ 2286191 w 3505200"/>
              <a:gd name="connsiteY4489" fmla="*/ 1848041 h 3505200"/>
              <a:gd name="connsiteX4490" fmla="*/ 2362391 w 3505200"/>
              <a:gd name="connsiteY4490" fmla="*/ 1846802 h 3505200"/>
              <a:gd name="connsiteX4491" fmla="*/ 2380107 w 3505200"/>
              <a:gd name="connsiteY4491" fmla="*/ 1829086 h 3505200"/>
              <a:gd name="connsiteX4492" fmla="*/ 2362391 w 3505200"/>
              <a:gd name="connsiteY4492" fmla="*/ 1811369 h 3505200"/>
              <a:gd name="connsiteX4493" fmla="*/ 2344674 w 3505200"/>
              <a:gd name="connsiteY4493" fmla="*/ 1829086 h 3505200"/>
              <a:gd name="connsiteX4494" fmla="*/ 2362391 w 3505200"/>
              <a:gd name="connsiteY4494" fmla="*/ 1846802 h 3505200"/>
              <a:gd name="connsiteX4495" fmla="*/ 2438591 w 3505200"/>
              <a:gd name="connsiteY4495" fmla="*/ 1845659 h 3505200"/>
              <a:gd name="connsiteX4496" fmla="*/ 2455259 w 3505200"/>
              <a:gd name="connsiteY4496" fmla="*/ 1828991 h 3505200"/>
              <a:gd name="connsiteX4497" fmla="*/ 2438591 w 3505200"/>
              <a:gd name="connsiteY4497" fmla="*/ 1812322 h 3505200"/>
              <a:gd name="connsiteX4498" fmla="*/ 2421922 w 3505200"/>
              <a:gd name="connsiteY4498" fmla="*/ 1828991 h 3505200"/>
              <a:gd name="connsiteX4499" fmla="*/ 2438591 w 3505200"/>
              <a:gd name="connsiteY4499" fmla="*/ 1845659 h 3505200"/>
              <a:gd name="connsiteX4500" fmla="*/ 2514791 w 3505200"/>
              <a:gd name="connsiteY4500" fmla="*/ 1844421 h 3505200"/>
              <a:gd name="connsiteX4501" fmla="*/ 2530221 w 3505200"/>
              <a:gd name="connsiteY4501" fmla="*/ 1828991 h 3505200"/>
              <a:gd name="connsiteX4502" fmla="*/ 2514791 w 3505200"/>
              <a:gd name="connsiteY4502" fmla="*/ 1813560 h 3505200"/>
              <a:gd name="connsiteX4503" fmla="*/ 2499360 w 3505200"/>
              <a:gd name="connsiteY4503" fmla="*/ 1828991 h 3505200"/>
              <a:gd name="connsiteX4504" fmla="*/ 2514791 w 3505200"/>
              <a:gd name="connsiteY4504" fmla="*/ 1844421 h 3505200"/>
              <a:gd name="connsiteX4505" fmla="*/ 2590991 w 3505200"/>
              <a:gd name="connsiteY4505" fmla="*/ 1843373 h 3505200"/>
              <a:gd name="connsiteX4506" fmla="*/ 2605373 w 3505200"/>
              <a:gd name="connsiteY4506" fmla="*/ 1828991 h 3505200"/>
              <a:gd name="connsiteX4507" fmla="*/ 2590991 w 3505200"/>
              <a:gd name="connsiteY4507" fmla="*/ 1814608 h 3505200"/>
              <a:gd name="connsiteX4508" fmla="*/ 2576608 w 3505200"/>
              <a:gd name="connsiteY4508" fmla="*/ 1828991 h 3505200"/>
              <a:gd name="connsiteX4509" fmla="*/ 2590991 w 3505200"/>
              <a:gd name="connsiteY4509" fmla="*/ 1843373 h 3505200"/>
              <a:gd name="connsiteX4510" fmla="*/ 2667191 w 3505200"/>
              <a:gd name="connsiteY4510" fmla="*/ 1842135 h 3505200"/>
              <a:gd name="connsiteX4511" fmla="*/ 2680335 w 3505200"/>
              <a:gd name="connsiteY4511" fmla="*/ 1828991 h 3505200"/>
              <a:gd name="connsiteX4512" fmla="*/ 2667191 w 3505200"/>
              <a:gd name="connsiteY4512" fmla="*/ 1815846 h 3505200"/>
              <a:gd name="connsiteX4513" fmla="*/ 2654046 w 3505200"/>
              <a:gd name="connsiteY4513" fmla="*/ 1828991 h 3505200"/>
              <a:gd name="connsiteX4514" fmla="*/ 2667191 w 3505200"/>
              <a:gd name="connsiteY4514" fmla="*/ 1842135 h 3505200"/>
              <a:gd name="connsiteX4515" fmla="*/ 2743391 w 3505200"/>
              <a:gd name="connsiteY4515" fmla="*/ 1841087 h 3505200"/>
              <a:gd name="connsiteX4516" fmla="*/ 2755392 w 3505200"/>
              <a:gd name="connsiteY4516" fmla="*/ 1829086 h 3505200"/>
              <a:gd name="connsiteX4517" fmla="*/ 2743391 w 3505200"/>
              <a:gd name="connsiteY4517" fmla="*/ 1817084 h 3505200"/>
              <a:gd name="connsiteX4518" fmla="*/ 2731389 w 3505200"/>
              <a:gd name="connsiteY4518" fmla="*/ 1829086 h 3505200"/>
              <a:gd name="connsiteX4519" fmla="*/ 2743391 w 3505200"/>
              <a:gd name="connsiteY4519" fmla="*/ 1841087 h 3505200"/>
              <a:gd name="connsiteX4520" fmla="*/ 2819591 w 3505200"/>
              <a:gd name="connsiteY4520" fmla="*/ 1839754 h 3505200"/>
              <a:gd name="connsiteX4521" fmla="*/ 2830354 w 3505200"/>
              <a:gd name="connsiteY4521" fmla="*/ 1828991 h 3505200"/>
              <a:gd name="connsiteX4522" fmla="*/ 2819591 w 3505200"/>
              <a:gd name="connsiteY4522" fmla="*/ 1818227 h 3505200"/>
              <a:gd name="connsiteX4523" fmla="*/ 2808828 w 3505200"/>
              <a:gd name="connsiteY4523" fmla="*/ 1828991 h 3505200"/>
              <a:gd name="connsiteX4524" fmla="*/ 2819591 w 3505200"/>
              <a:gd name="connsiteY4524" fmla="*/ 1839754 h 3505200"/>
              <a:gd name="connsiteX4525" fmla="*/ 2895791 w 3505200"/>
              <a:gd name="connsiteY4525" fmla="*/ 1838706 h 3505200"/>
              <a:gd name="connsiteX4526" fmla="*/ 2905506 w 3505200"/>
              <a:gd name="connsiteY4526" fmla="*/ 1828991 h 3505200"/>
              <a:gd name="connsiteX4527" fmla="*/ 2895791 w 3505200"/>
              <a:gd name="connsiteY4527" fmla="*/ 1819275 h 3505200"/>
              <a:gd name="connsiteX4528" fmla="*/ 2886075 w 3505200"/>
              <a:gd name="connsiteY4528" fmla="*/ 1828991 h 3505200"/>
              <a:gd name="connsiteX4529" fmla="*/ 2895791 w 3505200"/>
              <a:gd name="connsiteY4529" fmla="*/ 1838706 h 3505200"/>
              <a:gd name="connsiteX4530" fmla="*/ 2971991 w 3505200"/>
              <a:gd name="connsiteY4530" fmla="*/ 1837468 h 3505200"/>
              <a:gd name="connsiteX4531" fmla="*/ 2980468 w 3505200"/>
              <a:gd name="connsiteY4531" fmla="*/ 1828991 h 3505200"/>
              <a:gd name="connsiteX4532" fmla="*/ 2971991 w 3505200"/>
              <a:gd name="connsiteY4532" fmla="*/ 1820513 h 3505200"/>
              <a:gd name="connsiteX4533" fmla="*/ 2963513 w 3505200"/>
              <a:gd name="connsiteY4533" fmla="*/ 1828991 h 3505200"/>
              <a:gd name="connsiteX4534" fmla="*/ 2971991 w 3505200"/>
              <a:gd name="connsiteY4534" fmla="*/ 1837468 h 3505200"/>
              <a:gd name="connsiteX4535" fmla="*/ 3048191 w 3505200"/>
              <a:gd name="connsiteY4535" fmla="*/ 1836230 h 3505200"/>
              <a:gd name="connsiteX4536" fmla="*/ 3055334 w 3505200"/>
              <a:gd name="connsiteY4536" fmla="*/ 1829086 h 3505200"/>
              <a:gd name="connsiteX4537" fmla="*/ 3048191 w 3505200"/>
              <a:gd name="connsiteY4537" fmla="*/ 1821942 h 3505200"/>
              <a:gd name="connsiteX4538" fmla="*/ 3041047 w 3505200"/>
              <a:gd name="connsiteY4538" fmla="*/ 1829086 h 3505200"/>
              <a:gd name="connsiteX4539" fmla="*/ 3048191 w 3505200"/>
              <a:gd name="connsiteY4539" fmla="*/ 1836230 h 3505200"/>
              <a:gd name="connsiteX4540" fmla="*/ 3124391 w 3505200"/>
              <a:gd name="connsiteY4540" fmla="*/ 1835182 h 3505200"/>
              <a:gd name="connsiteX4541" fmla="*/ 3130487 w 3505200"/>
              <a:gd name="connsiteY4541" fmla="*/ 1829086 h 3505200"/>
              <a:gd name="connsiteX4542" fmla="*/ 3124391 w 3505200"/>
              <a:gd name="connsiteY4542" fmla="*/ 1822990 h 3505200"/>
              <a:gd name="connsiteX4543" fmla="*/ 3118295 w 3505200"/>
              <a:gd name="connsiteY4543" fmla="*/ 1829086 h 3505200"/>
              <a:gd name="connsiteX4544" fmla="*/ 3124391 w 3505200"/>
              <a:gd name="connsiteY4544" fmla="*/ 1835182 h 3505200"/>
              <a:gd name="connsiteX4545" fmla="*/ 3200591 w 3505200"/>
              <a:gd name="connsiteY4545" fmla="*/ 1833848 h 3505200"/>
              <a:gd name="connsiteX4546" fmla="*/ 3205448 w 3505200"/>
              <a:gd name="connsiteY4546" fmla="*/ 1828991 h 3505200"/>
              <a:gd name="connsiteX4547" fmla="*/ 3200591 w 3505200"/>
              <a:gd name="connsiteY4547" fmla="*/ 1824133 h 3505200"/>
              <a:gd name="connsiteX4548" fmla="*/ 3195733 w 3505200"/>
              <a:gd name="connsiteY4548" fmla="*/ 1828991 h 3505200"/>
              <a:gd name="connsiteX4549" fmla="*/ 3200591 w 3505200"/>
              <a:gd name="connsiteY4549" fmla="*/ 1833848 h 3505200"/>
              <a:gd name="connsiteX4550" fmla="*/ 3276791 w 3505200"/>
              <a:gd name="connsiteY4550" fmla="*/ 1832801 h 3505200"/>
              <a:gd name="connsiteX4551" fmla="*/ 3280601 w 3505200"/>
              <a:gd name="connsiteY4551" fmla="*/ 1828991 h 3505200"/>
              <a:gd name="connsiteX4552" fmla="*/ 3276791 w 3505200"/>
              <a:gd name="connsiteY4552" fmla="*/ 1825181 h 3505200"/>
              <a:gd name="connsiteX4553" fmla="*/ 3272981 w 3505200"/>
              <a:gd name="connsiteY4553" fmla="*/ 1828991 h 3505200"/>
              <a:gd name="connsiteX4554" fmla="*/ 3276791 w 3505200"/>
              <a:gd name="connsiteY4554" fmla="*/ 1832801 h 3505200"/>
              <a:gd name="connsiteX4555" fmla="*/ 3352991 w 3505200"/>
              <a:gd name="connsiteY4555" fmla="*/ 1831562 h 3505200"/>
              <a:gd name="connsiteX4556" fmla="*/ 3355562 w 3505200"/>
              <a:gd name="connsiteY4556" fmla="*/ 1828991 h 3505200"/>
              <a:gd name="connsiteX4557" fmla="*/ 3352991 w 3505200"/>
              <a:gd name="connsiteY4557" fmla="*/ 1826419 h 3505200"/>
              <a:gd name="connsiteX4558" fmla="*/ 3350419 w 3505200"/>
              <a:gd name="connsiteY4558" fmla="*/ 1828991 h 3505200"/>
              <a:gd name="connsiteX4559" fmla="*/ 3352991 w 3505200"/>
              <a:gd name="connsiteY4559" fmla="*/ 1831562 h 3505200"/>
              <a:gd name="connsiteX4560" fmla="*/ 3429191 w 3505200"/>
              <a:gd name="connsiteY4560" fmla="*/ 1830514 h 3505200"/>
              <a:gd name="connsiteX4561" fmla="*/ 3430715 w 3505200"/>
              <a:gd name="connsiteY4561" fmla="*/ 1828991 h 3505200"/>
              <a:gd name="connsiteX4562" fmla="*/ 3429191 w 3505200"/>
              <a:gd name="connsiteY4562" fmla="*/ 1827467 h 3505200"/>
              <a:gd name="connsiteX4563" fmla="*/ 3427666 w 3505200"/>
              <a:gd name="connsiteY4563" fmla="*/ 1828991 h 3505200"/>
              <a:gd name="connsiteX4564" fmla="*/ 3429191 w 3505200"/>
              <a:gd name="connsiteY4564" fmla="*/ 1830514 h 3505200"/>
              <a:gd name="connsiteX4565" fmla="*/ 3505391 w 3505200"/>
              <a:gd name="connsiteY4565" fmla="*/ 1829181 h 3505200"/>
              <a:gd name="connsiteX4566" fmla="*/ 3505581 w 3505200"/>
              <a:gd name="connsiteY4566" fmla="*/ 1828991 h 3505200"/>
              <a:gd name="connsiteX4567" fmla="*/ 3505391 w 3505200"/>
              <a:gd name="connsiteY4567" fmla="*/ 1828800 h 3505200"/>
              <a:gd name="connsiteX4568" fmla="*/ 3505200 w 3505200"/>
              <a:gd name="connsiteY4568" fmla="*/ 1828991 h 3505200"/>
              <a:gd name="connsiteX4569" fmla="*/ 3505391 w 3505200"/>
              <a:gd name="connsiteY4569" fmla="*/ 1829181 h 3505200"/>
              <a:gd name="connsiteX4570" fmla="*/ 191 w 3505200"/>
              <a:gd name="connsiteY4570" fmla="*/ 1905381 h 3505200"/>
              <a:gd name="connsiteX4571" fmla="*/ 381 w 3505200"/>
              <a:gd name="connsiteY4571" fmla="*/ 1905191 h 3505200"/>
              <a:gd name="connsiteX4572" fmla="*/ 191 w 3505200"/>
              <a:gd name="connsiteY4572" fmla="*/ 1905000 h 3505200"/>
              <a:gd name="connsiteX4573" fmla="*/ 0 w 3505200"/>
              <a:gd name="connsiteY4573" fmla="*/ 1905191 h 3505200"/>
              <a:gd name="connsiteX4574" fmla="*/ 191 w 3505200"/>
              <a:gd name="connsiteY4574" fmla="*/ 1905381 h 3505200"/>
              <a:gd name="connsiteX4575" fmla="*/ 76391 w 3505200"/>
              <a:gd name="connsiteY4575" fmla="*/ 1906524 h 3505200"/>
              <a:gd name="connsiteX4576" fmla="*/ 77629 w 3505200"/>
              <a:gd name="connsiteY4576" fmla="*/ 1905286 h 3505200"/>
              <a:gd name="connsiteX4577" fmla="*/ 76391 w 3505200"/>
              <a:gd name="connsiteY4577" fmla="*/ 1904048 h 3505200"/>
              <a:gd name="connsiteX4578" fmla="*/ 75152 w 3505200"/>
              <a:gd name="connsiteY4578" fmla="*/ 1905286 h 3505200"/>
              <a:gd name="connsiteX4579" fmla="*/ 76391 w 3505200"/>
              <a:gd name="connsiteY4579" fmla="*/ 1906524 h 3505200"/>
              <a:gd name="connsiteX4580" fmla="*/ 152591 w 3505200"/>
              <a:gd name="connsiteY4580" fmla="*/ 1907572 h 3505200"/>
              <a:gd name="connsiteX4581" fmla="*/ 154877 w 3505200"/>
              <a:gd name="connsiteY4581" fmla="*/ 1905286 h 3505200"/>
              <a:gd name="connsiteX4582" fmla="*/ 152591 w 3505200"/>
              <a:gd name="connsiteY4582" fmla="*/ 1903000 h 3505200"/>
              <a:gd name="connsiteX4583" fmla="*/ 150305 w 3505200"/>
              <a:gd name="connsiteY4583" fmla="*/ 1905286 h 3505200"/>
              <a:gd name="connsiteX4584" fmla="*/ 152591 w 3505200"/>
              <a:gd name="connsiteY4584" fmla="*/ 1907572 h 3505200"/>
              <a:gd name="connsiteX4585" fmla="*/ 228791 w 3505200"/>
              <a:gd name="connsiteY4585" fmla="*/ 1908810 h 3505200"/>
              <a:gd name="connsiteX4586" fmla="*/ 232410 w 3505200"/>
              <a:gd name="connsiteY4586" fmla="*/ 1905191 h 3505200"/>
              <a:gd name="connsiteX4587" fmla="*/ 228791 w 3505200"/>
              <a:gd name="connsiteY4587" fmla="*/ 1901571 h 3505200"/>
              <a:gd name="connsiteX4588" fmla="*/ 225171 w 3505200"/>
              <a:gd name="connsiteY4588" fmla="*/ 1905191 h 3505200"/>
              <a:gd name="connsiteX4589" fmla="*/ 228791 w 3505200"/>
              <a:gd name="connsiteY4589" fmla="*/ 1908810 h 3505200"/>
              <a:gd name="connsiteX4590" fmla="*/ 304991 w 3505200"/>
              <a:gd name="connsiteY4590" fmla="*/ 1909858 h 3505200"/>
              <a:gd name="connsiteX4591" fmla="*/ 309658 w 3505200"/>
              <a:gd name="connsiteY4591" fmla="*/ 1905191 h 3505200"/>
              <a:gd name="connsiteX4592" fmla="*/ 304991 w 3505200"/>
              <a:gd name="connsiteY4592" fmla="*/ 1900523 h 3505200"/>
              <a:gd name="connsiteX4593" fmla="*/ 300323 w 3505200"/>
              <a:gd name="connsiteY4593" fmla="*/ 1905191 h 3505200"/>
              <a:gd name="connsiteX4594" fmla="*/ 304991 w 3505200"/>
              <a:gd name="connsiteY4594" fmla="*/ 1909858 h 3505200"/>
              <a:gd name="connsiteX4595" fmla="*/ 381191 w 3505200"/>
              <a:gd name="connsiteY4595" fmla="*/ 1911096 h 3505200"/>
              <a:gd name="connsiteX4596" fmla="*/ 387096 w 3505200"/>
              <a:gd name="connsiteY4596" fmla="*/ 1905191 h 3505200"/>
              <a:gd name="connsiteX4597" fmla="*/ 381191 w 3505200"/>
              <a:gd name="connsiteY4597" fmla="*/ 1899285 h 3505200"/>
              <a:gd name="connsiteX4598" fmla="*/ 375285 w 3505200"/>
              <a:gd name="connsiteY4598" fmla="*/ 1905191 h 3505200"/>
              <a:gd name="connsiteX4599" fmla="*/ 381191 w 3505200"/>
              <a:gd name="connsiteY4599" fmla="*/ 1911096 h 3505200"/>
              <a:gd name="connsiteX4600" fmla="*/ 457391 w 3505200"/>
              <a:gd name="connsiteY4600" fmla="*/ 1912144 h 3505200"/>
              <a:gd name="connsiteX4601" fmla="*/ 464344 w 3505200"/>
              <a:gd name="connsiteY4601" fmla="*/ 1905191 h 3505200"/>
              <a:gd name="connsiteX4602" fmla="*/ 457391 w 3505200"/>
              <a:gd name="connsiteY4602" fmla="*/ 1898237 h 3505200"/>
              <a:gd name="connsiteX4603" fmla="*/ 450437 w 3505200"/>
              <a:gd name="connsiteY4603" fmla="*/ 1905191 h 3505200"/>
              <a:gd name="connsiteX4604" fmla="*/ 457391 w 3505200"/>
              <a:gd name="connsiteY4604" fmla="*/ 1912144 h 3505200"/>
              <a:gd name="connsiteX4605" fmla="*/ 533591 w 3505200"/>
              <a:gd name="connsiteY4605" fmla="*/ 1913287 h 3505200"/>
              <a:gd name="connsiteX4606" fmla="*/ 541592 w 3505200"/>
              <a:gd name="connsiteY4606" fmla="*/ 1905286 h 3505200"/>
              <a:gd name="connsiteX4607" fmla="*/ 533591 w 3505200"/>
              <a:gd name="connsiteY4607" fmla="*/ 1897285 h 3505200"/>
              <a:gd name="connsiteX4608" fmla="*/ 525590 w 3505200"/>
              <a:gd name="connsiteY4608" fmla="*/ 1905286 h 3505200"/>
              <a:gd name="connsiteX4609" fmla="*/ 533591 w 3505200"/>
              <a:gd name="connsiteY4609" fmla="*/ 1913287 h 3505200"/>
              <a:gd name="connsiteX4610" fmla="*/ 609790 w 3505200"/>
              <a:gd name="connsiteY4610" fmla="*/ 1914525 h 3505200"/>
              <a:gd name="connsiteX4611" fmla="*/ 619125 w 3505200"/>
              <a:gd name="connsiteY4611" fmla="*/ 1905191 h 3505200"/>
              <a:gd name="connsiteX4612" fmla="*/ 609790 w 3505200"/>
              <a:gd name="connsiteY4612" fmla="*/ 1895856 h 3505200"/>
              <a:gd name="connsiteX4613" fmla="*/ 600456 w 3505200"/>
              <a:gd name="connsiteY4613" fmla="*/ 1905191 h 3505200"/>
              <a:gd name="connsiteX4614" fmla="*/ 609790 w 3505200"/>
              <a:gd name="connsiteY4614" fmla="*/ 1914525 h 3505200"/>
              <a:gd name="connsiteX4615" fmla="*/ 685990 w 3505200"/>
              <a:gd name="connsiteY4615" fmla="*/ 1915763 h 3505200"/>
              <a:gd name="connsiteX4616" fmla="*/ 696563 w 3505200"/>
              <a:gd name="connsiteY4616" fmla="*/ 1905191 h 3505200"/>
              <a:gd name="connsiteX4617" fmla="*/ 685990 w 3505200"/>
              <a:gd name="connsiteY4617" fmla="*/ 1894618 h 3505200"/>
              <a:gd name="connsiteX4618" fmla="*/ 675418 w 3505200"/>
              <a:gd name="connsiteY4618" fmla="*/ 1905191 h 3505200"/>
              <a:gd name="connsiteX4619" fmla="*/ 685990 w 3505200"/>
              <a:gd name="connsiteY4619" fmla="*/ 1915763 h 3505200"/>
              <a:gd name="connsiteX4620" fmla="*/ 762190 w 3505200"/>
              <a:gd name="connsiteY4620" fmla="*/ 1916811 h 3505200"/>
              <a:gd name="connsiteX4621" fmla="*/ 773811 w 3505200"/>
              <a:gd name="connsiteY4621" fmla="*/ 1905191 h 3505200"/>
              <a:gd name="connsiteX4622" fmla="*/ 762190 w 3505200"/>
              <a:gd name="connsiteY4622" fmla="*/ 1893570 h 3505200"/>
              <a:gd name="connsiteX4623" fmla="*/ 750570 w 3505200"/>
              <a:gd name="connsiteY4623" fmla="*/ 1905191 h 3505200"/>
              <a:gd name="connsiteX4624" fmla="*/ 762190 w 3505200"/>
              <a:gd name="connsiteY4624" fmla="*/ 1916811 h 3505200"/>
              <a:gd name="connsiteX4625" fmla="*/ 838390 w 3505200"/>
              <a:gd name="connsiteY4625" fmla="*/ 1918145 h 3505200"/>
              <a:gd name="connsiteX4626" fmla="*/ 851249 w 3505200"/>
              <a:gd name="connsiteY4626" fmla="*/ 1905286 h 3505200"/>
              <a:gd name="connsiteX4627" fmla="*/ 838390 w 3505200"/>
              <a:gd name="connsiteY4627" fmla="*/ 1892427 h 3505200"/>
              <a:gd name="connsiteX4628" fmla="*/ 825532 w 3505200"/>
              <a:gd name="connsiteY4628" fmla="*/ 1905286 h 3505200"/>
              <a:gd name="connsiteX4629" fmla="*/ 838390 w 3505200"/>
              <a:gd name="connsiteY4629" fmla="*/ 1918145 h 3505200"/>
              <a:gd name="connsiteX4630" fmla="*/ 914590 w 3505200"/>
              <a:gd name="connsiteY4630" fmla="*/ 1919192 h 3505200"/>
              <a:gd name="connsiteX4631" fmla="*/ 928497 w 3505200"/>
              <a:gd name="connsiteY4631" fmla="*/ 1905286 h 3505200"/>
              <a:gd name="connsiteX4632" fmla="*/ 914590 w 3505200"/>
              <a:gd name="connsiteY4632" fmla="*/ 1891379 h 3505200"/>
              <a:gd name="connsiteX4633" fmla="*/ 900684 w 3505200"/>
              <a:gd name="connsiteY4633" fmla="*/ 1905286 h 3505200"/>
              <a:gd name="connsiteX4634" fmla="*/ 914590 w 3505200"/>
              <a:gd name="connsiteY4634" fmla="*/ 1919192 h 3505200"/>
              <a:gd name="connsiteX4635" fmla="*/ 990790 w 3505200"/>
              <a:gd name="connsiteY4635" fmla="*/ 1920431 h 3505200"/>
              <a:gd name="connsiteX4636" fmla="*/ 1006031 w 3505200"/>
              <a:gd name="connsiteY4636" fmla="*/ 1905191 h 3505200"/>
              <a:gd name="connsiteX4637" fmla="*/ 990790 w 3505200"/>
              <a:gd name="connsiteY4637" fmla="*/ 1889951 h 3505200"/>
              <a:gd name="connsiteX4638" fmla="*/ 975551 w 3505200"/>
              <a:gd name="connsiteY4638" fmla="*/ 1905191 h 3505200"/>
              <a:gd name="connsiteX4639" fmla="*/ 990790 w 3505200"/>
              <a:gd name="connsiteY4639" fmla="*/ 1920431 h 3505200"/>
              <a:gd name="connsiteX4640" fmla="*/ 1066991 w 3505200"/>
              <a:gd name="connsiteY4640" fmla="*/ 1921478 h 3505200"/>
              <a:gd name="connsiteX4641" fmla="*/ 1083278 w 3505200"/>
              <a:gd name="connsiteY4641" fmla="*/ 1905191 h 3505200"/>
              <a:gd name="connsiteX4642" fmla="*/ 1066991 w 3505200"/>
              <a:gd name="connsiteY4642" fmla="*/ 1888903 h 3505200"/>
              <a:gd name="connsiteX4643" fmla="*/ 1050703 w 3505200"/>
              <a:gd name="connsiteY4643" fmla="*/ 1905191 h 3505200"/>
              <a:gd name="connsiteX4644" fmla="*/ 1066991 w 3505200"/>
              <a:gd name="connsiteY4644" fmla="*/ 1921478 h 3505200"/>
              <a:gd name="connsiteX4645" fmla="*/ 1143191 w 3505200"/>
              <a:gd name="connsiteY4645" fmla="*/ 1922717 h 3505200"/>
              <a:gd name="connsiteX4646" fmla="*/ 1160717 w 3505200"/>
              <a:gd name="connsiteY4646" fmla="*/ 1905191 h 3505200"/>
              <a:gd name="connsiteX4647" fmla="*/ 1143191 w 3505200"/>
              <a:gd name="connsiteY4647" fmla="*/ 1887664 h 3505200"/>
              <a:gd name="connsiteX4648" fmla="*/ 1125665 w 3505200"/>
              <a:gd name="connsiteY4648" fmla="*/ 1905191 h 3505200"/>
              <a:gd name="connsiteX4649" fmla="*/ 1143191 w 3505200"/>
              <a:gd name="connsiteY4649" fmla="*/ 1922717 h 3505200"/>
              <a:gd name="connsiteX4650" fmla="*/ 1219391 w 3505200"/>
              <a:gd name="connsiteY4650" fmla="*/ 1923764 h 3505200"/>
              <a:gd name="connsiteX4651" fmla="*/ 1237964 w 3505200"/>
              <a:gd name="connsiteY4651" fmla="*/ 1905191 h 3505200"/>
              <a:gd name="connsiteX4652" fmla="*/ 1219391 w 3505200"/>
              <a:gd name="connsiteY4652" fmla="*/ 1886617 h 3505200"/>
              <a:gd name="connsiteX4653" fmla="*/ 1200817 w 3505200"/>
              <a:gd name="connsiteY4653" fmla="*/ 1905191 h 3505200"/>
              <a:gd name="connsiteX4654" fmla="*/ 1219391 w 3505200"/>
              <a:gd name="connsiteY4654" fmla="*/ 1923764 h 3505200"/>
              <a:gd name="connsiteX4655" fmla="*/ 1295591 w 3505200"/>
              <a:gd name="connsiteY4655" fmla="*/ 1925098 h 3505200"/>
              <a:gd name="connsiteX4656" fmla="*/ 1315498 w 3505200"/>
              <a:gd name="connsiteY4656" fmla="*/ 1905191 h 3505200"/>
              <a:gd name="connsiteX4657" fmla="*/ 1295591 w 3505200"/>
              <a:gd name="connsiteY4657" fmla="*/ 1885283 h 3505200"/>
              <a:gd name="connsiteX4658" fmla="*/ 1275683 w 3505200"/>
              <a:gd name="connsiteY4658" fmla="*/ 1905191 h 3505200"/>
              <a:gd name="connsiteX4659" fmla="*/ 1295591 w 3505200"/>
              <a:gd name="connsiteY4659" fmla="*/ 1925098 h 3505200"/>
              <a:gd name="connsiteX4660" fmla="*/ 1371791 w 3505200"/>
              <a:gd name="connsiteY4660" fmla="*/ 1926146 h 3505200"/>
              <a:gd name="connsiteX4661" fmla="*/ 1392746 w 3505200"/>
              <a:gd name="connsiteY4661" fmla="*/ 1905191 h 3505200"/>
              <a:gd name="connsiteX4662" fmla="*/ 1371791 w 3505200"/>
              <a:gd name="connsiteY4662" fmla="*/ 1884236 h 3505200"/>
              <a:gd name="connsiteX4663" fmla="*/ 1350836 w 3505200"/>
              <a:gd name="connsiteY4663" fmla="*/ 1905191 h 3505200"/>
              <a:gd name="connsiteX4664" fmla="*/ 1371791 w 3505200"/>
              <a:gd name="connsiteY4664" fmla="*/ 1926146 h 3505200"/>
              <a:gd name="connsiteX4665" fmla="*/ 1447991 w 3505200"/>
              <a:gd name="connsiteY4665" fmla="*/ 1927193 h 3505200"/>
              <a:gd name="connsiteX4666" fmla="*/ 1469993 w 3505200"/>
              <a:gd name="connsiteY4666" fmla="*/ 1905191 h 3505200"/>
              <a:gd name="connsiteX4667" fmla="*/ 1447991 w 3505200"/>
              <a:gd name="connsiteY4667" fmla="*/ 1883188 h 3505200"/>
              <a:gd name="connsiteX4668" fmla="*/ 1425988 w 3505200"/>
              <a:gd name="connsiteY4668" fmla="*/ 1905191 h 3505200"/>
              <a:gd name="connsiteX4669" fmla="*/ 1447991 w 3505200"/>
              <a:gd name="connsiteY4669" fmla="*/ 1927193 h 3505200"/>
              <a:gd name="connsiteX4670" fmla="*/ 1524191 w 3505200"/>
              <a:gd name="connsiteY4670" fmla="*/ 1928241 h 3505200"/>
              <a:gd name="connsiteX4671" fmla="*/ 1547241 w 3505200"/>
              <a:gd name="connsiteY4671" fmla="*/ 1905191 h 3505200"/>
              <a:gd name="connsiteX4672" fmla="*/ 1524191 w 3505200"/>
              <a:gd name="connsiteY4672" fmla="*/ 1882140 h 3505200"/>
              <a:gd name="connsiteX4673" fmla="*/ 1501140 w 3505200"/>
              <a:gd name="connsiteY4673" fmla="*/ 1905191 h 3505200"/>
              <a:gd name="connsiteX4674" fmla="*/ 1524191 w 3505200"/>
              <a:gd name="connsiteY4674" fmla="*/ 1928241 h 3505200"/>
              <a:gd name="connsiteX4675" fmla="*/ 1600391 w 3505200"/>
              <a:gd name="connsiteY4675" fmla="*/ 1929098 h 3505200"/>
              <a:gd name="connsiteX4676" fmla="*/ 1624298 w 3505200"/>
              <a:gd name="connsiteY4676" fmla="*/ 1905191 h 3505200"/>
              <a:gd name="connsiteX4677" fmla="*/ 1600391 w 3505200"/>
              <a:gd name="connsiteY4677" fmla="*/ 1881283 h 3505200"/>
              <a:gd name="connsiteX4678" fmla="*/ 1576483 w 3505200"/>
              <a:gd name="connsiteY4678" fmla="*/ 1905191 h 3505200"/>
              <a:gd name="connsiteX4679" fmla="*/ 1600391 w 3505200"/>
              <a:gd name="connsiteY4679" fmla="*/ 1929098 h 3505200"/>
              <a:gd name="connsiteX4680" fmla="*/ 1676591 w 3505200"/>
              <a:gd name="connsiteY4680" fmla="*/ 1929765 h 3505200"/>
              <a:gd name="connsiteX4681" fmla="*/ 1701070 w 3505200"/>
              <a:gd name="connsiteY4681" fmla="*/ 1905286 h 3505200"/>
              <a:gd name="connsiteX4682" fmla="*/ 1676591 w 3505200"/>
              <a:gd name="connsiteY4682" fmla="*/ 1880807 h 3505200"/>
              <a:gd name="connsiteX4683" fmla="*/ 1652111 w 3505200"/>
              <a:gd name="connsiteY4683" fmla="*/ 1905286 h 3505200"/>
              <a:gd name="connsiteX4684" fmla="*/ 1676591 w 3505200"/>
              <a:gd name="connsiteY4684" fmla="*/ 1929765 h 3505200"/>
              <a:gd name="connsiteX4685" fmla="*/ 1752791 w 3505200"/>
              <a:gd name="connsiteY4685" fmla="*/ 1930146 h 3505200"/>
              <a:gd name="connsiteX4686" fmla="*/ 1777746 w 3505200"/>
              <a:gd name="connsiteY4686" fmla="*/ 1905191 h 3505200"/>
              <a:gd name="connsiteX4687" fmla="*/ 1752791 w 3505200"/>
              <a:gd name="connsiteY4687" fmla="*/ 1880235 h 3505200"/>
              <a:gd name="connsiteX4688" fmla="*/ 1727835 w 3505200"/>
              <a:gd name="connsiteY4688" fmla="*/ 1905191 h 3505200"/>
              <a:gd name="connsiteX4689" fmla="*/ 1752791 w 3505200"/>
              <a:gd name="connsiteY4689" fmla="*/ 1930146 h 3505200"/>
              <a:gd name="connsiteX4690" fmla="*/ 1828991 w 3505200"/>
              <a:gd name="connsiteY4690" fmla="*/ 1929956 h 3505200"/>
              <a:gd name="connsiteX4691" fmla="*/ 1853756 w 3505200"/>
              <a:gd name="connsiteY4691" fmla="*/ 1905191 h 3505200"/>
              <a:gd name="connsiteX4692" fmla="*/ 1828991 w 3505200"/>
              <a:gd name="connsiteY4692" fmla="*/ 1880426 h 3505200"/>
              <a:gd name="connsiteX4693" fmla="*/ 1804226 w 3505200"/>
              <a:gd name="connsiteY4693" fmla="*/ 1905191 h 3505200"/>
              <a:gd name="connsiteX4694" fmla="*/ 1828991 w 3505200"/>
              <a:gd name="connsiteY4694" fmla="*/ 1929956 h 3505200"/>
              <a:gd name="connsiteX4695" fmla="*/ 1905191 w 3505200"/>
              <a:gd name="connsiteY4695" fmla="*/ 1929098 h 3505200"/>
              <a:gd name="connsiteX4696" fmla="*/ 1929098 w 3505200"/>
              <a:gd name="connsiteY4696" fmla="*/ 1905191 h 3505200"/>
              <a:gd name="connsiteX4697" fmla="*/ 1905191 w 3505200"/>
              <a:gd name="connsiteY4697" fmla="*/ 1881283 h 3505200"/>
              <a:gd name="connsiteX4698" fmla="*/ 1881283 w 3505200"/>
              <a:gd name="connsiteY4698" fmla="*/ 1905191 h 3505200"/>
              <a:gd name="connsiteX4699" fmla="*/ 1905191 w 3505200"/>
              <a:gd name="connsiteY4699" fmla="*/ 1929098 h 3505200"/>
              <a:gd name="connsiteX4700" fmla="*/ 1981391 w 3505200"/>
              <a:gd name="connsiteY4700" fmla="*/ 1928241 h 3505200"/>
              <a:gd name="connsiteX4701" fmla="*/ 2004441 w 3505200"/>
              <a:gd name="connsiteY4701" fmla="*/ 1905191 h 3505200"/>
              <a:gd name="connsiteX4702" fmla="*/ 1981391 w 3505200"/>
              <a:gd name="connsiteY4702" fmla="*/ 1882140 h 3505200"/>
              <a:gd name="connsiteX4703" fmla="*/ 1958340 w 3505200"/>
              <a:gd name="connsiteY4703" fmla="*/ 1905191 h 3505200"/>
              <a:gd name="connsiteX4704" fmla="*/ 1981391 w 3505200"/>
              <a:gd name="connsiteY4704" fmla="*/ 1928241 h 3505200"/>
              <a:gd name="connsiteX4705" fmla="*/ 2057591 w 3505200"/>
              <a:gd name="connsiteY4705" fmla="*/ 1927193 h 3505200"/>
              <a:gd name="connsiteX4706" fmla="*/ 2079593 w 3505200"/>
              <a:gd name="connsiteY4706" fmla="*/ 1905191 h 3505200"/>
              <a:gd name="connsiteX4707" fmla="*/ 2057591 w 3505200"/>
              <a:gd name="connsiteY4707" fmla="*/ 1883188 h 3505200"/>
              <a:gd name="connsiteX4708" fmla="*/ 2035588 w 3505200"/>
              <a:gd name="connsiteY4708" fmla="*/ 1905191 h 3505200"/>
              <a:gd name="connsiteX4709" fmla="*/ 2057591 w 3505200"/>
              <a:gd name="connsiteY4709" fmla="*/ 1927193 h 3505200"/>
              <a:gd name="connsiteX4710" fmla="*/ 2133791 w 3505200"/>
              <a:gd name="connsiteY4710" fmla="*/ 1926146 h 3505200"/>
              <a:gd name="connsiteX4711" fmla="*/ 2154746 w 3505200"/>
              <a:gd name="connsiteY4711" fmla="*/ 1905191 h 3505200"/>
              <a:gd name="connsiteX4712" fmla="*/ 2133791 w 3505200"/>
              <a:gd name="connsiteY4712" fmla="*/ 1884236 h 3505200"/>
              <a:gd name="connsiteX4713" fmla="*/ 2112836 w 3505200"/>
              <a:gd name="connsiteY4713" fmla="*/ 1905191 h 3505200"/>
              <a:gd name="connsiteX4714" fmla="*/ 2133791 w 3505200"/>
              <a:gd name="connsiteY4714" fmla="*/ 1926146 h 3505200"/>
              <a:gd name="connsiteX4715" fmla="*/ 2209991 w 3505200"/>
              <a:gd name="connsiteY4715" fmla="*/ 1925098 h 3505200"/>
              <a:gd name="connsiteX4716" fmla="*/ 2229898 w 3505200"/>
              <a:gd name="connsiteY4716" fmla="*/ 1905191 h 3505200"/>
              <a:gd name="connsiteX4717" fmla="*/ 2209991 w 3505200"/>
              <a:gd name="connsiteY4717" fmla="*/ 1885283 h 3505200"/>
              <a:gd name="connsiteX4718" fmla="*/ 2190083 w 3505200"/>
              <a:gd name="connsiteY4718" fmla="*/ 1905191 h 3505200"/>
              <a:gd name="connsiteX4719" fmla="*/ 2209991 w 3505200"/>
              <a:gd name="connsiteY4719" fmla="*/ 1925098 h 3505200"/>
              <a:gd name="connsiteX4720" fmla="*/ 2286191 w 3505200"/>
              <a:gd name="connsiteY4720" fmla="*/ 1924050 h 3505200"/>
              <a:gd name="connsiteX4721" fmla="*/ 2304955 w 3505200"/>
              <a:gd name="connsiteY4721" fmla="*/ 1905286 h 3505200"/>
              <a:gd name="connsiteX4722" fmla="*/ 2286191 w 3505200"/>
              <a:gd name="connsiteY4722" fmla="*/ 1886522 h 3505200"/>
              <a:gd name="connsiteX4723" fmla="*/ 2267426 w 3505200"/>
              <a:gd name="connsiteY4723" fmla="*/ 1905286 h 3505200"/>
              <a:gd name="connsiteX4724" fmla="*/ 2286191 w 3505200"/>
              <a:gd name="connsiteY4724" fmla="*/ 1924050 h 3505200"/>
              <a:gd name="connsiteX4725" fmla="*/ 2362391 w 3505200"/>
              <a:gd name="connsiteY4725" fmla="*/ 1922717 h 3505200"/>
              <a:gd name="connsiteX4726" fmla="*/ 2379917 w 3505200"/>
              <a:gd name="connsiteY4726" fmla="*/ 1905191 h 3505200"/>
              <a:gd name="connsiteX4727" fmla="*/ 2362391 w 3505200"/>
              <a:gd name="connsiteY4727" fmla="*/ 1887664 h 3505200"/>
              <a:gd name="connsiteX4728" fmla="*/ 2344865 w 3505200"/>
              <a:gd name="connsiteY4728" fmla="*/ 1905191 h 3505200"/>
              <a:gd name="connsiteX4729" fmla="*/ 2362391 w 3505200"/>
              <a:gd name="connsiteY4729" fmla="*/ 1922717 h 3505200"/>
              <a:gd name="connsiteX4730" fmla="*/ 2438591 w 3505200"/>
              <a:gd name="connsiteY4730" fmla="*/ 1921669 h 3505200"/>
              <a:gd name="connsiteX4731" fmla="*/ 2455069 w 3505200"/>
              <a:gd name="connsiteY4731" fmla="*/ 1905191 h 3505200"/>
              <a:gd name="connsiteX4732" fmla="*/ 2438591 w 3505200"/>
              <a:gd name="connsiteY4732" fmla="*/ 1888712 h 3505200"/>
              <a:gd name="connsiteX4733" fmla="*/ 2422112 w 3505200"/>
              <a:gd name="connsiteY4733" fmla="*/ 1905191 h 3505200"/>
              <a:gd name="connsiteX4734" fmla="*/ 2438591 w 3505200"/>
              <a:gd name="connsiteY4734" fmla="*/ 1921669 h 3505200"/>
              <a:gd name="connsiteX4735" fmla="*/ 2514791 w 3505200"/>
              <a:gd name="connsiteY4735" fmla="*/ 1920431 h 3505200"/>
              <a:gd name="connsiteX4736" fmla="*/ 2530031 w 3505200"/>
              <a:gd name="connsiteY4736" fmla="*/ 1905191 h 3505200"/>
              <a:gd name="connsiteX4737" fmla="*/ 2514791 w 3505200"/>
              <a:gd name="connsiteY4737" fmla="*/ 1889951 h 3505200"/>
              <a:gd name="connsiteX4738" fmla="*/ 2499551 w 3505200"/>
              <a:gd name="connsiteY4738" fmla="*/ 1905191 h 3505200"/>
              <a:gd name="connsiteX4739" fmla="*/ 2514791 w 3505200"/>
              <a:gd name="connsiteY4739" fmla="*/ 1920431 h 3505200"/>
              <a:gd name="connsiteX4740" fmla="*/ 2590991 w 3505200"/>
              <a:gd name="connsiteY4740" fmla="*/ 1919383 h 3505200"/>
              <a:gd name="connsiteX4741" fmla="*/ 2605183 w 3505200"/>
              <a:gd name="connsiteY4741" fmla="*/ 1905191 h 3505200"/>
              <a:gd name="connsiteX4742" fmla="*/ 2590991 w 3505200"/>
              <a:gd name="connsiteY4742" fmla="*/ 1890998 h 3505200"/>
              <a:gd name="connsiteX4743" fmla="*/ 2576798 w 3505200"/>
              <a:gd name="connsiteY4743" fmla="*/ 1905191 h 3505200"/>
              <a:gd name="connsiteX4744" fmla="*/ 2590991 w 3505200"/>
              <a:gd name="connsiteY4744" fmla="*/ 1919383 h 3505200"/>
              <a:gd name="connsiteX4745" fmla="*/ 2667191 w 3505200"/>
              <a:gd name="connsiteY4745" fmla="*/ 1918145 h 3505200"/>
              <a:gd name="connsiteX4746" fmla="*/ 2680049 w 3505200"/>
              <a:gd name="connsiteY4746" fmla="*/ 1905286 h 3505200"/>
              <a:gd name="connsiteX4747" fmla="*/ 2667191 w 3505200"/>
              <a:gd name="connsiteY4747" fmla="*/ 1892427 h 3505200"/>
              <a:gd name="connsiteX4748" fmla="*/ 2654332 w 3505200"/>
              <a:gd name="connsiteY4748" fmla="*/ 1905286 h 3505200"/>
              <a:gd name="connsiteX4749" fmla="*/ 2667191 w 3505200"/>
              <a:gd name="connsiteY4749" fmla="*/ 1918145 h 3505200"/>
              <a:gd name="connsiteX4750" fmla="*/ 2743391 w 3505200"/>
              <a:gd name="connsiteY4750" fmla="*/ 1917002 h 3505200"/>
              <a:gd name="connsiteX4751" fmla="*/ 2755202 w 3505200"/>
              <a:gd name="connsiteY4751" fmla="*/ 1905191 h 3505200"/>
              <a:gd name="connsiteX4752" fmla="*/ 2743391 w 3505200"/>
              <a:gd name="connsiteY4752" fmla="*/ 1893380 h 3505200"/>
              <a:gd name="connsiteX4753" fmla="*/ 2731580 w 3505200"/>
              <a:gd name="connsiteY4753" fmla="*/ 1905191 h 3505200"/>
              <a:gd name="connsiteX4754" fmla="*/ 2743391 w 3505200"/>
              <a:gd name="connsiteY4754" fmla="*/ 1917002 h 3505200"/>
              <a:gd name="connsiteX4755" fmla="*/ 2819591 w 3505200"/>
              <a:gd name="connsiteY4755" fmla="*/ 1915954 h 3505200"/>
              <a:gd name="connsiteX4756" fmla="*/ 2830354 w 3505200"/>
              <a:gd name="connsiteY4756" fmla="*/ 1905191 h 3505200"/>
              <a:gd name="connsiteX4757" fmla="*/ 2819591 w 3505200"/>
              <a:gd name="connsiteY4757" fmla="*/ 1894427 h 3505200"/>
              <a:gd name="connsiteX4758" fmla="*/ 2808828 w 3505200"/>
              <a:gd name="connsiteY4758" fmla="*/ 1905191 h 3505200"/>
              <a:gd name="connsiteX4759" fmla="*/ 2819591 w 3505200"/>
              <a:gd name="connsiteY4759" fmla="*/ 1915954 h 3505200"/>
              <a:gd name="connsiteX4760" fmla="*/ 2895791 w 3505200"/>
              <a:gd name="connsiteY4760" fmla="*/ 1914716 h 3505200"/>
              <a:gd name="connsiteX4761" fmla="*/ 2905316 w 3505200"/>
              <a:gd name="connsiteY4761" fmla="*/ 1905191 h 3505200"/>
              <a:gd name="connsiteX4762" fmla="*/ 2895791 w 3505200"/>
              <a:gd name="connsiteY4762" fmla="*/ 1895666 h 3505200"/>
              <a:gd name="connsiteX4763" fmla="*/ 2886266 w 3505200"/>
              <a:gd name="connsiteY4763" fmla="*/ 1905191 h 3505200"/>
              <a:gd name="connsiteX4764" fmla="*/ 2895791 w 3505200"/>
              <a:gd name="connsiteY4764" fmla="*/ 1914716 h 3505200"/>
              <a:gd name="connsiteX4765" fmla="*/ 2971991 w 3505200"/>
              <a:gd name="connsiteY4765" fmla="*/ 1913477 h 3505200"/>
              <a:gd name="connsiteX4766" fmla="*/ 2980278 w 3505200"/>
              <a:gd name="connsiteY4766" fmla="*/ 1905191 h 3505200"/>
              <a:gd name="connsiteX4767" fmla="*/ 2971991 w 3505200"/>
              <a:gd name="connsiteY4767" fmla="*/ 1896904 h 3505200"/>
              <a:gd name="connsiteX4768" fmla="*/ 2963704 w 3505200"/>
              <a:gd name="connsiteY4768" fmla="*/ 1905191 h 3505200"/>
              <a:gd name="connsiteX4769" fmla="*/ 2971991 w 3505200"/>
              <a:gd name="connsiteY4769" fmla="*/ 1913477 h 3505200"/>
              <a:gd name="connsiteX4770" fmla="*/ 3048191 w 3505200"/>
              <a:gd name="connsiteY4770" fmla="*/ 1912430 h 3505200"/>
              <a:gd name="connsiteX4771" fmla="*/ 3055334 w 3505200"/>
              <a:gd name="connsiteY4771" fmla="*/ 1905286 h 3505200"/>
              <a:gd name="connsiteX4772" fmla="*/ 3048191 w 3505200"/>
              <a:gd name="connsiteY4772" fmla="*/ 1898142 h 3505200"/>
              <a:gd name="connsiteX4773" fmla="*/ 3041047 w 3505200"/>
              <a:gd name="connsiteY4773" fmla="*/ 1905286 h 3505200"/>
              <a:gd name="connsiteX4774" fmla="*/ 3048191 w 3505200"/>
              <a:gd name="connsiteY4774" fmla="*/ 1912430 h 3505200"/>
              <a:gd name="connsiteX4775" fmla="*/ 3124391 w 3505200"/>
              <a:gd name="connsiteY4775" fmla="*/ 1911096 h 3505200"/>
              <a:gd name="connsiteX4776" fmla="*/ 3130296 w 3505200"/>
              <a:gd name="connsiteY4776" fmla="*/ 1905191 h 3505200"/>
              <a:gd name="connsiteX4777" fmla="*/ 3124391 w 3505200"/>
              <a:gd name="connsiteY4777" fmla="*/ 1899285 h 3505200"/>
              <a:gd name="connsiteX4778" fmla="*/ 3118485 w 3505200"/>
              <a:gd name="connsiteY4778" fmla="*/ 1905191 h 3505200"/>
              <a:gd name="connsiteX4779" fmla="*/ 3124391 w 3505200"/>
              <a:gd name="connsiteY4779" fmla="*/ 1911096 h 3505200"/>
              <a:gd name="connsiteX4780" fmla="*/ 3200591 w 3505200"/>
              <a:gd name="connsiteY4780" fmla="*/ 1910048 h 3505200"/>
              <a:gd name="connsiteX4781" fmla="*/ 3205448 w 3505200"/>
              <a:gd name="connsiteY4781" fmla="*/ 1905191 h 3505200"/>
              <a:gd name="connsiteX4782" fmla="*/ 3200591 w 3505200"/>
              <a:gd name="connsiteY4782" fmla="*/ 1900333 h 3505200"/>
              <a:gd name="connsiteX4783" fmla="*/ 3195733 w 3505200"/>
              <a:gd name="connsiteY4783" fmla="*/ 1905191 h 3505200"/>
              <a:gd name="connsiteX4784" fmla="*/ 3200591 w 3505200"/>
              <a:gd name="connsiteY4784" fmla="*/ 1910048 h 3505200"/>
              <a:gd name="connsiteX4785" fmla="*/ 3276791 w 3505200"/>
              <a:gd name="connsiteY4785" fmla="*/ 1908810 h 3505200"/>
              <a:gd name="connsiteX4786" fmla="*/ 3280410 w 3505200"/>
              <a:gd name="connsiteY4786" fmla="*/ 1905191 h 3505200"/>
              <a:gd name="connsiteX4787" fmla="*/ 3276791 w 3505200"/>
              <a:gd name="connsiteY4787" fmla="*/ 1901571 h 3505200"/>
              <a:gd name="connsiteX4788" fmla="*/ 3273171 w 3505200"/>
              <a:gd name="connsiteY4788" fmla="*/ 1905191 h 3505200"/>
              <a:gd name="connsiteX4789" fmla="*/ 3276791 w 3505200"/>
              <a:gd name="connsiteY4789" fmla="*/ 1908810 h 3505200"/>
              <a:gd name="connsiteX4790" fmla="*/ 3352991 w 3505200"/>
              <a:gd name="connsiteY4790" fmla="*/ 1907762 h 3505200"/>
              <a:gd name="connsiteX4791" fmla="*/ 3355562 w 3505200"/>
              <a:gd name="connsiteY4791" fmla="*/ 1905191 h 3505200"/>
              <a:gd name="connsiteX4792" fmla="*/ 3352991 w 3505200"/>
              <a:gd name="connsiteY4792" fmla="*/ 1902619 h 3505200"/>
              <a:gd name="connsiteX4793" fmla="*/ 3350419 w 3505200"/>
              <a:gd name="connsiteY4793" fmla="*/ 1905191 h 3505200"/>
              <a:gd name="connsiteX4794" fmla="*/ 3352991 w 3505200"/>
              <a:gd name="connsiteY4794" fmla="*/ 1907762 h 3505200"/>
              <a:gd name="connsiteX4795" fmla="*/ 3429191 w 3505200"/>
              <a:gd name="connsiteY4795" fmla="*/ 1906524 h 3505200"/>
              <a:gd name="connsiteX4796" fmla="*/ 3430429 w 3505200"/>
              <a:gd name="connsiteY4796" fmla="*/ 1905286 h 3505200"/>
              <a:gd name="connsiteX4797" fmla="*/ 3429191 w 3505200"/>
              <a:gd name="connsiteY4797" fmla="*/ 1904048 h 3505200"/>
              <a:gd name="connsiteX4798" fmla="*/ 3427953 w 3505200"/>
              <a:gd name="connsiteY4798" fmla="*/ 1905286 h 3505200"/>
              <a:gd name="connsiteX4799" fmla="*/ 3429191 w 3505200"/>
              <a:gd name="connsiteY4799" fmla="*/ 1906524 h 3505200"/>
              <a:gd name="connsiteX4800" fmla="*/ 3505391 w 3505200"/>
              <a:gd name="connsiteY4800" fmla="*/ 1905381 h 3505200"/>
              <a:gd name="connsiteX4801" fmla="*/ 3505581 w 3505200"/>
              <a:gd name="connsiteY4801" fmla="*/ 1905191 h 3505200"/>
              <a:gd name="connsiteX4802" fmla="*/ 3505391 w 3505200"/>
              <a:gd name="connsiteY4802" fmla="*/ 1905000 h 3505200"/>
              <a:gd name="connsiteX4803" fmla="*/ 3505200 w 3505200"/>
              <a:gd name="connsiteY4803" fmla="*/ 1905191 h 3505200"/>
              <a:gd name="connsiteX4804" fmla="*/ 3505391 w 3505200"/>
              <a:gd name="connsiteY4804" fmla="*/ 1905381 h 3505200"/>
              <a:gd name="connsiteX4805" fmla="*/ 76391 w 3505200"/>
              <a:gd name="connsiteY4805" fmla="*/ 1982438 h 3505200"/>
              <a:gd name="connsiteX4806" fmla="*/ 77438 w 3505200"/>
              <a:gd name="connsiteY4806" fmla="*/ 1981391 h 3505200"/>
              <a:gd name="connsiteX4807" fmla="*/ 76391 w 3505200"/>
              <a:gd name="connsiteY4807" fmla="*/ 1980343 h 3505200"/>
              <a:gd name="connsiteX4808" fmla="*/ 75343 w 3505200"/>
              <a:gd name="connsiteY4808" fmla="*/ 1981391 h 3505200"/>
              <a:gd name="connsiteX4809" fmla="*/ 76391 w 3505200"/>
              <a:gd name="connsiteY4809" fmla="*/ 1982438 h 3505200"/>
              <a:gd name="connsiteX4810" fmla="*/ 152591 w 3505200"/>
              <a:gd name="connsiteY4810" fmla="*/ 1983486 h 3505200"/>
              <a:gd name="connsiteX4811" fmla="*/ 154686 w 3505200"/>
              <a:gd name="connsiteY4811" fmla="*/ 1981391 h 3505200"/>
              <a:gd name="connsiteX4812" fmla="*/ 152591 w 3505200"/>
              <a:gd name="connsiteY4812" fmla="*/ 1979295 h 3505200"/>
              <a:gd name="connsiteX4813" fmla="*/ 150495 w 3505200"/>
              <a:gd name="connsiteY4813" fmla="*/ 1981391 h 3505200"/>
              <a:gd name="connsiteX4814" fmla="*/ 152591 w 3505200"/>
              <a:gd name="connsiteY4814" fmla="*/ 1983486 h 3505200"/>
              <a:gd name="connsiteX4815" fmla="*/ 228791 w 3505200"/>
              <a:gd name="connsiteY4815" fmla="*/ 1984820 h 3505200"/>
              <a:gd name="connsiteX4816" fmla="*/ 232124 w 3505200"/>
              <a:gd name="connsiteY4816" fmla="*/ 1981486 h 3505200"/>
              <a:gd name="connsiteX4817" fmla="*/ 228791 w 3505200"/>
              <a:gd name="connsiteY4817" fmla="*/ 1978152 h 3505200"/>
              <a:gd name="connsiteX4818" fmla="*/ 225457 w 3505200"/>
              <a:gd name="connsiteY4818" fmla="*/ 1981486 h 3505200"/>
              <a:gd name="connsiteX4819" fmla="*/ 228791 w 3505200"/>
              <a:gd name="connsiteY4819" fmla="*/ 1984820 h 3505200"/>
              <a:gd name="connsiteX4820" fmla="*/ 304991 w 3505200"/>
              <a:gd name="connsiteY4820" fmla="*/ 1985867 h 3505200"/>
              <a:gd name="connsiteX4821" fmla="*/ 309467 w 3505200"/>
              <a:gd name="connsiteY4821" fmla="*/ 1981391 h 3505200"/>
              <a:gd name="connsiteX4822" fmla="*/ 304991 w 3505200"/>
              <a:gd name="connsiteY4822" fmla="*/ 1976914 h 3505200"/>
              <a:gd name="connsiteX4823" fmla="*/ 300514 w 3505200"/>
              <a:gd name="connsiteY4823" fmla="*/ 1981391 h 3505200"/>
              <a:gd name="connsiteX4824" fmla="*/ 304991 w 3505200"/>
              <a:gd name="connsiteY4824" fmla="*/ 1985867 h 3505200"/>
              <a:gd name="connsiteX4825" fmla="*/ 381191 w 3505200"/>
              <a:gd name="connsiteY4825" fmla="*/ 1987106 h 3505200"/>
              <a:gd name="connsiteX4826" fmla="*/ 386906 w 3505200"/>
              <a:gd name="connsiteY4826" fmla="*/ 1981391 h 3505200"/>
              <a:gd name="connsiteX4827" fmla="*/ 381191 w 3505200"/>
              <a:gd name="connsiteY4827" fmla="*/ 1975676 h 3505200"/>
              <a:gd name="connsiteX4828" fmla="*/ 375475 w 3505200"/>
              <a:gd name="connsiteY4828" fmla="*/ 1981391 h 3505200"/>
              <a:gd name="connsiteX4829" fmla="*/ 381191 w 3505200"/>
              <a:gd name="connsiteY4829" fmla="*/ 1987106 h 3505200"/>
              <a:gd name="connsiteX4830" fmla="*/ 457391 w 3505200"/>
              <a:gd name="connsiteY4830" fmla="*/ 1988153 h 3505200"/>
              <a:gd name="connsiteX4831" fmla="*/ 464153 w 3505200"/>
              <a:gd name="connsiteY4831" fmla="*/ 1981391 h 3505200"/>
              <a:gd name="connsiteX4832" fmla="*/ 457391 w 3505200"/>
              <a:gd name="connsiteY4832" fmla="*/ 1974628 h 3505200"/>
              <a:gd name="connsiteX4833" fmla="*/ 450628 w 3505200"/>
              <a:gd name="connsiteY4833" fmla="*/ 1981391 h 3505200"/>
              <a:gd name="connsiteX4834" fmla="*/ 457391 w 3505200"/>
              <a:gd name="connsiteY4834" fmla="*/ 1988153 h 3505200"/>
              <a:gd name="connsiteX4835" fmla="*/ 533591 w 3505200"/>
              <a:gd name="connsiteY4835" fmla="*/ 1989487 h 3505200"/>
              <a:gd name="connsiteX4836" fmla="*/ 541592 w 3505200"/>
              <a:gd name="connsiteY4836" fmla="*/ 1981486 h 3505200"/>
              <a:gd name="connsiteX4837" fmla="*/ 533591 w 3505200"/>
              <a:gd name="connsiteY4837" fmla="*/ 1973485 h 3505200"/>
              <a:gd name="connsiteX4838" fmla="*/ 525590 w 3505200"/>
              <a:gd name="connsiteY4838" fmla="*/ 1981486 h 3505200"/>
              <a:gd name="connsiteX4839" fmla="*/ 533591 w 3505200"/>
              <a:gd name="connsiteY4839" fmla="*/ 1989487 h 3505200"/>
              <a:gd name="connsiteX4840" fmla="*/ 609790 w 3505200"/>
              <a:gd name="connsiteY4840" fmla="*/ 1990535 h 3505200"/>
              <a:gd name="connsiteX4841" fmla="*/ 618839 w 3505200"/>
              <a:gd name="connsiteY4841" fmla="*/ 1981486 h 3505200"/>
              <a:gd name="connsiteX4842" fmla="*/ 609790 w 3505200"/>
              <a:gd name="connsiteY4842" fmla="*/ 1972437 h 3505200"/>
              <a:gd name="connsiteX4843" fmla="*/ 600742 w 3505200"/>
              <a:gd name="connsiteY4843" fmla="*/ 1981486 h 3505200"/>
              <a:gd name="connsiteX4844" fmla="*/ 609790 w 3505200"/>
              <a:gd name="connsiteY4844" fmla="*/ 1990535 h 3505200"/>
              <a:gd name="connsiteX4845" fmla="*/ 685990 w 3505200"/>
              <a:gd name="connsiteY4845" fmla="*/ 1991773 h 3505200"/>
              <a:gd name="connsiteX4846" fmla="*/ 696373 w 3505200"/>
              <a:gd name="connsiteY4846" fmla="*/ 1981391 h 3505200"/>
              <a:gd name="connsiteX4847" fmla="*/ 685990 w 3505200"/>
              <a:gd name="connsiteY4847" fmla="*/ 1971008 h 3505200"/>
              <a:gd name="connsiteX4848" fmla="*/ 675608 w 3505200"/>
              <a:gd name="connsiteY4848" fmla="*/ 1981391 h 3505200"/>
              <a:gd name="connsiteX4849" fmla="*/ 685990 w 3505200"/>
              <a:gd name="connsiteY4849" fmla="*/ 1991773 h 3505200"/>
              <a:gd name="connsiteX4850" fmla="*/ 762190 w 3505200"/>
              <a:gd name="connsiteY4850" fmla="*/ 1992821 h 3505200"/>
              <a:gd name="connsiteX4851" fmla="*/ 773621 w 3505200"/>
              <a:gd name="connsiteY4851" fmla="*/ 1981391 h 3505200"/>
              <a:gd name="connsiteX4852" fmla="*/ 762190 w 3505200"/>
              <a:gd name="connsiteY4852" fmla="*/ 1969961 h 3505200"/>
              <a:gd name="connsiteX4853" fmla="*/ 750761 w 3505200"/>
              <a:gd name="connsiteY4853" fmla="*/ 1981391 h 3505200"/>
              <a:gd name="connsiteX4854" fmla="*/ 762190 w 3505200"/>
              <a:gd name="connsiteY4854" fmla="*/ 1992821 h 3505200"/>
              <a:gd name="connsiteX4855" fmla="*/ 838390 w 3505200"/>
              <a:gd name="connsiteY4855" fmla="*/ 1994059 h 3505200"/>
              <a:gd name="connsiteX4856" fmla="*/ 851059 w 3505200"/>
              <a:gd name="connsiteY4856" fmla="*/ 1981391 h 3505200"/>
              <a:gd name="connsiteX4857" fmla="*/ 838390 w 3505200"/>
              <a:gd name="connsiteY4857" fmla="*/ 1968722 h 3505200"/>
              <a:gd name="connsiteX4858" fmla="*/ 825722 w 3505200"/>
              <a:gd name="connsiteY4858" fmla="*/ 1981391 h 3505200"/>
              <a:gd name="connsiteX4859" fmla="*/ 838390 w 3505200"/>
              <a:gd name="connsiteY4859" fmla="*/ 1994059 h 3505200"/>
              <a:gd name="connsiteX4860" fmla="*/ 914590 w 3505200"/>
              <a:gd name="connsiteY4860" fmla="*/ 1995107 h 3505200"/>
              <a:gd name="connsiteX4861" fmla="*/ 928307 w 3505200"/>
              <a:gd name="connsiteY4861" fmla="*/ 1981391 h 3505200"/>
              <a:gd name="connsiteX4862" fmla="*/ 914590 w 3505200"/>
              <a:gd name="connsiteY4862" fmla="*/ 1967675 h 3505200"/>
              <a:gd name="connsiteX4863" fmla="*/ 900875 w 3505200"/>
              <a:gd name="connsiteY4863" fmla="*/ 1981391 h 3505200"/>
              <a:gd name="connsiteX4864" fmla="*/ 914590 w 3505200"/>
              <a:gd name="connsiteY4864" fmla="*/ 1995107 h 3505200"/>
              <a:gd name="connsiteX4865" fmla="*/ 990790 w 3505200"/>
              <a:gd name="connsiteY4865" fmla="*/ 1996250 h 3505200"/>
              <a:gd name="connsiteX4866" fmla="*/ 1005554 w 3505200"/>
              <a:gd name="connsiteY4866" fmla="*/ 1981486 h 3505200"/>
              <a:gd name="connsiteX4867" fmla="*/ 990790 w 3505200"/>
              <a:gd name="connsiteY4867" fmla="*/ 1966722 h 3505200"/>
              <a:gd name="connsiteX4868" fmla="*/ 976027 w 3505200"/>
              <a:gd name="connsiteY4868" fmla="*/ 1981486 h 3505200"/>
              <a:gd name="connsiteX4869" fmla="*/ 990790 w 3505200"/>
              <a:gd name="connsiteY4869" fmla="*/ 1996250 h 3505200"/>
              <a:gd name="connsiteX4870" fmla="*/ 1066991 w 3505200"/>
              <a:gd name="connsiteY4870" fmla="*/ 1997488 h 3505200"/>
              <a:gd name="connsiteX4871" fmla="*/ 1083088 w 3505200"/>
              <a:gd name="connsiteY4871" fmla="*/ 1981391 h 3505200"/>
              <a:gd name="connsiteX4872" fmla="*/ 1066991 w 3505200"/>
              <a:gd name="connsiteY4872" fmla="*/ 1965293 h 3505200"/>
              <a:gd name="connsiteX4873" fmla="*/ 1050893 w 3505200"/>
              <a:gd name="connsiteY4873" fmla="*/ 1981391 h 3505200"/>
              <a:gd name="connsiteX4874" fmla="*/ 1066991 w 3505200"/>
              <a:gd name="connsiteY4874" fmla="*/ 1997488 h 3505200"/>
              <a:gd name="connsiteX4875" fmla="*/ 1143191 w 3505200"/>
              <a:gd name="connsiteY4875" fmla="*/ 1998536 h 3505200"/>
              <a:gd name="connsiteX4876" fmla="*/ 1160336 w 3505200"/>
              <a:gd name="connsiteY4876" fmla="*/ 1981391 h 3505200"/>
              <a:gd name="connsiteX4877" fmla="*/ 1143191 w 3505200"/>
              <a:gd name="connsiteY4877" fmla="*/ 1964246 h 3505200"/>
              <a:gd name="connsiteX4878" fmla="*/ 1126046 w 3505200"/>
              <a:gd name="connsiteY4878" fmla="*/ 1981391 h 3505200"/>
              <a:gd name="connsiteX4879" fmla="*/ 1143191 w 3505200"/>
              <a:gd name="connsiteY4879" fmla="*/ 1998536 h 3505200"/>
              <a:gd name="connsiteX4880" fmla="*/ 1219391 w 3505200"/>
              <a:gd name="connsiteY4880" fmla="*/ 1999583 h 3505200"/>
              <a:gd name="connsiteX4881" fmla="*/ 1237583 w 3505200"/>
              <a:gd name="connsiteY4881" fmla="*/ 1981391 h 3505200"/>
              <a:gd name="connsiteX4882" fmla="*/ 1219391 w 3505200"/>
              <a:gd name="connsiteY4882" fmla="*/ 1963198 h 3505200"/>
              <a:gd name="connsiteX4883" fmla="*/ 1201198 w 3505200"/>
              <a:gd name="connsiteY4883" fmla="*/ 1981391 h 3505200"/>
              <a:gd name="connsiteX4884" fmla="*/ 1219391 w 3505200"/>
              <a:gd name="connsiteY4884" fmla="*/ 1999583 h 3505200"/>
              <a:gd name="connsiteX4885" fmla="*/ 1295591 w 3505200"/>
              <a:gd name="connsiteY4885" fmla="*/ 2000822 h 3505200"/>
              <a:gd name="connsiteX4886" fmla="*/ 1315022 w 3505200"/>
              <a:gd name="connsiteY4886" fmla="*/ 1981391 h 3505200"/>
              <a:gd name="connsiteX4887" fmla="*/ 1295591 w 3505200"/>
              <a:gd name="connsiteY4887" fmla="*/ 1961960 h 3505200"/>
              <a:gd name="connsiteX4888" fmla="*/ 1276160 w 3505200"/>
              <a:gd name="connsiteY4888" fmla="*/ 1981391 h 3505200"/>
              <a:gd name="connsiteX4889" fmla="*/ 1295591 w 3505200"/>
              <a:gd name="connsiteY4889" fmla="*/ 2000822 h 3505200"/>
              <a:gd name="connsiteX4890" fmla="*/ 1371791 w 3505200"/>
              <a:gd name="connsiteY4890" fmla="*/ 2001679 h 3505200"/>
              <a:gd name="connsiteX4891" fmla="*/ 1392079 w 3505200"/>
              <a:gd name="connsiteY4891" fmla="*/ 1981391 h 3505200"/>
              <a:gd name="connsiteX4892" fmla="*/ 1371791 w 3505200"/>
              <a:gd name="connsiteY4892" fmla="*/ 1961102 h 3505200"/>
              <a:gd name="connsiteX4893" fmla="*/ 1351502 w 3505200"/>
              <a:gd name="connsiteY4893" fmla="*/ 1981391 h 3505200"/>
              <a:gd name="connsiteX4894" fmla="*/ 1371791 w 3505200"/>
              <a:gd name="connsiteY4894" fmla="*/ 2001679 h 3505200"/>
              <a:gd name="connsiteX4895" fmla="*/ 1447991 w 3505200"/>
              <a:gd name="connsiteY4895" fmla="*/ 2002727 h 3505200"/>
              <a:gd name="connsiteX4896" fmla="*/ 1469327 w 3505200"/>
              <a:gd name="connsiteY4896" fmla="*/ 1981391 h 3505200"/>
              <a:gd name="connsiteX4897" fmla="*/ 1447991 w 3505200"/>
              <a:gd name="connsiteY4897" fmla="*/ 1960055 h 3505200"/>
              <a:gd name="connsiteX4898" fmla="*/ 1426655 w 3505200"/>
              <a:gd name="connsiteY4898" fmla="*/ 1981391 h 3505200"/>
              <a:gd name="connsiteX4899" fmla="*/ 1447991 w 3505200"/>
              <a:gd name="connsiteY4899" fmla="*/ 2002727 h 3505200"/>
              <a:gd name="connsiteX4900" fmla="*/ 1524191 w 3505200"/>
              <a:gd name="connsiteY4900" fmla="*/ 2003584 h 3505200"/>
              <a:gd name="connsiteX4901" fmla="*/ 1546384 w 3505200"/>
              <a:gd name="connsiteY4901" fmla="*/ 1981391 h 3505200"/>
              <a:gd name="connsiteX4902" fmla="*/ 1524191 w 3505200"/>
              <a:gd name="connsiteY4902" fmla="*/ 1959197 h 3505200"/>
              <a:gd name="connsiteX4903" fmla="*/ 1501997 w 3505200"/>
              <a:gd name="connsiteY4903" fmla="*/ 1981391 h 3505200"/>
              <a:gd name="connsiteX4904" fmla="*/ 1524191 w 3505200"/>
              <a:gd name="connsiteY4904" fmla="*/ 2003584 h 3505200"/>
              <a:gd name="connsiteX4905" fmla="*/ 1600391 w 3505200"/>
              <a:gd name="connsiteY4905" fmla="*/ 2004441 h 3505200"/>
              <a:gd name="connsiteX4906" fmla="*/ 1623441 w 3505200"/>
              <a:gd name="connsiteY4906" fmla="*/ 1981391 h 3505200"/>
              <a:gd name="connsiteX4907" fmla="*/ 1600391 w 3505200"/>
              <a:gd name="connsiteY4907" fmla="*/ 1958340 h 3505200"/>
              <a:gd name="connsiteX4908" fmla="*/ 1577340 w 3505200"/>
              <a:gd name="connsiteY4908" fmla="*/ 1981391 h 3505200"/>
              <a:gd name="connsiteX4909" fmla="*/ 1600391 w 3505200"/>
              <a:gd name="connsiteY4909" fmla="*/ 2004441 h 3505200"/>
              <a:gd name="connsiteX4910" fmla="*/ 1676591 w 3505200"/>
              <a:gd name="connsiteY4910" fmla="*/ 2004822 h 3505200"/>
              <a:gd name="connsiteX4911" fmla="*/ 1700022 w 3505200"/>
              <a:gd name="connsiteY4911" fmla="*/ 1981391 h 3505200"/>
              <a:gd name="connsiteX4912" fmla="*/ 1676591 w 3505200"/>
              <a:gd name="connsiteY4912" fmla="*/ 1957959 h 3505200"/>
              <a:gd name="connsiteX4913" fmla="*/ 1653159 w 3505200"/>
              <a:gd name="connsiteY4913" fmla="*/ 1981391 h 3505200"/>
              <a:gd name="connsiteX4914" fmla="*/ 1676591 w 3505200"/>
              <a:gd name="connsiteY4914" fmla="*/ 2004822 h 3505200"/>
              <a:gd name="connsiteX4915" fmla="*/ 1752791 w 3505200"/>
              <a:gd name="connsiteY4915" fmla="*/ 2005108 h 3505200"/>
              <a:gd name="connsiteX4916" fmla="*/ 1776413 w 3505200"/>
              <a:gd name="connsiteY4916" fmla="*/ 1981486 h 3505200"/>
              <a:gd name="connsiteX4917" fmla="*/ 1752791 w 3505200"/>
              <a:gd name="connsiteY4917" fmla="*/ 1957864 h 3505200"/>
              <a:gd name="connsiteX4918" fmla="*/ 1729168 w 3505200"/>
              <a:gd name="connsiteY4918" fmla="*/ 1981486 h 3505200"/>
              <a:gd name="connsiteX4919" fmla="*/ 1752791 w 3505200"/>
              <a:gd name="connsiteY4919" fmla="*/ 2005108 h 3505200"/>
              <a:gd name="connsiteX4920" fmla="*/ 1828991 w 3505200"/>
              <a:gd name="connsiteY4920" fmla="*/ 2005108 h 3505200"/>
              <a:gd name="connsiteX4921" fmla="*/ 1852613 w 3505200"/>
              <a:gd name="connsiteY4921" fmla="*/ 1981486 h 3505200"/>
              <a:gd name="connsiteX4922" fmla="*/ 1828991 w 3505200"/>
              <a:gd name="connsiteY4922" fmla="*/ 1957864 h 3505200"/>
              <a:gd name="connsiteX4923" fmla="*/ 1805368 w 3505200"/>
              <a:gd name="connsiteY4923" fmla="*/ 1981486 h 3505200"/>
              <a:gd name="connsiteX4924" fmla="*/ 1828991 w 3505200"/>
              <a:gd name="connsiteY4924" fmla="*/ 2005108 h 3505200"/>
              <a:gd name="connsiteX4925" fmla="*/ 1905191 w 3505200"/>
              <a:gd name="connsiteY4925" fmla="*/ 2004441 h 3505200"/>
              <a:gd name="connsiteX4926" fmla="*/ 1928241 w 3505200"/>
              <a:gd name="connsiteY4926" fmla="*/ 1981391 h 3505200"/>
              <a:gd name="connsiteX4927" fmla="*/ 1905191 w 3505200"/>
              <a:gd name="connsiteY4927" fmla="*/ 1958340 h 3505200"/>
              <a:gd name="connsiteX4928" fmla="*/ 1882140 w 3505200"/>
              <a:gd name="connsiteY4928" fmla="*/ 1981391 h 3505200"/>
              <a:gd name="connsiteX4929" fmla="*/ 1905191 w 3505200"/>
              <a:gd name="connsiteY4929" fmla="*/ 2004441 h 3505200"/>
              <a:gd name="connsiteX4930" fmla="*/ 1981391 w 3505200"/>
              <a:gd name="connsiteY4930" fmla="*/ 2003774 h 3505200"/>
              <a:gd name="connsiteX4931" fmla="*/ 2003774 w 3505200"/>
              <a:gd name="connsiteY4931" fmla="*/ 1981391 h 3505200"/>
              <a:gd name="connsiteX4932" fmla="*/ 1981391 w 3505200"/>
              <a:gd name="connsiteY4932" fmla="*/ 1959007 h 3505200"/>
              <a:gd name="connsiteX4933" fmla="*/ 1959007 w 3505200"/>
              <a:gd name="connsiteY4933" fmla="*/ 1981391 h 3505200"/>
              <a:gd name="connsiteX4934" fmla="*/ 1981391 w 3505200"/>
              <a:gd name="connsiteY4934" fmla="*/ 2003774 h 3505200"/>
              <a:gd name="connsiteX4935" fmla="*/ 2057591 w 3505200"/>
              <a:gd name="connsiteY4935" fmla="*/ 2002917 h 3505200"/>
              <a:gd name="connsiteX4936" fmla="*/ 2079117 w 3505200"/>
              <a:gd name="connsiteY4936" fmla="*/ 1981391 h 3505200"/>
              <a:gd name="connsiteX4937" fmla="*/ 2057591 w 3505200"/>
              <a:gd name="connsiteY4937" fmla="*/ 1959864 h 3505200"/>
              <a:gd name="connsiteX4938" fmla="*/ 2036064 w 3505200"/>
              <a:gd name="connsiteY4938" fmla="*/ 1981391 h 3505200"/>
              <a:gd name="connsiteX4939" fmla="*/ 2057591 w 3505200"/>
              <a:gd name="connsiteY4939" fmla="*/ 2002917 h 3505200"/>
              <a:gd name="connsiteX4940" fmla="*/ 2133791 w 3505200"/>
              <a:gd name="connsiteY4940" fmla="*/ 2001869 h 3505200"/>
              <a:gd name="connsiteX4941" fmla="*/ 2154269 w 3505200"/>
              <a:gd name="connsiteY4941" fmla="*/ 1981391 h 3505200"/>
              <a:gd name="connsiteX4942" fmla="*/ 2133791 w 3505200"/>
              <a:gd name="connsiteY4942" fmla="*/ 1960912 h 3505200"/>
              <a:gd name="connsiteX4943" fmla="*/ 2113312 w 3505200"/>
              <a:gd name="connsiteY4943" fmla="*/ 1981391 h 3505200"/>
              <a:gd name="connsiteX4944" fmla="*/ 2133791 w 3505200"/>
              <a:gd name="connsiteY4944" fmla="*/ 2001869 h 3505200"/>
              <a:gd name="connsiteX4945" fmla="*/ 2209991 w 3505200"/>
              <a:gd name="connsiteY4945" fmla="*/ 2000822 h 3505200"/>
              <a:gd name="connsiteX4946" fmla="*/ 2229422 w 3505200"/>
              <a:gd name="connsiteY4946" fmla="*/ 1981391 h 3505200"/>
              <a:gd name="connsiteX4947" fmla="*/ 2209991 w 3505200"/>
              <a:gd name="connsiteY4947" fmla="*/ 1961960 h 3505200"/>
              <a:gd name="connsiteX4948" fmla="*/ 2190560 w 3505200"/>
              <a:gd name="connsiteY4948" fmla="*/ 1981391 h 3505200"/>
              <a:gd name="connsiteX4949" fmla="*/ 2209991 w 3505200"/>
              <a:gd name="connsiteY4949" fmla="*/ 2000822 h 3505200"/>
              <a:gd name="connsiteX4950" fmla="*/ 2286191 w 3505200"/>
              <a:gd name="connsiteY4950" fmla="*/ 1999774 h 3505200"/>
              <a:gd name="connsiteX4951" fmla="*/ 2304574 w 3505200"/>
              <a:gd name="connsiteY4951" fmla="*/ 1981391 h 3505200"/>
              <a:gd name="connsiteX4952" fmla="*/ 2286191 w 3505200"/>
              <a:gd name="connsiteY4952" fmla="*/ 1963007 h 3505200"/>
              <a:gd name="connsiteX4953" fmla="*/ 2267807 w 3505200"/>
              <a:gd name="connsiteY4953" fmla="*/ 1981391 h 3505200"/>
              <a:gd name="connsiteX4954" fmla="*/ 2286191 w 3505200"/>
              <a:gd name="connsiteY4954" fmla="*/ 1999774 h 3505200"/>
              <a:gd name="connsiteX4955" fmla="*/ 2362391 w 3505200"/>
              <a:gd name="connsiteY4955" fmla="*/ 1998536 h 3505200"/>
              <a:gd name="connsiteX4956" fmla="*/ 2379536 w 3505200"/>
              <a:gd name="connsiteY4956" fmla="*/ 1981391 h 3505200"/>
              <a:gd name="connsiteX4957" fmla="*/ 2362391 w 3505200"/>
              <a:gd name="connsiteY4957" fmla="*/ 1964246 h 3505200"/>
              <a:gd name="connsiteX4958" fmla="*/ 2345246 w 3505200"/>
              <a:gd name="connsiteY4958" fmla="*/ 1981391 h 3505200"/>
              <a:gd name="connsiteX4959" fmla="*/ 2362391 w 3505200"/>
              <a:gd name="connsiteY4959" fmla="*/ 1998536 h 3505200"/>
              <a:gd name="connsiteX4960" fmla="*/ 2438591 w 3505200"/>
              <a:gd name="connsiteY4960" fmla="*/ 1997488 h 3505200"/>
              <a:gd name="connsiteX4961" fmla="*/ 2454688 w 3505200"/>
              <a:gd name="connsiteY4961" fmla="*/ 1981391 h 3505200"/>
              <a:gd name="connsiteX4962" fmla="*/ 2438591 w 3505200"/>
              <a:gd name="connsiteY4962" fmla="*/ 1965293 h 3505200"/>
              <a:gd name="connsiteX4963" fmla="*/ 2422493 w 3505200"/>
              <a:gd name="connsiteY4963" fmla="*/ 1981391 h 3505200"/>
              <a:gd name="connsiteX4964" fmla="*/ 2438591 w 3505200"/>
              <a:gd name="connsiteY4964" fmla="*/ 1997488 h 3505200"/>
              <a:gd name="connsiteX4965" fmla="*/ 2514791 w 3505200"/>
              <a:gd name="connsiteY4965" fmla="*/ 1996440 h 3505200"/>
              <a:gd name="connsiteX4966" fmla="*/ 2529840 w 3505200"/>
              <a:gd name="connsiteY4966" fmla="*/ 1981486 h 3505200"/>
              <a:gd name="connsiteX4967" fmla="*/ 2514791 w 3505200"/>
              <a:gd name="connsiteY4967" fmla="*/ 1966436 h 3505200"/>
              <a:gd name="connsiteX4968" fmla="*/ 2499741 w 3505200"/>
              <a:gd name="connsiteY4968" fmla="*/ 1981486 h 3505200"/>
              <a:gd name="connsiteX4969" fmla="*/ 2514791 w 3505200"/>
              <a:gd name="connsiteY4969" fmla="*/ 1996440 h 3505200"/>
              <a:gd name="connsiteX4970" fmla="*/ 2590991 w 3505200"/>
              <a:gd name="connsiteY4970" fmla="*/ 1995392 h 3505200"/>
              <a:gd name="connsiteX4971" fmla="*/ 2604897 w 3505200"/>
              <a:gd name="connsiteY4971" fmla="*/ 1981486 h 3505200"/>
              <a:gd name="connsiteX4972" fmla="*/ 2590991 w 3505200"/>
              <a:gd name="connsiteY4972" fmla="*/ 1967579 h 3505200"/>
              <a:gd name="connsiteX4973" fmla="*/ 2577084 w 3505200"/>
              <a:gd name="connsiteY4973" fmla="*/ 1981486 h 3505200"/>
              <a:gd name="connsiteX4974" fmla="*/ 2590991 w 3505200"/>
              <a:gd name="connsiteY4974" fmla="*/ 1995392 h 3505200"/>
              <a:gd name="connsiteX4975" fmla="*/ 2667191 w 3505200"/>
              <a:gd name="connsiteY4975" fmla="*/ 1994059 h 3505200"/>
              <a:gd name="connsiteX4976" fmla="*/ 2679859 w 3505200"/>
              <a:gd name="connsiteY4976" fmla="*/ 1981391 h 3505200"/>
              <a:gd name="connsiteX4977" fmla="*/ 2667191 w 3505200"/>
              <a:gd name="connsiteY4977" fmla="*/ 1968722 h 3505200"/>
              <a:gd name="connsiteX4978" fmla="*/ 2654522 w 3505200"/>
              <a:gd name="connsiteY4978" fmla="*/ 1981391 h 3505200"/>
              <a:gd name="connsiteX4979" fmla="*/ 2667191 w 3505200"/>
              <a:gd name="connsiteY4979" fmla="*/ 1994059 h 3505200"/>
              <a:gd name="connsiteX4980" fmla="*/ 2743391 w 3505200"/>
              <a:gd name="connsiteY4980" fmla="*/ 1993011 h 3505200"/>
              <a:gd name="connsiteX4981" fmla="*/ 2755011 w 3505200"/>
              <a:gd name="connsiteY4981" fmla="*/ 1981391 h 3505200"/>
              <a:gd name="connsiteX4982" fmla="*/ 2743391 w 3505200"/>
              <a:gd name="connsiteY4982" fmla="*/ 1969770 h 3505200"/>
              <a:gd name="connsiteX4983" fmla="*/ 2731770 w 3505200"/>
              <a:gd name="connsiteY4983" fmla="*/ 1981391 h 3505200"/>
              <a:gd name="connsiteX4984" fmla="*/ 2743391 w 3505200"/>
              <a:gd name="connsiteY4984" fmla="*/ 1993011 h 3505200"/>
              <a:gd name="connsiteX4985" fmla="*/ 2819591 w 3505200"/>
              <a:gd name="connsiteY4985" fmla="*/ 1991773 h 3505200"/>
              <a:gd name="connsiteX4986" fmla="*/ 2829973 w 3505200"/>
              <a:gd name="connsiteY4986" fmla="*/ 1981391 h 3505200"/>
              <a:gd name="connsiteX4987" fmla="*/ 2819591 w 3505200"/>
              <a:gd name="connsiteY4987" fmla="*/ 1971008 h 3505200"/>
              <a:gd name="connsiteX4988" fmla="*/ 2809208 w 3505200"/>
              <a:gd name="connsiteY4988" fmla="*/ 1981391 h 3505200"/>
              <a:gd name="connsiteX4989" fmla="*/ 2819591 w 3505200"/>
              <a:gd name="connsiteY4989" fmla="*/ 1991773 h 3505200"/>
              <a:gd name="connsiteX4990" fmla="*/ 2895791 w 3505200"/>
              <a:gd name="connsiteY4990" fmla="*/ 1990725 h 3505200"/>
              <a:gd name="connsiteX4991" fmla="*/ 2905125 w 3505200"/>
              <a:gd name="connsiteY4991" fmla="*/ 1981391 h 3505200"/>
              <a:gd name="connsiteX4992" fmla="*/ 2895791 w 3505200"/>
              <a:gd name="connsiteY4992" fmla="*/ 1972056 h 3505200"/>
              <a:gd name="connsiteX4993" fmla="*/ 2886456 w 3505200"/>
              <a:gd name="connsiteY4993" fmla="*/ 1981391 h 3505200"/>
              <a:gd name="connsiteX4994" fmla="*/ 2895791 w 3505200"/>
              <a:gd name="connsiteY4994" fmla="*/ 1990725 h 3505200"/>
              <a:gd name="connsiteX4995" fmla="*/ 2971991 w 3505200"/>
              <a:gd name="connsiteY4995" fmla="*/ 1989487 h 3505200"/>
              <a:gd name="connsiteX4996" fmla="*/ 2979991 w 3505200"/>
              <a:gd name="connsiteY4996" fmla="*/ 1981486 h 3505200"/>
              <a:gd name="connsiteX4997" fmla="*/ 2971991 w 3505200"/>
              <a:gd name="connsiteY4997" fmla="*/ 1973485 h 3505200"/>
              <a:gd name="connsiteX4998" fmla="*/ 2963990 w 3505200"/>
              <a:gd name="connsiteY4998" fmla="*/ 1981486 h 3505200"/>
              <a:gd name="connsiteX4999" fmla="*/ 2971991 w 3505200"/>
              <a:gd name="connsiteY4999" fmla="*/ 1989487 h 3505200"/>
              <a:gd name="connsiteX5000" fmla="*/ 3048191 w 3505200"/>
              <a:gd name="connsiteY5000" fmla="*/ 1988344 h 3505200"/>
              <a:gd name="connsiteX5001" fmla="*/ 3055144 w 3505200"/>
              <a:gd name="connsiteY5001" fmla="*/ 1981391 h 3505200"/>
              <a:gd name="connsiteX5002" fmla="*/ 3048191 w 3505200"/>
              <a:gd name="connsiteY5002" fmla="*/ 1974437 h 3505200"/>
              <a:gd name="connsiteX5003" fmla="*/ 3041237 w 3505200"/>
              <a:gd name="connsiteY5003" fmla="*/ 1981391 h 3505200"/>
              <a:gd name="connsiteX5004" fmla="*/ 3048191 w 3505200"/>
              <a:gd name="connsiteY5004" fmla="*/ 1988344 h 3505200"/>
              <a:gd name="connsiteX5005" fmla="*/ 3124391 w 3505200"/>
              <a:gd name="connsiteY5005" fmla="*/ 1987106 h 3505200"/>
              <a:gd name="connsiteX5006" fmla="*/ 3130106 w 3505200"/>
              <a:gd name="connsiteY5006" fmla="*/ 1981391 h 3505200"/>
              <a:gd name="connsiteX5007" fmla="*/ 3124391 w 3505200"/>
              <a:gd name="connsiteY5007" fmla="*/ 1975676 h 3505200"/>
              <a:gd name="connsiteX5008" fmla="*/ 3118676 w 3505200"/>
              <a:gd name="connsiteY5008" fmla="*/ 1981391 h 3505200"/>
              <a:gd name="connsiteX5009" fmla="*/ 3124391 w 3505200"/>
              <a:gd name="connsiteY5009" fmla="*/ 1987106 h 3505200"/>
              <a:gd name="connsiteX5010" fmla="*/ 3200591 w 3505200"/>
              <a:gd name="connsiteY5010" fmla="*/ 1986058 h 3505200"/>
              <a:gd name="connsiteX5011" fmla="*/ 3205258 w 3505200"/>
              <a:gd name="connsiteY5011" fmla="*/ 1981391 h 3505200"/>
              <a:gd name="connsiteX5012" fmla="*/ 3200591 w 3505200"/>
              <a:gd name="connsiteY5012" fmla="*/ 1976723 h 3505200"/>
              <a:gd name="connsiteX5013" fmla="*/ 3195923 w 3505200"/>
              <a:gd name="connsiteY5013" fmla="*/ 1981391 h 3505200"/>
              <a:gd name="connsiteX5014" fmla="*/ 3200591 w 3505200"/>
              <a:gd name="connsiteY5014" fmla="*/ 1986058 h 3505200"/>
              <a:gd name="connsiteX5015" fmla="*/ 3276791 w 3505200"/>
              <a:gd name="connsiteY5015" fmla="*/ 1985010 h 3505200"/>
              <a:gd name="connsiteX5016" fmla="*/ 3280410 w 3505200"/>
              <a:gd name="connsiteY5016" fmla="*/ 1981391 h 3505200"/>
              <a:gd name="connsiteX5017" fmla="*/ 3276791 w 3505200"/>
              <a:gd name="connsiteY5017" fmla="*/ 1977771 h 3505200"/>
              <a:gd name="connsiteX5018" fmla="*/ 3273171 w 3505200"/>
              <a:gd name="connsiteY5018" fmla="*/ 1981391 h 3505200"/>
              <a:gd name="connsiteX5019" fmla="*/ 3276791 w 3505200"/>
              <a:gd name="connsiteY5019" fmla="*/ 1985010 h 3505200"/>
              <a:gd name="connsiteX5020" fmla="*/ 3352991 w 3505200"/>
              <a:gd name="connsiteY5020" fmla="*/ 1983772 h 3505200"/>
              <a:gd name="connsiteX5021" fmla="*/ 3355277 w 3505200"/>
              <a:gd name="connsiteY5021" fmla="*/ 1981486 h 3505200"/>
              <a:gd name="connsiteX5022" fmla="*/ 3352991 w 3505200"/>
              <a:gd name="connsiteY5022" fmla="*/ 1979200 h 3505200"/>
              <a:gd name="connsiteX5023" fmla="*/ 3350705 w 3505200"/>
              <a:gd name="connsiteY5023" fmla="*/ 1981486 h 3505200"/>
              <a:gd name="connsiteX5024" fmla="*/ 3352991 w 3505200"/>
              <a:gd name="connsiteY5024" fmla="*/ 1983772 h 3505200"/>
              <a:gd name="connsiteX5025" fmla="*/ 3429191 w 3505200"/>
              <a:gd name="connsiteY5025" fmla="*/ 1982724 h 3505200"/>
              <a:gd name="connsiteX5026" fmla="*/ 3430429 w 3505200"/>
              <a:gd name="connsiteY5026" fmla="*/ 1981486 h 3505200"/>
              <a:gd name="connsiteX5027" fmla="*/ 3429191 w 3505200"/>
              <a:gd name="connsiteY5027" fmla="*/ 1980248 h 3505200"/>
              <a:gd name="connsiteX5028" fmla="*/ 3427953 w 3505200"/>
              <a:gd name="connsiteY5028" fmla="*/ 1981486 h 3505200"/>
              <a:gd name="connsiteX5029" fmla="*/ 3429191 w 3505200"/>
              <a:gd name="connsiteY5029" fmla="*/ 1982724 h 3505200"/>
              <a:gd name="connsiteX5030" fmla="*/ 3505391 w 3505200"/>
              <a:gd name="connsiteY5030" fmla="*/ 1981581 h 3505200"/>
              <a:gd name="connsiteX5031" fmla="*/ 3505581 w 3505200"/>
              <a:gd name="connsiteY5031" fmla="*/ 1981391 h 3505200"/>
              <a:gd name="connsiteX5032" fmla="*/ 3505391 w 3505200"/>
              <a:gd name="connsiteY5032" fmla="*/ 1981200 h 3505200"/>
              <a:gd name="connsiteX5033" fmla="*/ 3505200 w 3505200"/>
              <a:gd name="connsiteY5033" fmla="*/ 1981391 h 3505200"/>
              <a:gd name="connsiteX5034" fmla="*/ 3505391 w 3505200"/>
              <a:gd name="connsiteY5034" fmla="*/ 1981581 h 3505200"/>
              <a:gd name="connsiteX5035" fmla="*/ 76391 w 3505200"/>
              <a:gd name="connsiteY5035" fmla="*/ 2058448 h 3505200"/>
              <a:gd name="connsiteX5036" fmla="*/ 77248 w 3505200"/>
              <a:gd name="connsiteY5036" fmla="*/ 2057591 h 3505200"/>
              <a:gd name="connsiteX5037" fmla="*/ 76391 w 3505200"/>
              <a:gd name="connsiteY5037" fmla="*/ 2056733 h 3505200"/>
              <a:gd name="connsiteX5038" fmla="*/ 75533 w 3505200"/>
              <a:gd name="connsiteY5038" fmla="*/ 2057591 h 3505200"/>
              <a:gd name="connsiteX5039" fmla="*/ 76391 w 3505200"/>
              <a:gd name="connsiteY5039" fmla="*/ 2058448 h 3505200"/>
              <a:gd name="connsiteX5040" fmla="*/ 152591 w 3505200"/>
              <a:gd name="connsiteY5040" fmla="*/ 2059686 h 3505200"/>
              <a:gd name="connsiteX5041" fmla="*/ 154686 w 3505200"/>
              <a:gd name="connsiteY5041" fmla="*/ 2057591 h 3505200"/>
              <a:gd name="connsiteX5042" fmla="*/ 152591 w 3505200"/>
              <a:gd name="connsiteY5042" fmla="*/ 2055495 h 3505200"/>
              <a:gd name="connsiteX5043" fmla="*/ 150495 w 3505200"/>
              <a:gd name="connsiteY5043" fmla="*/ 2057591 h 3505200"/>
              <a:gd name="connsiteX5044" fmla="*/ 152591 w 3505200"/>
              <a:gd name="connsiteY5044" fmla="*/ 2059686 h 3505200"/>
              <a:gd name="connsiteX5045" fmla="*/ 228791 w 3505200"/>
              <a:gd name="connsiteY5045" fmla="*/ 2060734 h 3505200"/>
              <a:gd name="connsiteX5046" fmla="*/ 231934 w 3505200"/>
              <a:gd name="connsiteY5046" fmla="*/ 2057591 h 3505200"/>
              <a:gd name="connsiteX5047" fmla="*/ 228791 w 3505200"/>
              <a:gd name="connsiteY5047" fmla="*/ 2054447 h 3505200"/>
              <a:gd name="connsiteX5048" fmla="*/ 225647 w 3505200"/>
              <a:gd name="connsiteY5048" fmla="*/ 2057591 h 3505200"/>
              <a:gd name="connsiteX5049" fmla="*/ 228791 w 3505200"/>
              <a:gd name="connsiteY5049" fmla="*/ 2060734 h 3505200"/>
              <a:gd name="connsiteX5050" fmla="*/ 304991 w 3505200"/>
              <a:gd name="connsiteY5050" fmla="*/ 2061877 h 3505200"/>
              <a:gd name="connsiteX5051" fmla="*/ 309182 w 3505200"/>
              <a:gd name="connsiteY5051" fmla="*/ 2057686 h 3505200"/>
              <a:gd name="connsiteX5052" fmla="*/ 304991 w 3505200"/>
              <a:gd name="connsiteY5052" fmla="*/ 2053495 h 3505200"/>
              <a:gd name="connsiteX5053" fmla="*/ 300800 w 3505200"/>
              <a:gd name="connsiteY5053" fmla="*/ 2057686 h 3505200"/>
              <a:gd name="connsiteX5054" fmla="*/ 304991 w 3505200"/>
              <a:gd name="connsiteY5054" fmla="*/ 2061877 h 3505200"/>
              <a:gd name="connsiteX5055" fmla="*/ 381191 w 3505200"/>
              <a:gd name="connsiteY5055" fmla="*/ 2063115 h 3505200"/>
              <a:gd name="connsiteX5056" fmla="*/ 386715 w 3505200"/>
              <a:gd name="connsiteY5056" fmla="*/ 2057591 h 3505200"/>
              <a:gd name="connsiteX5057" fmla="*/ 381191 w 3505200"/>
              <a:gd name="connsiteY5057" fmla="*/ 2052066 h 3505200"/>
              <a:gd name="connsiteX5058" fmla="*/ 375666 w 3505200"/>
              <a:gd name="connsiteY5058" fmla="*/ 2057591 h 3505200"/>
              <a:gd name="connsiteX5059" fmla="*/ 381191 w 3505200"/>
              <a:gd name="connsiteY5059" fmla="*/ 2063115 h 3505200"/>
              <a:gd name="connsiteX5060" fmla="*/ 457391 w 3505200"/>
              <a:gd name="connsiteY5060" fmla="*/ 2064163 h 3505200"/>
              <a:gd name="connsiteX5061" fmla="*/ 463963 w 3505200"/>
              <a:gd name="connsiteY5061" fmla="*/ 2057591 h 3505200"/>
              <a:gd name="connsiteX5062" fmla="*/ 457391 w 3505200"/>
              <a:gd name="connsiteY5062" fmla="*/ 2051018 h 3505200"/>
              <a:gd name="connsiteX5063" fmla="*/ 450818 w 3505200"/>
              <a:gd name="connsiteY5063" fmla="*/ 2057591 h 3505200"/>
              <a:gd name="connsiteX5064" fmla="*/ 457391 w 3505200"/>
              <a:gd name="connsiteY5064" fmla="*/ 2064163 h 3505200"/>
              <a:gd name="connsiteX5065" fmla="*/ 533591 w 3505200"/>
              <a:gd name="connsiteY5065" fmla="*/ 2065401 h 3505200"/>
              <a:gd name="connsiteX5066" fmla="*/ 541401 w 3505200"/>
              <a:gd name="connsiteY5066" fmla="*/ 2057591 h 3505200"/>
              <a:gd name="connsiteX5067" fmla="*/ 533591 w 3505200"/>
              <a:gd name="connsiteY5067" fmla="*/ 2049780 h 3505200"/>
              <a:gd name="connsiteX5068" fmla="*/ 525780 w 3505200"/>
              <a:gd name="connsiteY5068" fmla="*/ 2057591 h 3505200"/>
              <a:gd name="connsiteX5069" fmla="*/ 533591 w 3505200"/>
              <a:gd name="connsiteY5069" fmla="*/ 2065401 h 3505200"/>
              <a:gd name="connsiteX5070" fmla="*/ 609790 w 3505200"/>
              <a:gd name="connsiteY5070" fmla="*/ 2066449 h 3505200"/>
              <a:gd name="connsiteX5071" fmla="*/ 618649 w 3505200"/>
              <a:gd name="connsiteY5071" fmla="*/ 2057591 h 3505200"/>
              <a:gd name="connsiteX5072" fmla="*/ 609790 w 3505200"/>
              <a:gd name="connsiteY5072" fmla="*/ 2048732 h 3505200"/>
              <a:gd name="connsiteX5073" fmla="*/ 600932 w 3505200"/>
              <a:gd name="connsiteY5073" fmla="*/ 2057591 h 3505200"/>
              <a:gd name="connsiteX5074" fmla="*/ 609790 w 3505200"/>
              <a:gd name="connsiteY5074" fmla="*/ 2066449 h 3505200"/>
              <a:gd name="connsiteX5075" fmla="*/ 685990 w 3505200"/>
              <a:gd name="connsiteY5075" fmla="*/ 2067782 h 3505200"/>
              <a:gd name="connsiteX5076" fmla="*/ 696087 w 3505200"/>
              <a:gd name="connsiteY5076" fmla="*/ 2057686 h 3505200"/>
              <a:gd name="connsiteX5077" fmla="*/ 685990 w 3505200"/>
              <a:gd name="connsiteY5077" fmla="*/ 2047589 h 3505200"/>
              <a:gd name="connsiteX5078" fmla="*/ 675894 w 3505200"/>
              <a:gd name="connsiteY5078" fmla="*/ 2057686 h 3505200"/>
              <a:gd name="connsiteX5079" fmla="*/ 685990 w 3505200"/>
              <a:gd name="connsiteY5079" fmla="*/ 2067782 h 3505200"/>
              <a:gd name="connsiteX5080" fmla="*/ 762190 w 3505200"/>
              <a:gd name="connsiteY5080" fmla="*/ 2068830 h 3505200"/>
              <a:gd name="connsiteX5081" fmla="*/ 773430 w 3505200"/>
              <a:gd name="connsiteY5081" fmla="*/ 2057591 h 3505200"/>
              <a:gd name="connsiteX5082" fmla="*/ 762190 w 3505200"/>
              <a:gd name="connsiteY5082" fmla="*/ 2046351 h 3505200"/>
              <a:gd name="connsiteX5083" fmla="*/ 750951 w 3505200"/>
              <a:gd name="connsiteY5083" fmla="*/ 2057591 h 3505200"/>
              <a:gd name="connsiteX5084" fmla="*/ 762190 w 3505200"/>
              <a:gd name="connsiteY5084" fmla="*/ 2068830 h 3505200"/>
              <a:gd name="connsiteX5085" fmla="*/ 838390 w 3505200"/>
              <a:gd name="connsiteY5085" fmla="*/ 2069878 h 3505200"/>
              <a:gd name="connsiteX5086" fmla="*/ 850678 w 3505200"/>
              <a:gd name="connsiteY5086" fmla="*/ 2057591 h 3505200"/>
              <a:gd name="connsiteX5087" fmla="*/ 838390 w 3505200"/>
              <a:gd name="connsiteY5087" fmla="*/ 2045303 h 3505200"/>
              <a:gd name="connsiteX5088" fmla="*/ 826103 w 3505200"/>
              <a:gd name="connsiteY5088" fmla="*/ 2057591 h 3505200"/>
              <a:gd name="connsiteX5089" fmla="*/ 838390 w 3505200"/>
              <a:gd name="connsiteY5089" fmla="*/ 2069878 h 3505200"/>
              <a:gd name="connsiteX5090" fmla="*/ 914590 w 3505200"/>
              <a:gd name="connsiteY5090" fmla="*/ 2070926 h 3505200"/>
              <a:gd name="connsiteX5091" fmla="*/ 927926 w 3505200"/>
              <a:gd name="connsiteY5091" fmla="*/ 2057591 h 3505200"/>
              <a:gd name="connsiteX5092" fmla="*/ 914590 w 3505200"/>
              <a:gd name="connsiteY5092" fmla="*/ 2044256 h 3505200"/>
              <a:gd name="connsiteX5093" fmla="*/ 901256 w 3505200"/>
              <a:gd name="connsiteY5093" fmla="*/ 2057591 h 3505200"/>
              <a:gd name="connsiteX5094" fmla="*/ 914590 w 3505200"/>
              <a:gd name="connsiteY5094" fmla="*/ 2070926 h 3505200"/>
              <a:gd name="connsiteX5095" fmla="*/ 990790 w 3505200"/>
              <a:gd name="connsiteY5095" fmla="*/ 2072164 h 3505200"/>
              <a:gd name="connsiteX5096" fmla="*/ 1005364 w 3505200"/>
              <a:gd name="connsiteY5096" fmla="*/ 2057591 h 3505200"/>
              <a:gd name="connsiteX5097" fmla="*/ 990790 w 3505200"/>
              <a:gd name="connsiteY5097" fmla="*/ 2043017 h 3505200"/>
              <a:gd name="connsiteX5098" fmla="*/ 976217 w 3505200"/>
              <a:gd name="connsiteY5098" fmla="*/ 2057591 h 3505200"/>
              <a:gd name="connsiteX5099" fmla="*/ 990790 w 3505200"/>
              <a:gd name="connsiteY5099" fmla="*/ 2072164 h 3505200"/>
              <a:gd name="connsiteX5100" fmla="*/ 1066991 w 3505200"/>
              <a:gd name="connsiteY5100" fmla="*/ 2073212 h 3505200"/>
              <a:gd name="connsiteX5101" fmla="*/ 1082612 w 3505200"/>
              <a:gd name="connsiteY5101" fmla="*/ 2057591 h 3505200"/>
              <a:gd name="connsiteX5102" fmla="*/ 1066991 w 3505200"/>
              <a:gd name="connsiteY5102" fmla="*/ 2041970 h 3505200"/>
              <a:gd name="connsiteX5103" fmla="*/ 1051370 w 3505200"/>
              <a:gd name="connsiteY5103" fmla="*/ 2057591 h 3505200"/>
              <a:gd name="connsiteX5104" fmla="*/ 1066991 w 3505200"/>
              <a:gd name="connsiteY5104" fmla="*/ 2073212 h 3505200"/>
              <a:gd name="connsiteX5105" fmla="*/ 1143191 w 3505200"/>
              <a:gd name="connsiteY5105" fmla="*/ 2074259 h 3505200"/>
              <a:gd name="connsiteX5106" fmla="*/ 1159859 w 3505200"/>
              <a:gd name="connsiteY5106" fmla="*/ 2057591 h 3505200"/>
              <a:gd name="connsiteX5107" fmla="*/ 1143191 w 3505200"/>
              <a:gd name="connsiteY5107" fmla="*/ 2040922 h 3505200"/>
              <a:gd name="connsiteX5108" fmla="*/ 1126522 w 3505200"/>
              <a:gd name="connsiteY5108" fmla="*/ 2057591 h 3505200"/>
              <a:gd name="connsiteX5109" fmla="*/ 1143191 w 3505200"/>
              <a:gd name="connsiteY5109" fmla="*/ 2074259 h 3505200"/>
              <a:gd name="connsiteX5110" fmla="*/ 1219391 w 3505200"/>
              <a:gd name="connsiteY5110" fmla="*/ 2075402 h 3505200"/>
              <a:gd name="connsiteX5111" fmla="*/ 1237107 w 3505200"/>
              <a:gd name="connsiteY5111" fmla="*/ 2057686 h 3505200"/>
              <a:gd name="connsiteX5112" fmla="*/ 1219391 w 3505200"/>
              <a:gd name="connsiteY5112" fmla="*/ 2039969 h 3505200"/>
              <a:gd name="connsiteX5113" fmla="*/ 1201674 w 3505200"/>
              <a:gd name="connsiteY5113" fmla="*/ 2057686 h 3505200"/>
              <a:gd name="connsiteX5114" fmla="*/ 1219391 w 3505200"/>
              <a:gd name="connsiteY5114" fmla="*/ 2075402 h 3505200"/>
              <a:gd name="connsiteX5115" fmla="*/ 1295591 w 3505200"/>
              <a:gd name="connsiteY5115" fmla="*/ 2076450 h 3505200"/>
              <a:gd name="connsiteX5116" fmla="*/ 1314355 w 3505200"/>
              <a:gd name="connsiteY5116" fmla="*/ 2057686 h 3505200"/>
              <a:gd name="connsiteX5117" fmla="*/ 1295591 w 3505200"/>
              <a:gd name="connsiteY5117" fmla="*/ 2038922 h 3505200"/>
              <a:gd name="connsiteX5118" fmla="*/ 1276826 w 3505200"/>
              <a:gd name="connsiteY5118" fmla="*/ 2057686 h 3505200"/>
              <a:gd name="connsiteX5119" fmla="*/ 1295591 w 3505200"/>
              <a:gd name="connsiteY5119" fmla="*/ 2076450 h 3505200"/>
              <a:gd name="connsiteX5120" fmla="*/ 1371791 w 3505200"/>
              <a:gd name="connsiteY5120" fmla="*/ 2077307 h 3505200"/>
              <a:gd name="connsiteX5121" fmla="*/ 1391412 w 3505200"/>
              <a:gd name="connsiteY5121" fmla="*/ 2057686 h 3505200"/>
              <a:gd name="connsiteX5122" fmla="*/ 1371791 w 3505200"/>
              <a:gd name="connsiteY5122" fmla="*/ 2038064 h 3505200"/>
              <a:gd name="connsiteX5123" fmla="*/ 1352169 w 3505200"/>
              <a:gd name="connsiteY5123" fmla="*/ 2057686 h 3505200"/>
              <a:gd name="connsiteX5124" fmla="*/ 1371791 w 3505200"/>
              <a:gd name="connsiteY5124" fmla="*/ 2077307 h 3505200"/>
              <a:gd name="connsiteX5125" fmla="*/ 1447991 w 3505200"/>
              <a:gd name="connsiteY5125" fmla="*/ 2078069 h 3505200"/>
              <a:gd name="connsiteX5126" fmla="*/ 1468469 w 3505200"/>
              <a:gd name="connsiteY5126" fmla="*/ 2057591 h 3505200"/>
              <a:gd name="connsiteX5127" fmla="*/ 1447991 w 3505200"/>
              <a:gd name="connsiteY5127" fmla="*/ 2037112 h 3505200"/>
              <a:gd name="connsiteX5128" fmla="*/ 1427512 w 3505200"/>
              <a:gd name="connsiteY5128" fmla="*/ 2057591 h 3505200"/>
              <a:gd name="connsiteX5129" fmla="*/ 1447991 w 3505200"/>
              <a:gd name="connsiteY5129" fmla="*/ 2078069 h 3505200"/>
              <a:gd name="connsiteX5130" fmla="*/ 1524191 w 3505200"/>
              <a:gd name="connsiteY5130" fmla="*/ 2078927 h 3505200"/>
              <a:gd name="connsiteX5131" fmla="*/ 1545527 w 3505200"/>
              <a:gd name="connsiteY5131" fmla="*/ 2057591 h 3505200"/>
              <a:gd name="connsiteX5132" fmla="*/ 1524191 w 3505200"/>
              <a:gd name="connsiteY5132" fmla="*/ 2036255 h 3505200"/>
              <a:gd name="connsiteX5133" fmla="*/ 1502855 w 3505200"/>
              <a:gd name="connsiteY5133" fmla="*/ 2057591 h 3505200"/>
              <a:gd name="connsiteX5134" fmla="*/ 1524191 w 3505200"/>
              <a:gd name="connsiteY5134" fmla="*/ 2078927 h 3505200"/>
              <a:gd name="connsiteX5135" fmla="*/ 1600391 w 3505200"/>
              <a:gd name="connsiteY5135" fmla="*/ 2079593 h 3505200"/>
              <a:gd name="connsiteX5136" fmla="*/ 1622393 w 3505200"/>
              <a:gd name="connsiteY5136" fmla="*/ 2057591 h 3505200"/>
              <a:gd name="connsiteX5137" fmla="*/ 1600391 w 3505200"/>
              <a:gd name="connsiteY5137" fmla="*/ 2035588 h 3505200"/>
              <a:gd name="connsiteX5138" fmla="*/ 1578388 w 3505200"/>
              <a:gd name="connsiteY5138" fmla="*/ 2057591 h 3505200"/>
              <a:gd name="connsiteX5139" fmla="*/ 1600391 w 3505200"/>
              <a:gd name="connsiteY5139" fmla="*/ 2079593 h 3505200"/>
              <a:gd name="connsiteX5140" fmla="*/ 1676591 w 3505200"/>
              <a:gd name="connsiteY5140" fmla="*/ 2079974 h 3505200"/>
              <a:gd name="connsiteX5141" fmla="*/ 1698974 w 3505200"/>
              <a:gd name="connsiteY5141" fmla="*/ 2057591 h 3505200"/>
              <a:gd name="connsiteX5142" fmla="*/ 1676591 w 3505200"/>
              <a:gd name="connsiteY5142" fmla="*/ 2035207 h 3505200"/>
              <a:gd name="connsiteX5143" fmla="*/ 1654207 w 3505200"/>
              <a:gd name="connsiteY5143" fmla="*/ 2057591 h 3505200"/>
              <a:gd name="connsiteX5144" fmla="*/ 1676591 w 3505200"/>
              <a:gd name="connsiteY5144" fmla="*/ 2079974 h 3505200"/>
              <a:gd name="connsiteX5145" fmla="*/ 1752791 w 3505200"/>
              <a:gd name="connsiteY5145" fmla="*/ 2080260 h 3505200"/>
              <a:gd name="connsiteX5146" fmla="*/ 1775365 w 3505200"/>
              <a:gd name="connsiteY5146" fmla="*/ 2057686 h 3505200"/>
              <a:gd name="connsiteX5147" fmla="*/ 1752791 w 3505200"/>
              <a:gd name="connsiteY5147" fmla="*/ 2035112 h 3505200"/>
              <a:gd name="connsiteX5148" fmla="*/ 1730216 w 3505200"/>
              <a:gd name="connsiteY5148" fmla="*/ 2057686 h 3505200"/>
              <a:gd name="connsiteX5149" fmla="*/ 1752791 w 3505200"/>
              <a:gd name="connsiteY5149" fmla="*/ 2080260 h 3505200"/>
              <a:gd name="connsiteX5150" fmla="*/ 1828991 w 3505200"/>
              <a:gd name="connsiteY5150" fmla="*/ 2079974 h 3505200"/>
              <a:gd name="connsiteX5151" fmla="*/ 1851374 w 3505200"/>
              <a:gd name="connsiteY5151" fmla="*/ 2057591 h 3505200"/>
              <a:gd name="connsiteX5152" fmla="*/ 1828991 w 3505200"/>
              <a:gd name="connsiteY5152" fmla="*/ 2035207 h 3505200"/>
              <a:gd name="connsiteX5153" fmla="*/ 1806607 w 3505200"/>
              <a:gd name="connsiteY5153" fmla="*/ 2057591 h 3505200"/>
              <a:gd name="connsiteX5154" fmla="*/ 1828991 w 3505200"/>
              <a:gd name="connsiteY5154" fmla="*/ 2079974 h 3505200"/>
              <a:gd name="connsiteX5155" fmla="*/ 1905191 w 3505200"/>
              <a:gd name="connsiteY5155" fmla="*/ 2079593 h 3505200"/>
              <a:gd name="connsiteX5156" fmla="*/ 1927193 w 3505200"/>
              <a:gd name="connsiteY5156" fmla="*/ 2057591 h 3505200"/>
              <a:gd name="connsiteX5157" fmla="*/ 1905191 w 3505200"/>
              <a:gd name="connsiteY5157" fmla="*/ 2035588 h 3505200"/>
              <a:gd name="connsiteX5158" fmla="*/ 1883188 w 3505200"/>
              <a:gd name="connsiteY5158" fmla="*/ 2057591 h 3505200"/>
              <a:gd name="connsiteX5159" fmla="*/ 1905191 w 3505200"/>
              <a:gd name="connsiteY5159" fmla="*/ 2079593 h 3505200"/>
              <a:gd name="connsiteX5160" fmla="*/ 1981391 w 3505200"/>
              <a:gd name="connsiteY5160" fmla="*/ 2079117 h 3505200"/>
              <a:gd name="connsiteX5161" fmla="*/ 2002917 w 3505200"/>
              <a:gd name="connsiteY5161" fmla="*/ 2057591 h 3505200"/>
              <a:gd name="connsiteX5162" fmla="*/ 1981391 w 3505200"/>
              <a:gd name="connsiteY5162" fmla="*/ 2036064 h 3505200"/>
              <a:gd name="connsiteX5163" fmla="*/ 1959864 w 3505200"/>
              <a:gd name="connsiteY5163" fmla="*/ 2057591 h 3505200"/>
              <a:gd name="connsiteX5164" fmla="*/ 1981391 w 3505200"/>
              <a:gd name="connsiteY5164" fmla="*/ 2079117 h 3505200"/>
              <a:gd name="connsiteX5165" fmla="*/ 2057591 w 3505200"/>
              <a:gd name="connsiteY5165" fmla="*/ 2078355 h 3505200"/>
              <a:gd name="connsiteX5166" fmla="*/ 2078260 w 3505200"/>
              <a:gd name="connsiteY5166" fmla="*/ 2057686 h 3505200"/>
              <a:gd name="connsiteX5167" fmla="*/ 2057591 w 3505200"/>
              <a:gd name="connsiteY5167" fmla="*/ 2037017 h 3505200"/>
              <a:gd name="connsiteX5168" fmla="*/ 2036921 w 3505200"/>
              <a:gd name="connsiteY5168" fmla="*/ 2057686 h 3505200"/>
              <a:gd name="connsiteX5169" fmla="*/ 2057591 w 3505200"/>
              <a:gd name="connsiteY5169" fmla="*/ 2078355 h 3505200"/>
              <a:gd name="connsiteX5170" fmla="*/ 2133791 w 3505200"/>
              <a:gd name="connsiteY5170" fmla="*/ 2077498 h 3505200"/>
              <a:gd name="connsiteX5171" fmla="*/ 2153698 w 3505200"/>
              <a:gd name="connsiteY5171" fmla="*/ 2057591 h 3505200"/>
              <a:gd name="connsiteX5172" fmla="*/ 2133791 w 3505200"/>
              <a:gd name="connsiteY5172" fmla="*/ 2037683 h 3505200"/>
              <a:gd name="connsiteX5173" fmla="*/ 2113883 w 3505200"/>
              <a:gd name="connsiteY5173" fmla="*/ 2057591 h 3505200"/>
              <a:gd name="connsiteX5174" fmla="*/ 2133791 w 3505200"/>
              <a:gd name="connsiteY5174" fmla="*/ 2077498 h 3505200"/>
              <a:gd name="connsiteX5175" fmla="*/ 2209991 w 3505200"/>
              <a:gd name="connsiteY5175" fmla="*/ 2076450 h 3505200"/>
              <a:gd name="connsiteX5176" fmla="*/ 2228755 w 3505200"/>
              <a:gd name="connsiteY5176" fmla="*/ 2057686 h 3505200"/>
              <a:gd name="connsiteX5177" fmla="*/ 2209991 w 3505200"/>
              <a:gd name="connsiteY5177" fmla="*/ 2038922 h 3505200"/>
              <a:gd name="connsiteX5178" fmla="*/ 2191226 w 3505200"/>
              <a:gd name="connsiteY5178" fmla="*/ 2057686 h 3505200"/>
              <a:gd name="connsiteX5179" fmla="*/ 2209991 w 3505200"/>
              <a:gd name="connsiteY5179" fmla="*/ 2076450 h 3505200"/>
              <a:gd name="connsiteX5180" fmla="*/ 2286191 w 3505200"/>
              <a:gd name="connsiteY5180" fmla="*/ 2075402 h 3505200"/>
              <a:gd name="connsiteX5181" fmla="*/ 2303907 w 3505200"/>
              <a:gd name="connsiteY5181" fmla="*/ 2057686 h 3505200"/>
              <a:gd name="connsiteX5182" fmla="*/ 2286191 w 3505200"/>
              <a:gd name="connsiteY5182" fmla="*/ 2039969 h 3505200"/>
              <a:gd name="connsiteX5183" fmla="*/ 2268474 w 3505200"/>
              <a:gd name="connsiteY5183" fmla="*/ 2057686 h 3505200"/>
              <a:gd name="connsiteX5184" fmla="*/ 2286191 w 3505200"/>
              <a:gd name="connsiteY5184" fmla="*/ 2075402 h 3505200"/>
              <a:gd name="connsiteX5185" fmla="*/ 2362391 w 3505200"/>
              <a:gd name="connsiteY5185" fmla="*/ 2074259 h 3505200"/>
              <a:gd name="connsiteX5186" fmla="*/ 2379059 w 3505200"/>
              <a:gd name="connsiteY5186" fmla="*/ 2057591 h 3505200"/>
              <a:gd name="connsiteX5187" fmla="*/ 2362391 w 3505200"/>
              <a:gd name="connsiteY5187" fmla="*/ 2040922 h 3505200"/>
              <a:gd name="connsiteX5188" fmla="*/ 2345722 w 3505200"/>
              <a:gd name="connsiteY5188" fmla="*/ 2057591 h 3505200"/>
              <a:gd name="connsiteX5189" fmla="*/ 2362391 w 3505200"/>
              <a:gd name="connsiteY5189" fmla="*/ 2074259 h 3505200"/>
              <a:gd name="connsiteX5190" fmla="*/ 2438591 w 3505200"/>
              <a:gd name="connsiteY5190" fmla="*/ 2073212 h 3505200"/>
              <a:gd name="connsiteX5191" fmla="*/ 2454212 w 3505200"/>
              <a:gd name="connsiteY5191" fmla="*/ 2057591 h 3505200"/>
              <a:gd name="connsiteX5192" fmla="*/ 2438591 w 3505200"/>
              <a:gd name="connsiteY5192" fmla="*/ 2041970 h 3505200"/>
              <a:gd name="connsiteX5193" fmla="*/ 2422970 w 3505200"/>
              <a:gd name="connsiteY5193" fmla="*/ 2057591 h 3505200"/>
              <a:gd name="connsiteX5194" fmla="*/ 2438591 w 3505200"/>
              <a:gd name="connsiteY5194" fmla="*/ 2073212 h 3505200"/>
              <a:gd name="connsiteX5195" fmla="*/ 2514791 w 3505200"/>
              <a:gd name="connsiteY5195" fmla="*/ 2072164 h 3505200"/>
              <a:gd name="connsiteX5196" fmla="*/ 2529364 w 3505200"/>
              <a:gd name="connsiteY5196" fmla="*/ 2057591 h 3505200"/>
              <a:gd name="connsiteX5197" fmla="*/ 2514791 w 3505200"/>
              <a:gd name="connsiteY5197" fmla="*/ 2043017 h 3505200"/>
              <a:gd name="connsiteX5198" fmla="*/ 2500217 w 3505200"/>
              <a:gd name="connsiteY5198" fmla="*/ 2057591 h 3505200"/>
              <a:gd name="connsiteX5199" fmla="*/ 2514791 w 3505200"/>
              <a:gd name="connsiteY5199" fmla="*/ 2072164 h 3505200"/>
              <a:gd name="connsiteX5200" fmla="*/ 2590991 w 3505200"/>
              <a:gd name="connsiteY5200" fmla="*/ 2071116 h 3505200"/>
              <a:gd name="connsiteX5201" fmla="*/ 2604516 w 3505200"/>
              <a:gd name="connsiteY5201" fmla="*/ 2057591 h 3505200"/>
              <a:gd name="connsiteX5202" fmla="*/ 2590991 w 3505200"/>
              <a:gd name="connsiteY5202" fmla="*/ 2044065 h 3505200"/>
              <a:gd name="connsiteX5203" fmla="*/ 2577465 w 3505200"/>
              <a:gd name="connsiteY5203" fmla="*/ 2057591 h 3505200"/>
              <a:gd name="connsiteX5204" fmla="*/ 2590991 w 3505200"/>
              <a:gd name="connsiteY5204" fmla="*/ 2071116 h 3505200"/>
              <a:gd name="connsiteX5205" fmla="*/ 2667191 w 3505200"/>
              <a:gd name="connsiteY5205" fmla="*/ 2070068 h 3505200"/>
              <a:gd name="connsiteX5206" fmla="*/ 2679668 w 3505200"/>
              <a:gd name="connsiteY5206" fmla="*/ 2057591 h 3505200"/>
              <a:gd name="connsiteX5207" fmla="*/ 2667191 w 3505200"/>
              <a:gd name="connsiteY5207" fmla="*/ 2045113 h 3505200"/>
              <a:gd name="connsiteX5208" fmla="*/ 2654713 w 3505200"/>
              <a:gd name="connsiteY5208" fmla="*/ 2057591 h 3505200"/>
              <a:gd name="connsiteX5209" fmla="*/ 2667191 w 3505200"/>
              <a:gd name="connsiteY5209" fmla="*/ 2070068 h 3505200"/>
              <a:gd name="connsiteX5210" fmla="*/ 2743391 w 3505200"/>
              <a:gd name="connsiteY5210" fmla="*/ 2068830 h 3505200"/>
              <a:gd name="connsiteX5211" fmla="*/ 2754630 w 3505200"/>
              <a:gd name="connsiteY5211" fmla="*/ 2057591 h 3505200"/>
              <a:gd name="connsiteX5212" fmla="*/ 2743391 w 3505200"/>
              <a:gd name="connsiteY5212" fmla="*/ 2046351 h 3505200"/>
              <a:gd name="connsiteX5213" fmla="*/ 2732151 w 3505200"/>
              <a:gd name="connsiteY5213" fmla="*/ 2057591 h 3505200"/>
              <a:gd name="connsiteX5214" fmla="*/ 2743391 w 3505200"/>
              <a:gd name="connsiteY5214" fmla="*/ 2068830 h 3505200"/>
              <a:gd name="connsiteX5215" fmla="*/ 2819591 w 3505200"/>
              <a:gd name="connsiteY5215" fmla="*/ 2067782 h 3505200"/>
              <a:gd name="connsiteX5216" fmla="*/ 2829687 w 3505200"/>
              <a:gd name="connsiteY5216" fmla="*/ 2057686 h 3505200"/>
              <a:gd name="connsiteX5217" fmla="*/ 2819591 w 3505200"/>
              <a:gd name="connsiteY5217" fmla="*/ 2047589 h 3505200"/>
              <a:gd name="connsiteX5218" fmla="*/ 2809494 w 3505200"/>
              <a:gd name="connsiteY5218" fmla="*/ 2057686 h 3505200"/>
              <a:gd name="connsiteX5219" fmla="*/ 2819591 w 3505200"/>
              <a:gd name="connsiteY5219" fmla="*/ 2067782 h 3505200"/>
              <a:gd name="connsiteX5220" fmla="*/ 2895791 w 3505200"/>
              <a:gd name="connsiteY5220" fmla="*/ 2066735 h 3505200"/>
              <a:gd name="connsiteX5221" fmla="*/ 2904839 w 3505200"/>
              <a:gd name="connsiteY5221" fmla="*/ 2057686 h 3505200"/>
              <a:gd name="connsiteX5222" fmla="*/ 2895791 w 3505200"/>
              <a:gd name="connsiteY5222" fmla="*/ 2048637 h 3505200"/>
              <a:gd name="connsiteX5223" fmla="*/ 2886742 w 3505200"/>
              <a:gd name="connsiteY5223" fmla="*/ 2057686 h 3505200"/>
              <a:gd name="connsiteX5224" fmla="*/ 2895791 w 3505200"/>
              <a:gd name="connsiteY5224" fmla="*/ 2066735 h 3505200"/>
              <a:gd name="connsiteX5225" fmla="*/ 2971991 w 3505200"/>
              <a:gd name="connsiteY5225" fmla="*/ 2065401 h 3505200"/>
              <a:gd name="connsiteX5226" fmla="*/ 2979801 w 3505200"/>
              <a:gd name="connsiteY5226" fmla="*/ 2057591 h 3505200"/>
              <a:gd name="connsiteX5227" fmla="*/ 2971991 w 3505200"/>
              <a:gd name="connsiteY5227" fmla="*/ 2049780 h 3505200"/>
              <a:gd name="connsiteX5228" fmla="*/ 2964180 w 3505200"/>
              <a:gd name="connsiteY5228" fmla="*/ 2057591 h 3505200"/>
              <a:gd name="connsiteX5229" fmla="*/ 2971991 w 3505200"/>
              <a:gd name="connsiteY5229" fmla="*/ 2065401 h 3505200"/>
              <a:gd name="connsiteX5230" fmla="*/ 3048191 w 3505200"/>
              <a:gd name="connsiteY5230" fmla="*/ 2064353 h 3505200"/>
              <a:gd name="connsiteX5231" fmla="*/ 3054953 w 3505200"/>
              <a:gd name="connsiteY5231" fmla="*/ 2057591 h 3505200"/>
              <a:gd name="connsiteX5232" fmla="*/ 3048191 w 3505200"/>
              <a:gd name="connsiteY5232" fmla="*/ 2050828 h 3505200"/>
              <a:gd name="connsiteX5233" fmla="*/ 3041428 w 3505200"/>
              <a:gd name="connsiteY5233" fmla="*/ 2057591 h 3505200"/>
              <a:gd name="connsiteX5234" fmla="*/ 3048191 w 3505200"/>
              <a:gd name="connsiteY5234" fmla="*/ 2064353 h 3505200"/>
              <a:gd name="connsiteX5235" fmla="*/ 3124391 w 3505200"/>
              <a:gd name="connsiteY5235" fmla="*/ 2063115 h 3505200"/>
              <a:gd name="connsiteX5236" fmla="*/ 3129915 w 3505200"/>
              <a:gd name="connsiteY5236" fmla="*/ 2057591 h 3505200"/>
              <a:gd name="connsiteX5237" fmla="*/ 3124391 w 3505200"/>
              <a:gd name="connsiteY5237" fmla="*/ 2052066 h 3505200"/>
              <a:gd name="connsiteX5238" fmla="*/ 3118866 w 3505200"/>
              <a:gd name="connsiteY5238" fmla="*/ 2057591 h 3505200"/>
              <a:gd name="connsiteX5239" fmla="*/ 3124391 w 3505200"/>
              <a:gd name="connsiteY5239" fmla="*/ 2063115 h 3505200"/>
              <a:gd name="connsiteX5240" fmla="*/ 3200591 w 3505200"/>
              <a:gd name="connsiteY5240" fmla="*/ 2062067 h 3505200"/>
              <a:gd name="connsiteX5241" fmla="*/ 3205067 w 3505200"/>
              <a:gd name="connsiteY5241" fmla="*/ 2057591 h 3505200"/>
              <a:gd name="connsiteX5242" fmla="*/ 3200591 w 3505200"/>
              <a:gd name="connsiteY5242" fmla="*/ 2053114 h 3505200"/>
              <a:gd name="connsiteX5243" fmla="*/ 3196114 w 3505200"/>
              <a:gd name="connsiteY5243" fmla="*/ 2057591 h 3505200"/>
              <a:gd name="connsiteX5244" fmla="*/ 3200591 w 3505200"/>
              <a:gd name="connsiteY5244" fmla="*/ 2062067 h 3505200"/>
              <a:gd name="connsiteX5245" fmla="*/ 3276791 w 3505200"/>
              <a:gd name="connsiteY5245" fmla="*/ 2061020 h 3505200"/>
              <a:gd name="connsiteX5246" fmla="*/ 3280124 w 3505200"/>
              <a:gd name="connsiteY5246" fmla="*/ 2057686 h 3505200"/>
              <a:gd name="connsiteX5247" fmla="*/ 3276791 w 3505200"/>
              <a:gd name="connsiteY5247" fmla="*/ 2054352 h 3505200"/>
              <a:gd name="connsiteX5248" fmla="*/ 3273457 w 3505200"/>
              <a:gd name="connsiteY5248" fmla="*/ 2057686 h 3505200"/>
              <a:gd name="connsiteX5249" fmla="*/ 3276791 w 3505200"/>
              <a:gd name="connsiteY5249" fmla="*/ 2061020 h 3505200"/>
              <a:gd name="connsiteX5250" fmla="*/ 3352991 w 3505200"/>
              <a:gd name="connsiteY5250" fmla="*/ 2059686 h 3505200"/>
              <a:gd name="connsiteX5251" fmla="*/ 3355086 w 3505200"/>
              <a:gd name="connsiteY5251" fmla="*/ 2057591 h 3505200"/>
              <a:gd name="connsiteX5252" fmla="*/ 3352991 w 3505200"/>
              <a:gd name="connsiteY5252" fmla="*/ 2055495 h 3505200"/>
              <a:gd name="connsiteX5253" fmla="*/ 3350895 w 3505200"/>
              <a:gd name="connsiteY5253" fmla="*/ 2057591 h 3505200"/>
              <a:gd name="connsiteX5254" fmla="*/ 3352991 w 3505200"/>
              <a:gd name="connsiteY5254" fmla="*/ 2059686 h 3505200"/>
              <a:gd name="connsiteX5255" fmla="*/ 3429191 w 3505200"/>
              <a:gd name="connsiteY5255" fmla="*/ 2058638 h 3505200"/>
              <a:gd name="connsiteX5256" fmla="*/ 3430238 w 3505200"/>
              <a:gd name="connsiteY5256" fmla="*/ 2057591 h 3505200"/>
              <a:gd name="connsiteX5257" fmla="*/ 3429191 w 3505200"/>
              <a:gd name="connsiteY5257" fmla="*/ 2056543 h 3505200"/>
              <a:gd name="connsiteX5258" fmla="*/ 3428143 w 3505200"/>
              <a:gd name="connsiteY5258" fmla="*/ 2057591 h 3505200"/>
              <a:gd name="connsiteX5259" fmla="*/ 3429191 w 3505200"/>
              <a:gd name="connsiteY5259" fmla="*/ 2058638 h 3505200"/>
              <a:gd name="connsiteX5260" fmla="*/ 76391 w 3505200"/>
              <a:gd name="connsiteY5260" fmla="*/ 2134457 h 3505200"/>
              <a:gd name="connsiteX5261" fmla="*/ 77057 w 3505200"/>
              <a:gd name="connsiteY5261" fmla="*/ 2133791 h 3505200"/>
              <a:gd name="connsiteX5262" fmla="*/ 76391 w 3505200"/>
              <a:gd name="connsiteY5262" fmla="*/ 2133124 h 3505200"/>
              <a:gd name="connsiteX5263" fmla="*/ 75724 w 3505200"/>
              <a:gd name="connsiteY5263" fmla="*/ 2133791 h 3505200"/>
              <a:gd name="connsiteX5264" fmla="*/ 76391 w 3505200"/>
              <a:gd name="connsiteY5264" fmla="*/ 2134457 h 3505200"/>
              <a:gd name="connsiteX5265" fmla="*/ 152591 w 3505200"/>
              <a:gd name="connsiteY5265" fmla="*/ 2135696 h 3505200"/>
              <a:gd name="connsiteX5266" fmla="*/ 154496 w 3505200"/>
              <a:gd name="connsiteY5266" fmla="*/ 2133791 h 3505200"/>
              <a:gd name="connsiteX5267" fmla="*/ 152591 w 3505200"/>
              <a:gd name="connsiteY5267" fmla="*/ 2131886 h 3505200"/>
              <a:gd name="connsiteX5268" fmla="*/ 150686 w 3505200"/>
              <a:gd name="connsiteY5268" fmla="*/ 2133791 h 3505200"/>
              <a:gd name="connsiteX5269" fmla="*/ 152591 w 3505200"/>
              <a:gd name="connsiteY5269" fmla="*/ 2135696 h 3505200"/>
              <a:gd name="connsiteX5270" fmla="*/ 228791 w 3505200"/>
              <a:gd name="connsiteY5270" fmla="*/ 2136743 h 3505200"/>
              <a:gd name="connsiteX5271" fmla="*/ 231743 w 3505200"/>
              <a:gd name="connsiteY5271" fmla="*/ 2133791 h 3505200"/>
              <a:gd name="connsiteX5272" fmla="*/ 228791 w 3505200"/>
              <a:gd name="connsiteY5272" fmla="*/ 2130838 h 3505200"/>
              <a:gd name="connsiteX5273" fmla="*/ 225838 w 3505200"/>
              <a:gd name="connsiteY5273" fmla="*/ 2133791 h 3505200"/>
              <a:gd name="connsiteX5274" fmla="*/ 228791 w 3505200"/>
              <a:gd name="connsiteY5274" fmla="*/ 2136743 h 3505200"/>
              <a:gd name="connsiteX5275" fmla="*/ 304991 w 3505200"/>
              <a:gd name="connsiteY5275" fmla="*/ 2137791 h 3505200"/>
              <a:gd name="connsiteX5276" fmla="*/ 308991 w 3505200"/>
              <a:gd name="connsiteY5276" fmla="*/ 2133791 h 3505200"/>
              <a:gd name="connsiteX5277" fmla="*/ 304991 w 3505200"/>
              <a:gd name="connsiteY5277" fmla="*/ 2129790 h 3505200"/>
              <a:gd name="connsiteX5278" fmla="*/ 300990 w 3505200"/>
              <a:gd name="connsiteY5278" fmla="*/ 2133791 h 3505200"/>
              <a:gd name="connsiteX5279" fmla="*/ 304991 w 3505200"/>
              <a:gd name="connsiteY5279" fmla="*/ 2137791 h 3505200"/>
              <a:gd name="connsiteX5280" fmla="*/ 381191 w 3505200"/>
              <a:gd name="connsiteY5280" fmla="*/ 2139125 h 3505200"/>
              <a:gd name="connsiteX5281" fmla="*/ 386429 w 3505200"/>
              <a:gd name="connsiteY5281" fmla="*/ 2133886 h 3505200"/>
              <a:gd name="connsiteX5282" fmla="*/ 381191 w 3505200"/>
              <a:gd name="connsiteY5282" fmla="*/ 2128647 h 3505200"/>
              <a:gd name="connsiteX5283" fmla="*/ 375952 w 3505200"/>
              <a:gd name="connsiteY5283" fmla="*/ 2133886 h 3505200"/>
              <a:gd name="connsiteX5284" fmla="*/ 381191 w 3505200"/>
              <a:gd name="connsiteY5284" fmla="*/ 2139125 h 3505200"/>
              <a:gd name="connsiteX5285" fmla="*/ 457391 w 3505200"/>
              <a:gd name="connsiteY5285" fmla="*/ 2140172 h 3505200"/>
              <a:gd name="connsiteX5286" fmla="*/ 463772 w 3505200"/>
              <a:gd name="connsiteY5286" fmla="*/ 2133791 h 3505200"/>
              <a:gd name="connsiteX5287" fmla="*/ 457391 w 3505200"/>
              <a:gd name="connsiteY5287" fmla="*/ 2127409 h 3505200"/>
              <a:gd name="connsiteX5288" fmla="*/ 451009 w 3505200"/>
              <a:gd name="connsiteY5288" fmla="*/ 2133791 h 3505200"/>
              <a:gd name="connsiteX5289" fmla="*/ 457391 w 3505200"/>
              <a:gd name="connsiteY5289" fmla="*/ 2140172 h 3505200"/>
              <a:gd name="connsiteX5290" fmla="*/ 533591 w 3505200"/>
              <a:gd name="connsiteY5290" fmla="*/ 2141220 h 3505200"/>
              <a:gd name="connsiteX5291" fmla="*/ 541020 w 3505200"/>
              <a:gd name="connsiteY5291" fmla="*/ 2133791 h 3505200"/>
              <a:gd name="connsiteX5292" fmla="*/ 533591 w 3505200"/>
              <a:gd name="connsiteY5292" fmla="*/ 2126361 h 3505200"/>
              <a:gd name="connsiteX5293" fmla="*/ 526161 w 3505200"/>
              <a:gd name="connsiteY5293" fmla="*/ 2133791 h 3505200"/>
              <a:gd name="connsiteX5294" fmla="*/ 533591 w 3505200"/>
              <a:gd name="connsiteY5294" fmla="*/ 2141220 h 3505200"/>
              <a:gd name="connsiteX5295" fmla="*/ 609790 w 3505200"/>
              <a:gd name="connsiteY5295" fmla="*/ 2142268 h 3505200"/>
              <a:gd name="connsiteX5296" fmla="*/ 618268 w 3505200"/>
              <a:gd name="connsiteY5296" fmla="*/ 2133791 h 3505200"/>
              <a:gd name="connsiteX5297" fmla="*/ 609790 w 3505200"/>
              <a:gd name="connsiteY5297" fmla="*/ 2125313 h 3505200"/>
              <a:gd name="connsiteX5298" fmla="*/ 601313 w 3505200"/>
              <a:gd name="connsiteY5298" fmla="*/ 2133791 h 3505200"/>
              <a:gd name="connsiteX5299" fmla="*/ 609790 w 3505200"/>
              <a:gd name="connsiteY5299" fmla="*/ 2142268 h 3505200"/>
              <a:gd name="connsiteX5300" fmla="*/ 685990 w 3505200"/>
              <a:gd name="connsiteY5300" fmla="*/ 2143506 h 3505200"/>
              <a:gd name="connsiteX5301" fmla="*/ 695706 w 3505200"/>
              <a:gd name="connsiteY5301" fmla="*/ 2133791 h 3505200"/>
              <a:gd name="connsiteX5302" fmla="*/ 685990 w 3505200"/>
              <a:gd name="connsiteY5302" fmla="*/ 2124075 h 3505200"/>
              <a:gd name="connsiteX5303" fmla="*/ 676275 w 3505200"/>
              <a:gd name="connsiteY5303" fmla="*/ 2133791 h 3505200"/>
              <a:gd name="connsiteX5304" fmla="*/ 685990 w 3505200"/>
              <a:gd name="connsiteY5304" fmla="*/ 2143506 h 3505200"/>
              <a:gd name="connsiteX5305" fmla="*/ 762190 w 3505200"/>
              <a:gd name="connsiteY5305" fmla="*/ 2144554 h 3505200"/>
              <a:gd name="connsiteX5306" fmla="*/ 772954 w 3505200"/>
              <a:gd name="connsiteY5306" fmla="*/ 2133791 h 3505200"/>
              <a:gd name="connsiteX5307" fmla="*/ 762190 w 3505200"/>
              <a:gd name="connsiteY5307" fmla="*/ 2123027 h 3505200"/>
              <a:gd name="connsiteX5308" fmla="*/ 751427 w 3505200"/>
              <a:gd name="connsiteY5308" fmla="*/ 2133791 h 3505200"/>
              <a:gd name="connsiteX5309" fmla="*/ 762190 w 3505200"/>
              <a:gd name="connsiteY5309" fmla="*/ 2144554 h 3505200"/>
              <a:gd name="connsiteX5310" fmla="*/ 838390 w 3505200"/>
              <a:gd name="connsiteY5310" fmla="*/ 2145602 h 3505200"/>
              <a:gd name="connsiteX5311" fmla="*/ 850202 w 3505200"/>
              <a:gd name="connsiteY5311" fmla="*/ 2133791 h 3505200"/>
              <a:gd name="connsiteX5312" fmla="*/ 838390 w 3505200"/>
              <a:gd name="connsiteY5312" fmla="*/ 2121980 h 3505200"/>
              <a:gd name="connsiteX5313" fmla="*/ 826580 w 3505200"/>
              <a:gd name="connsiteY5313" fmla="*/ 2133791 h 3505200"/>
              <a:gd name="connsiteX5314" fmla="*/ 838390 w 3505200"/>
              <a:gd name="connsiteY5314" fmla="*/ 2145602 h 3505200"/>
              <a:gd name="connsiteX5315" fmla="*/ 914590 w 3505200"/>
              <a:gd name="connsiteY5315" fmla="*/ 2146745 h 3505200"/>
              <a:gd name="connsiteX5316" fmla="*/ 927449 w 3505200"/>
              <a:gd name="connsiteY5316" fmla="*/ 2133886 h 3505200"/>
              <a:gd name="connsiteX5317" fmla="*/ 914590 w 3505200"/>
              <a:gd name="connsiteY5317" fmla="*/ 2121027 h 3505200"/>
              <a:gd name="connsiteX5318" fmla="*/ 901732 w 3505200"/>
              <a:gd name="connsiteY5318" fmla="*/ 2133886 h 3505200"/>
              <a:gd name="connsiteX5319" fmla="*/ 914590 w 3505200"/>
              <a:gd name="connsiteY5319" fmla="*/ 2146745 h 3505200"/>
              <a:gd name="connsiteX5320" fmla="*/ 990790 w 3505200"/>
              <a:gd name="connsiteY5320" fmla="*/ 2147792 h 3505200"/>
              <a:gd name="connsiteX5321" fmla="*/ 1004697 w 3505200"/>
              <a:gd name="connsiteY5321" fmla="*/ 2133886 h 3505200"/>
              <a:gd name="connsiteX5322" fmla="*/ 990790 w 3505200"/>
              <a:gd name="connsiteY5322" fmla="*/ 2119979 h 3505200"/>
              <a:gd name="connsiteX5323" fmla="*/ 976884 w 3505200"/>
              <a:gd name="connsiteY5323" fmla="*/ 2133886 h 3505200"/>
              <a:gd name="connsiteX5324" fmla="*/ 990790 w 3505200"/>
              <a:gd name="connsiteY5324" fmla="*/ 2147792 h 3505200"/>
              <a:gd name="connsiteX5325" fmla="*/ 1066991 w 3505200"/>
              <a:gd name="connsiteY5325" fmla="*/ 2148840 h 3505200"/>
              <a:gd name="connsiteX5326" fmla="*/ 1081945 w 3505200"/>
              <a:gd name="connsiteY5326" fmla="*/ 2133886 h 3505200"/>
              <a:gd name="connsiteX5327" fmla="*/ 1066991 w 3505200"/>
              <a:gd name="connsiteY5327" fmla="*/ 2118836 h 3505200"/>
              <a:gd name="connsiteX5328" fmla="*/ 1051941 w 3505200"/>
              <a:gd name="connsiteY5328" fmla="*/ 2133886 h 3505200"/>
              <a:gd name="connsiteX5329" fmla="*/ 1066991 w 3505200"/>
              <a:gd name="connsiteY5329" fmla="*/ 2148840 h 3505200"/>
              <a:gd name="connsiteX5330" fmla="*/ 1143191 w 3505200"/>
              <a:gd name="connsiteY5330" fmla="*/ 2149888 h 3505200"/>
              <a:gd name="connsiteX5331" fmla="*/ 1159288 w 3505200"/>
              <a:gd name="connsiteY5331" fmla="*/ 2133791 h 3505200"/>
              <a:gd name="connsiteX5332" fmla="*/ 1143191 w 3505200"/>
              <a:gd name="connsiteY5332" fmla="*/ 2117693 h 3505200"/>
              <a:gd name="connsiteX5333" fmla="*/ 1127093 w 3505200"/>
              <a:gd name="connsiteY5333" fmla="*/ 2133791 h 3505200"/>
              <a:gd name="connsiteX5334" fmla="*/ 1143191 w 3505200"/>
              <a:gd name="connsiteY5334" fmla="*/ 2149888 h 3505200"/>
              <a:gd name="connsiteX5335" fmla="*/ 1219391 w 3505200"/>
              <a:gd name="connsiteY5335" fmla="*/ 2150936 h 3505200"/>
              <a:gd name="connsiteX5336" fmla="*/ 1236536 w 3505200"/>
              <a:gd name="connsiteY5336" fmla="*/ 2133791 h 3505200"/>
              <a:gd name="connsiteX5337" fmla="*/ 1219391 w 3505200"/>
              <a:gd name="connsiteY5337" fmla="*/ 2116646 h 3505200"/>
              <a:gd name="connsiteX5338" fmla="*/ 1202246 w 3505200"/>
              <a:gd name="connsiteY5338" fmla="*/ 2133791 h 3505200"/>
              <a:gd name="connsiteX5339" fmla="*/ 1219391 w 3505200"/>
              <a:gd name="connsiteY5339" fmla="*/ 2150936 h 3505200"/>
              <a:gd name="connsiteX5340" fmla="*/ 1295591 w 3505200"/>
              <a:gd name="connsiteY5340" fmla="*/ 2151793 h 3505200"/>
              <a:gd name="connsiteX5341" fmla="*/ 1313593 w 3505200"/>
              <a:gd name="connsiteY5341" fmla="*/ 2133791 h 3505200"/>
              <a:gd name="connsiteX5342" fmla="*/ 1295591 w 3505200"/>
              <a:gd name="connsiteY5342" fmla="*/ 2115788 h 3505200"/>
              <a:gd name="connsiteX5343" fmla="*/ 1277588 w 3505200"/>
              <a:gd name="connsiteY5343" fmla="*/ 2133791 h 3505200"/>
              <a:gd name="connsiteX5344" fmla="*/ 1295591 w 3505200"/>
              <a:gd name="connsiteY5344" fmla="*/ 2151793 h 3505200"/>
              <a:gd name="connsiteX5345" fmla="*/ 1371791 w 3505200"/>
              <a:gd name="connsiteY5345" fmla="*/ 2152841 h 3505200"/>
              <a:gd name="connsiteX5346" fmla="*/ 1390841 w 3505200"/>
              <a:gd name="connsiteY5346" fmla="*/ 2133791 h 3505200"/>
              <a:gd name="connsiteX5347" fmla="*/ 1371791 w 3505200"/>
              <a:gd name="connsiteY5347" fmla="*/ 2114741 h 3505200"/>
              <a:gd name="connsiteX5348" fmla="*/ 1352741 w 3505200"/>
              <a:gd name="connsiteY5348" fmla="*/ 2133791 h 3505200"/>
              <a:gd name="connsiteX5349" fmla="*/ 1371791 w 3505200"/>
              <a:gd name="connsiteY5349" fmla="*/ 2152841 h 3505200"/>
              <a:gd name="connsiteX5350" fmla="*/ 1447991 w 3505200"/>
              <a:gd name="connsiteY5350" fmla="*/ 2153507 h 3505200"/>
              <a:gd name="connsiteX5351" fmla="*/ 1467612 w 3505200"/>
              <a:gd name="connsiteY5351" fmla="*/ 2133886 h 3505200"/>
              <a:gd name="connsiteX5352" fmla="*/ 1447991 w 3505200"/>
              <a:gd name="connsiteY5352" fmla="*/ 2114264 h 3505200"/>
              <a:gd name="connsiteX5353" fmla="*/ 1428369 w 3505200"/>
              <a:gd name="connsiteY5353" fmla="*/ 2133886 h 3505200"/>
              <a:gd name="connsiteX5354" fmla="*/ 1447991 w 3505200"/>
              <a:gd name="connsiteY5354" fmla="*/ 2153507 h 3505200"/>
              <a:gd name="connsiteX5355" fmla="*/ 1524191 w 3505200"/>
              <a:gd name="connsiteY5355" fmla="*/ 2154269 h 3505200"/>
              <a:gd name="connsiteX5356" fmla="*/ 1544669 w 3505200"/>
              <a:gd name="connsiteY5356" fmla="*/ 2133791 h 3505200"/>
              <a:gd name="connsiteX5357" fmla="*/ 1524191 w 3505200"/>
              <a:gd name="connsiteY5357" fmla="*/ 2113312 h 3505200"/>
              <a:gd name="connsiteX5358" fmla="*/ 1503712 w 3505200"/>
              <a:gd name="connsiteY5358" fmla="*/ 2133791 h 3505200"/>
              <a:gd name="connsiteX5359" fmla="*/ 1524191 w 3505200"/>
              <a:gd name="connsiteY5359" fmla="*/ 2154269 h 3505200"/>
              <a:gd name="connsiteX5360" fmla="*/ 1600391 w 3505200"/>
              <a:gd name="connsiteY5360" fmla="*/ 2154746 h 3505200"/>
              <a:gd name="connsiteX5361" fmla="*/ 1621346 w 3505200"/>
              <a:gd name="connsiteY5361" fmla="*/ 2133791 h 3505200"/>
              <a:gd name="connsiteX5362" fmla="*/ 1600391 w 3505200"/>
              <a:gd name="connsiteY5362" fmla="*/ 2112836 h 3505200"/>
              <a:gd name="connsiteX5363" fmla="*/ 1579436 w 3505200"/>
              <a:gd name="connsiteY5363" fmla="*/ 2133791 h 3505200"/>
              <a:gd name="connsiteX5364" fmla="*/ 1600391 w 3505200"/>
              <a:gd name="connsiteY5364" fmla="*/ 2154746 h 3505200"/>
              <a:gd name="connsiteX5365" fmla="*/ 1676591 w 3505200"/>
              <a:gd name="connsiteY5365" fmla="*/ 2155127 h 3505200"/>
              <a:gd name="connsiteX5366" fmla="*/ 1697927 w 3505200"/>
              <a:gd name="connsiteY5366" fmla="*/ 2133791 h 3505200"/>
              <a:gd name="connsiteX5367" fmla="*/ 1676591 w 3505200"/>
              <a:gd name="connsiteY5367" fmla="*/ 2112455 h 3505200"/>
              <a:gd name="connsiteX5368" fmla="*/ 1655255 w 3505200"/>
              <a:gd name="connsiteY5368" fmla="*/ 2133791 h 3505200"/>
              <a:gd name="connsiteX5369" fmla="*/ 1676591 w 3505200"/>
              <a:gd name="connsiteY5369" fmla="*/ 2155127 h 3505200"/>
              <a:gd name="connsiteX5370" fmla="*/ 1752791 w 3505200"/>
              <a:gd name="connsiteY5370" fmla="*/ 2155127 h 3505200"/>
              <a:gd name="connsiteX5371" fmla="*/ 1774127 w 3505200"/>
              <a:gd name="connsiteY5371" fmla="*/ 2133791 h 3505200"/>
              <a:gd name="connsiteX5372" fmla="*/ 1752791 w 3505200"/>
              <a:gd name="connsiteY5372" fmla="*/ 2112455 h 3505200"/>
              <a:gd name="connsiteX5373" fmla="*/ 1731455 w 3505200"/>
              <a:gd name="connsiteY5373" fmla="*/ 2133791 h 3505200"/>
              <a:gd name="connsiteX5374" fmla="*/ 1752791 w 3505200"/>
              <a:gd name="connsiteY5374" fmla="*/ 2155127 h 3505200"/>
              <a:gd name="connsiteX5375" fmla="*/ 1828991 w 3505200"/>
              <a:gd name="connsiteY5375" fmla="*/ 2155127 h 3505200"/>
              <a:gd name="connsiteX5376" fmla="*/ 1850327 w 3505200"/>
              <a:gd name="connsiteY5376" fmla="*/ 2133791 h 3505200"/>
              <a:gd name="connsiteX5377" fmla="*/ 1828991 w 3505200"/>
              <a:gd name="connsiteY5377" fmla="*/ 2112455 h 3505200"/>
              <a:gd name="connsiteX5378" fmla="*/ 1807655 w 3505200"/>
              <a:gd name="connsiteY5378" fmla="*/ 2133791 h 3505200"/>
              <a:gd name="connsiteX5379" fmla="*/ 1828991 w 3505200"/>
              <a:gd name="connsiteY5379" fmla="*/ 2155127 h 3505200"/>
              <a:gd name="connsiteX5380" fmla="*/ 1905191 w 3505200"/>
              <a:gd name="connsiteY5380" fmla="*/ 2154746 h 3505200"/>
              <a:gd name="connsiteX5381" fmla="*/ 1926146 w 3505200"/>
              <a:gd name="connsiteY5381" fmla="*/ 2133791 h 3505200"/>
              <a:gd name="connsiteX5382" fmla="*/ 1905191 w 3505200"/>
              <a:gd name="connsiteY5382" fmla="*/ 2112836 h 3505200"/>
              <a:gd name="connsiteX5383" fmla="*/ 1884236 w 3505200"/>
              <a:gd name="connsiteY5383" fmla="*/ 2133791 h 3505200"/>
              <a:gd name="connsiteX5384" fmla="*/ 1905191 w 3505200"/>
              <a:gd name="connsiteY5384" fmla="*/ 2154746 h 3505200"/>
              <a:gd name="connsiteX5385" fmla="*/ 1981391 w 3505200"/>
              <a:gd name="connsiteY5385" fmla="*/ 2154269 h 3505200"/>
              <a:gd name="connsiteX5386" fmla="*/ 2001869 w 3505200"/>
              <a:gd name="connsiteY5386" fmla="*/ 2133791 h 3505200"/>
              <a:gd name="connsiteX5387" fmla="*/ 1981391 w 3505200"/>
              <a:gd name="connsiteY5387" fmla="*/ 2113312 h 3505200"/>
              <a:gd name="connsiteX5388" fmla="*/ 1960912 w 3505200"/>
              <a:gd name="connsiteY5388" fmla="*/ 2133791 h 3505200"/>
              <a:gd name="connsiteX5389" fmla="*/ 1981391 w 3505200"/>
              <a:gd name="connsiteY5389" fmla="*/ 2154269 h 3505200"/>
              <a:gd name="connsiteX5390" fmla="*/ 2057591 w 3505200"/>
              <a:gd name="connsiteY5390" fmla="*/ 2153698 h 3505200"/>
              <a:gd name="connsiteX5391" fmla="*/ 2077498 w 3505200"/>
              <a:gd name="connsiteY5391" fmla="*/ 2133791 h 3505200"/>
              <a:gd name="connsiteX5392" fmla="*/ 2057591 w 3505200"/>
              <a:gd name="connsiteY5392" fmla="*/ 2113883 h 3505200"/>
              <a:gd name="connsiteX5393" fmla="*/ 2037683 w 3505200"/>
              <a:gd name="connsiteY5393" fmla="*/ 2133791 h 3505200"/>
              <a:gd name="connsiteX5394" fmla="*/ 2057591 w 3505200"/>
              <a:gd name="connsiteY5394" fmla="*/ 2153698 h 3505200"/>
              <a:gd name="connsiteX5395" fmla="*/ 2133791 w 3505200"/>
              <a:gd name="connsiteY5395" fmla="*/ 2152841 h 3505200"/>
              <a:gd name="connsiteX5396" fmla="*/ 2152841 w 3505200"/>
              <a:gd name="connsiteY5396" fmla="*/ 2133791 h 3505200"/>
              <a:gd name="connsiteX5397" fmla="*/ 2133791 w 3505200"/>
              <a:gd name="connsiteY5397" fmla="*/ 2114741 h 3505200"/>
              <a:gd name="connsiteX5398" fmla="*/ 2114741 w 3505200"/>
              <a:gd name="connsiteY5398" fmla="*/ 2133791 h 3505200"/>
              <a:gd name="connsiteX5399" fmla="*/ 2133791 w 3505200"/>
              <a:gd name="connsiteY5399" fmla="*/ 2152841 h 3505200"/>
              <a:gd name="connsiteX5400" fmla="*/ 2209991 w 3505200"/>
              <a:gd name="connsiteY5400" fmla="*/ 2151983 h 3505200"/>
              <a:gd name="connsiteX5401" fmla="*/ 2228183 w 3505200"/>
              <a:gd name="connsiteY5401" fmla="*/ 2133791 h 3505200"/>
              <a:gd name="connsiteX5402" fmla="*/ 2209991 w 3505200"/>
              <a:gd name="connsiteY5402" fmla="*/ 2115598 h 3505200"/>
              <a:gd name="connsiteX5403" fmla="*/ 2191798 w 3505200"/>
              <a:gd name="connsiteY5403" fmla="*/ 2133791 h 3505200"/>
              <a:gd name="connsiteX5404" fmla="*/ 2209991 w 3505200"/>
              <a:gd name="connsiteY5404" fmla="*/ 2151983 h 3505200"/>
              <a:gd name="connsiteX5405" fmla="*/ 2286191 w 3505200"/>
              <a:gd name="connsiteY5405" fmla="*/ 2150936 h 3505200"/>
              <a:gd name="connsiteX5406" fmla="*/ 2303336 w 3505200"/>
              <a:gd name="connsiteY5406" fmla="*/ 2133791 h 3505200"/>
              <a:gd name="connsiteX5407" fmla="*/ 2286191 w 3505200"/>
              <a:gd name="connsiteY5407" fmla="*/ 2116646 h 3505200"/>
              <a:gd name="connsiteX5408" fmla="*/ 2269046 w 3505200"/>
              <a:gd name="connsiteY5408" fmla="*/ 2133791 h 3505200"/>
              <a:gd name="connsiteX5409" fmla="*/ 2286191 w 3505200"/>
              <a:gd name="connsiteY5409" fmla="*/ 2150936 h 3505200"/>
              <a:gd name="connsiteX5410" fmla="*/ 2362391 w 3505200"/>
              <a:gd name="connsiteY5410" fmla="*/ 2150078 h 3505200"/>
              <a:gd name="connsiteX5411" fmla="*/ 2378678 w 3505200"/>
              <a:gd name="connsiteY5411" fmla="*/ 2133791 h 3505200"/>
              <a:gd name="connsiteX5412" fmla="*/ 2362391 w 3505200"/>
              <a:gd name="connsiteY5412" fmla="*/ 2117503 h 3505200"/>
              <a:gd name="connsiteX5413" fmla="*/ 2346103 w 3505200"/>
              <a:gd name="connsiteY5413" fmla="*/ 2133791 h 3505200"/>
              <a:gd name="connsiteX5414" fmla="*/ 2362391 w 3505200"/>
              <a:gd name="connsiteY5414" fmla="*/ 2150078 h 3505200"/>
              <a:gd name="connsiteX5415" fmla="*/ 2438591 w 3505200"/>
              <a:gd name="connsiteY5415" fmla="*/ 2149031 h 3505200"/>
              <a:gd name="connsiteX5416" fmla="*/ 2453831 w 3505200"/>
              <a:gd name="connsiteY5416" fmla="*/ 2133791 h 3505200"/>
              <a:gd name="connsiteX5417" fmla="*/ 2438591 w 3505200"/>
              <a:gd name="connsiteY5417" fmla="*/ 2118551 h 3505200"/>
              <a:gd name="connsiteX5418" fmla="*/ 2423351 w 3505200"/>
              <a:gd name="connsiteY5418" fmla="*/ 2133791 h 3505200"/>
              <a:gd name="connsiteX5419" fmla="*/ 2438591 w 3505200"/>
              <a:gd name="connsiteY5419" fmla="*/ 2149031 h 3505200"/>
              <a:gd name="connsiteX5420" fmla="*/ 2514791 w 3505200"/>
              <a:gd name="connsiteY5420" fmla="*/ 2147983 h 3505200"/>
              <a:gd name="connsiteX5421" fmla="*/ 2528983 w 3505200"/>
              <a:gd name="connsiteY5421" fmla="*/ 2133791 h 3505200"/>
              <a:gd name="connsiteX5422" fmla="*/ 2514791 w 3505200"/>
              <a:gd name="connsiteY5422" fmla="*/ 2119598 h 3505200"/>
              <a:gd name="connsiteX5423" fmla="*/ 2500598 w 3505200"/>
              <a:gd name="connsiteY5423" fmla="*/ 2133791 h 3505200"/>
              <a:gd name="connsiteX5424" fmla="*/ 2514791 w 3505200"/>
              <a:gd name="connsiteY5424" fmla="*/ 2147983 h 3505200"/>
              <a:gd name="connsiteX5425" fmla="*/ 2590991 w 3505200"/>
              <a:gd name="connsiteY5425" fmla="*/ 2146935 h 3505200"/>
              <a:gd name="connsiteX5426" fmla="*/ 2604135 w 3505200"/>
              <a:gd name="connsiteY5426" fmla="*/ 2133791 h 3505200"/>
              <a:gd name="connsiteX5427" fmla="*/ 2590991 w 3505200"/>
              <a:gd name="connsiteY5427" fmla="*/ 2120646 h 3505200"/>
              <a:gd name="connsiteX5428" fmla="*/ 2577846 w 3505200"/>
              <a:gd name="connsiteY5428" fmla="*/ 2133791 h 3505200"/>
              <a:gd name="connsiteX5429" fmla="*/ 2590991 w 3505200"/>
              <a:gd name="connsiteY5429" fmla="*/ 2146935 h 3505200"/>
              <a:gd name="connsiteX5430" fmla="*/ 2667191 w 3505200"/>
              <a:gd name="connsiteY5430" fmla="*/ 2145887 h 3505200"/>
              <a:gd name="connsiteX5431" fmla="*/ 2679192 w 3505200"/>
              <a:gd name="connsiteY5431" fmla="*/ 2133886 h 3505200"/>
              <a:gd name="connsiteX5432" fmla="*/ 2667191 w 3505200"/>
              <a:gd name="connsiteY5432" fmla="*/ 2121884 h 3505200"/>
              <a:gd name="connsiteX5433" fmla="*/ 2655189 w 3505200"/>
              <a:gd name="connsiteY5433" fmla="*/ 2133886 h 3505200"/>
              <a:gd name="connsiteX5434" fmla="*/ 2667191 w 3505200"/>
              <a:gd name="connsiteY5434" fmla="*/ 2145887 h 3505200"/>
              <a:gd name="connsiteX5435" fmla="*/ 2743391 w 3505200"/>
              <a:gd name="connsiteY5435" fmla="*/ 2144840 h 3505200"/>
              <a:gd name="connsiteX5436" fmla="*/ 2754345 w 3505200"/>
              <a:gd name="connsiteY5436" fmla="*/ 2133886 h 3505200"/>
              <a:gd name="connsiteX5437" fmla="*/ 2743391 w 3505200"/>
              <a:gd name="connsiteY5437" fmla="*/ 2122932 h 3505200"/>
              <a:gd name="connsiteX5438" fmla="*/ 2732437 w 3505200"/>
              <a:gd name="connsiteY5438" fmla="*/ 2133886 h 3505200"/>
              <a:gd name="connsiteX5439" fmla="*/ 2743391 w 3505200"/>
              <a:gd name="connsiteY5439" fmla="*/ 2144840 h 3505200"/>
              <a:gd name="connsiteX5440" fmla="*/ 2819591 w 3505200"/>
              <a:gd name="connsiteY5440" fmla="*/ 2143697 h 3505200"/>
              <a:gd name="connsiteX5441" fmla="*/ 2829497 w 3505200"/>
              <a:gd name="connsiteY5441" fmla="*/ 2133791 h 3505200"/>
              <a:gd name="connsiteX5442" fmla="*/ 2819591 w 3505200"/>
              <a:gd name="connsiteY5442" fmla="*/ 2123885 h 3505200"/>
              <a:gd name="connsiteX5443" fmla="*/ 2809685 w 3505200"/>
              <a:gd name="connsiteY5443" fmla="*/ 2133791 h 3505200"/>
              <a:gd name="connsiteX5444" fmla="*/ 2819591 w 3505200"/>
              <a:gd name="connsiteY5444" fmla="*/ 2143697 h 3505200"/>
              <a:gd name="connsiteX5445" fmla="*/ 2895791 w 3505200"/>
              <a:gd name="connsiteY5445" fmla="*/ 2142458 h 3505200"/>
              <a:gd name="connsiteX5446" fmla="*/ 2904458 w 3505200"/>
              <a:gd name="connsiteY5446" fmla="*/ 2133791 h 3505200"/>
              <a:gd name="connsiteX5447" fmla="*/ 2895791 w 3505200"/>
              <a:gd name="connsiteY5447" fmla="*/ 2125123 h 3505200"/>
              <a:gd name="connsiteX5448" fmla="*/ 2887123 w 3505200"/>
              <a:gd name="connsiteY5448" fmla="*/ 2133791 h 3505200"/>
              <a:gd name="connsiteX5449" fmla="*/ 2895791 w 3505200"/>
              <a:gd name="connsiteY5449" fmla="*/ 2142458 h 3505200"/>
              <a:gd name="connsiteX5450" fmla="*/ 2971991 w 3505200"/>
              <a:gd name="connsiteY5450" fmla="*/ 2141411 h 3505200"/>
              <a:gd name="connsiteX5451" fmla="*/ 2979611 w 3505200"/>
              <a:gd name="connsiteY5451" fmla="*/ 2133791 h 3505200"/>
              <a:gd name="connsiteX5452" fmla="*/ 2971991 w 3505200"/>
              <a:gd name="connsiteY5452" fmla="*/ 2126171 h 3505200"/>
              <a:gd name="connsiteX5453" fmla="*/ 2964371 w 3505200"/>
              <a:gd name="connsiteY5453" fmla="*/ 2133791 h 3505200"/>
              <a:gd name="connsiteX5454" fmla="*/ 2971991 w 3505200"/>
              <a:gd name="connsiteY5454" fmla="*/ 2141411 h 3505200"/>
              <a:gd name="connsiteX5455" fmla="*/ 3048191 w 3505200"/>
              <a:gd name="connsiteY5455" fmla="*/ 2140172 h 3505200"/>
              <a:gd name="connsiteX5456" fmla="*/ 3054572 w 3505200"/>
              <a:gd name="connsiteY5456" fmla="*/ 2133791 h 3505200"/>
              <a:gd name="connsiteX5457" fmla="*/ 3048191 w 3505200"/>
              <a:gd name="connsiteY5457" fmla="*/ 2127409 h 3505200"/>
              <a:gd name="connsiteX5458" fmla="*/ 3041809 w 3505200"/>
              <a:gd name="connsiteY5458" fmla="*/ 2133791 h 3505200"/>
              <a:gd name="connsiteX5459" fmla="*/ 3048191 w 3505200"/>
              <a:gd name="connsiteY5459" fmla="*/ 2140172 h 3505200"/>
              <a:gd name="connsiteX5460" fmla="*/ 3124391 w 3505200"/>
              <a:gd name="connsiteY5460" fmla="*/ 2139125 h 3505200"/>
              <a:gd name="connsiteX5461" fmla="*/ 3129629 w 3505200"/>
              <a:gd name="connsiteY5461" fmla="*/ 2133886 h 3505200"/>
              <a:gd name="connsiteX5462" fmla="*/ 3124391 w 3505200"/>
              <a:gd name="connsiteY5462" fmla="*/ 2128647 h 3505200"/>
              <a:gd name="connsiteX5463" fmla="*/ 3119152 w 3505200"/>
              <a:gd name="connsiteY5463" fmla="*/ 2133886 h 3505200"/>
              <a:gd name="connsiteX5464" fmla="*/ 3124391 w 3505200"/>
              <a:gd name="connsiteY5464" fmla="*/ 2139125 h 3505200"/>
              <a:gd name="connsiteX5465" fmla="*/ 3200591 w 3505200"/>
              <a:gd name="connsiteY5465" fmla="*/ 2138077 h 3505200"/>
              <a:gd name="connsiteX5466" fmla="*/ 3204782 w 3505200"/>
              <a:gd name="connsiteY5466" fmla="*/ 2133886 h 3505200"/>
              <a:gd name="connsiteX5467" fmla="*/ 3200591 w 3505200"/>
              <a:gd name="connsiteY5467" fmla="*/ 2129695 h 3505200"/>
              <a:gd name="connsiteX5468" fmla="*/ 3196399 w 3505200"/>
              <a:gd name="connsiteY5468" fmla="*/ 2133886 h 3505200"/>
              <a:gd name="connsiteX5469" fmla="*/ 3200591 w 3505200"/>
              <a:gd name="connsiteY5469" fmla="*/ 2138077 h 3505200"/>
              <a:gd name="connsiteX5470" fmla="*/ 3276791 w 3505200"/>
              <a:gd name="connsiteY5470" fmla="*/ 2136743 h 3505200"/>
              <a:gd name="connsiteX5471" fmla="*/ 3279743 w 3505200"/>
              <a:gd name="connsiteY5471" fmla="*/ 2133791 h 3505200"/>
              <a:gd name="connsiteX5472" fmla="*/ 3276791 w 3505200"/>
              <a:gd name="connsiteY5472" fmla="*/ 2130838 h 3505200"/>
              <a:gd name="connsiteX5473" fmla="*/ 3273838 w 3505200"/>
              <a:gd name="connsiteY5473" fmla="*/ 2133791 h 3505200"/>
              <a:gd name="connsiteX5474" fmla="*/ 3276791 w 3505200"/>
              <a:gd name="connsiteY5474" fmla="*/ 2136743 h 3505200"/>
              <a:gd name="connsiteX5475" fmla="*/ 3352991 w 3505200"/>
              <a:gd name="connsiteY5475" fmla="*/ 2135696 h 3505200"/>
              <a:gd name="connsiteX5476" fmla="*/ 3354896 w 3505200"/>
              <a:gd name="connsiteY5476" fmla="*/ 2133791 h 3505200"/>
              <a:gd name="connsiteX5477" fmla="*/ 3352991 w 3505200"/>
              <a:gd name="connsiteY5477" fmla="*/ 2131886 h 3505200"/>
              <a:gd name="connsiteX5478" fmla="*/ 3351086 w 3505200"/>
              <a:gd name="connsiteY5478" fmla="*/ 2133791 h 3505200"/>
              <a:gd name="connsiteX5479" fmla="*/ 3352991 w 3505200"/>
              <a:gd name="connsiteY5479" fmla="*/ 2135696 h 3505200"/>
              <a:gd name="connsiteX5480" fmla="*/ 3429191 w 3505200"/>
              <a:gd name="connsiteY5480" fmla="*/ 2134648 h 3505200"/>
              <a:gd name="connsiteX5481" fmla="*/ 3430048 w 3505200"/>
              <a:gd name="connsiteY5481" fmla="*/ 2133791 h 3505200"/>
              <a:gd name="connsiteX5482" fmla="*/ 3429191 w 3505200"/>
              <a:gd name="connsiteY5482" fmla="*/ 2132933 h 3505200"/>
              <a:gd name="connsiteX5483" fmla="*/ 3428333 w 3505200"/>
              <a:gd name="connsiteY5483" fmla="*/ 2133791 h 3505200"/>
              <a:gd name="connsiteX5484" fmla="*/ 3429191 w 3505200"/>
              <a:gd name="connsiteY5484" fmla="*/ 2134648 h 3505200"/>
              <a:gd name="connsiteX5485" fmla="*/ 76391 w 3505200"/>
              <a:gd name="connsiteY5485" fmla="*/ 2210467 h 3505200"/>
              <a:gd name="connsiteX5486" fmla="*/ 76772 w 3505200"/>
              <a:gd name="connsiteY5486" fmla="*/ 2210086 h 3505200"/>
              <a:gd name="connsiteX5487" fmla="*/ 76391 w 3505200"/>
              <a:gd name="connsiteY5487" fmla="*/ 2209705 h 3505200"/>
              <a:gd name="connsiteX5488" fmla="*/ 76010 w 3505200"/>
              <a:gd name="connsiteY5488" fmla="*/ 2210086 h 3505200"/>
              <a:gd name="connsiteX5489" fmla="*/ 76391 w 3505200"/>
              <a:gd name="connsiteY5489" fmla="*/ 2210467 h 3505200"/>
              <a:gd name="connsiteX5490" fmla="*/ 152591 w 3505200"/>
              <a:gd name="connsiteY5490" fmla="*/ 2211515 h 3505200"/>
              <a:gd name="connsiteX5491" fmla="*/ 154115 w 3505200"/>
              <a:gd name="connsiteY5491" fmla="*/ 2209991 h 3505200"/>
              <a:gd name="connsiteX5492" fmla="*/ 152591 w 3505200"/>
              <a:gd name="connsiteY5492" fmla="*/ 2208467 h 3505200"/>
              <a:gd name="connsiteX5493" fmla="*/ 151067 w 3505200"/>
              <a:gd name="connsiteY5493" fmla="*/ 2209991 h 3505200"/>
              <a:gd name="connsiteX5494" fmla="*/ 152591 w 3505200"/>
              <a:gd name="connsiteY5494" fmla="*/ 2211515 h 3505200"/>
              <a:gd name="connsiteX5495" fmla="*/ 228791 w 3505200"/>
              <a:gd name="connsiteY5495" fmla="*/ 2212562 h 3505200"/>
              <a:gd name="connsiteX5496" fmla="*/ 231362 w 3505200"/>
              <a:gd name="connsiteY5496" fmla="*/ 2209991 h 3505200"/>
              <a:gd name="connsiteX5497" fmla="*/ 228791 w 3505200"/>
              <a:gd name="connsiteY5497" fmla="*/ 2207419 h 3505200"/>
              <a:gd name="connsiteX5498" fmla="*/ 226219 w 3505200"/>
              <a:gd name="connsiteY5498" fmla="*/ 2209991 h 3505200"/>
              <a:gd name="connsiteX5499" fmla="*/ 228791 w 3505200"/>
              <a:gd name="connsiteY5499" fmla="*/ 2212562 h 3505200"/>
              <a:gd name="connsiteX5500" fmla="*/ 304991 w 3505200"/>
              <a:gd name="connsiteY5500" fmla="*/ 2213801 h 3505200"/>
              <a:gd name="connsiteX5501" fmla="*/ 308800 w 3505200"/>
              <a:gd name="connsiteY5501" fmla="*/ 2209991 h 3505200"/>
              <a:gd name="connsiteX5502" fmla="*/ 304991 w 3505200"/>
              <a:gd name="connsiteY5502" fmla="*/ 2206181 h 3505200"/>
              <a:gd name="connsiteX5503" fmla="*/ 301181 w 3505200"/>
              <a:gd name="connsiteY5503" fmla="*/ 2209991 h 3505200"/>
              <a:gd name="connsiteX5504" fmla="*/ 304991 w 3505200"/>
              <a:gd name="connsiteY5504" fmla="*/ 2213801 h 3505200"/>
              <a:gd name="connsiteX5505" fmla="*/ 381191 w 3505200"/>
              <a:gd name="connsiteY5505" fmla="*/ 2214848 h 3505200"/>
              <a:gd name="connsiteX5506" fmla="*/ 386048 w 3505200"/>
              <a:gd name="connsiteY5506" fmla="*/ 2209991 h 3505200"/>
              <a:gd name="connsiteX5507" fmla="*/ 381191 w 3505200"/>
              <a:gd name="connsiteY5507" fmla="*/ 2205133 h 3505200"/>
              <a:gd name="connsiteX5508" fmla="*/ 376333 w 3505200"/>
              <a:gd name="connsiteY5508" fmla="*/ 2209991 h 3505200"/>
              <a:gd name="connsiteX5509" fmla="*/ 381191 w 3505200"/>
              <a:gd name="connsiteY5509" fmla="*/ 2214848 h 3505200"/>
              <a:gd name="connsiteX5510" fmla="*/ 457391 w 3505200"/>
              <a:gd name="connsiteY5510" fmla="*/ 2215896 h 3505200"/>
              <a:gd name="connsiteX5511" fmla="*/ 463296 w 3505200"/>
              <a:gd name="connsiteY5511" fmla="*/ 2209991 h 3505200"/>
              <a:gd name="connsiteX5512" fmla="*/ 457391 w 3505200"/>
              <a:gd name="connsiteY5512" fmla="*/ 2204085 h 3505200"/>
              <a:gd name="connsiteX5513" fmla="*/ 451485 w 3505200"/>
              <a:gd name="connsiteY5513" fmla="*/ 2209991 h 3505200"/>
              <a:gd name="connsiteX5514" fmla="*/ 457391 w 3505200"/>
              <a:gd name="connsiteY5514" fmla="*/ 2215896 h 3505200"/>
              <a:gd name="connsiteX5515" fmla="*/ 533591 w 3505200"/>
              <a:gd name="connsiteY5515" fmla="*/ 2216944 h 3505200"/>
              <a:gd name="connsiteX5516" fmla="*/ 540544 w 3505200"/>
              <a:gd name="connsiteY5516" fmla="*/ 2209991 h 3505200"/>
              <a:gd name="connsiteX5517" fmla="*/ 533591 w 3505200"/>
              <a:gd name="connsiteY5517" fmla="*/ 2203037 h 3505200"/>
              <a:gd name="connsiteX5518" fmla="*/ 526637 w 3505200"/>
              <a:gd name="connsiteY5518" fmla="*/ 2209991 h 3505200"/>
              <a:gd name="connsiteX5519" fmla="*/ 533591 w 3505200"/>
              <a:gd name="connsiteY5519" fmla="*/ 2216944 h 3505200"/>
              <a:gd name="connsiteX5520" fmla="*/ 609790 w 3505200"/>
              <a:gd name="connsiteY5520" fmla="*/ 2218087 h 3505200"/>
              <a:gd name="connsiteX5521" fmla="*/ 617792 w 3505200"/>
              <a:gd name="connsiteY5521" fmla="*/ 2210086 h 3505200"/>
              <a:gd name="connsiteX5522" fmla="*/ 609790 w 3505200"/>
              <a:gd name="connsiteY5522" fmla="*/ 2202085 h 3505200"/>
              <a:gd name="connsiteX5523" fmla="*/ 601790 w 3505200"/>
              <a:gd name="connsiteY5523" fmla="*/ 2210086 h 3505200"/>
              <a:gd name="connsiteX5524" fmla="*/ 609790 w 3505200"/>
              <a:gd name="connsiteY5524" fmla="*/ 2218087 h 3505200"/>
              <a:gd name="connsiteX5525" fmla="*/ 685990 w 3505200"/>
              <a:gd name="connsiteY5525" fmla="*/ 2219325 h 3505200"/>
              <a:gd name="connsiteX5526" fmla="*/ 695325 w 3505200"/>
              <a:gd name="connsiteY5526" fmla="*/ 2209991 h 3505200"/>
              <a:gd name="connsiteX5527" fmla="*/ 685990 w 3505200"/>
              <a:gd name="connsiteY5527" fmla="*/ 2200656 h 3505200"/>
              <a:gd name="connsiteX5528" fmla="*/ 676656 w 3505200"/>
              <a:gd name="connsiteY5528" fmla="*/ 2209991 h 3505200"/>
              <a:gd name="connsiteX5529" fmla="*/ 685990 w 3505200"/>
              <a:gd name="connsiteY5529" fmla="*/ 2219325 h 3505200"/>
              <a:gd name="connsiteX5530" fmla="*/ 762190 w 3505200"/>
              <a:gd name="connsiteY5530" fmla="*/ 2220373 h 3505200"/>
              <a:gd name="connsiteX5531" fmla="*/ 772573 w 3505200"/>
              <a:gd name="connsiteY5531" fmla="*/ 2209991 h 3505200"/>
              <a:gd name="connsiteX5532" fmla="*/ 762190 w 3505200"/>
              <a:gd name="connsiteY5532" fmla="*/ 2199608 h 3505200"/>
              <a:gd name="connsiteX5533" fmla="*/ 751808 w 3505200"/>
              <a:gd name="connsiteY5533" fmla="*/ 2209991 h 3505200"/>
              <a:gd name="connsiteX5534" fmla="*/ 762190 w 3505200"/>
              <a:gd name="connsiteY5534" fmla="*/ 2220373 h 3505200"/>
              <a:gd name="connsiteX5535" fmla="*/ 838390 w 3505200"/>
              <a:gd name="connsiteY5535" fmla="*/ 2221421 h 3505200"/>
              <a:gd name="connsiteX5536" fmla="*/ 849821 w 3505200"/>
              <a:gd name="connsiteY5536" fmla="*/ 2209991 h 3505200"/>
              <a:gd name="connsiteX5537" fmla="*/ 838390 w 3505200"/>
              <a:gd name="connsiteY5537" fmla="*/ 2198561 h 3505200"/>
              <a:gd name="connsiteX5538" fmla="*/ 826961 w 3505200"/>
              <a:gd name="connsiteY5538" fmla="*/ 2209991 h 3505200"/>
              <a:gd name="connsiteX5539" fmla="*/ 838390 w 3505200"/>
              <a:gd name="connsiteY5539" fmla="*/ 2221421 h 3505200"/>
              <a:gd name="connsiteX5540" fmla="*/ 914590 w 3505200"/>
              <a:gd name="connsiteY5540" fmla="*/ 2222468 h 3505200"/>
              <a:gd name="connsiteX5541" fmla="*/ 927068 w 3505200"/>
              <a:gd name="connsiteY5541" fmla="*/ 2209991 h 3505200"/>
              <a:gd name="connsiteX5542" fmla="*/ 914590 w 3505200"/>
              <a:gd name="connsiteY5542" fmla="*/ 2197513 h 3505200"/>
              <a:gd name="connsiteX5543" fmla="*/ 902113 w 3505200"/>
              <a:gd name="connsiteY5543" fmla="*/ 2209991 h 3505200"/>
              <a:gd name="connsiteX5544" fmla="*/ 914590 w 3505200"/>
              <a:gd name="connsiteY5544" fmla="*/ 2222468 h 3505200"/>
              <a:gd name="connsiteX5545" fmla="*/ 990790 w 3505200"/>
              <a:gd name="connsiteY5545" fmla="*/ 2223516 h 3505200"/>
              <a:gd name="connsiteX5546" fmla="*/ 1004316 w 3505200"/>
              <a:gd name="connsiteY5546" fmla="*/ 2209991 h 3505200"/>
              <a:gd name="connsiteX5547" fmla="*/ 990790 w 3505200"/>
              <a:gd name="connsiteY5547" fmla="*/ 2196465 h 3505200"/>
              <a:gd name="connsiteX5548" fmla="*/ 977265 w 3505200"/>
              <a:gd name="connsiteY5548" fmla="*/ 2209991 h 3505200"/>
              <a:gd name="connsiteX5549" fmla="*/ 990790 w 3505200"/>
              <a:gd name="connsiteY5549" fmla="*/ 2223516 h 3505200"/>
              <a:gd name="connsiteX5550" fmla="*/ 1066991 w 3505200"/>
              <a:gd name="connsiteY5550" fmla="*/ 2224373 h 3505200"/>
              <a:gd name="connsiteX5551" fmla="*/ 1081373 w 3505200"/>
              <a:gd name="connsiteY5551" fmla="*/ 2209991 h 3505200"/>
              <a:gd name="connsiteX5552" fmla="*/ 1066991 w 3505200"/>
              <a:gd name="connsiteY5552" fmla="*/ 2195608 h 3505200"/>
              <a:gd name="connsiteX5553" fmla="*/ 1052608 w 3505200"/>
              <a:gd name="connsiteY5553" fmla="*/ 2209991 h 3505200"/>
              <a:gd name="connsiteX5554" fmla="*/ 1066991 w 3505200"/>
              <a:gd name="connsiteY5554" fmla="*/ 2224373 h 3505200"/>
              <a:gd name="connsiteX5555" fmla="*/ 1143191 w 3505200"/>
              <a:gd name="connsiteY5555" fmla="*/ 2225421 h 3505200"/>
              <a:gd name="connsiteX5556" fmla="*/ 1158621 w 3505200"/>
              <a:gd name="connsiteY5556" fmla="*/ 2209991 h 3505200"/>
              <a:gd name="connsiteX5557" fmla="*/ 1143191 w 3505200"/>
              <a:gd name="connsiteY5557" fmla="*/ 2194560 h 3505200"/>
              <a:gd name="connsiteX5558" fmla="*/ 1127760 w 3505200"/>
              <a:gd name="connsiteY5558" fmla="*/ 2209991 h 3505200"/>
              <a:gd name="connsiteX5559" fmla="*/ 1143191 w 3505200"/>
              <a:gd name="connsiteY5559" fmla="*/ 2225421 h 3505200"/>
              <a:gd name="connsiteX5560" fmla="*/ 1219391 w 3505200"/>
              <a:gd name="connsiteY5560" fmla="*/ 2226278 h 3505200"/>
              <a:gd name="connsiteX5561" fmla="*/ 1235678 w 3505200"/>
              <a:gd name="connsiteY5561" fmla="*/ 2209991 h 3505200"/>
              <a:gd name="connsiteX5562" fmla="*/ 1219391 w 3505200"/>
              <a:gd name="connsiteY5562" fmla="*/ 2193703 h 3505200"/>
              <a:gd name="connsiteX5563" fmla="*/ 1203103 w 3505200"/>
              <a:gd name="connsiteY5563" fmla="*/ 2209991 h 3505200"/>
              <a:gd name="connsiteX5564" fmla="*/ 1219391 w 3505200"/>
              <a:gd name="connsiteY5564" fmla="*/ 2226278 h 3505200"/>
              <a:gd name="connsiteX5565" fmla="*/ 1295591 w 3505200"/>
              <a:gd name="connsiteY5565" fmla="*/ 2227136 h 3505200"/>
              <a:gd name="connsiteX5566" fmla="*/ 1312736 w 3505200"/>
              <a:gd name="connsiteY5566" fmla="*/ 2209991 h 3505200"/>
              <a:gd name="connsiteX5567" fmla="*/ 1295591 w 3505200"/>
              <a:gd name="connsiteY5567" fmla="*/ 2192846 h 3505200"/>
              <a:gd name="connsiteX5568" fmla="*/ 1278446 w 3505200"/>
              <a:gd name="connsiteY5568" fmla="*/ 2209991 h 3505200"/>
              <a:gd name="connsiteX5569" fmla="*/ 1295591 w 3505200"/>
              <a:gd name="connsiteY5569" fmla="*/ 2227136 h 3505200"/>
              <a:gd name="connsiteX5570" fmla="*/ 1371791 w 3505200"/>
              <a:gd name="connsiteY5570" fmla="*/ 2227993 h 3505200"/>
              <a:gd name="connsiteX5571" fmla="*/ 1389793 w 3505200"/>
              <a:gd name="connsiteY5571" fmla="*/ 2209991 h 3505200"/>
              <a:gd name="connsiteX5572" fmla="*/ 1371791 w 3505200"/>
              <a:gd name="connsiteY5572" fmla="*/ 2191988 h 3505200"/>
              <a:gd name="connsiteX5573" fmla="*/ 1353788 w 3505200"/>
              <a:gd name="connsiteY5573" fmla="*/ 2209991 h 3505200"/>
              <a:gd name="connsiteX5574" fmla="*/ 1371791 w 3505200"/>
              <a:gd name="connsiteY5574" fmla="*/ 2227993 h 3505200"/>
              <a:gd name="connsiteX5575" fmla="*/ 1447991 w 3505200"/>
              <a:gd name="connsiteY5575" fmla="*/ 2228850 h 3505200"/>
              <a:gd name="connsiteX5576" fmla="*/ 1466755 w 3505200"/>
              <a:gd name="connsiteY5576" fmla="*/ 2210086 h 3505200"/>
              <a:gd name="connsiteX5577" fmla="*/ 1447991 w 3505200"/>
              <a:gd name="connsiteY5577" fmla="*/ 2191322 h 3505200"/>
              <a:gd name="connsiteX5578" fmla="*/ 1429226 w 3505200"/>
              <a:gd name="connsiteY5578" fmla="*/ 2210086 h 3505200"/>
              <a:gd name="connsiteX5579" fmla="*/ 1447991 w 3505200"/>
              <a:gd name="connsiteY5579" fmla="*/ 2228850 h 3505200"/>
              <a:gd name="connsiteX5580" fmla="*/ 1524191 w 3505200"/>
              <a:gd name="connsiteY5580" fmla="*/ 2229422 h 3505200"/>
              <a:gd name="connsiteX5581" fmla="*/ 1543622 w 3505200"/>
              <a:gd name="connsiteY5581" fmla="*/ 2209991 h 3505200"/>
              <a:gd name="connsiteX5582" fmla="*/ 1524191 w 3505200"/>
              <a:gd name="connsiteY5582" fmla="*/ 2190560 h 3505200"/>
              <a:gd name="connsiteX5583" fmla="*/ 1504760 w 3505200"/>
              <a:gd name="connsiteY5583" fmla="*/ 2209991 h 3505200"/>
              <a:gd name="connsiteX5584" fmla="*/ 1524191 w 3505200"/>
              <a:gd name="connsiteY5584" fmla="*/ 2229422 h 3505200"/>
              <a:gd name="connsiteX5585" fmla="*/ 1600391 w 3505200"/>
              <a:gd name="connsiteY5585" fmla="*/ 2229898 h 3505200"/>
              <a:gd name="connsiteX5586" fmla="*/ 1620298 w 3505200"/>
              <a:gd name="connsiteY5586" fmla="*/ 2209991 h 3505200"/>
              <a:gd name="connsiteX5587" fmla="*/ 1600391 w 3505200"/>
              <a:gd name="connsiteY5587" fmla="*/ 2190083 h 3505200"/>
              <a:gd name="connsiteX5588" fmla="*/ 1580483 w 3505200"/>
              <a:gd name="connsiteY5588" fmla="*/ 2209991 h 3505200"/>
              <a:gd name="connsiteX5589" fmla="*/ 1600391 w 3505200"/>
              <a:gd name="connsiteY5589" fmla="*/ 2229898 h 3505200"/>
              <a:gd name="connsiteX5590" fmla="*/ 1676591 w 3505200"/>
              <a:gd name="connsiteY5590" fmla="*/ 2230088 h 3505200"/>
              <a:gd name="connsiteX5591" fmla="*/ 1696688 w 3505200"/>
              <a:gd name="connsiteY5591" fmla="*/ 2209991 h 3505200"/>
              <a:gd name="connsiteX5592" fmla="*/ 1676591 w 3505200"/>
              <a:gd name="connsiteY5592" fmla="*/ 2189893 h 3505200"/>
              <a:gd name="connsiteX5593" fmla="*/ 1656493 w 3505200"/>
              <a:gd name="connsiteY5593" fmla="*/ 2209991 h 3505200"/>
              <a:gd name="connsiteX5594" fmla="*/ 1676591 w 3505200"/>
              <a:gd name="connsiteY5594" fmla="*/ 2230088 h 3505200"/>
              <a:gd name="connsiteX5595" fmla="*/ 1752791 w 3505200"/>
              <a:gd name="connsiteY5595" fmla="*/ 2230279 h 3505200"/>
              <a:gd name="connsiteX5596" fmla="*/ 1773079 w 3505200"/>
              <a:gd name="connsiteY5596" fmla="*/ 2209991 h 3505200"/>
              <a:gd name="connsiteX5597" fmla="*/ 1752791 w 3505200"/>
              <a:gd name="connsiteY5597" fmla="*/ 2189702 h 3505200"/>
              <a:gd name="connsiteX5598" fmla="*/ 1732502 w 3505200"/>
              <a:gd name="connsiteY5598" fmla="*/ 2209991 h 3505200"/>
              <a:gd name="connsiteX5599" fmla="*/ 1752791 w 3505200"/>
              <a:gd name="connsiteY5599" fmla="*/ 2230279 h 3505200"/>
              <a:gd name="connsiteX5600" fmla="*/ 1828991 w 3505200"/>
              <a:gd name="connsiteY5600" fmla="*/ 2230088 h 3505200"/>
              <a:gd name="connsiteX5601" fmla="*/ 1849088 w 3505200"/>
              <a:gd name="connsiteY5601" fmla="*/ 2209991 h 3505200"/>
              <a:gd name="connsiteX5602" fmla="*/ 1828991 w 3505200"/>
              <a:gd name="connsiteY5602" fmla="*/ 2189893 h 3505200"/>
              <a:gd name="connsiteX5603" fmla="*/ 1808893 w 3505200"/>
              <a:gd name="connsiteY5603" fmla="*/ 2209991 h 3505200"/>
              <a:gd name="connsiteX5604" fmla="*/ 1828991 w 3505200"/>
              <a:gd name="connsiteY5604" fmla="*/ 2230088 h 3505200"/>
              <a:gd name="connsiteX5605" fmla="*/ 1905191 w 3505200"/>
              <a:gd name="connsiteY5605" fmla="*/ 2229898 h 3505200"/>
              <a:gd name="connsiteX5606" fmla="*/ 1925098 w 3505200"/>
              <a:gd name="connsiteY5606" fmla="*/ 2209991 h 3505200"/>
              <a:gd name="connsiteX5607" fmla="*/ 1905191 w 3505200"/>
              <a:gd name="connsiteY5607" fmla="*/ 2190083 h 3505200"/>
              <a:gd name="connsiteX5608" fmla="*/ 1885283 w 3505200"/>
              <a:gd name="connsiteY5608" fmla="*/ 2209991 h 3505200"/>
              <a:gd name="connsiteX5609" fmla="*/ 1905191 w 3505200"/>
              <a:gd name="connsiteY5609" fmla="*/ 2229898 h 3505200"/>
              <a:gd name="connsiteX5610" fmla="*/ 1981391 w 3505200"/>
              <a:gd name="connsiteY5610" fmla="*/ 2229422 h 3505200"/>
              <a:gd name="connsiteX5611" fmla="*/ 2000822 w 3505200"/>
              <a:gd name="connsiteY5611" fmla="*/ 2209991 h 3505200"/>
              <a:gd name="connsiteX5612" fmla="*/ 1981391 w 3505200"/>
              <a:gd name="connsiteY5612" fmla="*/ 2190560 h 3505200"/>
              <a:gd name="connsiteX5613" fmla="*/ 1961960 w 3505200"/>
              <a:gd name="connsiteY5613" fmla="*/ 2209991 h 3505200"/>
              <a:gd name="connsiteX5614" fmla="*/ 1981391 w 3505200"/>
              <a:gd name="connsiteY5614" fmla="*/ 2229422 h 3505200"/>
              <a:gd name="connsiteX5615" fmla="*/ 2057591 w 3505200"/>
              <a:gd name="connsiteY5615" fmla="*/ 2228850 h 3505200"/>
              <a:gd name="connsiteX5616" fmla="*/ 2076355 w 3505200"/>
              <a:gd name="connsiteY5616" fmla="*/ 2210086 h 3505200"/>
              <a:gd name="connsiteX5617" fmla="*/ 2057591 w 3505200"/>
              <a:gd name="connsiteY5617" fmla="*/ 2191322 h 3505200"/>
              <a:gd name="connsiteX5618" fmla="*/ 2038826 w 3505200"/>
              <a:gd name="connsiteY5618" fmla="*/ 2210086 h 3505200"/>
              <a:gd name="connsiteX5619" fmla="*/ 2057591 w 3505200"/>
              <a:gd name="connsiteY5619" fmla="*/ 2228850 h 3505200"/>
              <a:gd name="connsiteX5620" fmla="*/ 2133791 w 3505200"/>
              <a:gd name="connsiteY5620" fmla="*/ 2228183 h 3505200"/>
              <a:gd name="connsiteX5621" fmla="*/ 2151983 w 3505200"/>
              <a:gd name="connsiteY5621" fmla="*/ 2209991 h 3505200"/>
              <a:gd name="connsiteX5622" fmla="*/ 2133791 w 3505200"/>
              <a:gd name="connsiteY5622" fmla="*/ 2191798 h 3505200"/>
              <a:gd name="connsiteX5623" fmla="*/ 2115598 w 3505200"/>
              <a:gd name="connsiteY5623" fmla="*/ 2209991 h 3505200"/>
              <a:gd name="connsiteX5624" fmla="*/ 2133791 w 3505200"/>
              <a:gd name="connsiteY5624" fmla="*/ 2228183 h 3505200"/>
              <a:gd name="connsiteX5625" fmla="*/ 2209991 w 3505200"/>
              <a:gd name="connsiteY5625" fmla="*/ 2227326 h 3505200"/>
              <a:gd name="connsiteX5626" fmla="*/ 2227326 w 3505200"/>
              <a:gd name="connsiteY5626" fmla="*/ 2209991 h 3505200"/>
              <a:gd name="connsiteX5627" fmla="*/ 2209991 w 3505200"/>
              <a:gd name="connsiteY5627" fmla="*/ 2192655 h 3505200"/>
              <a:gd name="connsiteX5628" fmla="*/ 2192655 w 3505200"/>
              <a:gd name="connsiteY5628" fmla="*/ 2209991 h 3505200"/>
              <a:gd name="connsiteX5629" fmla="*/ 2209991 w 3505200"/>
              <a:gd name="connsiteY5629" fmla="*/ 2227326 h 3505200"/>
              <a:gd name="connsiteX5630" fmla="*/ 2286191 w 3505200"/>
              <a:gd name="connsiteY5630" fmla="*/ 2226469 h 3505200"/>
              <a:gd name="connsiteX5631" fmla="*/ 2302669 w 3505200"/>
              <a:gd name="connsiteY5631" fmla="*/ 2209991 h 3505200"/>
              <a:gd name="connsiteX5632" fmla="*/ 2286191 w 3505200"/>
              <a:gd name="connsiteY5632" fmla="*/ 2193512 h 3505200"/>
              <a:gd name="connsiteX5633" fmla="*/ 2269712 w 3505200"/>
              <a:gd name="connsiteY5633" fmla="*/ 2209991 h 3505200"/>
              <a:gd name="connsiteX5634" fmla="*/ 2286191 w 3505200"/>
              <a:gd name="connsiteY5634" fmla="*/ 2226469 h 3505200"/>
              <a:gd name="connsiteX5635" fmla="*/ 2362391 w 3505200"/>
              <a:gd name="connsiteY5635" fmla="*/ 2225421 h 3505200"/>
              <a:gd name="connsiteX5636" fmla="*/ 2377821 w 3505200"/>
              <a:gd name="connsiteY5636" fmla="*/ 2209991 h 3505200"/>
              <a:gd name="connsiteX5637" fmla="*/ 2362391 w 3505200"/>
              <a:gd name="connsiteY5637" fmla="*/ 2194560 h 3505200"/>
              <a:gd name="connsiteX5638" fmla="*/ 2346960 w 3505200"/>
              <a:gd name="connsiteY5638" fmla="*/ 2209991 h 3505200"/>
              <a:gd name="connsiteX5639" fmla="*/ 2362391 w 3505200"/>
              <a:gd name="connsiteY5639" fmla="*/ 2225421 h 3505200"/>
              <a:gd name="connsiteX5640" fmla="*/ 2438591 w 3505200"/>
              <a:gd name="connsiteY5640" fmla="*/ 2224564 h 3505200"/>
              <a:gd name="connsiteX5641" fmla="*/ 2453164 w 3505200"/>
              <a:gd name="connsiteY5641" fmla="*/ 2209991 h 3505200"/>
              <a:gd name="connsiteX5642" fmla="*/ 2438591 w 3505200"/>
              <a:gd name="connsiteY5642" fmla="*/ 2195417 h 3505200"/>
              <a:gd name="connsiteX5643" fmla="*/ 2424017 w 3505200"/>
              <a:gd name="connsiteY5643" fmla="*/ 2209991 h 3505200"/>
              <a:gd name="connsiteX5644" fmla="*/ 2438591 w 3505200"/>
              <a:gd name="connsiteY5644" fmla="*/ 2224564 h 3505200"/>
              <a:gd name="connsiteX5645" fmla="*/ 2514791 w 3505200"/>
              <a:gd name="connsiteY5645" fmla="*/ 2223516 h 3505200"/>
              <a:gd name="connsiteX5646" fmla="*/ 2528316 w 3505200"/>
              <a:gd name="connsiteY5646" fmla="*/ 2209991 h 3505200"/>
              <a:gd name="connsiteX5647" fmla="*/ 2514791 w 3505200"/>
              <a:gd name="connsiteY5647" fmla="*/ 2196465 h 3505200"/>
              <a:gd name="connsiteX5648" fmla="*/ 2501265 w 3505200"/>
              <a:gd name="connsiteY5648" fmla="*/ 2209991 h 3505200"/>
              <a:gd name="connsiteX5649" fmla="*/ 2514791 w 3505200"/>
              <a:gd name="connsiteY5649" fmla="*/ 2223516 h 3505200"/>
              <a:gd name="connsiteX5650" fmla="*/ 2590991 w 3505200"/>
              <a:gd name="connsiteY5650" fmla="*/ 2222659 h 3505200"/>
              <a:gd name="connsiteX5651" fmla="*/ 2603659 w 3505200"/>
              <a:gd name="connsiteY5651" fmla="*/ 2209991 h 3505200"/>
              <a:gd name="connsiteX5652" fmla="*/ 2590991 w 3505200"/>
              <a:gd name="connsiteY5652" fmla="*/ 2197322 h 3505200"/>
              <a:gd name="connsiteX5653" fmla="*/ 2578322 w 3505200"/>
              <a:gd name="connsiteY5653" fmla="*/ 2209991 h 3505200"/>
              <a:gd name="connsiteX5654" fmla="*/ 2590991 w 3505200"/>
              <a:gd name="connsiteY5654" fmla="*/ 2222659 h 3505200"/>
              <a:gd name="connsiteX5655" fmla="*/ 2667191 w 3505200"/>
              <a:gd name="connsiteY5655" fmla="*/ 2221611 h 3505200"/>
              <a:gd name="connsiteX5656" fmla="*/ 2678811 w 3505200"/>
              <a:gd name="connsiteY5656" fmla="*/ 2209991 h 3505200"/>
              <a:gd name="connsiteX5657" fmla="*/ 2667191 w 3505200"/>
              <a:gd name="connsiteY5657" fmla="*/ 2198370 h 3505200"/>
              <a:gd name="connsiteX5658" fmla="*/ 2655570 w 3505200"/>
              <a:gd name="connsiteY5658" fmla="*/ 2209991 h 3505200"/>
              <a:gd name="connsiteX5659" fmla="*/ 2667191 w 3505200"/>
              <a:gd name="connsiteY5659" fmla="*/ 2221611 h 3505200"/>
              <a:gd name="connsiteX5660" fmla="*/ 2743391 w 3505200"/>
              <a:gd name="connsiteY5660" fmla="*/ 2220563 h 3505200"/>
              <a:gd name="connsiteX5661" fmla="*/ 2753963 w 3505200"/>
              <a:gd name="connsiteY5661" fmla="*/ 2209991 h 3505200"/>
              <a:gd name="connsiteX5662" fmla="*/ 2743391 w 3505200"/>
              <a:gd name="connsiteY5662" fmla="*/ 2199418 h 3505200"/>
              <a:gd name="connsiteX5663" fmla="*/ 2732818 w 3505200"/>
              <a:gd name="connsiteY5663" fmla="*/ 2209991 h 3505200"/>
              <a:gd name="connsiteX5664" fmla="*/ 2743391 w 3505200"/>
              <a:gd name="connsiteY5664" fmla="*/ 2220563 h 3505200"/>
              <a:gd name="connsiteX5665" fmla="*/ 2819591 w 3505200"/>
              <a:gd name="connsiteY5665" fmla="*/ 2219325 h 3505200"/>
              <a:gd name="connsiteX5666" fmla="*/ 2828925 w 3505200"/>
              <a:gd name="connsiteY5666" fmla="*/ 2209991 h 3505200"/>
              <a:gd name="connsiteX5667" fmla="*/ 2819591 w 3505200"/>
              <a:gd name="connsiteY5667" fmla="*/ 2200656 h 3505200"/>
              <a:gd name="connsiteX5668" fmla="*/ 2810256 w 3505200"/>
              <a:gd name="connsiteY5668" fmla="*/ 2209991 h 3505200"/>
              <a:gd name="connsiteX5669" fmla="*/ 2819591 w 3505200"/>
              <a:gd name="connsiteY5669" fmla="*/ 2219325 h 3505200"/>
              <a:gd name="connsiteX5670" fmla="*/ 2895791 w 3505200"/>
              <a:gd name="connsiteY5670" fmla="*/ 2218277 h 3505200"/>
              <a:gd name="connsiteX5671" fmla="*/ 2904078 w 3505200"/>
              <a:gd name="connsiteY5671" fmla="*/ 2209991 h 3505200"/>
              <a:gd name="connsiteX5672" fmla="*/ 2895791 w 3505200"/>
              <a:gd name="connsiteY5672" fmla="*/ 2201704 h 3505200"/>
              <a:gd name="connsiteX5673" fmla="*/ 2887504 w 3505200"/>
              <a:gd name="connsiteY5673" fmla="*/ 2209991 h 3505200"/>
              <a:gd name="connsiteX5674" fmla="*/ 2895791 w 3505200"/>
              <a:gd name="connsiteY5674" fmla="*/ 2218277 h 3505200"/>
              <a:gd name="connsiteX5675" fmla="*/ 2971991 w 3505200"/>
              <a:gd name="connsiteY5675" fmla="*/ 2217230 h 3505200"/>
              <a:gd name="connsiteX5676" fmla="*/ 2979134 w 3505200"/>
              <a:gd name="connsiteY5676" fmla="*/ 2210086 h 3505200"/>
              <a:gd name="connsiteX5677" fmla="*/ 2971991 w 3505200"/>
              <a:gd name="connsiteY5677" fmla="*/ 2202942 h 3505200"/>
              <a:gd name="connsiteX5678" fmla="*/ 2964847 w 3505200"/>
              <a:gd name="connsiteY5678" fmla="*/ 2210086 h 3505200"/>
              <a:gd name="connsiteX5679" fmla="*/ 2971991 w 3505200"/>
              <a:gd name="connsiteY5679" fmla="*/ 2217230 h 3505200"/>
              <a:gd name="connsiteX5680" fmla="*/ 3048191 w 3505200"/>
              <a:gd name="connsiteY5680" fmla="*/ 2216182 h 3505200"/>
              <a:gd name="connsiteX5681" fmla="*/ 3054287 w 3505200"/>
              <a:gd name="connsiteY5681" fmla="*/ 2210086 h 3505200"/>
              <a:gd name="connsiteX5682" fmla="*/ 3048191 w 3505200"/>
              <a:gd name="connsiteY5682" fmla="*/ 2203990 h 3505200"/>
              <a:gd name="connsiteX5683" fmla="*/ 3042095 w 3505200"/>
              <a:gd name="connsiteY5683" fmla="*/ 2210086 h 3505200"/>
              <a:gd name="connsiteX5684" fmla="*/ 3048191 w 3505200"/>
              <a:gd name="connsiteY5684" fmla="*/ 2216182 h 3505200"/>
              <a:gd name="connsiteX5685" fmla="*/ 3124391 w 3505200"/>
              <a:gd name="connsiteY5685" fmla="*/ 2214848 h 3505200"/>
              <a:gd name="connsiteX5686" fmla="*/ 3129248 w 3505200"/>
              <a:gd name="connsiteY5686" fmla="*/ 2209991 h 3505200"/>
              <a:gd name="connsiteX5687" fmla="*/ 3124391 w 3505200"/>
              <a:gd name="connsiteY5687" fmla="*/ 2205133 h 3505200"/>
              <a:gd name="connsiteX5688" fmla="*/ 3119533 w 3505200"/>
              <a:gd name="connsiteY5688" fmla="*/ 2209991 h 3505200"/>
              <a:gd name="connsiteX5689" fmla="*/ 3124391 w 3505200"/>
              <a:gd name="connsiteY5689" fmla="*/ 2214848 h 3505200"/>
              <a:gd name="connsiteX5690" fmla="*/ 3200591 w 3505200"/>
              <a:gd name="connsiteY5690" fmla="*/ 2213801 h 3505200"/>
              <a:gd name="connsiteX5691" fmla="*/ 3204401 w 3505200"/>
              <a:gd name="connsiteY5691" fmla="*/ 2209991 h 3505200"/>
              <a:gd name="connsiteX5692" fmla="*/ 3200591 w 3505200"/>
              <a:gd name="connsiteY5692" fmla="*/ 2206181 h 3505200"/>
              <a:gd name="connsiteX5693" fmla="*/ 3196781 w 3505200"/>
              <a:gd name="connsiteY5693" fmla="*/ 2209991 h 3505200"/>
              <a:gd name="connsiteX5694" fmla="*/ 3200591 w 3505200"/>
              <a:gd name="connsiteY5694" fmla="*/ 2213801 h 3505200"/>
              <a:gd name="connsiteX5695" fmla="*/ 3276791 w 3505200"/>
              <a:gd name="connsiteY5695" fmla="*/ 2212753 h 3505200"/>
              <a:gd name="connsiteX5696" fmla="*/ 3279553 w 3505200"/>
              <a:gd name="connsiteY5696" fmla="*/ 2209991 h 3505200"/>
              <a:gd name="connsiteX5697" fmla="*/ 3276791 w 3505200"/>
              <a:gd name="connsiteY5697" fmla="*/ 2207228 h 3505200"/>
              <a:gd name="connsiteX5698" fmla="*/ 3274028 w 3505200"/>
              <a:gd name="connsiteY5698" fmla="*/ 2209991 h 3505200"/>
              <a:gd name="connsiteX5699" fmla="*/ 3276791 w 3505200"/>
              <a:gd name="connsiteY5699" fmla="*/ 2212753 h 3505200"/>
              <a:gd name="connsiteX5700" fmla="*/ 3352991 w 3505200"/>
              <a:gd name="connsiteY5700" fmla="*/ 2211705 h 3505200"/>
              <a:gd name="connsiteX5701" fmla="*/ 3354705 w 3505200"/>
              <a:gd name="connsiteY5701" fmla="*/ 2209991 h 3505200"/>
              <a:gd name="connsiteX5702" fmla="*/ 3352991 w 3505200"/>
              <a:gd name="connsiteY5702" fmla="*/ 2208276 h 3505200"/>
              <a:gd name="connsiteX5703" fmla="*/ 3351276 w 3505200"/>
              <a:gd name="connsiteY5703" fmla="*/ 2209991 h 3505200"/>
              <a:gd name="connsiteX5704" fmla="*/ 3352991 w 3505200"/>
              <a:gd name="connsiteY5704" fmla="*/ 2211705 h 3505200"/>
              <a:gd name="connsiteX5705" fmla="*/ 3429191 w 3505200"/>
              <a:gd name="connsiteY5705" fmla="*/ 2210467 h 3505200"/>
              <a:gd name="connsiteX5706" fmla="*/ 3429572 w 3505200"/>
              <a:gd name="connsiteY5706" fmla="*/ 2210086 h 3505200"/>
              <a:gd name="connsiteX5707" fmla="*/ 3429191 w 3505200"/>
              <a:gd name="connsiteY5707" fmla="*/ 2209705 h 3505200"/>
              <a:gd name="connsiteX5708" fmla="*/ 3428810 w 3505200"/>
              <a:gd name="connsiteY5708" fmla="*/ 2210086 h 3505200"/>
              <a:gd name="connsiteX5709" fmla="*/ 3429191 w 3505200"/>
              <a:gd name="connsiteY5709" fmla="*/ 2210467 h 3505200"/>
              <a:gd name="connsiteX5710" fmla="*/ 76391 w 3505200"/>
              <a:gd name="connsiteY5710" fmla="*/ 2286381 h 3505200"/>
              <a:gd name="connsiteX5711" fmla="*/ 76581 w 3505200"/>
              <a:gd name="connsiteY5711" fmla="*/ 2286191 h 3505200"/>
              <a:gd name="connsiteX5712" fmla="*/ 76391 w 3505200"/>
              <a:gd name="connsiteY5712" fmla="*/ 2286000 h 3505200"/>
              <a:gd name="connsiteX5713" fmla="*/ 76200 w 3505200"/>
              <a:gd name="connsiteY5713" fmla="*/ 2286191 h 3505200"/>
              <a:gd name="connsiteX5714" fmla="*/ 76391 w 3505200"/>
              <a:gd name="connsiteY5714" fmla="*/ 2286381 h 3505200"/>
              <a:gd name="connsiteX5715" fmla="*/ 152591 w 3505200"/>
              <a:gd name="connsiteY5715" fmla="*/ 2287238 h 3505200"/>
              <a:gd name="connsiteX5716" fmla="*/ 153638 w 3505200"/>
              <a:gd name="connsiteY5716" fmla="*/ 2286191 h 3505200"/>
              <a:gd name="connsiteX5717" fmla="*/ 152591 w 3505200"/>
              <a:gd name="connsiteY5717" fmla="*/ 2285143 h 3505200"/>
              <a:gd name="connsiteX5718" fmla="*/ 151543 w 3505200"/>
              <a:gd name="connsiteY5718" fmla="*/ 2286191 h 3505200"/>
              <a:gd name="connsiteX5719" fmla="*/ 152591 w 3505200"/>
              <a:gd name="connsiteY5719" fmla="*/ 2287238 h 3505200"/>
              <a:gd name="connsiteX5720" fmla="*/ 228791 w 3505200"/>
              <a:gd name="connsiteY5720" fmla="*/ 2288572 h 3505200"/>
              <a:gd name="connsiteX5721" fmla="*/ 231077 w 3505200"/>
              <a:gd name="connsiteY5721" fmla="*/ 2286286 h 3505200"/>
              <a:gd name="connsiteX5722" fmla="*/ 228791 w 3505200"/>
              <a:gd name="connsiteY5722" fmla="*/ 2284000 h 3505200"/>
              <a:gd name="connsiteX5723" fmla="*/ 226505 w 3505200"/>
              <a:gd name="connsiteY5723" fmla="*/ 2286286 h 3505200"/>
              <a:gd name="connsiteX5724" fmla="*/ 228791 w 3505200"/>
              <a:gd name="connsiteY5724" fmla="*/ 2288572 h 3505200"/>
              <a:gd name="connsiteX5725" fmla="*/ 304991 w 3505200"/>
              <a:gd name="connsiteY5725" fmla="*/ 2289620 h 3505200"/>
              <a:gd name="connsiteX5726" fmla="*/ 308324 w 3505200"/>
              <a:gd name="connsiteY5726" fmla="*/ 2286286 h 3505200"/>
              <a:gd name="connsiteX5727" fmla="*/ 304991 w 3505200"/>
              <a:gd name="connsiteY5727" fmla="*/ 2282952 h 3505200"/>
              <a:gd name="connsiteX5728" fmla="*/ 301562 w 3505200"/>
              <a:gd name="connsiteY5728" fmla="*/ 2286286 h 3505200"/>
              <a:gd name="connsiteX5729" fmla="*/ 304991 w 3505200"/>
              <a:gd name="connsiteY5729" fmla="*/ 2289620 h 3505200"/>
              <a:gd name="connsiteX5730" fmla="*/ 381191 w 3505200"/>
              <a:gd name="connsiteY5730" fmla="*/ 2290667 h 3505200"/>
              <a:gd name="connsiteX5731" fmla="*/ 385667 w 3505200"/>
              <a:gd name="connsiteY5731" fmla="*/ 2286191 h 3505200"/>
              <a:gd name="connsiteX5732" fmla="*/ 381191 w 3505200"/>
              <a:gd name="connsiteY5732" fmla="*/ 2281714 h 3505200"/>
              <a:gd name="connsiteX5733" fmla="*/ 376714 w 3505200"/>
              <a:gd name="connsiteY5733" fmla="*/ 2286191 h 3505200"/>
              <a:gd name="connsiteX5734" fmla="*/ 381191 w 3505200"/>
              <a:gd name="connsiteY5734" fmla="*/ 2290667 h 3505200"/>
              <a:gd name="connsiteX5735" fmla="*/ 457391 w 3505200"/>
              <a:gd name="connsiteY5735" fmla="*/ 2291715 h 3505200"/>
              <a:gd name="connsiteX5736" fmla="*/ 462915 w 3505200"/>
              <a:gd name="connsiteY5736" fmla="*/ 2286191 h 3505200"/>
              <a:gd name="connsiteX5737" fmla="*/ 457391 w 3505200"/>
              <a:gd name="connsiteY5737" fmla="*/ 2280666 h 3505200"/>
              <a:gd name="connsiteX5738" fmla="*/ 451866 w 3505200"/>
              <a:gd name="connsiteY5738" fmla="*/ 2286191 h 3505200"/>
              <a:gd name="connsiteX5739" fmla="*/ 457391 w 3505200"/>
              <a:gd name="connsiteY5739" fmla="*/ 2291715 h 3505200"/>
              <a:gd name="connsiteX5740" fmla="*/ 533591 w 3505200"/>
              <a:gd name="connsiteY5740" fmla="*/ 2292763 h 3505200"/>
              <a:gd name="connsiteX5741" fmla="*/ 540163 w 3505200"/>
              <a:gd name="connsiteY5741" fmla="*/ 2286191 h 3505200"/>
              <a:gd name="connsiteX5742" fmla="*/ 533591 w 3505200"/>
              <a:gd name="connsiteY5742" fmla="*/ 2279618 h 3505200"/>
              <a:gd name="connsiteX5743" fmla="*/ 527018 w 3505200"/>
              <a:gd name="connsiteY5743" fmla="*/ 2286191 h 3505200"/>
              <a:gd name="connsiteX5744" fmla="*/ 533591 w 3505200"/>
              <a:gd name="connsiteY5744" fmla="*/ 2292763 h 3505200"/>
              <a:gd name="connsiteX5745" fmla="*/ 609790 w 3505200"/>
              <a:gd name="connsiteY5745" fmla="*/ 2293811 h 3505200"/>
              <a:gd name="connsiteX5746" fmla="*/ 617411 w 3505200"/>
              <a:gd name="connsiteY5746" fmla="*/ 2286191 h 3505200"/>
              <a:gd name="connsiteX5747" fmla="*/ 609790 w 3505200"/>
              <a:gd name="connsiteY5747" fmla="*/ 2278571 h 3505200"/>
              <a:gd name="connsiteX5748" fmla="*/ 602171 w 3505200"/>
              <a:gd name="connsiteY5748" fmla="*/ 2286191 h 3505200"/>
              <a:gd name="connsiteX5749" fmla="*/ 609790 w 3505200"/>
              <a:gd name="connsiteY5749" fmla="*/ 2293811 h 3505200"/>
              <a:gd name="connsiteX5750" fmla="*/ 685990 w 3505200"/>
              <a:gd name="connsiteY5750" fmla="*/ 2294858 h 3505200"/>
              <a:gd name="connsiteX5751" fmla="*/ 694658 w 3505200"/>
              <a:gd name="connsiteY5751" fmla="*/ 2286191 h 3505200"/>
              <a:gd name="connsiteX5752" fmla="*/ 685990 w 3505200"/>
              <a:gd name="connsiteY5752" fmla="*/ 2277523 h 3505200"/>
              <a:gd name="connsiteX5753" fmla="*/ 677323 w 3505200"/>
              <a:gd name="connsiteY5753" fmla="*/ 2286191 h 3505200"/>
              <a:gd name="connsiteX5754" fmla="*/ 685990 w 3505200"/>
              <a:gd name="connsiteY5754" fmla="*/ 2294858 h 3505200"/>
              <a:gd name="connsiteX5755" fmla="*/ 762190 w 3505200"/>
              <a:gd name="connsiteY5755" fmla="*/ 2296097 h 3505200"/>
              <a:gd name="connsiteX5756" fmla="*/ 772097 w 3505200"/>
              <a:gd name="connsiteY5756" fmla="*/ 2286191 h 3505200"/>
              <a:gd name="connsiteX5757" fmla="*/ 762190 w 3505200"/>
              <a:gd name="connsiteY5757" fmla="*/ 2276285 h 3505200"/>
              <a:gd name="connsiteX5758" fmla="*/ 752285 w 3505200"/>
              <a:gd name="connsiteY5758" fmla="*/ 2286191 h 3505200"/>
              <a:gd name="connsiteX5759" fmla="*/ 762190 w 3505200"/>
              <a:gd name="connsiteY5759" fmla="*/ 2296097 h 3505200"/>
              <a:gd name="connsiteX5760" fmla="*/ 838390 w 3505200"/>
              <a:gd name="connsiteY5760" fmla="*/ 2296954 h 3505200"/>
              <a:gd name="connsiteX5761" fmla="*/ 849154 w 3505200"/>
              <a:gd name="connsiteY5761" fmla="*/ 2286191 h 3505200"/>
              <a:gd name="connsiteX5762" fmla="*/ 838390 w 3505200"/>
              <a:gd name="connsiteY5762" fmla="*/ 2275427 h 3505200"/>
              <a:gd name="connsiteX5763" fmla="*/ 827627 w 3505200"/>
              <a:gd name="connsiteY5763" fmla="*/ 2286191 h 3505200"/>
              <a:gd name="connsiteX5764" fmla="*/ 838390 w 3505200"/>
              <a:gd name="connsiteY5764" fmla="*/ 2296954 h 3505200"/>
              <a:gd name="connsiteX5765" fmla="*/ 914590 w 3505200"/>
              <a:gd name="connsiteY5765" fmla="*/ 2298002 h 3505200"/>
              <a:gd name="connsiteX5766" fmla="*/ 926402 w 3505200"/>
              <a:gd name="connsiteY5766" fmla="*/ 2286191 h 3505200"/>
              <a:gd name="connsiteX5767" fmla="*/ 914590 w 3505200"/>
              <a:gd name="connsiteY5767" fmla="*/ 2274380 h 3505200"/>
              <a:gd name="connsiteX5768" fmla="*/ 902780 w 3505200"/>
              <a:gd name="connsiteY5768" fmla="*/ 2286191 h 3505200"/>
              <a:gd name="connsiteX5769" fmla="*/ 914590 w 3505200"/>
              <a:gd name="connsiteY5769" fmla="*/ 2298002 h 3505200"/>
              <a:gd name="connsiteX5770" fmla="*/ 990790 w 3505200"/>
              <a:gd name="connsiteY5770" fmla="*/ 2299145 h 3505200"/>
              <a:gd name="connsiteX5771" fmla="*/ 1003649 w 3505200"/>
              <a:gd name="connsiteY5771" fmla="*/ 2286286 h 3505200"/>
              <a:gd name="connsiteX5772" fmla="*/ 990790 w 3505200"/>
              <a:gd name="connsiteY5772" fmla="*/ 2273427 h 3505200"/>
              <a:gd name="connsiteX5773" fmla="*/ 977932 w 3505200"/>
              <a:gd name="connsiteY5773" fmla="*/ 2286286 h 3505200"/>
              <a:gd name="connsiteX5774" fmla="*/ 990790 w 3505200"/>
              <a:gd name="connsiteY5774" fmla="*/ 2299145 h 3505200"/>
              <a:gd name="connsiteX5775" fmla="*/ 1066991 w 3505200"/>
              <a:gd name="connsiteY5775" fmla="*/ 2299907 h 3505200"/>
              <a:gd name="connsiteX5776" fmla="*/ 1080707 w 3505200"/>
              <a:gd name="connsiteY5776" fmla="*/ 2286191 h 3505200"/>
              <a:gd name="connsiteX5777" fmla="*/ 1066991 w 3505200"/>
              <a:gd name="connsiteY5777" fmla="*/ 2272475 h 3505200"/>
              <a:gd name="connsiteX5778" fmla="*/ 1053275 w 3505200"/>
              <a:gd name="connsiteY5778" fmla="*/ 2286191 h 3505200"/>
              <a:gd name="connsiteX5779" fmla="*/ 1066991 w 3505200"/>
              <a:gd name="connsiteY5779" fmla="*/ 2299907 h 3505200"/>
              <a:gd name="connsiteX5780" fmla="*/ 1143191 w 3505200"/>
              <a:gd name="connsiteY5780" fmla="*/ 2301050 h 3505200"/>
              <a:gd name="connsiteX5781" fmla="*/ 1157954 w 3505200"/>
              <a:gd name="connsiteY5781" fmla="*/ 2286286 h 3505200"/>
              <a:gd name="connsiteX5782" fmla="*/ 1143191 w 3505200"/>
              <a:gd name="connsiteY5782" fmla="*/ 2271522 h 3505200"/>
              <a:gd name="connsiteX5783" fmla="*/ 1128427 w 3505200"/>
              <a:gd name="connsiteY5783" fmla="*/ 2286286 h 3505200"/>
              <a:gd name="connsiteX5784" fmla="*/ 1143191 w 3505200"/>
              <a:gd name="connsiteY5784" fmla="*/ 2301050 h 3505200"/>
              <a:gd name="connsiteX5785" fmla="*/ 1219391 w 3505200"/>
              <a:gd name="connsiteY5785" fmla="*/ 2301812 h 3505200"/>
              <a:gd name="connsiteX5786" fmla="*/ 1235012 w 3505200"/>
              <a:gd name="connsiteY5786" fmla="*/ 2286191 h 3505200"/>
              <a:gd name="connsiteX5787" fmla="*/ 1219391 w 3505200"/>
              <a:gd name="connsiteY5787" fmla="*/ 2270570 h 3505200"/>
              <a:gd name="connsiteX5788" fmla="*/ 1203770 w 3505200"/>
              <a:gd name="connsiteY5788" fmla="*/ 2286191 h 3505200"/>
              <a:gd name="connsiteX5789" fmla="*/ 1219391 w 3505200"/>
              <a:gd name="connsiteY5789" fmla="*/ 2301812 h 3505200"/>
              <a:gd name="connsiteX5790" fmla="*/ 1295591 w 3505200"/>
              <a:gd name="connsiteY5790" fmla="*/ 2302478 h 3505200"/>
              <a:gd name="connsiteX5791" fmla="*/ 1311878 w 3505200"/>
              <a:gd name="connsiteY5791" fmla="*/ 2286191 h 3505200"/>
              <a:gd name="connsiteX5792" fmla="*/ 1295591 w 3505200"/>
              <a:gd name="connsiteY5792" fmla="*/ 2269903 h 3505200"/>
              <a:gd name="connsiteX5793" fmla="*/ 1279303 w 3505200"/>
              <a:gd name="connsiteY5793" fmla="*/ 2286191 h 3505200"/>
              <a:gd name="connsiteX5794" fmla="*/ 1295591 w 3505200"/>
              <a:gd name="connsiteY5794" fmla="*/ 2302478 h 3505200"/>
              <a:gd name="connsiteX5795" fmla="*/ 1371791 w 3505200"/>
              <a:gd name="connsiteY5795" fmla="*/ 2303336 h 3505200"/>
              <a:gd name="connsiteX5796" fmla="*/ 1388936 w 3505200"/>
              <a:gd name="connsiteY5796" fmla="*/ 2286191 h 3505200"/>
              <a:gd name="connsiteX5797" fmla="*/ 1371791 w 3505200"/>
              <a:gd name="connsiteY5797" fmla="*/ 2269046 h 3505200"/>
              <a:gd name="connsiteX5798" fmla="*/ 1354646 w 3505200"/>
              <a:gd name="connsiteY5798" fmla="*/ 2286191 h 3505200"/>
              <a:gd name="connsiteX5799" fmla="*/ 1371791 w 3505200"/>
              <a:gd name="connsiteY5799" fmla="*/ 2303336 h 3505200"/>
              <a:gd name="connsiteX5800" fmla="*/ 1447991 w 3505200"/>
              <a:gd name="connsiteY5800" fmla="*/ 2304002 h 3505200"/>
              <a:gd name="connsiteX5801" fmla="*/ 1465707 w 3505200"/>
              <a:gd name="connsiteY5801" fmla="*/ 2286286 h 3505200"/>
              <a:gd name="connsiteX5802" fmla="*/ 1447991 w 3505200"/>
              <a:gd name="connsiteY5802" fmla="*/ 2268569 h 3505200"/>
              <a:gd name="connsiteX5803" fmla="*/ 1430274 w 3505200"/>
              <a:gd name="connsiteY5803" fmla="*/ 2286286 h 3505200"/>
              <a:gd name="connsiteX5804" fmla="*/ 1447991 w 3505200"/>
              <a:gd name="connsiteY5804" fmla="*/ 2304002 h 3505200"/>
              <a:gd name="connsiteX5805" fmla="*/ 1524191 w 3505200"/>
              <a:gd name="connsiteY5805" fmla="*/ 2304574 h 3505200"/>
              <a:gd name="connsiteX5806" fmla="*/ 1542574 w 3505200"/>
              <a:gd name="connsiteY5806" fmla="*/ 2286191 h 3505200"/>
              <a:gd name="connsiteX5807" fmla="*/ 1524191 w 3505200"/>
              <a:gd name="connsiteY5807" fmla="*/ 2267807 h 3505200"/>
              <a:gd name="connsiteX5808" fmla="*/ 1505807 w 3505200"/>
              <a:gd name="connsiteY5808" fmla="*/ 2286191 h 3505200"/>
              <a:gd name="connsiteX5809" fmla="*/ 1524191 w 3505200"/>
              <a:gd name="connsiteY5809" fmla="*/ 2304574 h 3505200"/>
              <a:gd name="connsiteX5810" fmla="*/ 1600391 w 3505200"/>
              <a:gd name="connsiteY5810" fmla="*/ 2305050 h 3505200"/>
              <a:gd name="connsiteX5811" fmla="*/ 1619155 w 3505200"/>
              <a:gd name="connsiteY5811" fmla="*/ 2286286 h 3505200"/>
              <a:gd name="connsiteX5812" fmla="*/ 1600391 w 3505200"/>
              <a:gd name="connsiteY5812" fmla="*/ 2267522 h 3505200"/>
              <a:gd name="connsiteX5813" fmla="*/ 1581626 w 3505200"/>
              <a:gd name="connsiteY5813" fmla="*/ 2286286 h 3505200"/>
              <a:gd name="connsiteX5814" fmla="*/ 1600391 w 3505200"/>
              <a:gd name="connsiteY5814" fmla="*/ 2305050 h 3505200"/>
              <a:gd name="connsiteX5815" fmla="*/ 1676591 w 3505200"/>
              <a:gd name="connsiteY5815" fmla="*/ 2305241 h 3505200"/>
              <a:gd name="connsiteX5816" fmla="*/ 1695641 w 3505200"/>
              <a:gd name="connsiteY5816" fmla="*/ 2286191 h 3505200"/>
              <a:gd name="connsiteX5817" fmla="*/ 1676591 w 3505200"/>
              <a:gd name="connsiteY5817" fmla="*/ 2267141 h 3505200"/>
              <a:gd name="connsiteX5818" fmla="*/ 1657541 w 3505200"/>
              <a:gd name="connsiteY5818" fmla="*/ 2286191 h 3505200"/>
              <a:gd name="connsiteX5819" fmla="*/ 1676591 w 3505200"/>
              <a:gd name="connsiteY5819" fmla="*/ 2305241 h 3505200"/>
              <a:gd name="connsiteX5820" fmla="*/ 1752791 w 3505200"/>
              <a:gd name="connsiteY5820" fmla="*/ 2305241 h 3505200"/>
              <a:gd name="connsiteX5821" fmla="*/ 1771841 w 3505200"/>
              <a:gd name="connsiteY5821" fmla="*/ 2286191 h 3505200"/>
              <a:gd name="connsiteX5822" fmla="*/ 1752791 w 3505200"/>
              <a:gd name="connsiteY5822" fmla="*/ 2267141 h 3505200"/>
              <a:gd name="connsiteX5823" fmla="*/ 1733741 w 3505200"/>
              <a:gd name="connsiteY5823" fmla="*/ 2286191 h 3505200"/>
              <a:gd name="connsiteX5824" fmla="*/ 1752791 w 3505200"/>
              <a:gd name="connsiteY5824" fmla="*/ 2305241 h 3505200"/>
              <a:gd name="connsiteX5825" fmla="*/ 1828991 w 3505200"/>
              <a:gd name="connsiteY5825" fmla="*/ 2305241 h 3505200"/>
              <a:gd name="connsiteX5826" fmla="*/ 1848041 w 3505200"/>
              <a:gd name="connsiteY5826" fmla="*/ 2286191 h 3505200"/>
              <a:gd name="connsiteX5827" fmla="*/ 1828991 w 3505200"/>
              <a:gd name="connsiteY5827" fmla="*/ 2267141 h 3505200"/>
              <a:gd name="connsiteX5828" fmla="*/ 1809941 w 3505200"/>
              <a:gd name="connsiteY5828" fmla="*/ 2286191 h 3505200"/>
              <a:gd name="connsiteX5829" fmla="*/ 1828991 w 3505200"/>
              <a:gd name="connsiteY5829" fmla="*/ 2305241 h 3505200"/>
              <a:gd name="connsiteX5830" fmla="*/ 1905191 w 3505200"/>
              <a:gd name="connsiteY5830" fmla="*/ 2305050 h 3505200"/>
              <a:gd name="connsiteX5831" fmla="*/ 1923955 w 3505200"/>
              <a:gd name="connsiteY5831" fmla="*/ 2286286 h 3505200"/>
              <a:gd name="connsiteX5832" fmla="*/ 1905191 w 3505200"/>
              <a:gd name="connsiteY5832" fmla="*/ 2267522 h 3505200"/>
              <a:gd name="connsiteX5833" fmla="*/ 1886426 w 3505200"/>
              <a:gd name="connsiteY5833" fmla="*/ 2286286 h 3505200"/>
              <a:gd name="connsiteX5834" fmla="*/ 1905191 w 3505200"/>
              <a:gd name="connsiteY5834" fmla="*/ 2305050 h 3505200"/>
              <a:gd name="connsiteX5835" fmla="*/ 1981391 w 3505200"/>
              <a:gd name="connsiteY5835" fmla="*/ 2304574 h 3505200"/>
              <a:gd name="connsiteX5836" fmla="*/ 1999774 w 3505200"/>
              <a:gd name="connsiteY5836" fmla="*/ 2286191 h 3505200"/>
              <a:gd name="connsiteX5837" fmla="*/ 1981391 w 3505200"/>
              <a:gd name="connsiteY5837" fmla="*/ 2267807 h 3505200"/>
              <a:gd name="connsiteX5838" fmla="*/ 1963007 w 3505200"/>
              <a:gd name="connsiteY5838" fmla="*/ 2286191 h 3505200"/>
              <a:gd name="connsiteX5839" fmla="*/ 1981391 w 3505200"/>
              <a:gd name="connsiteY5839" fmla="*/ 2304574 h 3505200"/>
              <a:gd name="connsiteX5840" fmla="*/ 2057591 w 3505200"/>
              <a:gd name="connsiteY5840" fmla="*/ 2304002 h 3505200"/>
              <a:gd name="connsiteX5841" fmla="*/ 2075307 w 3505200"/>
              <a:gd name="connsiteY5841" fmla="*/ 2286286 h 3505200"/>
              <a:gd name="connsiteX5842" fmla="*/ 2057591 w 3505200"/>
              <a:gd name="connsiteY5842" fmla="*/ 2268569 h 3505200"/>
              <a:gd name="connsiteX5843" fmla="*/ 2039874 w 3505200"/>
              <a:gd name="connsiteY5843" fmla="*/ 2286286 h 3505200"/>
              <a:gd name="connsiteX5844" fmla="*/ 2057591 w 3505200"/>
              <a:gd name="connsiteY5844" fmla="*/ 2304002 h 3505200"/>
              <a:gd name="connsiteX5845" fmla="*/ 2133791 w 3505200"/>
              <a:gd name="connsiteY5845" fmla="*/ 2303336 h 3505200"/>
              <a:gd name="connsiteX5846" fmla="*/ 2150936 w 3505200"/>
              <a:gd name="connsiteY5846" fmla="*/ 2286191 h 3505200"/>
              <a:gd name="connsiteX5847" fmla="*/ 2133791 w 3505200"/>
              <a:gd name="connsiteY5847" fmla="*/ 2269046 h 3505200"/>
              <a:gd name="connsiteX5848" fmla="*/ 2116646 w 3505200"/>
              <a:gd name="connsiteY5848" fmla="*/ 2286191 h 3505200"/>
              <a:gd name="connsiteX5849" fmla="*/ 2133791 w 3505200"/>
              <a:gd name="connsiteY5849" fmla="*/ 2303336 h 3505200"/>
              <a:gd name="connsiteX5850" fmla="*/ 2209991 w 3505200"/>
              <a:gd name="connsiteY5850" fmla="*/ 2302669 h 3505200"/>
              <a:gd name="connsiteX5851" fmla="*/ 2226469 w 3505200"/>
              <a:gd name="connsiteY5851" fmla="*/ 2286191 h 3505200"/>
              <a:gd name="connsiteX5852" fmla="*/ 2209991 w 3505200"/>
              <a:gd name="connsiteY5852" fmla="*/ 2269712 h 3505200"/>
              <a:gd name="connsiteX5853" fmla="*/ 2193512 w 3505200"/>
              <a:gd name="connsiteY5853" fmla="*/ 2286191 h 3505200"/>
              <a:gd name="connsiteX5854" fmla="*/ 2209991 w 3505200"/>
              <a:gd name="connsiteY5854" fmla="*/ 2302669 h 3505200"/>
              <a:gd name="connsiteX5855" fmla="*/ 2286191 w 3505200"/>
              <a:gd name="connsiteY5855" fmla="*/ 2301812 h 3505200"/>
              <a:gd name="connsiteX5856" fmla="*/ 2301812 w 3505200"/>
              <a:gd name="connsiteY5856" fmla="*/ 2286191 h 3505200"/>
              <a:gd name="connsiteX5857" fmla="*/ 2286191 w 3505200"/>
              <a:gd name="connsiteY5857" fmla="*/ 2270570 h 3505200"/>
              <a:gd name="connsiteX5858" fmla="*/ 2270570 w 3505200"/>
              <a:gd name="connsiteY5858" fmla="*/ 2286191 h 3505200"/>
              <a:gd name="connsiteX5859" fmla="*/ 2286191 w 3505200"/>
              <a:gd name="connsiteY5859" fmla="*/ 2301812 h 3505200"/>
              <a:gd name="connsiteX5860" fmla="*/ 2362391 w 3505200"/>
              <a:gd name="connsiteY5860" fmla="*/ 2301050 h 3505200"/>
              <a:gd name="connsiteX5861" fmla="*/ 2377154 w 3505200"/>
              <a:gd name="connsiteY5861" fmla="*/ 2286286 h 3505200"/>
              <a:gd name="connsiteX5862" fmla="*/ 2362391 w 3505200"/>
              <a:gd name="connsiteY5862" fmla="*/ 2271522 h 3505200"/>
              <a:gd name="connsiteX5863" fmla="*/ 2347627 w 3505200"/>
              <a:gd name="connsiteY5863" fmla="*/ 2286286 h 3505200"/>
              <a:gd name="connsiteX5864" fmla="*/ 2362391 w 3505200"/>
              <a:gd name="connsiteY5864" fmla="*/ 2301050 h 3505200"/>
              <a:gd name="connsiteX5865" fmla="*/ 2438591 w 3505200"/>
              <a:gd name="connsiteY5865" fmla="*/ 2300192 h 3505200"/>
              <a:gd name="connsiteX5866" fmla="*/ 2452497 w 3505200"/>
              <a:gd name="connsiteY5866" fmla="*/ 2286286 h 3505200"/>
              <a:gd name="connsiteX5867" fmla="*/ 2438591 w 3505200"/>
              <a:gd name="connsiteY5867" fmla="*/ 2272379 h 3505200"/>
              <a:gd name="connsiteX5868" fmla="*/ 2424684 w 3505200"/>
              <a:gd name="connsiteY5868" fmla="*/ 2286286 h 3505200"/>
              <a:gd name="connsiteX5869" fmla="*/ 2438591 w 3505200"/>
              <a:gd name="connsiteY5869" fmla="*/ 2300192 h 3505200"/>
              <a:gd name="connsiteX5870" fmla="*/ 2514791 w 3505200"/>
              <a:gd name="connsiteY5870" fmla="*/ 2299145 h 3505200"/>
              <a:gd name="connsiteX5871" fmla="*/ 2527649 w 3505200"/>
              <a:gd name="connsiteY5871" fmla="*/ 2286286 h 3505200"/>
              <a:gd name="connsiteX5872" fmla="*/ 2514791 w 3505200"/>
              <a:gd name="connsiteY5872" fmla="*/ 2273427 h 3505200"/>
              <a:gd name="connsiteX5873" fmla="*/ 2501932 w 3505200"/>
              <a:gd name="connsiteY5873" fmla="*/ 2286286 h 3505200"/>
              <a:gd name="connsiteX5874" fmla="*/ 2514791 w 3505200"/>
              <a:gd name="connsiteY5874" fmla="*/ 2299145 h 3505200"/>
              <a:gd name="connsiteX5875" fmla="*/ 2590991 w 3505200"/>
              <a:gd name="connsiteY5875" fmla="*/ 2298287 h 3505200"/>
              <a:gd name="connsiteX5876" fmla="*/ 2602992 w 3505200"/>
              <a:gd name="connsiteY5876" fmla="*/ 2286286 h 3505200"/>
              <a:gd name="connsiteX5877" fmla="*/ 2590991 w 3505200"/>
              <a:gd name="connsiteY5877" fmla="*/ 2274284 h 3505200"/>
              <a:gd name="connsiteX5878" fmla="*/ 2578989 w 3505200"/>
              <a:gd name="connsiteY5878" fmla="*/ 2286286 h 3505200"/>
              <a:gd name="connsiteX5879" fmla="*/ 2590991 w 3505200"/>
              <a:gd name="connsiteY5879" fmla="*/ 2298287 h 3505200"/>
              <a:gd name="connsiteX5880" fmla="*/ 2667191 w 3505200"/>
              <a:gd name="connsiteY5880" fmla="*/ 2297240 h 3505200"/>
              <a:gd name="connsiteX5881" fmla="*/ 2678145 w 3505200"/>
              <a:gd name="connsiteY5881" fmla="*/ 2286286 h 3505200"/>
              <a:gd name="connsiteX5882" fmla="*/ 2667191 w 3505200"/>
              <a:gd name="connsiteY5882" fmla="*/ 2275332 h 3505200"/>
              <a:gd name="connsiteX5883" fmla="*/ 2656237 w 3505200"/>
              <a:gd name="connsiteY5883" fmla="*/ 2286286 h 3505200"/>
              <a:gd name="connsiteX5884" fmla="*/ 2667191 w 3505200"/>
              <a:gd name="connsiteY5884" fmla="*/ 2297240 h 3505200"/>
              <a:gd name="connsiteX5885" fmla="*/ 2743391 w 3505200"/>
              <a:gd name="connsiteY5885" fmla="*/ 2296097 h 3505200"/>
              <a:gd name="connsiteX5886" fmla="*/ 2753297 w 3505200"/>
              <a:gd name="connsiteY5886" fmla="*/ 2286191 h 3505200"/>
              <a:gd name="connsiteX5887" fmla="*/ 2743391 w 3505200"/>
              <a:gd name="connsiteY5887" fmla="*/ 2276285 h 3505200"/>
              <a:gd name="connsiteX5888" fmla="*/ 2733485 w 3505200"/>
              <a:gd name="connsiteY5888" fmla="*/ 2286191 h 3505200"/>
              <a:gd name="connsiteX5889" fmla="*/ 2743391 w 3505200"/>
              <a:gd name="connsiteY5889" fmla="*/ 2296097 h 3505200"/>
              <a:gd name="connsiteX5890" fmla="*/ 2819591 w 3505200"/>
              <a:gd name="connsiteY5890" fmla="*/ 2295049 h 3505200"/>
              <a:gd name="connsiteX5891" fmla="*/ 2828449 w 3505200"/>
              <a:gd name="connsiteY5891" fmla="*/ 2286191 h 3505200"/>
              <a:gd name="connsiteX5892" fmla="*/ 2819591 w 3505200"/>
              <a:gd name="connsiteY5892" fmla="*/ 2277332 h 3505200"/>
              <a:gd name="connsiteX5893" fmla="*/ 2810732 w 3505200"/>
              <a:gd name="connsiteY5893" fmla="*/ 2286191 h 3505200"/>
              <a:gd name="connsiteX5894" fmla="*/ 2819591 w 3505200"/>
              <a:gd name="connsiteY5894" fmla="*/ 2295049 h 3505200"/>
              <a:gd name="connsiteX5895" fmla="*/ 2895791 w 3505200"/>
              <a:gd name="connsiteY5895" fmla="*/ 2294001 h 3505200"/>
              <a:gd name="connsiteX5896" fmla="*/ 2903601 w 3505200"/>
              <a:gd name="connsiteY5896" fmla="*/ 2286191 h 3505200"/>
              <a:gd name="connsiteX5897" fmla="*/ 2895791 w 3505200"/>
              <a:gd name="connsiteY5897" fmla="*/ 2278380 h 3505200"/>
              <a:gd name="connsiteX5898" fmla="*/ 2887980 w 3505200"/>
              <a:gd name="connsiteY5898" fmla="*/ 2286191 h 3505200"/>
              <a:gd name="connsiteX5899" fmla="*/ 2895791 w 3505200"/>
              <a:gd name="connsiteY5899" fmla="*/ 2294001 h 3505200"/>
              <a:gd name="connsiteX5900" fmla="*/ 2971991 w 3505200"/>
              <a:gd name="connsiteY5900" fmla="*/ 2292953 h 3505200"/>
              <a:gd name="connsiteX5901" fmla="*/ 2978753 w 3505200"/>
              <a:gd name="connsiteY5901" fmla="*/ 2286191 h 3505200"/>
              <a:gd name="connsiteX5902" fmla="*/ 2971991 w 3505200"/>
              <a:gd name="connsiteY5902" fmla="*/ 2279428 h 3505200"/>
              <a:gd name="connsiteX5903" fmla="*/ 2965228 w 3505200"/>
              <a:gd name="connsiteY5903" fmla="*/ 2286191 h 3505200"/>
              <a:gd name="connsiteX5904" fmla="*/ 2971991 w 3505200"/>
              <a:gd name="connsiteY5904" fmla="*/ 2292953 h 3505200"/>
              <a:gd name="connsiteX5905" fmla="*/ 3048191 w 3505200"/>
              <a:gd name="connsiteY5905" fmla="*/ 2291906 h 3505200"/>
              <a:gd name="connsiteX5906" fmla="*/ 3053906 w 3505200"/>
              <a:gd name="connsiteY5906" fmla="*/ 2286191 h 3505200"/>
              <a:gd name="connsiteX5907" fmla="*/ 3048191 w 3505200"/>
              <a:gd name="connsiteY5907" fmla="*/ 2280476 h 3505200"/>
              <a:gd name="connsiteX5908" fmla="*/ 3042476 w 3505200"/>
              <a:gd name="connsiteY5908" fmla="*/ 2286191 h 3505200"/>
              <a:gd name="connsiteX5909" fmla="*/ 3048191 w 3505200"/>
              <a:gd name="connsiteY5909" fmla="*/ 2291906 h 3505200"/>
              <a:gd name="connsiteX5910" fmla="*/ 3124391 w 3505200"/>
              <a:gd name="connsiteY5910" fmla="*/ 2290858 h 3505200"/>
              <a:gd name="connsiteX5911" fmla="*/ 3129058 w 3505200"/>
              <a:gd name="connsiteY5911" fmla="*/ 2286191 h 3505200"/>
              <a:gd name="connsiteX5912" fmla="*/ 3124391 w 3505200"/>
              <a:gd name="connsiteY5912" fmla="*/ 2281523 h 3505200"/>
              <a:gd name="connsiteX5913" fmla="*/ 3119723 w 3505200"/>
              <a:gd name="connsiteY5913" fmla="*/ 2286191 h 3505200"/>
              <a:gd name="connsiteX5914" fmla="*/ 3124391 w 3505200"/>
              <a:gd name="connsiteY5914" fmla="*/ 2290858 h 3505200"/>
              <a:gd name="connsiteX5915" fmla="*/ 3200591 w 3505200"/>
              <a:gd name="connsiteY5915" fmla="*/ 2289620 h 3505200"/>
              <a:gd name="connsiteX5916" fmla="*/ 3203924 w 3505200"/>
              <a:gd name="connsiteY5916" fmla="*/ 2286286 h 3505200"/>
              <a:gd name="connsiteX5917" fmla="*/ 3200591 w 3505200"/>
              <a:gd name="connsiteY5917" fmla="*/ 2282952 h 3505200"/>
              <a:gd name="connsiteX5918" fmla="*/ 3197257 w 3505200"/>
              <a:gd name="connsiteY5918" fmla="*/ 2286286 h 3505200"/>
              <a:gd name="connsiteX5919" fmla="*/ 3200591 w 3505200"/>
              <a:gd name="connsiteY5919" fmla="*/ 2289620 h 3505200"/>
              <a:gd name="connsiteX5920" fmla="*/ 3276791 w 3505200"/>
              <a:gd name="connsiteY5920" fmla="*/ 2288572 h 3505200"/>
              <a:gd name="connsiteX5921" fmla="*/ 3279077 w 3505200"/>
              <a:gd name="connsiteY5921" fmla="*/ 2286286 h 3505200"/>
              <a:gd name="connsiteX5922" fmla="*/ 3276791 w 3505200"/>
              <a:gd name="connsiteY5922" fmla="*/ 2284000 h 3505200"/>
              <a:gd name="connsiteX5923" fmla="*/ 3274505 w 3505200"/>
              <a:gd name="connsiteY5923" fmla="*/ 2286286 h 3505200"/>
              <a:gd name="connsiteX5924" fmla="*/ 3276791 w 3505200"/>
              <a:gd name="connsiteY5924" fmla="*/ 2288572 h 3505200"/>
              <a:gd name="connsiteX5925" fmla="*/ 3352991 w 3505200"/>
              <a:gd name="connsiteY5925" fmla="*/ 2287524 h 3505200"/>
              <a:gd name="connsiteX5926" fmla="*/ 3354229 w 3505200"/>
              <a:gd name="connsiteY5926" fmla="*/ 2286286 h 3505200"/>
              <a:gd name="connsiteX5927" fmla="*/ 3352991 w 3505200"/>
              <a:gd name="connsiteY5927" fmla="*/ 2285048 h 3505200"/>
              <a:gd name="connsiteX5928" fmla="*/ 3351753 w 3505200"/>
              <a:gd name="connsiteY5928" fmla="*/ 2286286 h 3505200"/>
              <a:gd name="connsiteX5929" fmla="*/ 3352991 w 3505200"/>
              <a:gd name="connsiteY5929" fmla="*/ 2287524 h 3505200"/>
              <a:gd name="connsiteX5930" fmla="*/ 3429191 w 3505200"/>
              <a:gd name="connsiteY5930" fmla="*/ 2286381 h 3505200"/>
              <a:gd name="connsiteX5931" fmla="*/ 3429381 w 3505200"/>
              <a:gd name="connsiteY5931" fmla="*/ 2286191 h 3505200"/>
              <a:gd name="connsiteX5932" fmla="*/ 3429191 w 3505200"/>
              <a:gd name="connsiteY5932" fmla="*/ 2286000 h 3505200"/>
              <a:gd name="connsiteX5933" fmla="*/ 3429000 w 3505200"/>
              <a:gd name="connsiteY5933" fmla="*/ 2286191 h 3505200"/>
              <a:gd name="connsiteX5934" fmla="*/ 3429191 w 3505200"/>
              <a:gd name="connsiteY5934" fmla="*/ 2286381 h 3505200"/>
              <a:gd name="connsiteX5935" fmla="*/ 152591 w 3505200"/>
              <a:gd name="connsiteY5935" fmla="*/ 2363248 h 3505200"/>
              <a:gd name="connsiteX5936" fmla="*/ 153448 w 3505200"/>
              <a:gd name="connsiteY5936" fmla="*/ 2362391 h 3505200"/>
              <a:gd name="connsiteX5937" fmla="*/ 152591 w 3505200"/>
              <a:gd name="connsiteY5937" fmla="*/ 2361533 h 3505200"/>
              <a:gd name="connsiteX5938" fmla="*/ 151733 w 3505200"/>
              <a:gd name="connsiteY5938" fmla="*/ 2362391 h 3505200"/>
              <a:gd name="connsiteX5939" fmla="*/ 152591 w 3505200"/>
              <a:gd name="connsiteY5939" fmla="*/ 2363248 h 3505200"/>
              <a:gd name="connsiteX5940" fmla="*/ 228791 w 3505200"/>
              <a:gd name="connsiteY5940" fmla="*/ 2364296 h 3505200"/>
              <a:gd name="connsiteX5941" fmla="*/ 230696 w 3505200"/>
              <a:gd name="connsiteY5941" fmla="*/ 2362391 h 3505200"/>
              <a:gd name="connsiteX5942" fmla="*/ 228791 w 3505200"/>
              <a:gd name="connsiteY5942" fmla="*/ 2360486 h 3505200"/>
              <a:gd name="connsiteX5943" fmla="*/ 226886 w 3505200"/>
              <a:gd name="connsiteY5943" fmla="*/ 2362391 h 3505200"/>
              <a:gd name="connsiteX5944" fmla="*/ 228791 w 3505200"/>
              <a:gd name="connsiteY5944" fmla="*/ 2364296 h 3505200"/>
              <a:gd name="connsiteX5945" fmla="*/ 304991 w 3505200"/>
              <a:gd name="connsiteY5945" fmla="*/ 2365343 h 3505200"/>
              <a:gd name="connsiteX5946" fmla="*/ 307943 w 3505200"/>
              <a:gd name="connsiteY5946" fmla="*/ 2362391 h 3505200"/>
              <a:gd name="connsiteX5947" fmla="*/ 304991 w 3505200"/>
              <a:gd name="connsiteY5947" fmla="*/ 2359438 h 3505200"/>
              <a:gd name="connsiteX5948" fmla="*/ 302038 w 3505200"/>
              <a:gd name="connsiteY5948" fmla="*/ 2362391 h 3505200"/>
              <a:gd name="connsiteX5949" fmla="*/ 304991 w 3505200"/>
              <a:gd name="connsiteY5949" fmla="*/ 2365343 h 3505200"/>
              <a:gd name="connsiteX5950" fmla="*/ 381191 w 3505200"/>
              <a:gd name="connsiteY5950" fmla="*/ 2366391 h 3505200"/>
              <a:gd name="connsiteX5951" fmla="*/ 385191 w 3505200"/>
              <a:gd name="connsiteY5951" fmla="*/ 2362391 h 3505200"/>
              <a:gd name="connsiteX5952" fmla="*/ 381191 w 3505200"/>
              <a:gd name="connsiteY5952" fmla="*/ 2358390 h 3505200"/>
              <a:gd name="connsiteX5953" fmla="*/ 377190 w 3505200"/>
              <a:gd name="connsiteY5953" fmla="*/ 2362391 h 3505200"/>
              <a:gd name="connsiteX5954" fmla="*/ 381191 w 3505200"/>
              <a:gd name="connsiteY5954" fmla="*/ 2366391 h 3505200"/>
              <a:gd name="connsiteX5955" fmla="*/ 457391 w 3505200"/>
              <a:gd name="connsiteY5955" fmla="*/ 2367439 h 3505200"/>
              <a:gd name="connsiteX5956" fmla="*/ 462439 w 3505200"/>
              <a:gd name="connsiteY5956" fmla="*/ 2362391 h 3505200"/>
              <a:gd name="connsiteX5957" fmla="*/ 457391 w 3505200"/>
              <a:gd name="connsiteY5957" fmla="*/ 2357342 h 3505200"/>
              <a:gd name="connsiteX5958" fmla="*/ 452342 w 3505200"/>
              <a:gd name="connsiteY5958" fmla="*/ 2362391 h 3505200"/>
              <a:gd name="connsiteX5959" fmla="*/ 457391 w 3505200"/>
              <a:gd name="connsiteY5959" fmla="*/ 2367439 h 3505200"/>
              <a:gd name="connsiteX5960" fmla="*/ 533591 w 3505200"/>
              <a:gd name="connsiteY5960" fmla="*/ 2368582 h 3505200"/>
              <a:gd name="connsiteX5961" fmla="*/ 539687 w 3505200"/>
              <a:gd name="connsiteY5961" fmla="*/ 2362486 h 3505200"/>
              <a:gd name="connsiteX5962" fmla="*/ 533591 w 3505200"/>
              <a:gd name="connsiteY5962" fmla="*/ 2356390 h 3505200"/>
              <a:gd name="connsiteX5963" fmla="*/ 527495 w 3505200"/>
              <a:gd name="connsiteY5963" fmla="*/ 2362486 h 3505200"/>
              <a:gd name="connsiteX5964" fmla="*/ 533591 w 3505200"/>
              <a:gd name="connsiteY5964" fmla="*/ 2368582 h 3505200"/>
              <a:gd name="connsiteX5965" fmla="*/ 609790 w 3505200"/>
              <a:gd name="connsiteY5965" fmla="*/ 2369630 h 3505200"/>
              <a:gd name="connsiteX5966" fmla="*/ 616934 w 3505200"/>
              <a:gd name="connsiteY5966" fmla="*/ 2362486 h 3505200"/>
              <a:gd name="connsiteX5967" fmla="*/ 609790 w 3505200"/>
              <a:gd name="connsiteY5967" fmla="*/ 2355342 h 3505200"/>
              <a:gd name="connsiteX5968" fmla="*/ 602647 w 3505200"/>
              <a:gd name="connsiteY5968" fmla="*/ 2362486 h 3505200"/>
              <a:gd name="connsiteX5969" fmla="*/ 609790 w 3505200"/>
              <a:gd name="connsiteY5969" fmla="*/ 2369630 h 3505200"/>
              <a:gd name="connsiteX5970" fmla="*/ 685990 w 3505200"/>
              <a:gd name="connsiteY5970" fmla="*/ 2370677 h 3505200"/>
              <a:gd name="connsiteX5971" fmla="*/ 694277 w 3505200"/>
              <a:gd name="connsiteY5971" fmla="*/ 2362391 h 3505200"/>
              <a:gd name="connsiteX5972" fmla="*/ 685990 w 3505200"/>
              <a:gd name="connsiteY5972" fmla="*/ 2354104 h 3505200"/>
              <a:gd name="connsiteX5973" fmla="*/ 677704 w 3505200"/>
              <a:gd name="connsiteY5973" fmla="*/ 2362391 h 3505200"/>
              <a:gd name="connsiteX5974" fmla="*/ 685990 w 3505200"/>
              <a:gd name="connsiteY5974" fmla="*/ 2370677 h 3505200"/>
              <a:gd name="connsiteX5975" fmla="*/ 762190 w 3505200"/>
              <a:gd name="connsiteY5975" fmla="*/ 2371725 h 3505200"/>
              <a:gd name="connsiteX5976" fmla="*/ 771525 w 3505200"/>
              <a:gd name="connsiteY5976" fmla="*/ 2362391 h 3505200"/>
              <a:gd name="connsiteX5977" fmla="*/ 762190 w 3505200"/>
              <a:gd name="connsiteY5977" fmla="*/ 2353056 h 3505200"/>
              <a:gd name="connsiteX5978" fmla="*/ 752856 w 3505200"/>
              <a:gd name="connsiteY5978" fmla="*/ 2362391 h 3505200"/>
              <a:gd name="connsiteX5979" fmla="*/ 762190 w 3505200"/>
              <a:gd name="connsiteY5979" fmla="*/ 2371725 h 3505200"/>
              <a:gd name="connsiteX5980" fmla="*/ 838390 w 3505200"/>
              <a:gd name="connsiteY5980" fmla="*/ 2372773 h 3505200"/>
              <a:gd name="connsiteX5981" fmla="*/ 848773 w 3505200"/>
              <a:gd name="connsiteY5981" fmla="*/ 2362391 h 3505200"/>
              <a:gd name="connsiteX5982" fmla="*/ 838390 w 3505200"/>
              <a:gd name="connsiteY5982" fmla="*/ 2352008 h 3505200"/>
              <a:gd name="connsiteX5983" fmla="*/ 828008 w 3505200"/>
              <a:gd name="connsiteY5983" fmla="*/ 2362391 h 3505200"/>
              <a:gd name="connsiteX5984" fmla="*/ 838390 w 3505200"/>
              <a:gd name="connsiteY5984" fmla="*/ 2372773 h 3505200"/>
              <a:gd name="connsiteX5985" fmla="*/ 914590 w 3505200"/>
              <a:gd name="connsiteY5985" fmla="*/ 2373630 h 3505200"/>
              <a:gd name="connsiteX5986" fmla="*/ 925830 w 3505200"/>
              <a:gd name="connsiteY5986" fmla="*/ 2362391 h 3505200"/>
              <a:gd name="connsiteX5987" fmla="*/ 914590 w 3505200"/>
              <a:gd name="connsiteY5987" fmla="*/ 2351151 h 3505200"/>
              <a:gd name="connsiteX5988" fmla="*/ 903351 w 3505200"/>
              <a:gd name="connsiteY5988" fmla="*/ 2362391 h 3505200"/>
              <a:gd name="connsiteX5989" fmla="*/ 914590 w 3505200"/>
              <a:gd name="connsiteY5989" fmla="*/ 2373630 h 3505200"/>
              <a:gd name="connsiteX5990" fmla="*/ 990790 w 3505200"/>
              <a:gd name="connsiteY5990" fmla="*/ 2374678 h 3505200"/>
              <a:gd name="connsiteX5991" fmla="*/ 1003078 w 3505200"/>
              <a:gd name="connsiteY5991" fmla="*/ 2362391 h 3505200"/>
              <a:gd name="connsiteX5992" fmla="*/ 990790 w 3505200"/>
              <a:gd name="connsiteY5992" fmla="*/ 2350103 h 3505200"/>
              <a:gd name="connsiteX5993" fmla="*/ 978503 w 3505200"/>
              <a:gd name="connsiteY5993" fmla="*/ 2362391 h 3505200"/>
              <a:gd name="connsiteX5994" fmla="*/ 990790 w 3505200"/>
              <a:gd name="connsiteY5994" fmla="*/ 2374678 h 3505200"/>
              <a:gd name="connsiteX5995" fmla="*/ 1066991 w 3505200"/>
              <a:gd name="connsiteY5995" fmla="*/ 2375535 h 3505200"/>
              <a:gd name="connsiteX5996" fmla="*/ 1080135 w 3505200"/>
              <a:gd name="connsiteY5996" fmla="*/ 2362391 h 3505200"/>
              <a:gd name="connsiteX5997" fmla="*/ 1066991 w 3505200"/>
              <a:gd name="connsiteY5997" fmla="*/ 2349246 h 3505200"/>
              <a:gd name="connsiteX5998" fmla="*/ 1053846 w 3505200"/>
              <a:gd name="connsiteY5998" fmla="*/ 2362391 h 3505200"/>
              <a:gd name="connsiteX5999" fmla="*/ 1066991 w 3505200"/>
              <a:gd name="connsiteY5999" fmla="*/ 2375535 h 3505200"/>
              <a:gd name="connsiteX6000" fmla="*/ 1143191 w 3505200"/>
              <a:gd name="connsiteY6000" fmla="*/ 2376392 h 3505200"/>
              <a:gd name="connsiteX6001" fmla="*/ 1157097 w 3505200"/>
              <a:gd name="connsiteY6001" fmla="*/ 2362486 h 3505200"/>
              <a:gd name="connsiteX6002" fmla="*/ 1143191 w 3505200"/>
              <a:gd name="connsiteY6002" fmla="*/ 2348579 h 3505200"/>
              <a:gd name="connsiteX6003" fmla="*/ 1129284 w 3505200"/>
              <a:gd name="connsiteY6003" fmla="*/ 2362486 h 3505200"/>
              <a:gd name="connsiteX6004" fmla="*/ 1143191 w 3505200"/>
              <a:gd name="connsiteY6004" fmla="*/ 2376392 h 3505200"/>
              <a:gd name="connsiteX6005" fmla="*/ 1219391 w 3505200"/>
              <a:gd name="connsiteY6005" fmla="*/ 2377250 h 3505200"/>
              <a:gd name="connsiteX6006" fmla="*/ 1234154 w 3505200"/>
              <a:gd name="connsiteY6006" fmla="*/ 2362486 h 3505200"/>
              <a:gd name="connsiteX6007" fmla="*/ 1219391 w 3505200"/>
              <a:gd name="connsiteY6007" fmla="*/ 2347722 h 3505200"/>
              <a:gd name="connsiteX6008" fmla="*/ 1204627 w 3505200"/>
              <a:gd name="connsiteY6008" fmla="*/ 2362486 h 3505200"/>
              <a:gd name="connsiteX6009" fmla="*/ 1219391 w 3505200"/>
              <a:gd name="connsiteY6009" fmla="*/ 2377250 h 3505200"/>
              <a:gd name="connsiteX6010" fmla="*/ 1295591 w 3505200"/>
              <a:gd name="connsiteY6010" fmla="*/ 2377821 h 3505200"/>
              <a:gd name="connsiteX6011" fmla="*/ 1311021 w 3505200"/>
              <a:gd name="connsiteY6011" fmla="*/ 2362391 h 3505200"/>
              <a:gd name="connsiteX6012" fmla="*/ 1295591 w 3505200"/>
              <a:gd name="connsiteY6012" fmla="*/ 2346960 h 3505200"/>
              <a:gd name="connsiteX6013" fmla="*/ 1280160 w 3505200"/>
              <a:gd name="connsiteY6013" fmla="*/ 2362391 h 3505200"/>
              <a:gd name="connsiteX6014" fmla="*/ 1295591 w 3505200"/>
              <a:gd name="connsiteY6014" fmla="*/ 2377821 h 3505200"/>
              <a:gd name="connsiteX6015" fmla="*/ 1371791 w 3505200"/>
              <a:gd name="connsiteY6015" fmla="*/ 2378488 h 3505200"/>
              <a:gd name="connsiteX6016" fmla="*/ 1387888 w 3505200"/>
              <a:gd name="connsiteY6016" fmla="*/ 2362391 h 3505200"/>
              <a:gd name="connsiteX6017" fmla="*/ 1371791 w 3505200"/>
              <a:gd name="connsiteY6017" fmla="*/ 2346293 h 3505200"/>
              <a:gd name="connsiteX6018" fmla="*/ 1355693 w 3505200"/>
              <a:gd name="connsiteY6018" fmla="*/ 2362391 h 3505200"/>
              <a:gd name="connsiteX6019" fmla="*/ 1371791 w 3505200"/>
              <a:gd name="connsiteY6019" fmla="*/ 2378488 h 3505200"/>
              <a:gd name="connsiteX6020" fmla="*/ 1447991 w 3505200"/>
              <a:gd name="connsiteY6020" fmla="*/ 2379059 h 3505200"/>
              <a:gd name="connsiteX6021" fmla="*/ 1464659 w 3505200"/>
              <a:gd name="connsiteY6021" fmla="*/ 2362391 h 3505200"/>
              <a:gd name="connsiteX6022" fmla="*/ 1447991 w 3505200"/>
              <a:gd name="connsiteY6022" fmla="*/ 2345722 h 3505200"/>
              <a:gd name="connsiteX6023" fmla="*/ 1431322 w 3505200"/>
              <a:gd name="connsiteY6023" fmla="*/ 2362391 h 3505200"/>
              <a:gd name="connsiteX6024" fmla="*/ 1447991 w 3505200"/>
              <a:gd name="connsiteY6024" fmla="*/ 2379059 h 3505200"/>
              <a:gd name="connsiteX6025" fmla="*/ 1524191 w 3505200"/>
              <a:gd name="connsiteY6025" fmla="*/ 2379536 h 3505200"/>
              <a:gd name="connsiteX6026" fmla="*/ 1541336 w 3505200"/>
              <a:gd name="connsiteY6026" fmla="*/ 2362391 h 3505200"/>
              <a:gd name="connsiteX6027" fmla="*/ 1524191 w 3505200"/>
              <a:gd name="connsiteY6027" fmla="*/ 2345246 h 3505200"/>
              <a:gd name="connsiteX6028" fmla="*/ 1507046 w 3505200"/>
              <a:gd name="connsiteY6028" fmla="*/ 2362391 h 3505200"/>
              <a:gd name="connsiteX6029" fmla="*/ 1524191 w 3505200"/>
              <a:gd name="connsiteY6029" fmla="*/ 2379536 h 3505200"/>
              <a:gd name="connsiteX6030" fmla="*/ 1600391 w 3505200"/>
              <a:gd name="connsiteY6030" fmla="*/ 2379917 h 3505200"/>
              <a:gd name="connsiteX6031" fmla="*/ 1617917 w 3505200"/>
              <a:gd name="connsiteY6031" fmla="*/ 2362391 h 3505200"/>
              <a:gd name="connsiteX6032" fmla="*/ 1600391 w 3505200"/>
              <a:gd name="connsiteY6032" fmla="*/ 2344865 h 3505200"/>
              <a:gd name="connsiteX6033" fmla="*/ 1582864 w 3505200"/>
              <a:gd name="connsiteY6033" fmla="*/ 2362391 h 3505200"/>
              <a:gd name="connsiteX6034" fmla="*/ 1600391 w 3505200"/>
              <a:gd name="connsiteY6034" fmla="*/ 2379917 h 3505200"/>
              <a:gd name="connsiteX6035" fmla="*/ 1676591 w 3505200"/>
              <a:gd name="connsiteY6035" fmla="*/ 2380202 h 3505200"/>
              <a:gd name="connsiteX6036" fmla="*/ 1694307 w 3505200"/>
              <a:gd name="connsiteY6036" fmla="*/ 2362486 h 3505200"/>
              <a:gd name="connsiteX6037" fmla="*/ 1676591 w 3505200"/>
              <a:gd name="connsiteY6037" fmla="*/ 2344769 h 3505200"/>
              <a:gd name="connsiteX6038" fmla="*/ 1658874 w 3505200"/>
              <a:gd name="connsiteY6038" fmla="*/ 2362486 h 3505200"/>
              <a:gd name="connsiteX6039" fmla="*/ 1676591 w 3505200"/>
              <a:gd name="connsiteY6039" fmla="*/ 2380202 h 3505200"/>
              <a:gd name="connsiteX6040" fmla="*/ 1752791 w 3505200"/>
              <a:gd name="connsiteY6040" fmla="*/ 2380393 h 3505200"/>
              <a:gd name="connsiteX6041" fmla="*/ 1770793 w 3505200"/>
              <a:gd name="connsiteY6041" fmla="*/ 2362391 h 3505200"/>
              <a:gd name="connsiteX6042" fmla="*/ 1752791 w 3505200"/>
              <a:gd name="connsiteY6042" fmla="*/ 2344388 h 3505200"/>
              <a:gd name="connsiteX6043" fmla="*/ 1734788 w 3505200"/>
              <a:gd name="connsiteY6043" fmla="*/ 2362391 h 3505200"/>
              <a:gd name="connsiteX6044" fmla="*/ 1752791 w 3505200"/>
              <a:gd name="connsiteY6044" fmla="*/ 2380393 h 3505200"/>
              <a:gd name="connsiteX6045" fmla="*/ 1828991 w 3505200"/>
              <a:gd name="connsiteY6045" fmla="*/ 2380202 h 3505200"/>
              <a:gd name="connsiteX6046" fmla="*/ 1846707 w 3505200"/>
              <a:gd name="connsiteY6046" fmla="*/ 2362486 h 3505200"/>
              <a:gd name="connsiteX6047" fmla="*/ 1828991 w 3505200"/>
              <a:gd name="connsiteY6047" fmla="*/ 2344769 h 3505200"/>
              <a:gd name="connsiteX6048" fmla="*/ 1811274 w 3505200"/>
              <a:gd name="connsiteY6048" fmla="*/ 2362486 h 3505200"/>
              <a:gd name="connsiteX6049" fmla="*/ 1828991 w 3505200"/>
              <a:gd name="connsiteY6049" fmla="*/ 2380202 h 3505200"/>
              <a:gd name="connsiteX6050" fmla="*/ 1905191 w 3505200"/>
              <a:gd name="connsiteY6050" fmla="*/ 2379917 h 3505200"/>
              <a:gd name="connsiteX6051" fmla="*/ 1922717 w 3505200"/>
              <a:gd name="connsiteY6051" fmla="*/ 2362391 h 3505200"/>
              <a:gd name="connsiteX6052" fmla="*/ 1905191 w 3505200"/>
              <a:gd name="connsiteY6052" fmla="*/ 2344865 h 3505200"/>
              <a:gd name="connsiteX6053" fmla="*/ 1887664 w 3505200"/>
              <a:gd name="connsiteY6053" fmla="*/ 2362391 h 3505200"/>
              <a:gd name="connsiteX6054" fmla="*/ 1905191 w 3505200"/>
              <a:gd name="connsiteY6054" fmla="*/ 2379917 h 3505200"/>
              <a:gd name="connsiteX6055" fmla="*/ 1981391 w 3505200"/>
              <a:gd name="connsiteY6055" fmla="*/ 2379536 h 3505200"/>
              <a:gd name="connsiteX6056" fmla="*/ 1998536 w 3505200"/>
              <a:gd name="connsiteY6056" fmla="*/ 2362391 h 3505200"/>
              <a:gd name="connsiteX6057" fmla="*/ 1981391 w 3505200"/>
              <a:gd name="connsiteY6057" fmla="*/ 2345246 h 3505200"/>
              <a:gd name="connsiteX6058" fmla="*/ 1964246 w 3505200"/>
              <a:gd name="connsiteY6058" fmla="*/ 2362391 h 3505200"/>
              <a:gd name="connsiteX6059" fmla="*/ 1981391 w 3505200"/>
              <a:gd name="connsiteY6059" fmla="*/ 2379536 h 3505200"/>
              <a:gd name="connsiteX6060" fmla="*/ 2057591 w 3505200"/>
              <a:gd name="connsiteY6060" fmla="*/ 2379059 h 3505200"/>
              <a:gd name="connsiteX6061" fmla="*/ 2074259 w 3505200"/>
              <a:gd name="connsiteY6061" fmla="*/ 2362391 h 3505200"/>
              <a:gd name="connsiteX6062" fmla="*/ 2057591 w 3505200"/>
              <a:gd name="connsiteY6062" fmla="*/ 2345722 h 3505200"/>
              <a:gd name="connsiteX6063" fmla="*/ 2040922 w 3505200"/>
              <a:gd name="connsiteY6063" fmla="*/ 2362391 h 3505200"/>
              <a:gd name="connsiteX6064" fmla="*/ 2057591 w 3505200"/>
              <a:gd name="connsiteY6064" fmla="*/ 2379059 h 3505200"/>
              <a:gd name="connsiteX6065" fmla="*/ 2133791 w 3505200"/>
              <a:gd name="connsiteY6065" fmla="*/ 2378678 h 3505200"/>
              <a:gd name="connsiteX6066" fmla="*/ 2150078 w 3505200"/>
              <a:gd name="connsiteY6066" fmla="*/ 2362391 h 3505200"/>
              <a:gd name="connsiteX6067" fmla="*/ 2133791 w 3505200"/>
              <a:gd name="connsiteY6067" fmla="*/ 2346103 h 3505200"/>
              <a:gd name="connsiteX6068" fmla="*/ 2117503 w 3505200"/>
              <a:gd name="connsiteY6068" fmla="*/ 2362391 h 3505200"/>
              <a:gd name="connsiteX6069" fmla="*/ 2133791 w 3505200"/>
              <a:gd name="connsiteY6069" fmla="*/ 2378678 h 3505200"/>
              <a:gd name="connsiteX6070" fmla="*/ 2209991 w 3505200"/>
              <a:gd name="connsiteY6070" fmla="*/ 2377821 h 3505200"/>
              <a:gd name="connsiteX6071" fmla="*/ 2225421 w 3505200"/>
              <a:gd name="connsiteY6071" fmla="*/ 2362391 h 3505200"/>
              <a:gd name="connsiteX6072" fmla="*/ 2209991 w 3505200"/>
              <a:gd name="connsiteY6072" fmla="*/ 2346960 h 3505200"/>
              <a:gd name="connsiteX6073" fmla="*/ 2194560 w 3505200"/>
              <a:gd name="connsiteY6073" fmla="*/ 2362391 h 3505200"/>
              <a:gd name="connsiteX6074" fmla="*/ 2209991 w 3505200"/>
              <a:gd name="connsiteY6074" fmla="*/ 2377821 h 3505200"/>
              <a:gd name="connsiteX6075" fmla="*/ 2286191 w 3505200"/>
              <a:gd name="connsiteY6075" fmla="*/ 2377250 h 3505200"/>
              <a:gd name="connsiteX6076" fmla="*/ 2300954 w 3505200"/>
              <a:gd name="connsiteY6076" fmla="*/ 2362486 h 3505200"/>
              <a:gd name="connsiteX6077" fmla="*/ 2286191 w 3505200"/>
              <a:gd name="connsiteY6077" fmla="*/ 2347722 h 3505200"/>
              <a:gd name="connsiteX6078" fmla="*/ 2271427 w 3505200"/>
              <a:gd name="connsiteY6078" fmla="*/ 2362486 h 3505200"/>
              <a:gd name="connsiteX6079" fmla="*/ 2286191 w 3505200"/>
              <a:gd name="connsiteY6079" fmla="*/ 2377250 h 3505200"/>
              <a:gd name="connsiteX6080" fmla="*/ 2362391 w 3505200"/>
              <a:gd name="connsiteY6080" fmla="*/ 2376392 h 3505200"/>
              <a:gd name="connsiteX6081" fmla="*/ 2376297 w 3505200"/>
              <a:gd name="connsiteY6081" fmla="*/ 2362486 h 3505200"/>
              <a:gd name="connsiteX6082" fmla="*/ 2362391 w 3505200"/>
              <a:gd name="connsiteY6082" fmla="*/ 2348579 h 3505200"/>
              <a:gd name="connsiteX6083" fmla="*/ 2348484 w 3505200"/>
              <a:gd name="connsiteY6083" fmla="*/ 2362486 h 3505200"/>
              <a:gd name="connsiteX6084" fmla="*/ 2362391 w 3505200"/>
              <a:gd name="connsiteY6084" fmla="*/ 2376392 h 3505200"/>
              <a:gd name="connsiteX6085" fmla="*/ 2438591 w 3505200"/>
              <a:gd name="connsiteY6085" fmla="*/ 2375535 h 3505200"/>
              <a:gd name="connsiteX6086" fmla="*/ 2451735 w 3505200"/>
              <a:gd name="connsiteY6086" fmla="*/ 2362391 h 3505200"/>
              <a:gd name="connsiteX6087" fmla="*/ 2438591 w 3505200"/>
              <a:gd name="connsiteY6087" fmla="*/ 2349246 h 3505200"/>
              <a:gd name="connsiteX6088" fmla="*/ 2425446 w 3505200"/>
              <a:gd name="connsiteY6088" fmla="*/ 2362391 h 3505200"/>
              <a:gd name="connsiteX6089" fmla="*/ 2438591 w 3505200"/>
              <a:gd name="connsiteY6089" fmla="*/ 2375535 h 3505200"/>
              <a:gd name="connsiteX6090" fmla="*/ 2514791 w 3505200"/>
              <a:gd name="connsiteY6090" fmla="*/ 2374678 h 3505200"/>
              <a:gd name="connsiteX6091" fmla="*/ 2527078 w 3505200"/>
              <a:gd name="connsiteY6091" fmla="*/ 2362391 h 3505200"/>
              <a:gd name="connsiteX6092" fmla="*/ 2514791 w 3505200"/>
              <a:gd name="connsiteY6092" fmla="*/ 2350103 h 3505200"/>
              <a:gd name="connsiteX6093" fmla="*/ 2502503 w 3505200"/>
              <a:gd name="connsiteY6093" fmla="*/ 2362391 h 3505200"/>
              <a:gd name="connsiteX6094" fmla="*/ 2514791 w 3505200"/>
              <a:gd name="connsiteY6094" fmla="*/ 2374678 h 3505200"/>
              <a:gd name="connsiteX6095" fmla="*/ 2590991 w 3505200"/>
              <a:gd name="connsiteY6095" fmla="*/ 2373821 h 3505200"/>
              <a:gd name="connsiteX6096" fmla="*/ 2602421 w 3505200"/>
              <a:gd name="connsiteY6096" fmla="*/ 2362391 h 3505200"/>
              <a:gd name="connsiteX6097" fmla="*/ 2590991 w 3505200"/>
              <a:gd name="connsiteY6097" fmla="*/ 2350961 h 3505200"/>
              <a:gd name="connsiteX6098" fmla="*/ 2579561 w 3505200"/>
              <a:gd name="connsiteY6098" fmla="*/ 2362391 h 3505200"/>
              <a:gd name="connsiteX6099" fmla="*/ 2590991 w 3505200"/>
              <a:gd name="connsiteY6099" fmla="*/ 2373821 h 3505200"/>
              <a:gd name="connsiteX6100" fmla="*/ 2667191 w 3505200"/>
              <a:gd name="connsiteY6100" fmla="*/ 2372773 h 3505200"/>
              <a:gd name="connsiteX6101" fmla="*/ 2677573 w 3505200"/>
              <a:gd name="connsiteY6101" fmla="*/ 2362391 h 3505200"/>
              <a:gd name="connsiteX6102" fmla="*/ 2667191 w 3505200"/>
              <a:gd name="connsiteY6102" fmla="*/ 2352008 h 3505200"/>
              <a:gd name="connsiteX6103" fmla="*/ 2656808 w 3505200"/>
              <a:gd name="connsiteY6103" fmla="*/ 2362391 h 3505200"/>
              <a:gd name="connsiteX6104" fmla="*/ 2667191 w 3505200"/>
              <a:gd name="connsiteY6104" fmla="*/ 2372773 h 3505200"/>
              <a:gd name="connsiteX6105" fmla="*/ 2743391 w 3505200"/>
              <a:gd name="connsiteY6105" fmla="*/ 2371725 h 3505200"/>
              <a:gd name="connsiteX6106" fmla="*/ 2752725 w 3505200"/>
              <a:gd name="connsiteY6106" fmla="*/ 2362391 h 3505200"/>
              <a:gd name="connsiteX6107" fmla="*/ 2743391 w 3505200"/>
              <a:gd name="connsiteY6107" fmla="*/ 2353056 h 3505200"/>
              <a:gd name="connsiteX6108" fmla="*/ 2734056 w 3505200"/>
              <a:gd name="connsiteY6108" fmla="*/ 2362391 h 3505200"/>
              <a:gd name="connsiteX6109" fmla="*/ 2743391 w 3505200"/>
              <a:gd name="connsiteY6109" fmla="*/ 2371725 h 3505200"/>
              <a:gd name="connsiteX6110" fmla="*/ 2819591 w 3505200"/>
              <a:gd name="connsiteY6110" fmla="*/ 2370677 h 3505200"/>
              <a:gd name="connsiteX6111" fmla="*/ 2827878 w 3505200"/>
              <a:gd name="connsiteY6111" fmla="*/ 2362391 h 3505200"/>
              <a:gd name="connsiteX6112" fmla="*/ 2819591 w 3505200"/>
              <a:gd name="connsiteY6112" fmla="*/ 2354104 h 3505200"/>
              <a:gd name="connsiteX6113" fmla="*/ 2811304 w 3505200"/>
              <a:gd name="connsiteY6113" fmla="*/ 2362391 h 3505200"/>
              <a:gd name="connsiteX6114" fmla="*/ 2819591 w 3505200"/>
              <a:gd name="connsiteY6114" fmla="*/ 2370677 h 3505200"/>
              <a:gd name="connsiteX6115" fmla="*/ 2895791 w 3505200"/>
              <a:gd name="connsiteY6115" fmla="*/ 2369630 h 3505200"/>
              <a:gd name="connsiteX6116" fmla="*/ 2902934 w 3505200"/>
              <a:gd name="connsiteY6116" fmla="*/ 2362486 h 3505200"/>
              <a:gd name="connsiteX6117" fmla="*/ 2895791 w 3505200"/>
              <a:gd name="connsiteY6117" fmla="*/ 2355342 h 3505200"/>
              <a:gd name="connsiteX6118" fmla="*/ 2888647 w 3505200"/>
              <a:gd name="connsiteY6118" fmla="*/ 2362486 h 3505200"/>
              <a:gd name="connsiteX6119" fmla="*/ 2895791 w 3505200"/>
              <a:gd name="connsiteY6119" fmla="*/ 2369630 h 3505200"/>
              <a:gd name="connsiteX6120" fmla="*/ 2971991 w 3505200"/>
              <a:gd name="connsiteY6120" fmla="*/ 2368582 h 3505200"/>
              <a:gd name="connsiteX6121" fmla="*/ 2978087 w 3505200"/>
              <a:gd name="connsiteY6121" fmla="*/ 2362486 h 3505200"/>
              <a:gd name="connsiteX6122" fmla="*/ 2971991 w 3505200"/>
              <a:gd name="connsiteY6122" fmla="*/ 2356390 h 3505200"/>
              <a:gd name="connsiteX6123" fmla="*/ 2965895 w 3505200"/>
              <a:gd name="connsiteY6123" fmla="*/ 2362486 h 3505200"/>
              <a:gd name="connsiteX6124" fmla="*/ 2971991 w 3505200"/>
              <a:gd name="connsiteY6124" fmla="*/ 2368582 h 3505200"/>
              <a:gd name="connsiteX6125" fmla="*/ 3048191 w 3505200"/>
              <a:gd name="connsiteY6125" fmla="*/ 2367439 h 3505200"/>
              <a:gd name="connsiteX6126" fmla="*/ 3053239 w 3505200"/>
              <a:gd name="connsiteY6126" fmla="*/ 2362391 h 3505200"/>
              <a:gd name="connsiteX6127" fmla="*/ 3048191 w 3505200"/>
              <a:gd name="connsiteY6127" fmla="*/ 2357342 h 3505200"/>
              <a:gd name="connsiteX6128" fmla="*/ 3043142 w 3505200"/>
              <a:gd name="connsiteY6128" fmla="*/ 2362391 h 3505200"/>
              <a:gd name="connsiteX6129" fmla="*/ 3048191 w 3505200"/>
              <a:gd name="connsiteY6129" fmla="*/ 2367439 h 3505200"/>
              <a:gd name="connsiteX6130" fmla="*/ 3124391 w 3505200"/>
              <a:gd name="connsiteY6130" fmla="*/ 2366391 h 3505200"/>
              <a:gd name="connsiteX6131" fmla="*/ 3128391 w 3505200"/>
              <a:gd name="connsiteY6131" fmla="*/ 2362391 h 3505200"/>
              <a:gd name="connsiteX6132" fmla="*/ 3124391 w 3505200"/>
              <a:gd name="connsiteY6132" fmla="*/ 2358390 h 3505200"/>
              <a:gd name="connsiteX6133" fmla="*/ 3120390 w 3505200"/>
              <a:gd name="connsiteY6133" fmla="*/ 2362391 h 3505200"/>
              <a:gd name="connsiteX6134" fmla="*/ 3124391 w 3505200"/>
              <a:gd name="connsiteY6134" fmla="*/ 2366391 h 3505200"/>
              <a:gd name="connsiteX6135" fmla="*/ 3200591 w 3505200"/>
              <a:gd name="connsiteY6135" fmla="*/ 2365343 h 3505200"/>
              <a:gd name="connsiteX6136" fmla="*/ 3203543 w 3505200"/>
              <a:gd name="connsiteY6136" fmla="*/ 2362391 h 3505200"/>
              <a:gd name="connsiteX6137" fmla="*/ 3200591 w 3505200"/>
              <a:gd name="connsiteY6137" fmla="*/ 2359438 h 3505200"/>
              <a:gd name="connsiteX6138" fmla="*/ 3197638 w 3505200"/>
              <a:gd name="connsiteY6138" fmla="*/ 2362391 h 3505200"/>
              <a:gd name="connsiteX6139" fmla="*/ 3200591 w 3505200"/>
              <a:gd name="connsiteY6139" fmla="*/ 2365343 h 3505200"/>
              <a:gd name="connsiteX6140" fmla="*/ 3276791 w 3505200"/>
              <a:gd name="connsiteY6140" fmla="*/ 2364296 h 3505200"/>
              <a:gd name="connsiteX6141" fmla="*/ 3278696 w 3505200"/>
              <a:gd name="connsiteY6141" fmla="*/ 2362391 h 3505200"/>
              <a:gd name="connsiteX6142" fmla="*/ 3276791 w 3505200"/>
              <a:gd name="connsiteY6142" fmla="*/ 2360486 h 3505200"/>
              <a:gd name="connsiteX6143" fmla="*/ 3274886 w 3505200"/>
              <a:gd name="connsiteY6143" fmla="*/ 2362391 h 3505200"/>
              <a:gd name="connsiteX6144" fmla="*/ 3276791 w 3505200"/>
              <a:gd name="connsiteY6144" fmla="*/ 2364296 h 3505200"/>
              <a:gd name="connsiteX6145" fmla="*/ 3352991 w 3505200"/>
              <a:gd name="connsiteY6145" fmla="*/ 2363248 h 3505200"/>
              <a:gd name="connsiteX6146" fmla="*/ 3353848 w 3505200"/>
              <a:gd name="connsiteY6146" fmla="*/ 2362391 h 3505200"/>
              <a:gd name="connsiteX6147" fmla="*/ 3352991 w 3505200"/>
              <a:gd name="connsiteY6147" fmla="*/ 2361533 h 3505200"/>
              <a:gd name="connsiteX6148" fmla="*/ 3352133 w 3505200"/>
              <a:gd name="connsiteY6148" fmla="*/ 2362391 h 3505200"/>
              <a:gd name="connsiteX6149" fmla="*/ 3352991 w 3505200"/>
              <a:gd name="connsiteY6149" fmla="*/ 2363248 h 3505200"/>
              <a:gd name="connsiteX6150" fmla="*/ 152591 w 3505200"/>
              <a:gd name="connsiteY6150" fmla="*/ 2439067 h 3505200"/>
              <a:gd name="connsiteX6151" fmla="*/ 152972 w 3505200"/>
              <a:gd name="connsiteY6151" fmla="*/ 2438686 h 3505200"/>
              <a:gd name="connsiteX6152" fmla="*/ 152591 w 3505200"/>
              <a:gd name="connsiteY6152" fmla="*/ 2438305 h 3505200"/>
              <a:gd name="connsiteX6153" fmla="*/ 152210 w 3505200"/>
              <a:gd name="connsiteY6153" fmla="*/ 2438686 h 3505200"/>
              <a:gd name="connsiteX6154" fmla="*/ 152591 w 3505200"/>
              <a:gd name="connsiteY6154" fmla="*/ 2439067 h 3505200"/>
              <a:gd name="connsiteX6155" fmla="*/ 228791 w 3505200"/>
              <a:gd name="connsiteY6155" fmla="*/ 2440115 h 3505200"/>
              <a:gd name="connsiteX6156" fmla="*/ 230315 w 3505200"/>
              <a:gd name="connsiteY6156" fmla="*/ 2438591 h 3505200"/>
              <a:gd name="connsiteX6157" fmla="*/ 228791 w 3505200"/>
              <a:gd name="connsiteY6157" fmla="*/ 2437067 h 3505200"/>
              <a:gd name="connsiteX6158" fmla="*/ 227267 w 3505200"/>
              <a:gd name="connsiteY6158" fmla="*/ 2438591 h 3505200"/>
              <a:gd name="connsiteX6159" fmla="*/ 228791 w 3505200"/>
              <a:gd name="connsiteY6159" fmla="*/ 2440115 h 3505200"/>
              <a:gd name="connsiteX6160" fmla="*/ 304991 w 3505200"/>
              <a:gd name="connsiteY6160" fmla="*/ 2441162 h 3505200"/>
              <a:gd name="connsiteX6161" fmla="*/ 307562 w 3505200"/>
              <a:gd name="connsiteY6161" fmla="*/ 2438591 h 3505200"/>
              <a:gd name="connsiteX6162" fmla="*/ 304991 w 3505200"/>
              <a:gd name="connsiteY6162" fmla="*/ 2436019 h 3505200"/>
              <a:gd name="connsiteX6163" fmla="*/ 302419 w 3505200"/>
              <a:gd name="connsiteY6163" fmla="*/ 2438591 h 3505200"/>
              <a:gd name="connsiteX6164" fmla="*/ 304991 w 3505200"/>
              <a:gd name="connsiteY6164" fmla="*/ 2441162 h 3505200"/>
              <a:gd name="connsiteX6165" fmla="*/ 381191 w 3505200"/>
              <a:gd name="connsiteY6165" fmla="*/ 2442210 h 3505200"/>
              <a:gd name="connsiteX6166" fmla="*/ 384810 w 3505200"/>
              <a:gd name="connsiteY6166" fmla="*/ 2438591 h 3505200"/>
              <a:gd name="connsiteX6167" fmla="*/ 381191 w 3505200"/>
              <a:gd name="connsiteY6167" fmla="*/ 2434971 h 3505200"/>
              <a:gd name="connsiteX6168" fmla="*/ 377571 w 3505200"/>
              <a:gd name="connsiteY6168" fmla="*/ 2438591 h 3505200"/>
              <a:gd name="connsiteX6169" fmla="*/ 381191 w 3505200"/>
              <a:gd name="connsiteY6169" fmla="*/ 2442210 h 3505200"/>
              <a:gd name="connsiteX6170" fmla="*/ 457391 w 3505200"/>
              <a:gd name="connsiteY6170" fmla="*/ 2443067 h 3505200"/>
              <a:gd name="connsiteX6171" fmla="*/ 461867 w 3505200"/>
              <a:gd name="connsiteY6171" fmla="*/ 2438591 h 3505200"/>
              <a:gd name="connsiteX6172" fmla="*/ 457391 w 3505200"/>
              <a:gd name="connsiteY6172" fmla="*/ 2434114 h 3505200"/>
              <a:gd name="connsiteX6173" fmla="*/ 452914 w 3505200"/>
              <a:gd name="connsiteY6173" fmla="*/ 2438591 h 3505200"/>
              <a:gd name="connsiteX6174" fmla="*/ 457391 w 3505200"/>
              <a:gd name="connsiteY6174" fmla="*/ 2443067 h 3505200"/>
              <a:gd name="connsiteX6175" fmla="*/ 533591 w 3505200"/>
              <a:gd name="connsiteY6175" fmla="*/ 2444115 h 3505200"/>
              <a:gd name="connsiteX6176" fmla="*/ 539115 w 3505200"/>
              <a:gd name="connsiteY6176" fmla="*/ 2438591 h 3505200"/>
              <a:gd name="connsiteX6177" fmla="*/ 533591 w 3505200"/>
              <a:gd name="connsiteY6177" fmla="*/ 2433066 h 3505200"/>
              <a:gd name="connsiteX6178" fmla="*/ 528066 w 3505200"/>
              <a:gd name="connsiteY6178" fmla="*/ 2438591 h 3505200"/>
              <a:gd name="connsiteX6179" fmla="*/ 533591 w 3505200"/>
              <a:gd name="connsiteY6179" fmla="*/ 2444115 h 3505200"/>
              <a:gd name="connsiteX6180" fmla="*/ 609790 w 3505200"/>
              <a:gd name="connsiteY6180" fmla="*/ 2445163 h 3505200"/>
              <a:gd name="connsiteX6181" fmla="*/ 616363 w 3505200"/>
              <a:gd name="connsiteY6181" fmla="*/ 2438591 h 3505200"/>
              <a:gd name="connsiteX6182" fmla="*/ 609790 w 3505200"/>
              <a:gd name="connsiteY6182" fmla="*/ 2432018 h 3505200"/>
              <a:gd name="connsiteX6183" fmla="*/ 603218 w 3505200"/>
              <a:gd name="connsiteY6183" fmla="*/ 2438591 h 3505200"/>
              <a:gd name="connsiteX6184" fmla="*/ 609790 w 3505200"/>
              <a:gd name="connsiteY6184" fmla="*/ 2445163 h 3505200"/>
              <a:gd name="connsiteX6185" fmla="*/ 685990 w 3505200"/>
              <a:gd name="connsiteY6185" fmla="*/ 2446211 h 3505200"/>
              <a:gd name="connsiteX6186" fmla="*/ 693611 w 3505200"/>
              <a:gd name="connsiteY6186" fmla="*/ 2438591 h 3505200"/>
              <a:gd name="connsiteX6187" fmla="*/ 685990 w 3505200"/>
              <a:gd name="connsiteY6187" fmla="*/ 2430971 h 3505200"/>
              <a:gd name="connsiteX6188" fmla="*/ 678371 w 3505200"/>
              <a:gd name="connsiteY6188" fmla="*/ 2438591 h 3505200"/>
              <a:gd name="connsiteX6189" fmla="*/ 685990 w 3505200"/>
              <a:gd name="connsiteY6189" fmla="*/ 2446211 h 3505200"/>
              <a:gd name="connsiteX6190" fmla="*/ 762190 w 3505200"/>
              <a:gd name="connsiteY6190" fmla="*/ 2447258 h 3505200"/>
              <a:gd name="connsiteX6191" fmla="*/ 770858 w 3505200"/>
              <a:gd name="connsiteY6191" fmla="*/ 2438591 h 3505200"/>
              <a:gd name="connsiteX6192" fmla="*/ 762190 w 3505200"/>
              <a:gd name="connsiteY6192" fmla="*/ 2429923 h 3505200"/>
              <a:gd name="connsiteX6193" fmla="*/ 753523 w 3505200"/>
              <a:gd name="connsiteY6193" fmla="*/ 2438591 h 3505200"/>
              <a:gd name="connsiteX6194" fmla="*/ 762190 w 3505200"/>
              <a:gd name="connsiteY6194" fmla="*/ 2447258 h 3505200"/>
              <a:gd name="connsiteX6195" fmla="*/ 838390 w 3505200"/>
              <a:gd name="connsiteY6195" fmla="*/ 2448116 h 3505200"/>
              <a:gd name="connsiteX6196" fmla="*/ 847915 w 3505200"/>
              <a:gd name="connsiteY6196" fmla="*/ 2438591 h 3505200"/>
              <a:gd name="connsiteX6197" fmla="*/ 838390 w 3505200"/>
              <a:gd name="connsiteY6197" fmla="*/ 2429066 h 3505200"/>
              <a:gd name="connsiteX6198" fmla="*/ 828865 w 3505200"/>
              <a:gd name="connsiteY6198" fmla="*/ 2438591 h 3505200"/>
              <a:gd name="connsiteX6199" fmla="*/ 838390 w 3505200"/>
              <a:gd name="connsiteY6199" fmla="*/ 2448116 h 3505200"/>
              <a:gd name="connsiteX6200" fmla="*/ 914590 w 3505200"/>
              <a:gd name="connsiteY6200" fmla="*/ 2449163 h 3505200"/>
              <a:gd name="connsiteX6201" fmla="*/ 925163 w 3505200"/>
              <a:gd name="connsiteY6201" fmla="*/ 2438591 h 3505200"/>
              <a:gd name="connsiteX6202" fmla="*/ 914590 w 3505200"/>
              <a:gd name="connsiteY6202" fmla="*/ 2428018 h 3505200"/>
              <a:gd name="connsiteX6203" fmla="*/ 904018 w 3505200"/>
              <a:gd name="connsiteY6203" fmla="*/ 2438591 h 3505200"/>
              <a:gd name="connsiteX6204" fmla="*/ 914590 w 3505200"/>
              <a:gd name="connsiteY6204" fmla="*/ 2449163 h 3505200"/>
              <a:gd name="connsiteX6205" fmla="*/ 990790 w 3505200"/>
              <a:gd name="connsiteY6205" fmla="*/ 2450021 h 3505200"/>
              <a:gd name="connsiteX6206" fmla="*/ 1002221 w 3505200"/>
              <a:gd name="connsiteY6206" fmla="*/ 2438591 h 3505200"/>
              <a:gd name="connsiteX6207" fmla="*/ 990790 w 3505200"/>
              <a:gd name="connsiteY6207" fmla="*/ 2427161 h 3505200"/>
              <a:gd name="connsiteX6208" fmla="*/ 979361 w 3505200"/>
              <a:gd name="connsiteY6208" fmla="*/ 2438591 h 3505200"/>
              <a:gd name="connsiteX6209" fmla="*/ 990790 w 3505200"/>
              <a:gd name="connsiteY6209" fmla="*/ 2450021 h 3505200"/>
              <a:gd name="connsiteX6210" fmla="*/ 1066991 w 3505200"/>
              <a:gd name="connsiteY6210" fmla="*/ 2450878 h 3505200"/>
              <a:gd name="connsiteX6211" fmla="*/ 1079278 w 3505200"/>
              <a:gd name="connsiteY6211" fmla="*/ 2438591 h 3505200"/>
              <a:gd name="connsiteX6212" fmla="*/ 1066991 w 3505200"/>
              <a:gd name="connsiteY6212" fmla="*/ 2426303 h 3505200"/>
              <a:gd name="connsiteX6213" fmla="*/ 1054703 w 3505200"/>
              <a:gd name="connsiteY6213" fmla="*/ 2438591 h 3505200"/>
              <a:gd name="connsiteX6214" fmla="*/ 1066991 w 3505200"/>
              <a:gd name="connsiteY6214" fmla="*/ 2450878 h 3505200"/>
              <a:gd name="connsiteX6215" fmla="*/ 1143191 w 3505200"/>
              <a:gd name="connsiteY6215" fmla="*/ 2451735 h 3505200"/>
              <a:gd name="connsiteX6216" fmla="*/ 1156335 w 3505200"/>
              <a:gd name="connsiteY6216" fmla="*/ 2438591 h 3505200"/>
              <a:gd name="connsiteX6217" fmla="*/ 1143191 w 3505200"/>
              <a:gd name="connsiteY6217" fmla="*/ 2425446 h 3505200"/>
              <a:gd name="connsiteX6218" fmla="*/ 1130046 w 3505200"/>
              <a:gd name="connsiteY6218" fmla="*/ 2438591 h 3505200"/>
              <a:gd name="connsiteX6219" fmla="*/ 1143191 w 3505200"/>
              <a:gd name="connsiteY6219" fmla="*/ 2451735 h 3505200"/>
              <a:gd name="connsiteX6220" fmla="*/ 1219391 w 3505200"/>
              <a:gd name="connsiteY6220" fmla="*/ 2452307 h 3505200"/>
              <a:gd name="connsiteX6221" fmla="*/ 1233107 w 3505200"/>
              <a:gd name="connsiteY6221" fmla="*/ 2438591 h 3505200"/>
              <a:gd name="connsiteX6222" fmla="*/ 1219391 w 3505200"/>
              <a:gd name="connsiteY6222" fmla="*/ 2424875 h 3505200"/>
              <a:gd name="connsiteX6223" fmla="*/ 1205675 w 3505200"/>
              <a:gd name="connsiteY6223" fmla="*/ 2438591 h 3505200"/>
              <a:gd name="connsiteX6224" fmla="*/ 1219391 w 3505200"/>
              <a:gd name="connsiteY6224" fmla="*/ 2452307 h 3505200"/>
              <a:gd name="connsiteX6225" fmla="*/ 1295591 w 3505200"/>
              <a:gd name="connsiteY6225" fmla="*/ 2453164 h 3505200"/>
              <a:gd name="connsiteX6226" fmla="*/ 1310164 w 3505200"/>
              <a:gd name="connsiteY6226" fmla="*/ 2438591 h 3505200"/>
              <a:gd name="connsiteX6227" fmla="*/ 1295591 w 3505200"/>
              <a:gd name="connsiteY6227" fmla="*/ 2424017 h 3505200"/>
              <a:gd name="connsiteX6228" fmla="*/ 1281017 w 3505200"/>
              <a:gd name="connsiteY6228" fmla="*/ 2438591 h 3505200"/>
              <a:gd name="connsiteX6229" fmla="*/ 1295591 w 3505200"/>
              <a:gd name="connsiteY6229" fmla="*/ 2453164 h 3505200"/>
              <a:gd name="connsiteX6230" fmla="*/ 1371791 w 3505200"/>
              <a:gd name="connsiteY6230" fmla="*/ 2453831 h 3505200"/>
              <a:gd name="connsiteX6231" fmla="*/ 1387031 w 3505200"/>
              <a:gd name="connsiteY6231" fmla="*/ 2438591 h 3505200"/>
              <a:gd name="connsiteX6232" fmla="*/ 1371791 w 3505200"/>
              <a:gd name="connsiteY6232" fmla="*/ 2423351 h 3505200"/>
              <a:gd name="connsiteX6233" fmla="*/ 1356551 w 3505200"/>
              <a:gd name="connsiteY6233" fmla="*/ 2438591 h 3505200"/>
              <a:gd name="connsiteX6234" fmla="*/ 1371791 w 3505200"/>
              <a:gd name="connsiteY6234" fmla="*/ 2453831 h 3505200"/>
              <a:gd name="connsiteX6235" fmla="*/ 1447991 w 3505200"/>
              <a:gd name="connsiteY6235" fmla="*/ 2454212 h 3505200"/>
              <a:gd name="connsiteX6236" fmla="*/ 1463612 w 3505200"/>
              <a:gd name="connsiteY6236" fmla="*/ 2438591 h 3505200"/>
              <a:gd name="connsiteX6237" fmla="*/ 1447991 w 3505200"/>
              <a:gd name="connsiteY6237" fmla="*/ 2422970 h 3505200"/>
              <a:gd name="connsiteX6238" fmla="*/ 1432370 w 3505200"/>
              <a:gd name="connsiteY6238" fmla="*/ 2438591 h 3505200"/>
              <a:gd name="connsiteX6239" fmla="*/ 1447991 w 3505200"/>
              <a:gd name="connsiteY6239" fmla="*/ 2454212 h 3505200"/>
              <a:gd name="connsiteX6240" fmla="*/ 1524191 w 3505200"/>
              <a:gd name="connsiteY6240" fmla="*/ 2454688 h 3505200"/>
              <a:gd name="connsiteX6241" fmla="*/ 1540288 w 3505200"/>
              <a:gd name="connsiteY6241" fmla="*/ 2438591 h 3505200"/>
              <a:gd name="connsiteX6242" fmla="*/ 1524191 w 3505200"/>
              <a:gd name="connsiteY6242" fmla="*/ 2422493 h 3505200"/>
              <a:gd name="connsiteX6243" fmla="*/ 1508093 w 3505200"/>
              <a:gd name="connsiteY6243" fmla="*/ 2438591 h 3505200"/>
              <a:gd name="connsiteX6244" fmla="*/ 1524191 w 3505200"/>
              <a:gd name="connsiteY6244" fmla="*/ 2454688 h 3505200"/>
              <a:gd name="connsiteX6245" fmla="*/ 1600391 w 3505200"/>
              <a:gd name="connsiteY6245" fmla="*/ 2455069 h 3505200"/>
              <a:gd name="connsiteX6246" fmla="*/ 1616869 w 3505200"/>
              <a:gd name="connsiteY6246" fmla="*/ 2438591 h 3505200"/>
              <a:gd name="connsiteX6247" fmla="*/ 1600391 w 3505200"/>
              <a:gd name="connsiteY6247" fmla="*/ 2422112 h 3505200"/>
              <a:gd name="connsiteX6248" fmla="*/ 1583912 w 3505200"/>
              <a:gd name="connsiteY6248" fmla="*/ 2438591 h 3505200"/>
              <a:gd name="connsiteX6249" fmla="*/ 1600391 w 3505200"/>
              <a:gd name="connsiteY6249" fmla="*/ 2455069 h 3505200"/>
              <a:gd name="connsiteX6250" fmla="*/ 1676591 w 3505200"/>
              <a:gd name="connsiteY6250" fmla="*/ 2455259 h 3505200"/>
              <a:gd name="connsiteX6251" fmla="*/ 1693259 w 3505200"/>
              <a:gd name="connsiteY6251" fmla="*/ 2438591 h 3505200"/>
              <a:gd name="connsiteX6252" fmla="*/ 1676591 w 3505200"/>
              <a:gd name="connsiteY6252" fmla="*/ 2421922 h 3505200"/>
              <a:gd name="connsiteX6253" fmla="*/ 1659922 w 3505200"/>
              <a:gd name="connsiteY6253" fmla="*/ 2438591 h 3505200"/>
              <a:gd name="connsiteX6254" fmla="*/ 1676591 w 3505200"/>
              <a:gd name="connsiteY6254" fmla="*/ 2455259 h 3505200"/>
              <a:gd name="connsiteX6255" fmla="*/ 1752791 w 3505200"/>
              <a:gd name="connsiteY6255" fmla="*/ 2455259 h 3505200"/>
              <a:gd name="connsiteX6256" fmla="*/ 1769459 w 3505200"/>
              <a:gd name="connsiteY6256" fmla="*/ 2438591 h 3505200"/>
              <a:gd name="connsiteX6257" fmla="*/ 1752791 w 3505200"/>
              <a:gd name="connsiteY6257" fmla="*/ 2421922 h 3505200"/>
              <a:gd name="connsiteX6258" fmla="*/ 1736122 w 3505200"/>
              <a:gd name="connsiteY6258" fmla="*/ 2438591 h 3505200"/>
              <a:gd name="connsiteX6259" fmla="*/ 1752791 w 3505200"/>
              <a:gd name="connsiteY6259" fmla="*/ 2455259 h 3505200"/>
              <a:gd name="connsiteX6260" fmla="*/ 1828991 w 3505200"/>
              <a:gd name="connsiteY6260" fmla="*/ 2455259 h 3505200"/>
              <a:gd name="connsiteX6261" fmla="*/ 1845659 w 3505200"/>
              <a:gd name="connsiteY6261" fmla="*/ 2438591 h 3505200"/>
              <a:gd name="connsiteX6262" fmla="*/ 1828991 w 3505200"/>
              <a:gd name="connsiteY6262" fmla="*/ 2421922 h 3505200"/>
              <a:gd name="connsiteX6263" fmla="*/ 1812322 w 3505200"/>
              <a:gd name="connsiteY6263" fmla="*/ 2438591 h 3505200"/>
              <a:gd name="connsiteX6264" fmla="*/ 1828991 w 3505200"/>
              <a:gd name="connsiteY6264" fmla="*/ 2455259 h 3505200"/>
              <a:gd name="connsiteX6265" fmla="*/ 1905191 w 3505200"/>
              <a:gd name="connsiteY6265" fmla="*/ 2455069 h 3505200"/>
              <a:gd name="connsiteX6266" fmla="*/ 1921669 w 3505200"/>
              <a:gd name="connsiteY6266" fmla="*/ 2438591 h 3505200"/>
              <a:gd name="connsiteX6267" fmla="*/ 1905191 w 3505200"/>
              <a:gd name="connsiteY6267" fmla="*/ 2422112 h 3505200"/>
              <a:gd name="connsiteX6268" fmla="*/ 1888712 w 3505200"/>
              <a:gd name="connsiteY6268" fmla="*/ 2438591 h 3505200"/>
              <a:gd name="connsiteX6269" fmla="*/ 1905191 w 3505200"/>
              <a:gd name="connsiteY6269" fmla="*/ 2455069 h 3505200"/>
              <a:gd name="connsiteX6270" fmla="*/ 1981391 w 3505200"/>
              <a:gd name="connsiteY6270" fmla="*/ 2454688 h 3505200"/>
              <a:gd name="connsiteX6271" fmla="*/ 1997488 w 3505200"/>
              <a:gd name="connsiteY6271" fmla="*/ 2438591 h 3505200"/>
              <a:gd name="connsiteX6272" fmla="*/ 1981391 w 3505200"/>
              <a:gd name="connsiteY6272" fmla="*/ 2422493 h 3505200"/>
              <a:gd name="connsiteX6273" fmla="*/ 1965293 w 3505200"/>
              <a:gd name="connsiteY6273" fmla="*/ 2438591 h 3505200"/>
              <a:gd name="connsiteX6274" fmla="*/ 1981391 w 3505200"/>
              <a:gd name="connsiteY6274" fmla="*/ 2454688 h 3505200"/>
              <a:gd name="connsiteX6275" fmla="*/ 2057591 w 3505200"/>
              <a:gd name="connsiteY6275" fmla="*/ 2454212 h 3505200"/>
              <a:gd name="connsiteX6276" fmla="*/ 2073212 w 3505200"/>
              <a:gd name="connsiteY6276" fmla="*/ 2438591 h 3505200"/>
              <a:gd name="connsiteX6277" fmla="*/ 2057591 w 3505200"/>
              <a:gd name="connsiteY6277" fmla="*/ 2422970 h 3505200"/>
              <a:gd name="connsiteX6278" fmla="*/ 2041970 w 3505200"/>
              <a:gd name="connsiteY6278" fmla="*/ 2438591 h 3505200"/>
              <a:gd name="connsiteX6279" fmla="*/ 2057591 w 3505200"/>
              <a:gd name="connsiteY6279" fmla="*/ 2454212 h 3505200"/>
              <a:gd name="connsiteX6280" fmla="*/ 2133791 w 3505200"/>
              <a:gd name="connsiteY6280" fmla="*/ 2453831 h 3505200"/>
              <a:gd name="connsiteX6281" fmla="*/ 2149031 w 3505200"/>
              <a:gd name="connsiteY6281" fmla="*/ 2438591 h 3505200"/>
              <a:gd name="connsiteX6282" fmla="*/ 2133791 w 3505200"/>
              <a:gd name="connsiteY6282" fmla="*/ 2423351 h 3505200"/>
              <a:gd name="connsiteX6283" fmla="*/ 2118551 w 3505200"/>
              <a:gd name="connsiteY6283" fmla="*/ 2438591 h 3505200"/>
              <a:gd name="connsiteX6284" fmla="*/ 2133791 w 3505200"/>
              <a:gd name="connsiteY6284" fmla="*/ 2453831 h 3505200"/>
              <a:gd name="connsiteX6285" fmla="*/ 2209991 w 3505200"/>
              <a:gd name="connsiteY6285" fmla="*/ 2453164 h 3505200"/>
              <a:gd name="connsiteX6286" fmla="*/ 2224564 w 3505200"/>
              <a:gd name="connsiteY6286" fmla="*/ 2438591 h 3505200"/>
              <a:gd name="connsiteX6287" fmla="*/ 2209991 w 3505200"/>
              <a:gd name="connsiteY6287" fmla="*/ 2424017 h 3505200"/>
              <a:gd name="connsiteX6288" fmla="*/ 2195417 w 3505200"/>
              <a:gd name="connsiteY6288" fmla="*/ 2438591 h 3505200"/>
              <a:gd name="connsiteX6289" fmla="*/ 2209991 w 3505200"/>
              <a:gd name="connsiteY6289" fmla="*/ 2453164 h 3505200"/>
              <a:gd name="connsiteX6290" fmla="*/ 2286191 w 3505200"/>
              <a:gd name="connsiteY6290" fmla="*/ 2452592 h 3505200"/>
              <a:gd name="connsiteX6291" fmla="*/ 2300097 w 3505200"/>
              <a:gd name="connsiteY6291" fmla="*/ 2438686 h 3505200"/>
              <a:gd name="connsiteX6292" fmla="*/ 2286191 w 3505200"/>
              <a:gd name="connsiteY6292" fmla="*/ 2424779 h 3505200"/>
              <a:gd name="connsiteX6293" fmla="*/ 2272284 w 3505200"/>
              <a:gd name="connsiteY6293" fmla="*/ 2438686 h 3505200"/>
              <a:gd name="connsiteX6294" fmla="*/ 2286191 w 3505200"/>
              <a:gd name="connsiteY6294" fmla="*/ 2452592 h 3505200"/>
              <a:gd name="connsiteX6295" fmla="*/ 2362391 w 3505200"/>
              <a:gd name="connsiteY6295" fmla="*/ 2451735 h 3505200"/>
              <a:gd name="connsiteX6296" fmla="*/ 2375535 w 3505200"/>
              <a:gd name="connsiteY6296" fmla="*/ 2438591 h 3505200"/>
              <a:gd name="connsiteX6297" fmla="*/ 2362391 w 3505200"/>
              <a:gd name="connsiteY6297" fmla="*/ 2425446 h 3505200"/>
              <a:gd name="connsiteX6298" fmla="*/ 2349246 w 3505200"/>
              <a:gd name="connsiteY6298" fmla="*/ 2438591 h 3505200"/>
              <a:gd name="connsiteX6299" fmla="*/ 2362391 w 3505200"/>
              <a:gd name="connsiteY6299" fmla="*/ 2451735 h 3505200"/>
              <a:gd name="connsiteX6300" fmla="*/ 2438591 w 3505200"/>
              <a:gd name="connsiteY6300" fmla="*/ 2450878 h 3505200"/>
              <a:gd name="connsiteX6301" fmla="*/ 2450878 w 3505200"/>
              <a:gd name="connsiteY6301" fmla="*/ 2438591 h 3505200"/>
              <a:gd name="connsiteX6302" fmla="*/ 2438591 w 3505200"/>
              <a:gd name="connsiteY6302" fmla="*/ 2426303 h 3505200"/>
              <a:gd name="connsiteX6303" fmla="*/ 2426303 w 3505200"/>
              <a:gd name="connsiteY6303" fmla="*/ 2438591 h 3505200"/>
              <a:gd name="connsiteX6304" fmla="*/ 2438591 w 3505200"/>
              <a:gd name="connsiteY6304" fmla="*/ 2450878 h 3505200"/>
              <a:gd name="connsiteX6305" fmla="*/ 2514791 w 3505200"/>
              <a:gd name="connsiteY6305" fmla="*/ 2450021 h 3505200"/>
              <a:gd name="connsiteX6306" fmla="*/ 2526221 w 3505200"/>
              <a:gd name="connsiteY6306" fmla="*/ 2438591 h 3505200"/>
              <a:gd name="connsiteX6307" fmla="*/ 2514791 w 3505200"/>
              <a:gd name="connsiteY6307" fmla="*/ 2427161 h 3505200"/>
              <a:gd name="connsiteX6308" fmla="*/ 2503361 w 3505200"/>
              <a:gd name="connsiteY6308" fmla="*/ 2438591 h 3505200"/>
              <a:gd name="connsiteX6309" fmla="*/ 2514791 w 3505200"/>
              <a:gd name="connsiteY6309" fmla="*/ 2450021 h 3505200"/>
              <a:gd name="connsiteX6310" fmla="*/ 2590991 w 3505200"/>
              <a:gd name="connsiteY6310" fmla="*/ 2449163 h 3505200"/>
              <a:gd name="connsiteX6311" fmla="*/ 2601563 w 3505200"/>
              <a:gd name="connsiteY6311" fmla="*/ 2438591 h 3505200"/>
              <a:gd name="connsiteX6312" fmla="*/ 2590991 w 3505200"/>
              <a:gd name="connsiteY6312" fmla="*/ 2428018 h 3505200"/>
              <a:gd name="connsiteX6313" fmla="*/ 2580418 w 3505200"/>
              <a:gd name="connsiteY6313" fmla="*/ 2438591 h 3505200"/>
              <a:gd name="connsiteX6314" fmla="*/ 2590991 w 3505200"/>
              <a:gd name="connsiteY6314" fmla="*/ 2449163 h 3505200"/>
              <a:gd name="connsiteX6315" fmla="*/ 2667191 w 3505200"/>
              <a:gd name="connsiteY6315" fmla="*/ 2448306 h 3505200"/>
              <a:gd name="connsiteX6316" fmla="*/ 2676906 w 3505200"/>
              <a:gd name="connsiteY6316" fmla="*/ 2438591 h 3505200"/>
              <a:gd name="connsiteX6317" fmla="*/ 2667191 w 3505200"/>
              <a:gd name="connsiteY6317" fmla="*/ 2428875 h 3505200"/>
              <a:gd name="connsiteX6318" fmla="*/ 2657475 w 3505200"/>
              <a:gd name="connsiteY6318" fmla="*/ 2438591 h 3505200"/>
              <a:gd name="connsiteX6319" fmla="*/ 2667191 w 3505200"/>
              <a:gd name="connsiteY6319" fmla="*/ 2448306 h 3505200"/>
              <a:gd name="connsiteX6320" fmla="*/ 2743391 w 3505200"/>
              <a:gd name="connsiteY6320" fmla="*/ 2447258 h 3505200"/>
              <a:gd name="connsiteX6321" fmla="*/ 2752058 w 3505200"/>
              <a:gd name="connsiteY6321" fmla="*/ 2438591 h 3505200"/>
              <a:gd name="connsiteX6322" fmla="*/ 2743391 w 3505200"/>
              <a:gd name="connsiteY6322" fmla="*/ 2429923 h 3505200"/>
              <a:gd name="connsiteX6323" fmla="*/ 2734723 w 3505200"/>
              <a:gd name="connsiteY6323" fmla="*/ 2438591 h 3505200"/>
              <a:gd name="connsiteX6324" fmla="*/ 2743391 w 3505200"/>
              <a:gd name="connsiteY6324" fmla="*/ 2447258 h 3505200"/>
              <a:gd name="connsiteX6325" fmla="*/ 2819591 w 3505200"/>
              <a:gd name="connsiteY6325" fmla="*/ 2446211 h 3505200"/>
              <a:gd name="connsiteX6326" fmla="*/ 2827211 w 3505200"/>
              <a:gd name="connsiteY6326" fmla="*/ 2438591 h 3505200"/>
              <a:gd name="connsiteX6327" fmla="*/ 2819591 w 3505200"/>
              <a:gd name="connsiteY6327" fmla="*/ 2430971 h 3505200"/>
              <a:gd name="connsiteX6328" fmla="*/ 2811971 w 3505200"/>
              <a:gd name="connsiteY6328" fmla="*/ 2438591 h 3505200"/>
              <a:gd name="connsiteX6329" fmla="*/ 2819591 w 3505200"/>
              <a:gd name="connsiteY6329" fmla="*/ 2446211 h 3505200"/>
              <a:gd name="connsiteX6330" fmla="*/ 2895791 w 3505200"/>
              <a:gd name="connsiteY6330" fmla="*/ 2445353 h 3505200"/>
              <a:gd name="connsiteX6331" fmla="*/ 2902553 w 3505200"/>
              <a:gd name="connsiteY6331" fmla="*/ 2438591 h 3505200"/>
              <a:gd name="connsiteX6332" fmla="*/ 2895791 w 3505200"/>
              <a:gd name="connsiteY6332" fmla="*/ 2431828 h 3505200"/>
              <a:gd name="connsiteX6333" fmla="*/ 2889028 w 3505200"/>
              <a:gd name="connsiteY6333" fmla="*/ 2438591 h 3505200"/>
              <a:gd name="connsiteX6334" fmla="*/ 2895791 w 3505200"/>
              <a:gd name="connsiteY6334" fmla="*/ 2445353 h 3505200"/>
              <a:gd name="connsiteX6335" fmla="*/ 2971991 w 3505200"/>
              <a:gd name="connsiteY6335" fmla="*/ 2444306 h 3505200"/>
              <a:gd name="connsiteX6336" fmla="*/ 2977706 w 3505200"/>
              <a:gd name="connsiteY6336" fmla="*/ 2438591 h 3505200"/>
              <a:gd name="connsiteX6337" fmla="*/ 2971991 w 3505200"/>
              <a:gd name="connsiteY6337" fmla="*/ 2432876 h 3505200"/>
              <a:gd name="connsiteX6338" fmla="*/ 2966276 w 3505200"/>
              <a:gd name="connsiteY6338" fmla="*/ 2438591 h 3505200"/>
              <a:gd name="connsiteX6339" fmla="*/ 2971991 w 3505200"/>
              <a:gd name="connsiteY6339" fmla="*/ 2444306 h 3505200"/>
              <a:gd name="connsiteX6340" fmla="*/ 3048191 w 3505200"/>
              <a:gd name="connsiteY6340" fmla="*/ 2443258 h 3505200"/>
              <a:gd name="connsiteX6341" fmla="*/ 3052858 w 3505200"/>
              <a:gd name="connsiteY6341" fmla="*/ 2438591 h 3505200"/>
              <a:gd name="connsiteX6342" fmla="*/ 3048191 w 3505200"/>
              <a:gd name="connsiteY6342" fmla="*/ 2433923 h 3505200"/>
              <a:gd name="connsiteX6343" fmla="*/ 3043523 w 3505200"/>
              <a:gd name="connsiteY6343" fmla="*/ 2438591 h 3505200"/>
              <a:gd name="connsiteX6344" fmla="*/ 3048191 w 3505200"/>
              <a:gd name="connsiteY6344" fmla="*/ 2443258 h 3505200"/>
              <a:gd name="connsiteX6345" fmla="*/ 3124391 w 3505200"/>
              <a:gd name="connsiteY6345" fmla="*/ 2442210 h 3505200"/>
              <a:gd name="connsiteX6346" fmla="*/ 3128010 w 3505200"/>
              <a:gd name="connsiteY6346" fmla="*/ 2438591 h 3505200"/>
              <a:gd name="connsiteX6347" fmla="*/ 3124391 w 3505200"/>
              <a:gd name="connsiteY6347" fmla="*/ 2434971 h 3505200"/>
              <a:gd name="connsiteX6348" fmla="*/ 3120771 w 3505200"/>
              <a:gd name="connsiteY6348" fmla="*/ 2438591 h 3505200"/>
              <a:gd name="connsiteX6349" fmla="*/ 3124391 w 3505200"/>
              <a:gd name="connsiteY6349" fmla="*/ 2442210 h 3505200"/>
              <a:gd name="connsiteX6350" fmla="*/ 3200591 w 3505200"/>
              <a:gd name="connsiteY6350" fmla="*/ 2441162 h 3505200"/>
              <a:gd name="connsiteX6351" fmla="*/ 3203162 w 3505200"/>
              <a:gd name="connsiteY6351" fmla="*/ 2438591 h 3505200"/>
              <a:gd name="connsiteX6352" fmla="*/ 3200591 w 3505200"/>
              <a:gd name="connsiteY6352" fmla="*/ 2436019 h 3505200"/>
              <a:gd name="connsiteX6353" fmla="*/ 3198019 w 3505200"/>
              <a:gd name="connsiteY6353" fmla="*/ 2438591 h 3505200"/>
              <a:gd name="connsiteX6354" fmla="*/ 3200591 w 3505200"/>
              <a:gd name="connsiteY6354" fmla="*/ 2441162 h 3505200"/>
              <a:gd name="connsiteX6355" fmla="*/ 3276791 w 3505200"/>
              <a:gd name="connsiteY6355" fmla="*/ 2440115 h 3505200"/>
              <a:gd name="connsiteX6356" fmla="*/ 3278315 w 3505200"/>
              <a:gd name="connsiteY6356" fmla="*/ 2438591 h 3505200"/>
              <a:gd name="connsiteX6357" fmla="*/ 3276791 w 3505200"/>
              <a:gd name="connsiteY6357" fmla="*/ 2437067 h 3505200"/>
              <a:gd name="connsiteX6358" fmla="*/ 3275266 w 3505200"/>
              <a:gd name="connsiteY6358" fmla="*/ 2438591 h 3505200"/>
              <a:gd name="connsiteX6359" fmla="*/ 3276791 w 3505200"/>
              <a:gd name="connsiteY6359" fmla="*/ 2440115 h 3505200"/>
              <a:gd name="connsiteX6360" fmla="*/ 3352991 w 3505200"/>
              <a:gd name="connsiteY6360" fmla="*/ 2439067 h 3505200"/>
              <a:gd name="connsiteX6361" fmla="*/ 3353372 w 3505200"/>
              <a:gd name="connsiteY6361" fmla="*/ 2438686 h 3505200"/>
              <a:gd name="connsiteX6362" fmla="*/ 3352991 w 3505200"/>
              <a:gd name="connsiteY6362" fmla="*/ 2438305 h 3505200"/>
              <a:gd name="connsiteX6363" fmla="*/ 3352610 w 3505200"/>
              <a:gd name="connsiteY6363" fmla="*/ 2438686 h 3505200"/>
              <a:gd name="connsiteX6364" fmla="*/ 3352991 w 3505200"/>
              <a:gd name="connsiteY6364" fmla="*/ 2439067 h 3505200"/>
              <a:gd name="connsiteX6365" fmla="*/ 228791 w 3505200"/>
              <a:gd name="connsiteY6365" fmla="*/ 2515648 h 3505200"/>
              <a:gd name="connsiteX6366" fmla="*/ 229648 w 3505200"/>
              <a:gd name="connsiteY6366" fmla="*/ 2514791 h 3505200"/>
              <a:gd name="connsiteX6367" fmla="*/ 228791 w 3505200"/>
              <a:gd name="connsiteY6367" fmla="*/ 2513933 h 3505200"/>
              <a:gd name="connsiteX6368" fmla="*/ 227933 w 3505200"/>
              <a:gd name="connsiteY6368" fmla="*/ 2514791 h 3505200"/>
              <a:gd name="connsiteX6369" fmla="*/ 228791 w 3505200"/>
              <a:gd name="connsiteY6369" fmla="*/ 2515648 h 3505200"/>
              <a:gd name="connsiteX6370" fmla="*/ 304991 w 3505200"/>
              <a:gd name="connsiteY6370" fmla="*/ 2516696 h 3505200"/>
              <a:gd name="connsiteX6371" fmla="*/ 306896 w 3505200"/>
              <a:gd name="connsiteY6371" fmla="*/ 2514791 h 3505200"/>
              <a:gd name="connsiteX6372" fmla="*/ 304991 w 3505200"/>
              <a:gd name="connsiteY6372" fmla="*/ 2512886 h 3505200"/>
              <a:gd name="connsiteX6373" fmla="*/ 303086 w 3505200"/>
              <a:gd name="connsiteY6373" fmla="*/ 2514791 h 3505200"/>
              <a:gd name="connsiteX6374" fmla="*/ 304991 w 3505200"/>
              <a:gd name="connsiteY6374" fmla="*/ 2516696 h 3505200"/>
              <a:gd name="connsiteX6375" fmla="*/ 381191 w 3505200"/>
              <a:gd name="connsiteY6375" fmla="*/ 2517743 h 3505200"/>
              <a:gd name="connsiteX6376" fmla="*/ 384143 w 3505200"/>
              <a:gd name="connsiteY6376" fmla="*/ 2514791 h 3505200"/>
              <a:gd name="connsiteX6377" fmla="*/ 381191 w 3505200"/>
              <a:gd name="connsiteY6377" fmla="*/ 2511838 h 3505200"/>
              <a:gd name="connsiteX6378" fmla="*/ 378238 w 3505200"/>
              <a:gd name="connsiteY6378" fmla="*/ 2514791 h 3505200"/>
              <a:gd name="connsiteX6379" fmla="*/ 381191 w 3505200"/>
              <a:gd name="connsiteY6379" fmla="*/ 2517743 h 3505200"/>
              <a:gd name="connsiteX6380" fmla="*/ 457391 w 3505200"/>
              <a:gd name="connsiteY6380" fmla="*/ 2518791 h 3505200"/>
              <a:gd name="connsiteX6381" fmla="*/ 461391 w 3505200"/>
              <a:gd name="connsiteY6381" fmla="*/ 2514791 h 3505200"/>
              <a:gd name="connsiteX6382" fmla="*/ 457391 w 3505200"/>
              <a:gd name="connsiteY6382" fmla="*/ 2510790 h 3505200"/>
              <a:gd name="connsiteX6383" fmla="*/ 453390 w 3505200"/>
              <a:gd name="connsiteY6383" fmla="*/ 2514791 h 3505200"/>
              <a:gd name="connsiteX6384" fmla="*/ 457391 w 3505200"/>
              <a:gd name="connsiteY6384" fmla="*/ 2518791 h 3505200"/>
              <a:gd name="connsiteX6385" fmla="*/ 533591 w 3505200"/>
              <a:gd name="connsiteY6385" fmla="*/ 2519839 h 3505200"/>
              <a:gd name="connsiteX6386" fmla="*/ 538639 w 3505200"/>
              <a:gd name="connsiteY6386" fmla="*/ 2514791 h 3505200"/>
              <a:gd name="connsiteX6387" fmla="*/ 533591 w 3505200"/>
              <a:gd name="connsiteY6387" fmla="*/ 2509742 h 3505200"/>
              <a:gd name="connsiteX6388" fmla="*/ 528542 w 3505200"/>
              <a:gd name="connsiteY6388" fmla="*/ 2514791 h 3505200"/>
              <a:gd name="connsiteX6389" fmla="*/ 533591 w 3505200"/>
              <a:gd name="connsiteY6389" fmla="*/ 2519839 h 3505200"/>
              <a:gd name="connsiteX6390" fmla="*/ 609790 w 3505200"/>
              <a:gd name="connsiteY6390" fmla="*/ 2520696 h 3505200"/>
              <a:gd name="connsiteX6391" fmla="*/ 615696 w 3505200"/>
              <a:gd name="connsiteY6391" fmla="*/ 2514791 h 3505200"/>
              <a:gd name="connsiteX6392" fmla="*/ 609790 w 3505200"/>
              <a:gd name="connsiteY6392" fmla="*/ 2508885 h 3505200"/>
              <a:gd name="connsiteX6393" fmla="*/ 603885 w 3505200"/>
              <a:gd name="connsiteY6393" fmla="*/ 2514791 h 3505200"/>
              <a:gd name="connsiteX6394" fmla="*/ 609790 w 3505200"/>
              <a:gd name="connsiteY6394" fmla="*/ 2520696 h 3505200"/>
              <a:gd name="connsiteX6395" fmla="*/ 685990 w 3505200"/>
              <a:gd name="connsiteY6395" fmla="*/ 2521744 h 3505200"/>
              <a:gd name="connsiteX6396" fmla="*/ 692944 w 3505200"/>
              <a:gd name="connsiteY6396" fmla="*/ 2514791 h 3505200"/>
              <a:gd name="connsiteX6397" fmla="*/ 685990 w 3505200"/>
              <a:gd name="connsiteY6397" fmla="*/ 2507837 h 3505200"/>
              <a:gd name="connsiteX6398" fmla="*/ 679037 w 3505200"/>
              <a:gd name="connsiteY6398" fmla="*/ 2514791 h 3505200"/>
              <a:gd name="connsiteX6399" fmla="*/ 685990 w 3505200"/>
              <a:gd name="connsiteY6399" fmla="*/ 2521744 h 3505200"/>
              <a:gd name="connsiteX6400" fmla="*/ 762190 w 3505200"/>
              <a:gd name="connsiteY6400" fmla="*/ 2522601 h 3505200"/>
              <a:gd name="connsiteX6401" fmla="*/ 770001 w 3505200"/>
              <a:gd name="connsiteY6401" fmla="*/ 2514791 h 3505200"/>
              <a:gd name="connsiteX6402" fmla="*/ 762190 w 3505200"/>
              <a:gd name="connsiteY6402" fmla="*/ 2506980 h 3505200"/>
              <a:gd name="connsiteX6403" fmla="*/ 754380 w 3505200"/>
              <a:gd name="connsiteY6403" fmla="*/ 2514791 h 3505200"/>
              <a:gd name="connsiteX6404" fmla="*/ 762190 w 3505200"/>
              <a:gd name="connsiteY6404" fmla="*/ 2522601 h 3505200"/>
              <a:gd name="connsiteX6405" fmla="*/ 838390 w 3505200"/>
              <a:gd name="connsiteY6405" fmla="*/ 2523649 h 3505200"/>
              <a:gd name="connsiteX6406" fmla="*/ 847249 w 3505200"/>
              <a:gd name="connsiteY6406" fmla="*/ 2514791 h 3505200"/>
              <a:gd name="connsiteX6407" fmla="*/ 838390 w 3505200"/>
              <a:gd name="connsiteY6407" fmla="*/ 2505932 h 3505200"/>
              <a:gd name="connsiteX6408" fmla="*/ 829532 w 3505200"/>
              <a:gd name="connsiteY6408" fmla="*/ 2514791 h 3505200"/>
              <a:gd name="connsiteX6409" fmla="*/ 838390 w 3505200"/>
              <a:gd name="connsiteY6409" fmla="*/ 2523649 h 3505200"/>
              <a:gd name="connsiteX6410" fmla="*/ 914590 w 3505200"/>
              <a:gd name="connsiteY6410" fmla="*/ 2524506 h 3505200"/>
              <a:gd name="connsiteX6411" fmla="*/ 924306 w 3505200"/>
              <a:gd name="connsiteY6411" fmla="*/ 2514791 h 3505200"/>
              <a:gd name="connsiteX6412" fmla="*/ 914590 w 3505200"/>
              <a:gd name="connsiteY6412" fmla="*/ 2505075 h 3505200"/>
              <a:gd name="connsiteX6413" fmla="*/ 904875 w 3505200"/>
              <a:gd name="connsiteY6413" fmla="*/ 2514791 h 3505200"/>
              <a:gd name="connsiteX6414" fmla="*/ 914590 w 3505200"/>
              <a:gd name="connsiteY6414" fmla="*/ 2524506 h 3505200"/>
              <a:gd name="connsiteX6415" fmla="*/ 990790 w 3505200"/>
              <a:gd name="connsiteY6415" fmla="*/ 2525363 h 3505200"/>
              <a:gd name="connsiteX6416" fmla="*/ 1001363 w 3505200"/>
              <a:gd name="connsiteY6416" fmla="*/ 2514791 h 3505200"/>
              <a:gd name="connsiteX6417" fmla="*/ 990790 w 3505200"/>
              <a:gd name="connsiteY6417" fmla="*/ 2504218 h 3505200"/>
              <a:gd name="connsiteX6418" fmla="*/ 980218 w 3505200"/>
              <a:gd name="connsiteY6418" fmla="*/ 2514791 h 3505200"/>
              <a:gd name="connsiteX6419" fmla="*/ 990790 w 3505200"/>
              <a:gd name="connsiteY6419" fmla="*/ 2525363 h 3505200"/>
              <a:gd name="connsiteX6420" fmla="*/ 1066991 w 3505200"/>
              <a:gd name="connsiteY6420" fmla="*/ 2526221 h 3505200"/>
              <a:gd name="connsiteX6421" fmla="*/ 1078421 w 3505200"/>
              <a:gd name="connsiteY6421" fmla="*/ 2514791 h 3505200"/>
              <a:gd name="connsiteX6422" fmla="*/ 1066991 w 3505200"/>
              <a:gd name="connsiteY6422" fmla="*/ 2503361 h 3505200"/>
              <a:gd name="connsiteX6423" fmla="*/ 1055561 w 3505200"/>
              <a:gd name="connsiteY6423" fmla="*/ 2514791 h 3505200"/>
              <a:gd name="connsiteX6424" fmla="*/ 1066991 w 3505200"/>
              <a:gd name="connsiteY6424" fmla="*/ 2526221 h 3505200"/>
              <a:gd name="connsiteX6425" fmla="*/ 1143191 w 3505200"/>
              <a:gd name="connsiteY6425" fmla="*/ 2527078 h 3505200"/>
              <a:gd name="connsiteX6426" fmla="*/ 1155478 w 3505200"/>
              <a:gd name="connsiteY6426" fmla="*/ 2514791 h 3505200"/>
              <a:gd name="connsiteX6427" fmla="*/ 1143191 w 3505200"/>
              <a:gd name="connsiteY6427" fmla="*/ 2502503 h 3505200"/>
              <a:gd name="connsiteX6428" fmla="*/ 1130903 w 3505200"/>
              <a:gd name="connsiteY6428" fmla="*/ 2514791 h 3505200"/>
              <a:gd name="connsiteX6429" fmla="*/ 1143191 w 3505200"/>
              <a:gd name="connsiteY6429" fmla="*/ 2527078 h 3505200"/>
              <a:gd name="connsiteX6430" fmla="*/ 1219391 w 3505200"/>
              <a:gd name="connsiteY6430" fmla="*/ 2527745 h 3505200"/>
              <a:gd name="connsiteX6431" fmla="*/ 1232249 w 3505200"/>
              <a:gd name="connsiteY6431" fmla="*/ 2514886 h 3505200"/>
              <a:gd name="connsiteX6432" fmla="*/ 1219391 w 3505200"/>
              <a:gd name="connsiteY6432" fmla="*/ 2502027 h 3505200"/>
              <a:gd name="connsiteX6433" fmla="*/ 1206532 w 3505200"/>
              <a:gd name="connsiteY6433" fmla="*/ 2514886 h 3505200"/>
              <a:gd name="connsiteX6434" fmla="*/ 1219391 w 3505200"/>
              <a:gd name="connsiteY6434" fmla="*/ 2527745 h 3505200"/>
              <a:gd name="connsiteX6435" fmla="*/ 1295591 w 3505200"/>
              <a:gd name="connsiteY6435" fmla="*/ 2528316 h 3505200"/>
              <a:gd name="connsiteX6436" fmla="*/ 1309116 w 3505200"/>
              <a:gd name="connsiteY6436" fmla="*/ 2514791 h 3505200"/>
              <a:gd name="connsiteX6437" fmla="*/ 1295591 w 3505200"/>
              <a:gd name="connsiteY6437" fmla="*/ 2501265 h 3505200"/>
              <a:gd name="connsiteX6438" fmla="*/ 1282065 w 3505200"/>
              <a:gd name="connsiteY6438" fmla="*/ 2514791 h 3505200"/>
              <a:gd name="connsiteX6439" fmla="*/ 1295591 w 3505200"/>
              <a:gd name="connsiteY6439" fmla="*/ 2528316 h 3505200"/>
              <a:gd name="connsiteX6440" fmla="*/ 1371791 w 3505200"/>
              <a:gd name="connsiteY6440" fmla="*/ 2528983 h 3505200"/>
              <a:gd name="connsiteX6441" fmla="*/ 1385983 w 3505200"/>
              <a:gd name="connsiteY6441" fmla="*/ 2514791 h 3505200"/>
              <a:gd name="connsiteX6442" fmla="*/ 1371791 w 3505200"/>
              <a:gd name="connsiteY6442" fmla="*/ 2500598 h 3505200"/>
              <a:gd name="connsiteX6443" fmla="*/ 1357598 w 3505200"/>
              <a:gd name="connsiteY6443" fmla="*/ 2514791 h 3505200"/>
              <a:gd name="connsiteX6444" fmla="*/ 1371791 w 3505200"/>
              <a:gd name="connsiteY6444" fmla="*/ 2528983 h 3505200"/>
              <a:gd name="connsiteX6445" fmla="*/ 1447991 w 3505200"/>
              <a:gd name="connsiteY6445" fmla="*/ 2529364 h 3505200"/>
              <a:gd name="connsiteX6446" fmla="*/ 1462564 w 3505200"/>
              <a:gd name="connsiteY6446" fmla="*/ 2514791 h 3505200"/>
              <a:gd name="connsiteX6447" fmla="*/ 1447991 w 3505200"/>
              <a:gd name="connsiteY6447" fmla="*/ 2500217 h 3505200"/>
              <a:gd name="connsiteX6448" fmla="*/ 1433417 w 3505200"/>
              <a:gd name="connsiteY6448" fmla="*/ 2514791 h 3505200"/>
              <a:gd name="connsiteX6449" fmla="*/ 1447991 w 3505200"/>
              <a:gd name="connsiteY6449" fmla="*/ 2529364 h 3505200"/>
              <a:gd name="connsiteX6450" fmla="*/ 1524191 w 3505200"/>
              <a:gd name="connsiteY6450" fmla="*/ 2529840 h 3505200"/>
              <a:gd name="connsiteX6451" fmla="*/ 1539145 w 3505200"/>
              <a:gd name="connsiteY6451" fmla="*/ 2514791 h 3505200"/>
              <a:gd name="connsiteX6452" fmla="*/ 1524191 w 3505200"/>
              <a:gd name="connsiteY6452" fmla="*/ 2499741 h 3505200"/>
              <a:gd name="connsiteX6453" fmla="*/ 1509141 w 3505200"/>
              <a:gd name="connsiteY6453" fmla="*/ 2514791 h 3505200"/>
              <a:gd name="connsiteX6454" fmla="*/ 1524191 w 3505200"/>
              <a:gd name="connsiteY6454" fmla="*/ 2529840 h 3505200"/>
              <a:gd name="connsiteX6455" fmla="*/ 1600391 w 3505200"/>
              <a:gd name="connsiteY6455" fmla="*/ 2530031 h 3505200"/>
              <a:gd name="connsiteX6456" fmla="*/ 1615631 w 3505200"/>
              <a:gd name="connsiteY6456" fmla="*/ 2514791 h 3505200"/>
              <a:gd name="connsiteX6457" fmla="*/ 1600391 w 3505200"/>
              <a:gd name="connsiteY6457" fmla="*/ 2499551 h 3505200"/>
              <a:gd name="connsiteX6458" fmla="*/ 1585151 w 3505200"/>
              <a:gd name="connsiteY6458" fmla="*/ 2514791 h 3505200"/>
              <a:gd name="connsiteX6459" fmla="*/ 1600391 w 3505200"/>
              <a:gd name="connsiteY6459" fmla="*/ 2530031 h 3505200"/>
              <a:gd name="connsiteX6460" fmla="*/ 1676591 w 3505200"/>
              <a:gd name="connsiteY6460" fmla="*/ 2530221 h 3505200"/>
              <a:gd name="connsiteX6461" fmla="*/ 1692021 w 3505200"/>
              <a:gd name="connsiteY6461" fmla="*/ 2514791 h 3505200"/>
              <a:gd name="connsiteX6462" fmla="*/ 1676591 w 3505200"/>
              <a:gd name="connsiteY6462" fmla="*/ 2499360 h 3505200"/>
              <a:gd name="connsiteX6463" fmla="*/ 1661160 w 3505200"/>
              <a:gd name="connsiteY6463" fmla="*/ 2514791 h 3505200"/>
              <a:gd name="connsiteX6464" fmla="*/ 1676591 w 3505200"/>
              <a:gd name="connsiteY6464" fmla="*/ 2530221 h 3505200"/>
              <a:gd name="connsiteX6465" fmla="*/ 1752791 w 3505200"/>
              <a:gd name="connsiteY6465" fmla="*/ 2530221 h 3505200"/>
              <a:gd name="connsiteX6466" fmla="*/ 1768221 w 3505200"/>
              <a:gd name="connsiteY6466" fmla="*/ 2514791 h 3505200"/>
              <a:gd name="connsiteX6467" fmla="*/ 1752791 w 3505200"/>
              <a:gd name="connsiteY6467" fmla="*/ 2499360 h 3505200"/>
              <a:gd name="connsiteX6468" fmla="*/ 1737360 w 3505200"/>
              <a:gd name="connsiteY6468" fmla="*/ 2514791 h 3505200"/>
              <a:gd name="connsiteX6469" fmla="*/ 1752791 w 3505200"/>
              <a:gd name="connsiteY6469" fmla="*/ 2530221 h 3505200"/>
              <a:gd name="connsiteX6470" fmla="*/ 1828991 w 3505200"/>
              <a:gd name="connsiteY6470" fmla="*/ 2530221 h 3505200"/>
              <a:gd name="connsiteX6471" fmla="*/ 1844421 w 3505200"/>
              <a:gd name="connsiteY6471" fmla="*/ 2514791 h 3505200"/>
              <a:gd name="connsiteX6472" fmla="*/ 1828991 w 3505200"/>
              <a:gd name="connsiteY6472" fmla="*/ 2499360 h 3505200"/>
              <a:gd name="connsiteX6473" fmla="*/ 1813560 w 3505200"/>
              <a:gd name="connsiteY6473" fmla="*/ 2514791 h 3505200"/>
              <a:gd name="connsiteX6474" fmla="*/ 1828991 w 3505200"/>
              <a:gd name="connsiteY6474" fmla="*/ 2530221 h 3505200"/>
              <a:gd name="connsiteX6475" fmla="*/ 1905191 w 3505200"/>
              <a:gd name="connsiteY6475" fmla="*/ 2530031 h 3505200"/>
              <a:gd name="connsiteX6476" fmla="*/ 1920431 w 3505200"/>
              <a:gd name="connsiteY6476" fmla="*/ 2514791 h 3505200"/>
              <a:gd name="connsiteX6477" fmla="*/ 1905191 w 3505200"/>
              <a:gd name="connsiteY6477" fmla="*/ 2499551 h 3505200"/>
              <a:gd name="connsiteX6478" fmla="*/ 1889951 w 3505200"/>
              <a:gd name="connsiteY6478" fmla="*/ 2514791 h 3505200"/>
              <a:gd name="connsiteX6479" fmla="*/ 1905191 w 3505200"/>
              <a:gd name="connsiteY6479" fmla="*/ 2530031 h 3505200"/>
              <a:gd name="connsiteX6480" fmla="*/ 1981391 w 3505200"/>
              <a:gd name="connsiteY6480" fmla="*/ 2529840 h 3505200"/>
              <a:gd name="connsiteX6481" fmla="*/ 1996345 w 3505200"/>
              <a:gd name="connsiteY6481" fmla="*/ 2514791 h 3505200"/>
              <a:gd name="connsiteX6482" fmla="*/ 1981391 w 3505200"/>
              <a:gd name="connsiteY6482" fmla="*/ 2499741 h 3505200"/>
              <a:gd name="connsiteX6483" fmla="*/ 1966341 w 3505200"/>
              <a:gd name="connsiteY6483" fmla="*/ 2514791 h 3505200"/>
              <a:gd name="connsiteX6484" fmla="*/ 1981391 w 3505200"/>
              <a:gd name="connsiteY6484" fmla="*/ 2529840 h 3505200"/>
              <a:gd name="connsiteX6485" fmla="*/ 2057591 w 3505200"/>
              <a:gd name="connsiteY6485" fmla="*/ 2529364 h 3505200"/>
              <a:gd name="connsiteX6486" fmla="*/ 2072164 w 3505200"/>
              <a:gd name="connsiteY6486" fmla="*/ 2514791 h 3505200"/>
              <a:gd name="connsiteX6487" fmla="*/ 2057591 w 3505200"/>
              <a:gd name="connsiteY6487" fmla="*/ 2500217 h 3505200"/>
              <a:gd name="connsiteX6488" fmla="*/ 2043017 w 3505200"/>
              <a:gd name="connsiteY6488" fmla="*/ 2514791 h 3505200"/>
              <a:gd name="connsiteX6489" fmla="*/ 2057591 w 3505200"/>
              <a:gd name="connsiteY6489" fmla="*/ 2529364 h 3505200"/>
              <a:gd name="connsiteX6490" fmla="*/ 2133791 w 3505200"/>
              <a:gd name="connsiteY6490" fmla="*/ 2528983 h 3505200"/>
              <a:gd name="connsiteX6491" fmla="*/ 2147983 w 3505200"/>
              <a:gd name="connsiteY6491" fmla="*/ 2514791 h 3505200"/>
              <a:gd name="connsiteX6492" fmla="*/ 2133791 w 3505200"/>
              <a:gd name="connsiteY6492" fmla="*/ 2500598 h 3505200"/>
              <a:gd name="connsiteX6493" fmla="*/ 2119598 w 3505200"/>
              <a:gd name="connsiteY6493" fmla="*/ 2514791 h 3505200"/>
              <a:gd name="connsiteX6494" fmla="*/ 2133791 w 3505200"/>
              <a:gd name="connsiteY6494" fmla="*/ 2528983 h 3505200"/>
              <a:gd name="connsiteX6495" fmla="*/ 2209991 w 3505200"/>
              <a:gd name="connsiteY6495" fmla="*/ 2528316 h 3505200"/>
              <a:gd name="connsiteX6496" fmla="*/ 2223516 w 3505200"/>
              <a:gd name="connsiteY6496" fmla="*/ 2514791 h 3505200"/>
              <a:gd name="connsiteX6497" fmla="*/ 2209991 w 3505200"/>
              <a:gd name="connsiteY6497" fmla="*/ 2501265 h 3505200"/>
              <a:gd name="connsiteX6498" fmla="*/ 2196465 w 3505200"/>
              <a:gd name="connsiteY6498" fmla="*/ 2514791 h 3505200"/>
              <a:gd name="connsiteX6499" fmla="*/ 2209991 w 3505200"/>
              <a:gd name="connsiteY6499" fmla="*/ 2528316 h 3505200"/>
              <a:gd name="connsiteX6500" fmla="*/ 2286191 w 3505200"/>
              <a:gd name="connsiteY6500" fmla="*/ 2527745 h 3505200"/>
              <a:gd name="connsiteX6501" fmla="*/ 2299049 w 3505200"/>
              <a:gd name="connsiteY6501" fmla="*/ 2514886 h 3505200"/>
              <a:gd name="connsiteX6502" fmla="*/ 2286191 w 3505200"/>
              <a:gd name="connsiteY6502" fmla="*/ 2502027 h 3505200"/>
              <a:gd name="connsiteX6503" fmla="*/ 2273332 w 3505200"/>
              <a:gd name="connsiteY6503" fmla="*/ 2514886 h 3505200"/>
              <a:gd name="connsiteX6504" fmla="*/ 2286191 w 3505200"/>
              <a:gd name="connsiteY6504" fmla="*/ 2527745 h 3505200"/>
              <a:gd name="connsiteX6505" fmla="*/ 2362391 w 3505200"/>
              <a:gd name="connsiteY6505" fmla="*/ 2527078 h 3505200"/>
              <a:gd name="connsiteX6506" fmla="*/ 2374678 w 3505200"/>
              <a:gd name="connsiteY6506" fmla="*/ 2514791 h 3505200"/>
              <a:gd name="connsiteX6507" fmla="*/ 2362391 w 3505200"/>
              <a:gd name="connsiteY6507" fmla="*/ 2502503 h 3505200"/>
              <a:gd name="connsiteX6508" fmla="*/ 2350103 w 3505200"/>
              <a:gd name="connsiteY6508" fmla="*/ 2514791 h 3505200"/>
              <a:gd name="connsiteX6509" fmla="*/ 2362391 w 3505200"/>
              <a:gd name="connsiteY6509" fmla="*/ 2527078 h 3505200"/>
              <a:gd name="connsiteX6510" fmla="*/ 2438591 w 3505200"/>
              <a:gd name="connsiteY6510" fmla="*/ 2526221 h 3505200"/>
              <a:gd name="connsiteX6511" fmla="*/ 2450021 w 3505200"/>
              <a:gd name="connsiteY6511" fmla="*/ 2514791 h 3505200"/>
              <a:gd name="connsiteX6512" fmla="*/ 2438591 w 3505200"/>
              <a:gd name="connsiteY6512" fmla="*/ 2503361 h 3505200"/>
              <a:gd name="connsiteX6513" fmla="*/ 2427161 w 3505200"/>
              <a:gd name="connsiteY6513" fmla="*/ 2514791 h 3505200"/>
              <a:gd name="connsiteX6514" fmla="*/ 2438591 w 3505200"/>
              <a:gd name="connsiteY6514" fmla="*/ 2526221 h 3505200"/>
              <a:gd name="connsiteX6515" fmla="*/ 2514791 w 3505200"/>
              <a:gd name="connsiteY6515" fmla="*/ 2525363 h 3505200"/>
              <a:gd name="connsiteX6516" fmla="*/ 2525363 w 3505200"/>
              <a:gd name="connsiteY6516" fmla="*/ 2514791 h 3505200"/>
              <a:gd name="connsiteX6517" fmla="*/ 2514791 w 3505200"/>
              <a:gd name="connsiteY6517" fmla="*/ 2504218 h 3505200"/>
              <a:gd name="connsiteX6518" fmla="*/ 2504218 w 3505200"/>
              <a:gd name="connsiteY6518" fmla="*/ 2514791 h 3505200"/>
              <a:gd name="connsiteX6519" fmla="*/ 2514791 w 3505200"/>
              <a:gd name="connsiteY6519" fmla="*/ 2525363 h 3505200"/>
              <a:gd name="connsiteX6520" fmla="*/ 2590991 w 3505200"/>
              <a:gd name="connsiteY6520" fmla="*/ 2524697 h 3505200"/>
              <a:gd name="connsiteX6521" fmla="*/ 2600897 w 3505200"/>
              <a:gd name="connsiteY6521" fmla="*/ 2514791 h 3505200"/>
              <a:gd name="connsiteX6522" fmla="*/ 2590991 w 3505200"/>
              <a:gd name="connsiteY6522" fmla="*/ 2504885 h 3505200"/>
              <a:gd name="connsiteX6523" fmla="*/ 2581085 w 3505200"/>
              <a:gd name="connsiteY6523" fmla="*/ 2514791 h 3505200"/>
              <a:gd name="connsiteX6524" fmla="*/ 2590991 w 3505200"/>
              <a:gd name="connsiteY6524" fmla="*/ 2524697 h 3505200"/>
              <a:gd name="connsiteX6525" fmla="*/ 2667191 w 3505200"/>
              <a:gd name="connsiteY6525" fmla="*/ 2523649 h 3505200"/>
              <a:gd name="connsiteX6526" fmla="*/ 2676049 w 3505200"/>
              <a:gd name="connsiteY6526" fmla="*/ 2514791 h 3505200"/>
              <a:gd name="connsiteX6527" fmla="*/ 2667191 w 3505200"/>
              <a:gd name="connsiteY6527" fmla="*/ 2505932 h 3505200"/>
              <a:gd name="connsiteX6528" fmla="*/ 2658332 w 3505200"/>
              <a:gd name="connsiteY6528" fmla="*/ 2514791 h 3505200"/>
              <a:gd name="connsiteX6529" fmla="*/ 2667191 w 3505200"/>
              <a:gd name="connsiteY6529" fmla="*/ 2523649 h 3505200"/>
              <a:gd name="connsiteX6530" fmla="*/ 2743391 w 3505200"/>
              <a:gd name="connsiteY6530" fmla="*/ 2522887 h 3505200"/>
              <a:gd name="connsiteX6531" fmla="*/ 2751391 w 3505200"/>
              <a:gd name="connsiteY6531" fmla="*/ 2514886 h 3505200"/>
              <a:gd name="connsiteX6532" fmla="*/ 2743391 w 3505200"/>
              <a:gd name="connsiteY6532" fmla="*/ 2506885 h 3505200"/>
              <a:gd name="connsiteX6533" fmla="*/ 2735390 w 3505200"/>
              <a:gd name="connsiteY6533" fmla="*/ 2514886 h 3505200"/>
              <a:gd name="connsiteX6534" fmla="*/ 2743391 w 3505200"/>
              <a:gd name="connsiteY6534" fmla="*/ 2522887 h 3505200"/>
              <a:gd name="connsiteX6535" fmla="*/ 2819591 w 3505200"/>
              <a:gd name="connsiteY6535" fmla="*/ 2521744 h 3505200"/>
              <a:gd name="connsiteX6536" fmla="*/ 2826544 w 3505200"/>
              <a:gd name="connsiteY6536" fmla="*/ 2514791 h 3505200"/>
              <a:gd name="connsiteX6537" fmla="*/ 2819591 w 3505200"/>
              <a:gd name="connsiteY6537" fmla="*/ 2507837 h 3505200"/>
              <a:gd name="connsiteX6538" fmla="*/ 2812637 w 3505200"/>
              <a:gd name="connsiteY6538" fmla="*/ 2514791 h 3505200"/>
              <a:gd name="connsiteX6539" fmla="*/ 2819591 w 3505200"/>
              <a:gd name="connsiteY6539" fmla="*/ 2521744 h 3505200"/>
              <a:gd name="connsiteX6540" fmla="*/ 2895791 w 3505200"/>
              <a:gd name="connsiteY6540" fmla="*/ 2520982 h 3505200"/>
              <a:gd name="connsiteX6541" fmla="*/ 2901887 w 3505200"/>
              <a:gd name="connsiteY6541" fmla="*/ 2514886 h 3505200"/>
              <a:gd name="connsiteX6542" fmla="*/ 2895791 w 3505200"/>
              <a:gd name="connsiteY6542" fmla="*/ 2508790 h 3505200"/>
              <a:gd name="connsiteX6543" fmla="*/ 2889695 w 3505200"/>
              <a:gd name="connsiteY6543" fmla="*/ 2514886 h 3505200"/>
              <a:gd name="connsiteX6544" fmla="*/ 2895791 w 3505200"/>
              <a:gd name="connsiteY6544" fmla="*/ 2520982 h 3505200"/>
              <a:gd name="connsiteX6545" fmla="*/ 2971991 w 3505200"/>
              <a:gd name="connsiteY6545" fmla="*/ 2519839 h 3505200"/>
              <a:gd name="connsiteX6546" fmla="*/ 2977039 w 3505200"/>
              <a:gd name="connsiteY6546" fmla="*/ 2514791 h 3505200"/>
              <a:gd name="connsiteX6547" fmla="*/ 2971991 w 3505200"/>
              <a:gd name="connsiteY6547" fmla="*/ 2509742 h 3505200"/>
              <a:gd name="connsiteX6548" fmla="*/ 2966942 w 3505200"/>
              <a:gd name="connsiteY6548" fmla="*/ 2514791 h 3505200"/>
              <a:gd name="connsiteX6549" fmla="*/ 2971991 w 3505200"/>
              <a:gd name="connsiteY6549" fmla="*/ 2519839 h 3505200"/>
              <a:gd name="connsiteX6550" fmla="*/ 3048191 w 3505200"/>
              <a:gd name="connsiteY6550" fmla="*/ 2518791 h 3505200"/>
              <a:gd name="connsiteX6551" fmla="*/ 3052191 w 3505200"/>
              <a:gd name="connsiteY6551" fmla="*/ 2514791 h 3505200"/>
              <a:gd name="connsiteX6552" fmla="*/ 3048191 w 3505200"/>
              <a:gd name="connsiteY6552" fmla="*/ 2510790 h 3505200"/>
              <a:gd name="connsiteX6553" fmla="*/ 3044190 w 3505200"/>
              <a:gd name="connsiteY6553" fmla="*/ 2514791 h 3505200"/>
              <a:gd name="connsiteX6554" fmla="*/ 3048191 w 3505200"/>
              <a:gd name="connsiteY6554" fmla="*/ 2518791 h 3505200"/>
              <a:gd name="connsiteX6555" fmla="*/ 3124391 w 3505200"/>
              <a:gd name="connsiteY6555" fmla="*/ 2517934 h 3505200"/>
              <a:gd name="connsiteX6556" fmla="*/ 3127534 w 3505200"/>
              <a:gd name="connsiteY6556" fmla="*/ 2514791 h 3505200"/>
              <a:gd name="connsiteX6557" fmla="*/ 3124391 w 3505200"/>
              <a:gd name="connsiteY6557" fmla="*/ 2511647 h 3505200"/>
              <a:gd name="connsiteX6558" fmla="*/ 3121247 w 3505200"/>
              <a:gd name="connsiteY6558" fmla="*/ 2514791 h 3505200"/>
              <a:gd name="connsiteX6559" fmla="*/ 3124391 w 3505200"/>
              <a:gd name="connsiteY6559" fmla="*/ 2517934 h 3505200"/>
              <a:gd name="connsiteX6560" fmla="*/ 3200591 w 3505200"/>
              <a:gd name="connsiteY6560" fmla="*/ 2516886 h 3505200"/>
              <a:gd name="connsiteX6561" fmla="*/ 3202686 w 3505200"/>
              <a:gd name="connsiteY6561" fmla="*/ 2514791 h 3505200"/>
              <a:gd name="connsiteX6562" fmla="*/ 3200591 w 3505200"/>
              <a:gd name="connsiteY6562" fmla="*/ 2512695 h 3505200"/>
              <a:gd name="connsiteX6563" fmla="*/ 3198495 w 3505200"/>
              <a:gd name="connsiteY6563" fmla="*/ 2514791 h 3505200"/>
              <a:gd name="connsiteX6564" fmla="*/ 3200591 w 3505200"/>
              <a:gd name="connsiteY6564" fmla="*/ 2516886 h 3505200"/>
              <a:gd name="connsiteX6565" fmla="*/ 3276791 w 3505200"/>
              <a:gd name="connsiteY6565" fmla="*/ 2515838 h 3505200"/>
              <a:gd name="connsiteX6566" fmla="*/ 3277838 w 3505200"/>
              <a:gd name="connsiteY6566" fmla="*/ 2514791 h 3505200"/>
              <a:gd name="connsiteX6567" fmla="*/ 3276791 w 3505200"/>
              <a:gd name="connsiteY6567" fmla="*/ 2513743 h 3505200"/>
              <a:gd name="connsiteX6568" fmla="*/ 3275743 w 3505200"/>
              <a:gd name="connsiteY6568" fmla="*/ 2514791 h 3505200"/>
              <a:gd name="connsiteX6569" fmla="*/ 3276791 w 3505200"/>
              <a:gd name="connsiteY6569" fmla="*/ 2515838 h 3505200"/>
              <a:gd name="connsiteX6570" fmla="*/ 3352991 w 3505200"/>
              <a:gd name="connsiteY6570" fmla="*/ 2514981 h 3505200"/>
              <a:gd name="connsiteX6571" fmla="*/ 3353181 w 3505200"/>
              <a:gd name="connsiteY6571" fmla="*/ 2514791 h 3505200"/>
              <a:gd name="connsiteX6572" fmla="*/ 3352991 w 3505200"/>
              <a:gd name="connsiteY6572" fmla="*/ 2514600 h 3505200"/>
              <a:gd name="connsiteX6573" fmla="*/ 3352800 w 3505200"/>
              <a:gd name="connsiteY6573" fmla="*/ 2514791 h 3505200"/>
              <a:gd name="connsiteX6574" fmla="*/ 3352991 w 3505200"/>
              <a:gd name="connsiteY6574" fmla="*/ 2514981 h 3505200"/>
              <a:gd name="connsiteX6575" fmla="*/ 228791 w 3505200"/>
              <a:gd name="connsiteY6575" fmla="*/ 2591467 h 3505200"/>
              <a:gd name="connsiteX6576" fmla="*/ 229172 w 3505200"/>
              <a:gd name="connsiteY6576" fmla="*/ 2591086 h 3505200"/>
              <a:gd name="connsiteX6577" fmla="*/ 228791 w 3505200"/>
              <a:gd name="connsiteY6577" fmla="*/ 2590705 h 3505200"/>
              <a:gd name="connsiteX6578" fmla="*/ 228410 w 3505200"/>
              <a:gd name="connsiteY6578" fmla="*/ 2591086 h 3505200"/>
              <a:gd name="connsiteX6579" fmla="*/ 228791 w 3505200"/>
              <a:gd name="connsiteY6579" fmla="*/ 2591467 h 3505200"/>
              <a:gd name="connsiteX6580" fmla="*/ 304991 w 3505200"/>
              <a:gd name="connsiteY6580" fmla="*/ 2592324 h 3505200"/>
              <a:gd name="connsiteX6581" fmla="*/ 306229 w 3505200"/>
              <a:gd name="connsiteY6581" fmla="*/ 2591086 h 3505200"/>
              <a:gd name="connsiteX6582" fmla="*/ 304991 w 3505200"/>
              <a:gd name="connsiteY6582" fmla="*/ 2589848 h 3505200"/>
              <a:gd name="connsiteX6583" fmla="*/ 303752 w 3505200"/>
              <a:gd name="connsiteY6583" fmla="*/ 2591086 h 3505200"/>
              <a:gd name="connsiteX6584" fmla="*/ 304991 w 3505200"/>
              <a:gd name="connsiteY6584" fmla="*/ 2592324 h 3505200"/>
              <a:gd name="connsiteX6585" fmla="*/ 381191 w 3505200"/>
              <a:gd name="connsiteY6585" fmla="*/ 2593372 h 3505200"/>
              <a:gd name="connsiteX6586" fmla="*/ 383476 w 3505200"/>
              <a:gd name="connsiteY6586" fmla="*/ 2591086 h 3505200"/>
              <a:gd name="connsiteX6587" fmla="*/ 381191 w 3505200"/>
              <a:gd name="connsiteY6587" fmla="*/ 2588800 h 3505200"/>
              <a:gd name="connsiteX6588" fmla="*/ 378905 w 3505200"/>
              <a:gd name="connsiteY6588" fmla="*/ 2591086 h 3505200"/>
              <a:gd name="connsiteX6589" fmla="*/ 381191 w 3505200"/>
              <a:gd name="connsiteY6589" fmla="*/ 2593372 h 3505200"/>
              <a:gd name="connsiteX6590" fmla="*/ 457391 w 3505200"/>
              <a:gd name="connsiteY6590" fmla="*/ 2594420 h 3505200"/>
              <a:gd name="connsiteX6591" fmla="*/ 460724 w 3505200"/>
              <a:gd name="connsiteY6591" fmla="*/ 2591086 h 3505200"/>
              <a:gd name="connsiteX6592" fmla="*/ 457391 w 3505200"/>
              <a:gd name="connsiteY6592" fmla="*/ 2587752 h 3505200"/>
              <a:gd name="connsiteX6593" fmla="*/ 453962 w 3505200"/>
              <a:gd name="connsiteY6593" fmla="*/ 2591086 h 3505200"/>
              <a:gd name="connsiteX6594" fmla="*/ 457391 w 3505200"/>
              <a:gd name="connsiteY6594" fmla="*/ 2594420 h 3505200"/>
              <a:gd name="connsiteX6595" fmla="*/ 533591 w 3505200"/>
              <a:gd name="connsiteY6595" fmla="*/ 2595467 h 3505200"/>
              <a:gd name="connsiteX6596" fmla="*/ 538067 w 3505200"/>
              <a:gd name="connsiteY6596" fmla="*/ 2590991 h 3505200"/>
              <a:gd name="connsiteX6597" fmla="*/ 533591 w 3505200"/>
              <a:gd name="connsiteY6597" fmla="*/ 2586514 h 3505200"/>
              <a:gd name="connsiteX6598" fmla="*/ 529114 w 3505200"/>
              <a:gd name="connsiteY6598" fmla="*/ 2590991 h 3505200"/>
              <a:gd name="connsiteX6599" fmla="*/ 533591 w 3505200"/>
              <a:gd name="connsiteY6599" fmla="*/ 2595467 h 3505200"/>
              <a:gd name="connsiteX6600" fmla="*/ 609790 w 3505200"/>
              <a:gd name="connsiteY6600" fmla="*/ 2596324 h 3505200"/>
              <a:gd name="connsiteX6601" fmla="*/ 615029 w 3505200"/>
              <a:gd name="connsiteY6601" fmla="*/ 2591086 h 3505200"/>
              <a:gd name="connsiteX6602" fmla="*/ 609790 w 3505200"/>
              <a:gd name="connsiteY6602" fmla="*/ 2585847 h 3505200"/>
              <a:gd name="connsiteX6603" fmla="*/ 604552 w 3505200"/>
              <a:gd name="connsiteY6603" fmla="*/ 2591086 h 3505200"/>
              <a:gd name="connsiteX6604" fmla="*/ 609790 w 3505200"/>
              <a:gd name="connsiteY6604" fmla="*/ 2596324 h 3505200"/>
              <a:gd name="connsiteX6605" fmla="*/ 685990 w 3505200"/>
              <a:gd name="connsiteY6605" fmla="*/ 2597182 h 3505200"/>
              <a:gd name="connsiteX6606" fmla="*/ 692087 w 3505200"/>
              <a:gd name="connsiteY6606" fmla="*/ 2591086 h 3505200"/>
              <a:gd name="connsiteX6607" fmla="*/ 685990 w 3505200"/>
              <a:gd name="connsiteY6607" fmla="*/ 2584990 h 3505200"/>
              <a:gd name="connsiteX6608" fmla="*/ 679895 w 3505200"/>
              <a:gd name="connsiteY6608" fmla="*/ 2591086 h 3505200"/>
              <a:gd name="connsiteX6609" fmla="*/ 685990 w 3505200"/>
              <a:gd name="connsiteY6609" fmla="*/ 2597182 h 3505200"/>
              <a:gd name="connsiteX6610" fmla="*/ 762190 w 3505200"/>
              <a:gd name="connsiteY6610" fmla="*/ 2598230 h 3505200"/>
              <a:gd name="connsiteX6611" fmla="*/ 769334 w 3505200"/>
              <a:gd name="connsiteY6611" fmla="*/ 2591086 h 3505200"/>
              <a:gd name="connsiteX6612" fmla="*/ 762190 w 3505200"/>
              <a:gd name="connsiteY6612" fmla="*/ 2583942 h 3505200"/>
              <a:gd name="connsiteX6613" fmla="*/ 755047 w 3505200"/>
              <a:gd name="connsiteY6613" fmla="*/ 2591086 h 3505200"/>
              <a:gd name="connsiteX6614" fmla="*/ 762190 w 3505200"/>
              <a:gd name="connsiteY6614" fmla="*/ 2598230 h 3505200"/>
              <a:gd name="connsiteX6615" fmla="*/ 838390 w 3505200"/>
              <a:gd name="connsiteY6615" fmla="*/ 2599087 h 3505200"/>
              <a:gd name="connsiteX6616" fmla="*/ 846392 w 3505200"/>
              <a:gd name="connsiteY6616" fmla="*/ 2591086 h 3505200"/>
              <a:gd name="connsiteX6617" fmla="*/ 838390 w 3505200"/>
              <a:gd name="connsiteY6617" fmla="*/ 2583085 h 3505200"/>
              <a:gd name="connsiteX6618" fmla="*/ 830390 w 3505200"/>
              <a:gd name="connsiteY6618" fmla="*/ 2591086 h 3505200"/>
              <a:gd name="connsiteX6619" fmla="*/ 838390 w 3505200"/>
              <a:gd name="connsiteY6619" fmla="*/ 2599087 h 3505200"/>
              <a:gd name="connsiteX6620" fmla="*/ 914590 w 3505200"/>
              <a:gd name="connsiteY6620" fmla="*/ 2599849 h 3505200"/>
              <a:gd name="connsiteX6621" fmla="*/ 923449 w 3505200"/>
              <a:gd name="connsiteY6621" fmla="*/ 2590991 h 3505200"/>
              <a:gd name="connsiteX6622" fmla="*/ 914590 w 3505200"/>
              <a:gd name="connsiteY6622" fmla="*/ 2582132 h 3505200"/>
              <a:gd name="connsiteX6623" fmla="*/ 905732 w 3505200"/>
              <a:gd name="connsiteY6623" fmla="*/ 2590991 h 3505200"/>
              <a:gd name="connsiteX6624" fmla="*/ 914590 w 3505200"/>
              <a:gd name="connsiteY6624" fmla="*/ 2599849 h 3505200"/>
              <a:gd name="connsiteX6625" fmla="*/ 990790 w 3505200"/>
              <a:gd name="connsiteY6625" fmla="*/ 2600706 h 3505200"/>
              <a:gd name="connsiteX6626" fmla="*/ 1000506 w 3505200"/>
              <a:gd name="connsiteY6626" fmla="*/ 2590991 h 3505200"/>
              <a:gd name="connsiteX6627" fmla="*/ 990790 w 3505200"/>
              <a:gd name="connsiteY6627" fmla="*/ 2581275 h 3505200"/>
              <a:gd name="connsiteX6628" fmla="*/ 981075 w 3505200"/>
              <a:gd name="connsiteY6628" fmla="*/ 2590991 h 3505200"/>
              <a:gd name="connsiteX6629" fmla="*/ 990790 w 3505200"/>
              <a:gd name="connsiteY6629" fmla="*/ 2600706 h 3505200"/>
              <a:gd name="connsiteX6630" fmla="*/ 1066991 w 3505200"/>
              <a:gd name="connsiteY6630" fmla="*/ 2601563 h 3505200"/>
              <a:gd name="connsiteX6631" fmla="*/ 1077563 w 3505200"/>
              <a:gd name="connsiteY6631" fmla="*/ 2590991 h 3505200"/>
              <a:gd name="connsiteX6632" fmla="*/ 1066991 w 3505200"/>
              <a:gd name="connsiteY6632" fmla="*/ 2580418 h 3505200"/>
              <a:gd name="connsiteX6633" fmla="*/ 1056418 w 3505200"/>
              <a:gd name="connsiteY6633" fmla="*/ 2590991 h 3505200"/>
              <a:gd name="connsiteX6634" fmla="*/ 1066991 w 3505200"/>
              <a:gd name="connsiteY6634" fmla="*/ 2601563 h 3505200"/>
              <a:gd name="connsiteX6635" fmla="*/ 1143191 w 3505200"/>
              <a:gd name="connsiteY6635" fmla="*/ 2602230 h 3505200"/>
              <a:gd name="connsiteX6636" fmla="*/ 1154430 w 3505200"/>
              <a:gd name="connsiteY6636" fmla="*/ 2590991 h 3505200"/>
              <a:gd name="connsiteX6637" fmla="*/ 1143191 w 3505200"/>
              <a:gd name="connsiteY6637" fmla="*/ 2579751 h 3505200"/>
              <a:gd name="connsiteX6638" fmla="*/ 1131951 w 3505200"/>
              <a:gd name="connsiteY6638" fmla="*/ 2590991 h 3505200"/>
              <a:gd name="connsiteX6639" fmla="*/ 1143191 w 3505200"/>
              <a:gd name="connsiteY6639" fmla="*/ 2602230 h 3505200"/>
              <a:gd name="connsiteX6640" fmla="*/ 1219391 w 3505200"/>
              <a:gd name="connsiteY6640" fmla="*/ 2602802 h 3505200"/>
              <a:gd name="connsiteX6641" fmla="*/ 1231202 w 3505200"/>
              <a:gd name="connsiteY6641" fmla="*/ 2590991 h 3505200"/>
              <a:gd name="connsiteX6642" fmla="*/ 1219391 w 3505200"/>
              <a:gd name="connsiteY6642" fmla="*/ 2579180 h 3505200"/>
              <a:gd name="connsiteX6643" fmla="*/ 1207580 w 3505200"/>
              <a:gd name="connsiteY6643" fmla="*/ 2590991 h 3505200"/>
              <a:gd name="connsiteX6644" fmla="*/ 1219391 w 3505200"/>
              <a:gd name="connsiteY6644" fmla="*/ 2602802 h 3505200"/>
              <a:gd name="connsiteX6645" fmla="*/ 1295591 w 3505200"/>
              <a:gd name="connsiteY6645" fmla="*/ 2603468 h 3505200"/>
              <a:gd name="connsiteX6646" fmla="*/ 1308068 w 3505200"/>
              <a:gd name="connsiteY6646" fmla="*/ 2590991 h 3505200"/>
              <a:gd name="connsiteX6647" fmla="*/ 1295591 w 3505200"/>
              <a:gd name="connsiteY6647" fmla="*/ 2578513 h 3505200"/>
              <a:gd name="connsiteX6648" fmla="*/ 1283113 w 3505200"/>
              <a:gd name="connsiteY6648" fmla="*/ 2590991 h 3505200"/>
              <a:gd name="connsiteX6649" fmla="*/ 1295591 w 3505200"/>
              <a:gd name="connsiteY6649" fmla="*/ 2603468 h 3505200"/>
              <a:gd name="connsiteX6650" fmla="*/ 1371791 w 3505200"/>
              <a:gd name="connsiteY6650" fmla="*/ 2604135 h 3505200"/>
              <a:gd name="connsiteX6651" fmla="*/ 1384935 w 3505200"/>
              <a:gd name="connsiteY6651" fmla="*/ 2590991 h 3505200"/>
              <a:gd name="connsiteX6652" fmla="*/ 1371791 w 3505200"/>
              <a:gd name="connsiteY6652" fmla="*/ 2577846 h 3505200"/>
              <a:gd name="connsiteX6653" fmla="*/ 1358646 w 3505200"/>
              <a:gd name="connsiteY6653" fmla="*/ 2590991 h 3505200"/>
              <a:gd name="connsiteX6654" fmla="*/ 1371791 w 3505200"/>
              <a:gd name="connsiteY6654" fmla="*/ 2604135 h 3505200"/>
              <a:gd name="connsiteX6655" fmla="*/ 1447991 w 3505200"/>
              <a:gd name="connsiteY6655" fmla="*/ 2604516 h 3505200"/>
              <a:gd name="connsiteX6656" fmla="*/ 1461516 w 3505200"/>
              <a:gd name="connsiteY6656" fmla="*/ 2590991 h 3505200"/>
              <a:gd name="connsiteX6657" fmla="*/ 1447991 w 3505200"/>
              <a:gd name="connsiteY6657" fmla="*/ 2577465 h 3505200"/>
              <a:gd name="connsiteX6658" fmla="*/ 1434465 w 3505200"/>
              <a:gd name="connsiteY6658" fmla="*/ 2590991 h 3505200"/>
              <a:gd name="connsiteX6659" fmla="*/ 1447991 w 3505200"/>
              <a:gd name="connsiteY6659" fmla="*/ 2604516 h 3505200"/>
              <a:gd name="connsiteX6660" fmla="*/ 1524191 w 3505200"/>
              <a:gd name="connsiteY6660" fmla="*/ 2604707 h 3505200"/>
              <a:gd name="connsiteX6661" fmla="*/ 1537907 w 3505200"/>
              <a:gd name="connsiteY6661" fmla="*/ 2590991 h 3505200"/>
              <a:gd name="connsiteX6662" fmla="*/ 1524191 w 3505200"/>
              <a:gd name="connsiteY6662" fmla="*/ 2577274 h 3505200"/>
              <a:gd name="connsiteX6663" fmla="*/ 1510475 w 3505200"/>
              <a:gd name="connsiteY6663" fmla="*/ 2590991 h 3505200"/>
              <a:gd name="connsiteX6664" fmla="*/ 1524191 w 3505200"/>
              <a:gd name="connsiteY6664" fmla="*/ 2604707 h 3505200"/>
              <a:gd name="connsiteX6665" fmla="*/ 1600391 w 3505200"/>
              <a:gd name="connsiteY6665" fmla="*/ 2605183 h 3505200"/>
              <a:gd name="connsiteX6666" fmla="*/ 1614583 w 3505200"/>
              <a:gd name="connsiteY6666" fmla="*/ 2590991 h 3505200"/>
              <a:gd name="connsiteX6667" fmla="*/ 1600391 w 3505200"/>
              <a:gd name="connsiteY6667" fmla="*/ 2576798 h 3505200"/>
              <a:gd name="connsiteX6668" fmla="*/ 1586198 w 3505200"/>
              <a:gd name="connsiteY6668" fmla="*/ 2590991 h 3505200"/>
              <a:gd name="connsiteX6669" fmla="*/ 1600391 w 3505200"/>
              <a:gd name="connsiteY6669" fmla="*/ 2605183 h 3505200"/>
              <a:gd name="connsiteX6670" fmla="*/ 1676591 w 3505200"/>
              <a:gd name="connsiteY6670" fmla="*/ 2605373 h 3505200"/>
              <a:gd name="connsiteX6671" fmla="*/ 1690973 w 3505200"/>
              <a:gd name="connsiteY6671" fmla="*/ 2590991 h 3505200"/>
              <a:gd name="connsiteX6672" fmla="*/ 1676591 w 3505200"/>
              <a:gd name="connsiteY6672" fmla="*/ 2576608 h 3505200"/>
              <a:gd name="connsiteX6673" fmla="*/ 1662208 w 3505200"/>
              <a:gd name="connsiteY6673" fmla="*/ 2590991 h 3505200"/>
              <a:gd name="connsiteX6674" fmla="*/ 1676591 w 3505200"/>
              <a:gd name="connsiteY6674" fmla="*/ 2605373 h 3505200"/>
              <a:gd name="connsiteX6675" fmla="*/ 1752791 w 3505200"/>
              <a:gd name="connsiteY6675" fmla="*/ 2605373 h 3505200"/>
              <a:gd name="connsiteX6676" fmla="*/ 1767173 w 3505200"/>
              <a:gd name="connsiteY6676" fmla="*/ 2590991 h 3505200"/>
              <a:gd name="connsiteX6677" fmla="*/ 1752791 w 3505200"/>
              <a:gd name="connsiteY6677" fmla="*/ 2576608 h 3505200"/>
              <a:gd name="connsiteX6678" fmla="*/ 1738408 w 3505200"/>
              <a:gd name="connsiteY6678" fmla="*/ 2590991 h 3505200"/>
              <a:gd name="connsiteX6679" fmla="*/ 1752791 w 3505200"/>
              <a:gd name="connsiteY6679" fmla="*/ 2605373 h 3505200"/>
              <a:gd name="connsiteX6680" fmla="*/ 1828991 w 3505200"/>
              <a:gd name="connsiteY6680" fmla="*/ 2605373 h 3505200"/>
              <a:gd name="connsiteX6681" fmla="*/ 1843373 w 3505200"/>
              <a:gd name="connsiteY6681" fmla="*/ 2590991 h 3505200"/>
              <a:gd name="connsiteX6682" fmla="*/ 1828991 w 3505200"/>
              <a:gd name="connsiteY6682" fmla="*/ 2576608 h 3505200"/>
              <a:gd name="connsiteX6683" fmla="*/ 1814608 w 3505200"/>
              <a:gd name="connsiteY6683" fmla="*/ 2590991 h 3505200"/>
              <a:gd name="connsiteX6684" fmla="*/ 1828991 w 3505200"/>
              <a:gd name="connsiteY6684" fmla="*/ 2605373 h 3505200"/>
              <a:gd name="connsiteX6685" fmla="*/ 1905191 w 3505200"/>
              <a:gd name="connsiteY6685" fmla="*/ 2605183 h 3505200"/>
              <a:gd name="connsiteX6686" fmla="*/ 1919383 w 3505200"/>
              <a:gd name="connsiteY6686" fmla="*/ 2590991 h 3505200"/>
              <a:gd name="connsiteX6687" fmla="*/ 1905191 w 3505200"/>
              <a:gd name="connsiteY6687" fmla="*/ 2576798 h 3505200"/>
              <a:gd name="connsiteX6688" fmla="*/ 1890998 w 3505200"/>
              <a:gd name="connsiteY6688" fmla="*/ 2590991 h 3505200"/>
              <a:gd name="connsiteX6689" fmla="*/ 1905191 w 3505200"/>
              <a:gd name="connsiteY6689" fmla="*/ 2605183 h 3505200"/>
              <a:gd name="connsiteX6690" fmla="*/ 1981391 w 3505200"/>
              <a:gd name="connsiteY6690" fmla="*/ 2604992 h 3505200"/>
              <a:gd name="connsiteX6691" fmla="*/ 1995297 w 3505200"/>
              <a:gd name="connsiteY6691" fmla="*/ 2591086 h 3505200"/>
              <a:gd name="connsiteX6692" fmla="*/ 1981391 w 3505200"/>
              <a:gd name="connsiteY6692" fmla="*/ 2577179 h 3505200"/>
              <a:gd name="connsiteX6693" fmla="*/ 1967484 w 3505200"/>
              <a:gd name="connsiteY6693" fmla="*/ 2591086 h 3505200"/>
              <a:gd name="connsiteX6694" fmla="*/ 1981391 w 3505200"/>
              <a:gd name="connsiteY6694" fmla="*/ 2604992 h 3505200"/>
              <a:gd name="connsiteX6695" fmla="*/ 2057591 w 3505200"/>
              <a:gd name="connsiteY6695" fmla="*/ 2604516 h 3505200"/>
              <a:gd name="connsiteX6696" fmla="*/ 2071116 w 3505200"/>
              <a:gd name="connsiteY6696" fmla="*/ 2590991 h 3505200"/>
              <a:gd name="connsiteX6697" fmla="*/ 2057591 w 3505200"/>
              <a:gd name="connsiteY6697" fmla="*/ 2577465 h 3505200"/>
              <a:gd name="connsiteX6698" fmla="*/ 2044065 w 3505200"/>
              <a:gd name="connsiteY6698" fmla="*/ 2590991 h 3505200"/>
              <a:gd name="connsiteX6699" fmla="*/ 2057591 w 3505200"/>
              <a:gd name="connsiteY6699" fmla="*/ 2604516 h 3505200"/>
              <a:gd name="connsiteX6700" fmla="*/ 2133791 w 3505200"/>
              <a:gd name="connsiteY6700" fmla="*/ 2604135 h 3505200"/>
              <a:gd name="connsiteX6701" fmla="*/ 2146935 w 3505200"/>
              <a:gd name="connsiteY6701" fmla="*/ 2590991 h 3505200"/>
              <a:gd name="connsiteX6702" fmla="*/ 2133791 w 3505200"/>
              <a:gd name="connsiteY6702" fmla="*/ 2577846 h 3505200"/>
              <a:gd name="connsiteX6703" fmla="*/ 2120646 w 3505200"/>
              <a:gd name="connsiteY6703" fmla="*/ 2590991 h 3505200"/>
              <a:gd name="connsiteX6704" fmla="*/ 2133791 w 3505200"/>
              <a:gd name="connsiteY6704" fmla="*/ 2604135 h 3505200"/>
              <a:gd name="connsiteX6705" fmla="*/ 2209991 w 3505200"/>
              <a:gd name="connsiteY6705" fmla="*/ 2603659 h 3505200"/>
              <a:gd name="connsiteX6706" fmla="*/ 2222659 w 3505200"/>
              <a:gd name="connsiteY6706" fmla="*/ 2590991 h 3505200"/>
              <a:gd name="connsiteX6707" fmla="*/ 2209991 w 3505200"/>
              <a:gd name="connsiteY6707" fmla="*/ 2578322 h 3505200"/>
              <a:gd name="connsiteX6708" fmla="*/ 2197322 w 3505200"/>
              <a:gd name="connsiteY6708" fmla="*/ 2590991 h 3505200"/>
              <a:gd name="connsiteX6709" fmla="*/ 2209991 w 3505200"/>
              <a:gd name="connsiteY6709" fmla="*/ 2603659 h 3505200"/>
              <a:gd name="connsiteX6710" fmla="*/ 2286191 w 3505200"/>
              <a:gd name="connsiteY6710" fmla="*/ 2603087 h 3505200"/>
              <a:gd name="connsiteX6711" fmla="*/ 2298192 w 3505200"/>
              <a:gd name="connsiteY6711" fmla="*/ 2591086 h 3505200"/>
              <a:gd name="connsiteX6712" fmla="*/ 2286191 w 3505200"/>
              <a:gd name="connsiteY6712" fmla="*/ 2579084 h 3505200"/>
              <a:gd name="connsiteX6713" fmla="*/ 2274189 w 3505200"/>
              <a:gd name="connsiteY6713" fmla="*/ 2591086 h 3505200"/>
              <a:gd name="connsiteX6714" fmla="*/ 2286191 w 3505200"/>
              <a:gd name="connsiteY6714" fmla="*/ 2603087 h 3505200"/>
              <a:gd name="connsiteX6715" fmla="*/ 2362391 w 3505200"/>
              <a:gd name="connsiteY6715" fmla="*/ 2602421 h 3505200"/>
              <a:gd name="connsiteX6716" fmla="*/ 2373821 w 3505200"/>
              <a:gd name="connsiteY6716" fmla="*/ 2590991 h 3505200"/>
              <a:gd name="connsiteX6717" fmla="*/ 2362391 w 3505200"/>
              <a:gd name="connsiteY6717" fmla="*/ 2579561 h 3505200"/>
              <a:gd name="connsiteX6718" fmla="*/ 2350961 w 3505200"/>
              <a:gd name="connsiteY6718" fmla="*/ 2590991 h 3505200"/>
              <a:gd name="connsiteX6719" fmla="*/ 2362391 w 3505200"/>
              <a:gd name="connsiteY6719" fmla="*/ 2602421 h 3505200"/>
              <a:gd name="connsiteX6720" fmla="*/ 2438591 w 3505200"/>
              <a:gd name="connsiteY6720" fmla="*/ 2601563 h 3505200"/>
              <a:gd name="connsiteX6721" fmla="*/ 2449163 w 3505200"/>
              <a:gd name="connsiteY6721" fmla="*/ 2590991 h 3505200"/>
              <a:gd name="connsiteX6722" fmla="*/ 2438591 w 3505200"/>
              <a:gd name="connsiteY6722" fmla="*/ 2580418 h 3505200"/>
              <a:gd name="connsiteX6723" fmla="*/ 2428018 w 3505200"/>
              <a:gd name="connsiteY6723" fmla="*/ 2590991 h 3505200"/>
              <a:gd name="connsiteX6724" fmla="*/ 2438591 w 3505200"/>
              <a:gd name="connsiteY6724" fmla="*/ 2601563 h 3505200"/>
              <a:gd name="connsiteX6725" fmla="*/ 2514791 w 3505200"/>
              <a:gd name="connsiteY6725" fmla="*/ 2600897 h 3505200"/>
              <a:gd name="connsiteX6726" fmla="*/ 2524697 w 3505200"/>
              <a:gd name="connsiteY6726" fmla="*/ 2590991 h 3505200"/>
              <a:gd name="connsiteX6727" fmla="*/ 2514791 w 3505200"/>
              <a:gd name="connsiteY6727" fmla="*/ 2581085 h 3505200"/>
              <a:gd name="connsiteX6728" fmla="*/ 2504885 w 3505200"/>
              <a:gd name="connsiteY6728" fmla="*/ 2590991 h 3505200"/>
              <a:gd name="connsiteX6729" fmla="*/ 2514791 w 3505200"/>
              <a:gd name="connsiteY6729" fmla="*/ 2600897 h 3505200"/>
              <a:gd name="connsiteX6730" fmla="*/ 2590991 w 3505200"/>
              <a:gd name="connsiteY6730" fmla="*/ 2600135 h 3505200"/>
              <a:gd name="connsiteX6731" fmla="*/ 2600039 w 3505200"/>
              <a:gd name="connsiteY6731" fmla="*/ 2591086 h 3505200"/>
              <a:gd name="connsiteX6732" fmla="*/ 2590991 w 3505200"/>
              <a:gd name="connsiteY6732" fmla="*/ 2582037 h 3505200"/>
              <a:gd name="connsiteX6733" fmla="*/ 2581942 w 3505200"/>
              <a:gd name="connsiteY6733" fmla="*/ 2591086 h 3505200"/>
              <a:gd name="connsiteX6734" fmla="*/ 2590991 w 3505200"/>
              <a:gd name="connsiteY6734" fmla="*/ 2600135 h 3505200"/>
              <a:gd name="connsiteX6735" fmla="*/ 2667191 w 3505200"/>
              <a:gd name="connsiteY6735" fmla="*/ 2599087 h 3505200"/>
              <a:gd name="connsiteX6736" fmla="*/ 2675191 w 3505200"/>
              <a:gd name="connsiteY6736" fmla="*/ 2591086 h 3505200"/>
              <a:gd name="connsiteX6737" fmla="*/ 2667191 w 3505200"/>
              <a:gd name="connsiteY6737" fmla="*/ 2583085 h 3505200"/>
              <a:gd name="connsiteX6738" fmla="*/ 2659190 w 3505200"/>
              <a:gd name="connsiteY6738" fmla="*/ 2591086 h 3505200"/>
              <a:gd name="connsiteX6739" fmla="*/ 2667191 w 3505200"/>
              <a:gd name="connsiteY6739" fmla="*/ 2599087 h 3505200"/>
              <a:gd name="connsiteX6740" fmla="*/ 2743391 w 3505200"/>
              <a:gd name="connsiteY6740" fmla="*/ 2598230 h 3505200"/>
              <a:gd name="connsiteX6741" fmla="*/ 2750534 w 3505200"/>
              <a:gd name="connsiteY6741" fmla="*/ 2591086 h 3505200"/>
              <a:gd name="connsiteX6742" fmla="*/ 2743391 w 3505200"/>
              <a:gd name="connsiteY6742" fmla="*/ 2583942 h 3505200"/>
              <a:gd name="connsiteX6743" fmla="*/ 2736247 w 3505200"/>
              <a:gd name="connsiteY6743" fmla="*/ 2591086 h 3505200"/>
              <a:gd name="connsiteX6744" fmla="*/ 2743391 w 3505200"/>
              <a:gd name="connsiteY6744" fmla="*/ 2598230 h 3505200"/>
              <a:gd name="connsiteX6745" fmla="*/ 2819591 w 3505200"/>
              <a:gd name="connsiteY6745" fmla="*/ 2597372 h 3505200"/>
              <a:gd name="connsiteX6746" fmla="*/ 2825972 w 3505200"/>
              <a:gd name="connsiteY6746" fmla="*/ 2590991 h 3505200"/>
              <a:gd name="connsiteX6747" fmla="*/ 2819591 w 3505200"/>
              <a:gd name="connsiteY6747" fmla="*/ 2584609 h 3505200"/>
              <a:gd name="connsiteX6748" fmla="*/ 2813209 w 3505200"/>
              <a:gd name="connsiteY6748" fmla="*/ 2590991 h 3505200"/>
              <a:gd name="connsiteX6749" fmla="*/ 2819591 w 3505200"/>
              <a:gd name="connsiteY6749" fmla="*/ 2597372 h 3505200"/>
              <a:gd name="connsiteX6750" fmla="*/ 2895791 w 3505200"/>
              <a:gd name="connsiteY6750" fmla="*/ 2596324 h 3505200"/>
              <a:gd name="connsiteX6751" fmla="*/ 2901029 w 3505200"/>
              <a:gd name="connsiteY6751" fmla="*/ 2591086 h 3505200"/>
              <a:gd name="connsiteX6752" fmla="*/ 2895791 w 3505200"/>
              <a:gd name="connsiteY6752" fmla="*/ 2585847 h 3505200"/>
              <a:gd name="connsiteX6753" fmla="*/ 2890552 w 3505200"/>
              <a:gd name="connsiteY6753" fmla="*/ 2591086 h 3505200"/>
              <a:gd name="connsiteX6754" fmla="*/ 2895791 w 3505200"/>
              <a:gd name="connsiteY6754" fmla="*/ 2596324 h 3505200"/>
              <a:gd name="connsiteX6755" fmla="*/ 2971991 w 3505200"/>
              <a:gd name="connsiteY6755" fmla="*/ 2595467 h 3505200"/>
              <a:gd name="connsiteX6756" fmla="*/ 2976467 w 3505200"/>
              <a:gd name="connsiteY6756" fmla="*/ 2590991 h 3505200"/>
              <a:gd name="connsiteX6757" fmla="*/ 2971991 w 3505200"/>
              <a:gd name="connsiteY6757" fmla="*/ 2586514 h 3505200"/>
              <a:gd name="connsiteX6758" fmla="*/ 2967514 w 3505200"/>
              <a:gd name="connsiteY6758" fmla="*/ 2590991 h 3505200"/>
              <a:gd name="connsiteX6759" fmla="*/ 2971991 w 3505200"/>
              <a:gd name="connsiteY6759" fmla="*/ 2595467 h 3505200"/>
              <a:gd name="connsiteX6760" fmla="*/ 3048191 w 3505200"/>
              <a:gd name="connsiteY6760" fmla="*/ 2594420 h 3505200"/>
              <a:gd name="connsiteX6761" fmla="*/ 3051524 w 3505200"/>
              <a:gd name="connsiteY6761" fmla="*/ 2591086 h 3505200"/>
              <a:gd name="connsiteX6762" fmla="*/ 3048191 w 3505200"/>
              <a:gd name="connsiteY6762" fmla="*/ 2587752 h 3505200"/>
              <a:gd name="connsiteX6763" fmla="*/ 3044857 w 3505200"/>
              <a:gd name="connsiteY6763" fmla="*/ 2591086 h 3505200"/>
              <a:gd name="connsiteX6764" fmla="*/ 3048191 w 3505200"/>
              <a:gd name="connsiteY6764" fmla="*/ 2594420 h 3505200"/>
              <a:gd name="connsiteX6765" fmla="*/ 3124391 w 3505200"/>
              <a:gd name="connsiteY6765" fmla="*/ 2593562 h 3505200"/>
              <a:gd name="connsiteX6766" fmla="*/ 3126962 w 3505200"/>
              <a:gd name="connsiteY6766" fmla="*/ 2590991 h 3505200"/>
              <a:gd name="connsiteX6767" fmla="*/ 3124391 w 3505200"/>
              <a:gd name="connsiteY6767" fmla="*/ 2588419 h 3505200"/>
              <a:gd name="connsiteX6768" fmla="*/ 3121819 w 3505200"/>
              <a:gd name="connsiteY6768" fmla="*/ 2590991 h 3505200"/>
              <a:gd name="connsiteX6769" fmla="*/ 3124391 w 3505200"/>
              <a:gd name="connsiteY6769" fmla="*/ 2593562 h 3505200"/>
              <a:gd name="connsiteX6770" fmla="*/ 3200591 w 3505200"/>
              <a:gd name="connsiteY6770" fmla="*/ 2592515 h 3505200"/>
              <a:gd name="connsiteX6771" fmla="*/ 3202115 w 3505200"/>
              <a:gd name="connsiteY6771" fmla="*/ 2590991 h 3505200"/>
              <a:gd name="connsiteX6772" fmla="*/ 3200591 w 3505200"/>
              <a:gd name="connsiteY6772" fmla="*/ 2589466 h 3505200"/>
              <a:gd name="connsiteX6773" fmla="*/ 3199066 w 3505200"/>
              <a:gd name="connsiteY6773" fmla="*/ 2590991 h 3505200"/>
              <a:gd name="connsiteX6774" fmla="*/ 3200591 w 3505200"/>
              <a:gd name="connsiteY6774" fmla="*/ 2592515 h 3505200"/>
              <a:gd name="connsiteX6775" fmla="*/ 3276791 w 3505200"/>
              <a:gd name="connsiteY6775" fmla="*/ 2591467 h 3505200"/>
              <a:gd name="connsiteX6776" fmla="*/ 3277172 w 3505200"/>
              <a:gd name="connsiteY6776" fmla="*/ 2591086 h 3505200"/>
              <a:gd name="connsiteX6777" fmla="*/ 3276791 w 3505200"/>
              <a:gd name="connsiteY6777" fmla="*/ 2590705 h 3505200"/>
              <a:gd name="connsiteX6778" fmla="*/ 3276410 w 3505200"/>
              <a:gd name="connsiteY6778" fmla="*/ 2591086 h 3505200"/>
              <a:gd name="connsiteX6779" fmla="*/ 3276791 w 3505200"/>
              <a:gd name="connsiteY6779" fmla="*/ 2591467 h 3505200"/>
              <a:gd name="connsiteX6780" fmla="*/ 304991 w 3505200"/>
              <a:gd name="connsiteY6780" fmla="*/ 2668048 h 3505200"/>
              <a:gd name="connsiteX6781" fmla="*/ 305848 w 3505200"/>
              <a:gd name="connsiteY6781" fmla="*/ 2667191 h 3505200"/>
              <a:gd name="connsiteX6782" fmla="*/ 304991 w 3505200"/>
              <a:gd name="connsiteY6782" fmla="*/ 2666333 h 3505200"/>
              <a:gd name="connsiteX6783" fmla="*/ 304133 w 3505200"/>
              <a:gd name="connsiteY6783" fmla="*/ 2667191 h 3505200"/>
              <a:gd name="connsiteX6784" fmla="*/ 304991 w 3505200"/>
              <a:gd name="connsiteY6784" fmla="*/ 2668048 h 3505200"/>
              <a:gd name="connsiteX6785" fmla="*/ 381191 w 3505200"/>
              <a:gd name="connsiteY6785" fmla="*/ 2668905 h 3505200"/>
              <a:gd name="connsiteX6786" fmla="*/ 382905 w 3505200"/>
              <a:gd name="connsiteY6786" fmla="*/ 2667191 h 3505200"/>
              <a:gd name="connsiteX6787" fmla="*/ 381191 w 3505200"/>
              <a:gd name="connsiteY6787" fmla="*/ 2665476 h 3505200"/>
              <a:gd name="connsiteX6788" fmla="*/ 379476 w 3505200"/>
              <a:gd name="connsiteY6788" fmla="*/ 2667191 h 3505200"/>
              <a:gd name="connsiteX6789" fmla="*/ 381191 w 3505200"/>
              <a:gd name="connsiteY6789" fmla="*/ 2668905 h 3505200"/>
              <a:gd name="connsiteX6790" fmla="*/ 457391 w 3505200"/>
              <a:gd name="connsiteY6790" fmla="*/ 2669953 h 3505200"/>
              <a:gd name="connsiteX6791" fmla="*/ 460153 w 3505200"/>
              <a:gd name="connsiteY6791" fmla="*/ 2667191 h 3505200"/>
              <a:gd name="connsiteX6792" fmla="*/ 457391 w 3505200"/>
              <a:gd name="connsiteY6792" fmla="*/ 2664428 h 3505200"/>
              <a:gd name="connsiteX6793" fmla="*/ 454628 w 3505200"/>
              <a:gd name="connsiteY6793" fmla="*/ 2667191 h 3505200"/>
              <a:gd name="connsiteX6794" fmla="*/ 457391 w 3505200"/>
              <a:gd name="connsiteY6794" fmla="*/ 2669953 h 3505200"/>
              <a:gd name="connsiteX6795" fmla="*/ 533591 w 3505200"/>
              <a:gd name="connsiteY6795" fmla="*/ 2670810 h 3505200"/>
              <a:gd name="connsiteX6796" fmla="*/ 537210 w 3505200"/>
              <a:gd name="connsiteY6796" fmla="*/ 2667191 h 3505200"/>
              <a:gd name="connsiteX6797" fmla="*/ 533591 w 3505200"/>
              <a:gd name="connsiteY6797" fmla="*/ 2663571 h 3505200"/>
              <a:gd name="connsiteX6798" fmla="*/ 529971 w 3505200"/>
              <a:gd name="connsiteY6798" fmla="*/ 2667191 h 3505200"/>
              <a:gd name="connsiteX6799" fmla="*/ 533591 w 3505200"/>
              <a:gd name="connsiteY6799" fmla="*/ 2670810 h 3505200"/>
              <a:gd name="connsiteX6800" fmla="*/ 609790 w 3505200"/>
              <a:gd name="connsiteY6800" fmla="*/ 2671858 h 3505200"/>
              <a:gd name="connsiteX6801" fmla="*/ 614458 w 3505200"/>
              <a:gd name="connsiteY6801" fmla="*/ 2667191 h 3505200"/>
              <a:gd name="connsiteX6802" fmla="*/ 609790 w 3505200"/>
              <a:gd name="connsiteY6802" fmla="*/ 2662523 h 3505200"/>
              <a:gd name="connsiteX6803" fmla="*/ 605123 w 3505200"/>
              <a:gd name="connsiteY6803" fmla="*/ 2667191 h 3505200"/>
              <a:gd name="connsiteX6804" fmla="*/ 609790 w 3505200"/>
              <a:gd name="connsiteY6804" fmla="*/ 2671858 h 3505200"/>
              <a:gd name="connsiteX6805" fmla="*/ 685990 w 3505200"/>
              <a:gd name="connsiteY6805" fmla="*/ 2672715 h 3505200"/>
              <a:gd name="connsiteX6806" fmla="*/ 691515 w 3505200"/>
              <a:gd name="connsiteY6806" fmla="*/ 2667191 h 3505200"/>
              <a:gd name="connsiteX6807" fmla="*/ 685990 w 3505200"/>
              <a:gd name="connsiteY6807" fmla="*/ 2661666 h 3505200"/>
              <a:gd name="connsiteX6808" fmla="*/ 680466 w 3505200"/>
              <a:gd name="connsiteY6808" fmla="*/ 2667191 h 3505200"/>
              <a:gd name="connsiteX6809" fmla="*/ 685990 w 3505200"/>
              <a:gd name="connsiteY6809" fmla="*/ 2672715 h 3505200"/>
              <a:gd name="connsiteX6810" fmla="*/ 762190 w 3505200"/>
              <a:gd name="connsiteY6810" fmla="*/ 2673572 h 3505200"/>
              <a:gd name="connsiteX6811" fmla="*/ 768572 w 3505200"/>
              <a:gd name="connsiteY6811" fmla="*/ 2667191 h 3505200"/>
              <a:gd name="connsiteX6812" fmla="*/ 762190 w 3505200"/>
              <a:gd name="connsiteY6812" fmla="*/ 2660809 h 3505200"/>
              <a:gd name="connsiteX6813" fmla="*/ 755809 w 3505200"/>
              <a:gd name="connsiteY6813" fmla="*/ 2667191 h 3505200"/>
              <a:gd name="connsiteX6814" fmla="*/ 762190 w 3505200"/>
              <a:gd name="connsiteY6814" fmla="*/ 2673572 h 3505200"/>
              <a:gd name="connsiteX6815" fmla="*/ 838390 w 3505200"/>
              <a:gd name="connsiteY6815" fmla="*/ 2674430 h 3505200"/>
              <a:gd name="connsiteX6816" fmla="*/ 845534 w 3505200"/>
              <a:gd name="connsiteY6816" fmla="*/ 2667286 h 3505200"/>
              <a:gd name="connsiteX6817" fmla="*/ 838390 w 3505200"/>
              <a:gd name="connsiteY6817" fmla="*/ 2660142 h 3505200"/>
              <a:gd name="connsiteX6818" fmla="*/ 831247 w 3505200"/>
              <a:gd name="connsiteY6818" fmla="*/ 2667286 h 3505200"/>
              <a:gd name="connsiteX6819" fmla="*/ 838390 w 3505200"/>
              <a:gd name="connsiteY6819" fmla="*/ 2674430 h 3505200"/>
              <a:gd name="connsiteX6820" fmla="*/ 914590 w 3505200"/>
              <a:gd name="connsiteY6820" fmla="*/ 2675287 h 3505200"/>
              <a:gd name="connsiteX6821" fmla="*/ 922592 w 3505200"/>
              <a:gd name="connsiteY6821" fmla="*/ 2667286 h 3505200"/>
              <a:gd name="connsiteX6822" fmla="*/ 914590 w 3505200"/>
              <a:gd name="connsiteY6822" fmla="*/ 2659285 h 3505200"/>
              <a:gd name="connsiteX6823" fmla="*/ 906590 w 3505200"/>
              <a:gd name="connsiteY6823" fmla="*/ 2667286 h 3505200"/>
              <a:gd name="connsiteX6824" fmla="*/ 914590 w 3505200"/>
              <a:gd name="connsiteY6824" fmla="*/ 2675287 h 3505200"/>
              <a:gd name="connsiteX6825" fmla="*/ 990790 w 3505200"/>
              <a:gd name="connsiteY6825" fmla="*/ 2676049 h 3505200"/>
              <a:gd name="connsiteX6826" fmla="*/ 999649 w 3505200"/>
              <a:gd name="connsiteY6826" fmla="*/ 2667191 h 3505200"/>
              <a:gd name="connsiteX6827" fmla="*/ 990790 w 3505200"/>
              <a:gd name="connsiteY6827" fmla="*/ 2658332 h 3505200"/>
              <a:gd name="connsiteX6828" fmla="*/ 981932 w 3505200"/>
              <a:gd name="connsiteY6828" fmla="*/ 2667191 h 3505200"/>
              <a:gd name="connsiteX6829" fmla="*/ 990790 w 3505200"/>
              <a:gd name="connsiteY6829" fmla="*/ 2676049 h 3505200"/>
              <a:gd name="connsiteX6830" fmla="*/ 1066991 w 3505200"/>
              <a:gd name="connsiteY6830" fmla="*/ 2676906 h 3505200"/>
              <a:gd name="connsiteX6831" fmla="*/ 1076706 w 3505200"/>
              <a:gd name="connsiteY6831" fmla="*/ 2667191 h 3505200"/>
              <a:gd name="connsiteX6832" fmla="*/ 1066991 w 3505200"/>
              <a:gd name="connsiteY6832" fmla="*/ 2657475 h 3505200"/>
              <a:gd name="connsiteX6833" fmla="*/ 1057275 w 3505200"/>
              <a:gd name="connsiteY6833" fmla="*/ 2667191 h 3505200"/>
              <a:gd name="connsiteX6834" fmla="*/ 1066991 w 3505200"/>
              <a:gd name="connsiteY6834" fmla="*/ 2676906 h 3505200"/>
              <a:gd name="connsiteX6835" fmla="*/ 1143191 w 3505200"/>
              <a:gd name="connsiteY6835" fmla="*/ 2677573 h 3505200"/>
              <a:gd name="connsiteX6836" fmla="*/ 1153573 w 3505200"/>
              <a:gd name="connsiteY6836" fmla="*/ 2667191 h 3505200"/>
              <a:gd name="connsiteX6837" fmla="*/ 1143191 w 3505200"/>
              <a:gd name="connsiteY6837" fmla="*/ 2656808 h 3505200"/>
              <a:gd name="connsiteX6838" fmla="*/ 1132808 w 3505200"/>
              <a:gd name="connsiteY6838" fmla="*/ 2667191 h 3505200"/>
              <a:gd name="connsiteX6839" fmla="*/ 1143191 w 3505200"/>
              <a:gd name="connsiteY6839" fmla="*/ 2677573 h 3505200"/>
              <a:gd name="connsiteX6840" fmla="*/ 1219391 w 3505200"/>
              <a:gd name="connsiteY6840" fmla="*/ 2678240 h 3505200"/>
              <a:gd name="connsiteX6841" fmla="*/ 1230344 w 3505200"/>
              <a:gd name="connsiteY6841" fmla="*/ 2667286 h 3505200"/>
              <a:gd name="connsiteX6842" fmla="*/ 1219391 w 3505200"/>
              <a:gd name="connsiteY6842" fmla="*/ 2656332 h 3505200"/>
              <a:gd name="connsiteX6843" fmla="*/ 1208437 w 3505200"/>
              <a:gd name="connsiteY6843" fmla="*/ 2667286 h 3505200"/>
              <a:gd name="connsiteX6844" fmla="*/ 1219391 w 3505200"/>
              <a:gd name="connsiteY6844" fmla="*/ 2678240 h 3505200"/>
              <a:gd name="connsiteX6845" fmla="*/ 1295591 w 3505200"/>
              <a:gd name="connsiteY6845" fmla="*/ 2678621 h 3505200"/>
              <a:gd name="connsiteX6846" fmla="*/ 1307021 w 3505200"/>
              <a:gd name="connsiteY6846" fmla="*/ 2667191 h 3505200"/>
              <a:gd name="connsiteX6847" fmla="*/ 1295591 w 3505200"/>
              <a:gd name="connsiteY6847" fmla="*/ 2655761 h 3505200"/>
              <a:gd name="connsiteX6848" fmla="*/ 1284161 w 3505200"/>
              <a:gd name="connsiteY6848" fmla="*/ 2667191 h 3505200"/>
              <a:gd name="connsiteX6849" fmla="*/ 1295591 w 3505200"/>
              <a:gd name="connsiteY6849" fmla="*/ 2678621 h 3505200"/>
              <a:gd name="connsiteX6850" fmla="*/ 1371791 w 3505200"/>
              <a:gd name="connsiteY6850" fmla="*/ 2679287 h 3505200"/>
              <a:gd name="connsiteX6851" fmla="*/ 1383792 w 3505200"/>
              <a:gd name="connsiteY6851" fmla="*/ 2667286 h 3505200"/>
              <a:gd name="connsiteX6852" fmla="*/ 1371791 w 3505200"/>
              <a:gd name="connsiteY6852" fmla="*/ 2655284 h 3505200"/>
              <a:gd name="connsiteX6853" fmla="*/ 1359789 w 3505200"/>
              <a:gd name="connsiteY6853" fmla="*/ 2667286 h 3505200"/>
              <a:gd name="connsiteX6854" fmla="*/ 1371791 w 3505200"/>
              <a:gd name="connsiteY6854" fmla="*/ 2679287 h 3505200"/>
              <a:gd name="connsiteX6855" fmla="*/ 1447991 w 3505200"/>
              <a:gd name="connsiteY6855" fmla="*/ 2679668 h 3505200"/>
              <a:gd name="connsiteX6856" fmla="*/ 1460468 w 3505200"/>
              <a:gd name="connsiteY6856" fmla="*/ 2667191 h 3505200"/>
              <a:gd name="connsiteX6857" fmla="*/ 1447991 w 3505200"/>
              <a:gd name="connsiteY6857" fmla="*/ 2654713 h 3505200"/>
              <a:gd name="connsiteX6858" fmla="*/ 1435513 w 3505200"/>
              <a:gd name="connsiteY6858" fmla="*/ 2667191 h 3505200"/>
              <a:gd name="connsiteX6859" fmla="*/ 1447991 w 3505200"/>
              <a:gd name="connsiteY6859" fmla="*/ 2679668 h 3505200"/>
              <a:gd name="connsiteX6860" fmla="*/ 1524191 w 3505200"/>
              <a:gd name="connsiteY6860" fmla="*/ 2679859 h 3505200"/>
              <a:gd name="connsiteX6861" fmla="*/ 1536859 w 3505200"/>
              <a:gd name="connsiteY6861" fmla="*/ 2667191 h 3505200"/>
              <a:gd name="connsiteX6862" fmla="*/ 1524191 w 3505200"/>
              <a:gd name="connsiteY6862" fmla="*/ 2654522 h 3505200"/>
              <a:gd name="connsiteX6863" fmla="*/ 1511522 w 3505200"/>
              <a:gd name="connsiteY6863" fmla="*/ 2667191 h 3505200"/>
              <a:gd name="connsiteX6864" fmla="*/ 1524191 w 3505200"/>
              <a:gd name="connsiteY6864" fmla="*/ 2679859 h 3505200"/>
              <a:gd name="connsiteX6865" fmla="*/ 1600391 w 3505200"/>
              <a:gd name="connsiteY6865" fmla="*/ 2680145 h 3505200"/>
              <a:gd name="connsiteX6866" fmla="*/ 1613249 w 3505200"/>
              <a:gd name="connsiteY6866" fmla="*/ 2667286 h 3505200"/>
              <a:gd name="connsiteX6867" fmla="*/ 1600391 w 3505200"/>
              <a:gd name="connsiteY6867" fmla="*/ 2654427 h 3505200"/>
              <a:gd name="connsiteX6868" fmla="*/ 1587532 w 3505200"/>
              <a:gd name="connsiteY6868" fmla="*/ 2667286 h 3505200"/>
              <a:gd name="connsiteX6869" fmla="*/ 1600391 w 3505200"/>
              <a:gd name="connsiteY6869" fmla="*/ 2680145 h 3505200"/>
              <a:gd name="connsiteX6870" fmla="*/ 1676591 w 3505200"/>
              <a:gd name="connsiteY6870" fmla="*/ 2680335 h 3505200"/>
              <a:gd name="connsiteX6871" fmla="*/ 1689735 w 3505200"/>
              <a:gd name="connsiteY6871" fmla="*/ 2667191 h 3505200"/>
              <a:gd name="connsiteX6872" fmla="*/ 1676591 w 3505200"/>
              <a:gd name="connsiteY6872" fmla="*/ 2654046 h 3505200"/>
              <a:gd name="connsiteX6873" fmla="*/ 1663446 w 3505200"/>
              <a:gd name="connsiteY6873" fmla="*/ 2667191 h 3505200"/>
              <a:gd name="connsiteX6874" fmla="*/ 1676591 w 3505200"/>
              <a:gd name="connsiteY6874" fmla="*/ 2680335 h 3505200"/>
              <a:gd name="connsiteX6875" fmla="*/ 1752791 w 3505200"/>
              <a:gd name="connsiteY6875" fmla="*/ 2680335 h 3505200"/>
              <a:gd name="connsiteX6876" fmla="*/ 1765935 w 3505200"/>
              <a:gd name="connsiteY6876" fmla="*/ 2667191 h 3505200"/>
              <a:gd name="connsiteX6877" fmla="*/ 1752791 w 3505200"/>
              <a:gd name="connsiteY6877" fmla="*/ 2654046 h 3505200"/>
              <a:gd name="connsiteX6878" fmla="*/ 1739646 w 3505200"/>
              <a:gd name="connsiteY6878" fmla="*/ 2667191 h 3505200"/>
              <a:gd name="connsiteX6879" fmla="*/ 1752791 w 3505200"/>
              <a:gd name="connsiteY6879" fmla="*/ 2680335 h 3505200"/>
              <a:gd name="connsiteX6880" fmla="*/ 1828991 w 3505200"/>
              <a:gd name="connsiteY6880" fmla="*/ 2680335 h 3505200"/>
              <a:gd name="connsiteX6881" fmla="*/ 1842135 w 3505200"/>
              <a:gd name="connsiteY6881" fmla="*/ 2667191 h 3505200"/>
              <a:gd name="connsiteX6882" fmla="*/ 1828991 w 3505200"/>
              <a:gd name="connsiteY6882" fmla="*/ 2654046 h 3505200"/>
              <a:gd name="connsiteX6883" fmla="*/ 1815846 w 3505200"/>
              <a:gd name="connsiteY6883" fmla="*/ 2667191 h 3505200"/>
              <a:gd name="connsiteX6884" fmla="*/ 1828991 w 3505200"/>
              <a:gd name="connsiteY6884" fmla="*/ 2680335 h 3505200"/>
              <a:gd name="connsiteX6885" fmla="*/ 1905191 w 3505200"/>
              <a:gd name="connsiteY6885" fmla="*/ 2680145 h 3505200"/>
              <a:gd name="connsiteX6886" fmla="*/ 1918049 w 3505200"/>
              <a:gd name="connsiteY6886" fmla="*/ 2667286 h 3505200"/>
              <a:gd name="connsiteX6887" fmla="*/ 1905191 w 3505200"/>
              <a:gd name="connsiteY6887" fmla="*/ 2654427 h 3505200"/>
              <a:gd name="connsiteX6888" fmla="*/ 1892332 w 3505200"/>
              <a:gd name="connsiteY6888" fmla="*/ 2667286 h 3505200"/>
              <a:gd name="connsiteX6889" fmla="*/ 1905191 w 3505200"/>
              <a:gd name="connsiteY6889" fmla="*/ 2680145 h 3505200"/>
              <a:gd name="connsiteX6890" fmla="*/ 1981391 w 3505200"/>
              <a:gd name="connsiteY6890" fmla="*/ 2679859 h 3505200"/>
              <a:gd name="connsiteX6891" fmla="*/ 1994059 w 3505200"/>
              <a:gd name="connsiteY6891" fmla="*/ 2667191 h 3505200"/>
              <a:gd name="connsiteX6892" fmla="*/ 1981391 w 3505200"/>
              <a:gd name="connsiteY6892" fmla="*/ 2654522 h 3505200"/>
              <a:gd name="connsiteX6893" fmla="*/ 1968722 w 3505200"/>
              <a:gd name="connsiteY6893" fmla="*/ 2667191 h 3505200"/>
              <a:gd name="connsiteX6894" fmla="*/ 1981391 w 3505200"/>
              <a:gd name="connsiteY6894" fmla="*/ 2679859 h 3505200"/>
              <a:gd name="connsiteX6895" fmla="*/ 2057591 w 3505200"/>
              <a:gd name="connsiteY6895" fmla="*/ 2679668 h 3505200"/>
              <a:gd name="connsiteX6896" fmla="*/ 2070068 w 3505200"/>
              <a:gd name="connsiteY6896" fmla="*/ 2667191 h 3505200"/>
              <a:gd name="connsiteX6897" fmla="*/ 2057591 w 3505200"/>
              <a:gd name="connsiteY6897" fmla="*/ 2654713 h 3505200"/>
              <a:gd name="connsiteX6898" fmla="*/ 2045113 w 3505200"/>
              <a:gd name="connsiteY6898" fmla="*/ 2667191 h 3505200"/>
              <a:gd name="connsiteX6899" fmla="*/ 2057591 w 3505200"/>
              <a:gd name="connsiteY6899" fmla="*/ 2679668 h 3505200"/>
              <a:gd name="connsiteX6900" fmla="*/ 2133791 w 3505200"/>
              <a:gd name="connsiteY6900" fmla="*/ 2679287 h 3505200"/>
              <a:gd name="connsiteX6901" fmla="*/ 2145792 w 3505200"/>
              <a:gd name="connsiteY6901" fmla="*/ 2667286 h 3505200"/>
              <a:gd name="connsiteX6902" fmla="*/ 2133791 w 3505200"/>
              <a:gd name="connsiteY6902" fmla="*/ 2655284 h 3505200"/>
              <a:gd name="connsiteX6903" fmla="*/ 2121789 w 3505200"/>
              <a:gd name="connsiteY6903" fmla="*/ 2667286 h 3505200"/>
              <a:gd name="connsiteX6904" fmla="*/ 2133791 w 3505200"/>
              <a:gd name="connsiteY6904" fmla="*/ 2679287 h 3505200"/>
              <a:gd name="connsiteX6905" fmla="*/ 2209991 w 3505200"/>
              <a:gd name="connsiteY6905" fmla="*/ 2678811 h 3505200"/>
              <a:gd name="connsiteX6906" fmla="*/ 2221611 w 3505200"/>
              <a:gd name="connsiteY6906" fmla="*/ 2667191 h 3505200"/>
              <a:gd name="connsiteX6907" fmla="*/ 2209991 w 3505200"/>
              <a:gd name="connsiteY6907" fmla="*/ 2655570 h 3505200"/>
              <a:gd name="connsiteX6908" fmla="*/ 2198370 w 3505200"/>
              <a:gd name="connsiteY6908" fmla="*/ 2667191 h 3505200"/>
              <a:gd name="connsiteX6909" fmla="*/ 2209991 w 3505200"/>
              <a:gd name="connsiteY6909" fmla="*/ 2678811 h 3505200"/>
              <a:gd name="connsiteX6910" fmla="*/ 2286191 w 3505200"/>
              <a:gd name="connsiteY6910" fmla="*/ 2678240 h 3505200"/>
              <a:gd name="connsiteX6911" fmla="*/ 2297144 w 3505200"/>
              <a:gd name="connsiteY6911" fmla="*/ 2667286 h 3505200"/>
              <a:gd name="connsiteX6912" fmla="*/ 2286191 w 3505200"/>
              <a:gd name="connsiteY6912" fmla="*/ 2656332 h 3505200"/>
              <a:gd name="connsiteX6913" fmla="*/ 2275237 w 3505200"/>
              <a:gd name="connsiteY6913" fmla="*/ 2667286 h 3505200"/>
              <a:gd name="connsiteX6914" fmla="*/ 2286191 w 3505200"/>
              <a:gd name="connsiteY6914" fmla="*/ 2678240 h 3505200"/>
              <a:gd name="connsiteX6915" fmla="*/ 2362391 w 3505200"/>
              <a:gd name="connsiteY6915" fmla="*/ 2677573 h 3505200"/>
              <a:gd name="connsiteX6916" fmla="*/ 2372773 w 3505200"/>
              <a:gd name="connsiteY6916" fmla="*/ 2667191 h 3505200"/>
              <a:gd name="connsiteX6917" fmla="*/ 2362391 w 3505200"/>
              <a:gd name="connsiteY6917" fmla="*/ 2656808 h 3505200"/>
              <a:gd name="connsiteX6918" fmla="*/ 2352008 w 3505200"/>
              <a:gd name="connsiteY6918" fmla="*/ 2667191 h 3505200"/>
              <a:gd name="connsiteX6919" fmla="*/ 2362391 w 3505200"/>
              <a:gd name="connsiteY6919" fmla="*/ 2677573 h 3505200"/>
              <a:gd name="connsiteX6920" fmla="*/ 2438591 w 3505200"/>
              <a:gd name="connsiteY6920" fmla="*/ 2676906 h 3505200"/>
              <a:gd name="connsiteX6921" fmla="*/ 2448306 w 3505200"/>
              <a:gd name="connsiteY6921" fmla="*/ 2667191 h 3505200"/>
              <a:gd name="connsiteX6922" fmla="*/ 2438591 w 3505200"/>
              <a:gd name="connsiteY6922" fmla="*/ 2657475 h 3505200"/>
              <a:gd name="connsiteX6923" fmla="*/ 2428875 w 3505200"/>
              <a:gd name="connsiteY6923" fmla="*/ 2667191 h 3505200"/>
              <a:gd name="connsiteX6924" fmla="*/ 2438591 w 3505200"/>
              <a:gd name="connsiteY6924" fmla="*/ 2676906 h 3505200"/>
              <a:gd name="connsiteX6925" fmla="*/ 2514791 w 3505200"/>
              <a:gd name="connsiteY6925" fmla="*/ 2676049 h 3505200"/>
              <a:gd name="connsiteX6926" fmla="*/ 2523649 w 3505200"/>
              <a:gd name="connsiteY6926" fmla="*/ 2667191 h 3505200"/>
              <a:gd name="connsiteX6927" fmla="*/ 2514791 w 3505200"/>
              <a:gd name="connsiteY6927" fmla="*/ 2658332 h 3505200"/>
              <a:gd name="connsiteX6928" fmla="*/ 2505932 w 3505200"/>
              <a:gd name="connsiteY6928" fmla="*/ 2667191 h 3505200"/>
              <a:gd name="connsiteX6929" fmla="*/ 2514791 w 3505200"/>
              <a:gd name="connsiteY6929" fmla="*/ 2676049 h 3505200"/>
              <a:gd name="connsiteX6930" fmla="*/ 2590991 w 3505200"/>
              <a:gd name="connsiteY6930" fmla="*/ 2675287 h 3505200"/>
              <a:gd name="connsiteX6931" fmla="*/ 2598991 w 3505200"/>
              <a:gd name="connsiteY6931" fmla="*/ 2667286 h 3505200"/>
              <a:gd name="connsiteX6932" fmla="*/ 2590991 w 3505200"/>
              <a:gd name="connsiteY6932" fmla="*/ 2659285 h 3505200"/>
              <a:gd name="connsiteX6933" fmla="*/ 2582990 w 3505200"/>
              <a:gd name="connsiteY6933" fmla="*/ 2667286 h 3505200"/>
              <a:gd name="connsiteX6934" fmla="*/ 2590991 w 3505200"/>
              <a:gd name="connsiteY6934" fmla="*/ 2675287 h 3505200"/>
              <a:gd name="connsiteX6935" fmla="*/ 2667191 w 3505200"/>
              <a:gd name="connsiteY6935" fmla="*/ 2674430 h 3505200"/>
              <a:gd name="connsiteX6936" fmla="*/ 2674334 w 3505200"/>
              <a:gd name="connsiteY6936" fmla="*/ 2667286 h 3505200"/>
              <a:gd name="connsiteX6937" fmla="*/ 2667191 w 3505200"/>
              <a:gd name="connsiteY6937" fmla="*/ 2660142 h 3505200"/>
              <a:gd name="connsiteX6938" fmla="*/ 2660047 w 3505200"/>
              <a:gd name="connsiteY6938" fmla="*/ 2667286 h 3505200"/>
              <a:gd name="connsiteX6939" fmla="*/ 2667191 w 3505200"/>
              <a:gd name="connsiteY6939" fmla="*/ 2674430 h 3505200"/>
              <a:gd name="connsiteX6940" fmla="*/ 2743391 w 3505200"/>
              <a:gd name="connsiteY6940" fmla="*/ 2673572 h 3505200"/>
              <a:gd name="connsiteX6941" fmla="*/ 2749772 w 3505200"/>
              <a:gd name="connsiteY6941" fmla="*/ 2667191 h 3505200"/>
              <a:gd name="connsiteX6942" fmla="*/ 2743391 w 3505200"/>
              <a:gd name="connsiteY6942" fmla="*/ 2660809 h 3505200"/>
              <a:gd name="connsiteX6943" fmla="*/ 2737009 w 3505200"/>
              <a:gd name="connsiteY6943" fmla="*/ 2667191 h 3505200"/>
              <a:gd name="connsiteX6944" fmla="*/ 2743391 w 3505200"/>
              <a:gd name="connsiteY6944" fmla="*/ 2673572 h 3505200"/>
              <a:gd name="connsiteX6945" fmla="*/ 2819591 w 3505200"/>
              <a:gd name="connsiteY6945" fmla="*/ 2672715 h 3505200"/>
              <a:gd name="connsiteX6946" fmla="*/ 2825115 w 3505200"/>
              <a:gd name="connsiteY6946" fmla="*/ 2667191 h 3505200"/>
              <a:gd name="connsiteX6947" fmla="*/ 2819591 w 3505200"/>
              <a:gd name="connsiteY6947" fmla="*/ 2661666 h 3505200"/>
              <a:gd name="connsiteX6948" fmla="*/ 2814066 w 3505200"/>
              <a:gd name="connsiteY6948" fmla="*/ 2667191 h 3505200"/>
              <a:gd name="connsiteX6949" fmla="*/ 2819591 w 3505200"/>
              <a:gd name="connsiteY6949" fmla="*/ 2672715 h 3505200"/>
              <a:gd name="connsiteX6950" fmla="*/ 2895791 w 3505200"/>
              <a:gd name="connsiteY6950" fmla="*/ 2671858 h 3505200"/>
              <a:gd name="connsiteX6951" fmla="*/ 2900458 w 3505200"/>
              <a:gd name="connsiteY6951" fmla="*/ 2667191 h 3505200"/>
              <a:gd name="connsiteX6952" fmla="*/ 2895791 w 3505200"/>
              <a:gd name="connsiteY6952" fmla="*/ 2662523 h 3505200"/>
              <a:gd name="connsiteX6953" fmla="*/ 2891123 w 3505200"/>
              <a:gd name="connsiteY6953" fmla="*/ 2667191 h 3505200"/>
              <a:gd name="connsiteX6954" fmla="*/ 2895791 w 3505200"/>
              <a:gd name="connsiteY6954" fmla="*/ 2671858 h 3505200"/>
              <a:gd name="connsiteX6955" fmla="*/ 2971991 w 3505200"/>
              <a:gd name="connsiteY6955" fmla="*/ 2671001 h 3505200"/>
              <a:gd name="connsiteX6956" fmla="*/ 2975801 w 3505200"/>
              <a:gd name="connsiteY6956" fmla="*/ 2667191 h 3505200"/>
              <a:gd name="connsiteX6957" fmla="*/ 2971991 w 3505200"/>
              <a:gd name="connsiteY6957" fmla="*/ 2663381 h 3505200"/>
              <a:gd name="connsiteX6958" fmla="*/ 2968181 w 3505200"/>
              <a:gd name="connsiteY6958" fmla="*/ 2667191 h 3505200"/>
              <a:gd name="connsiteX6959" fmla="*/ 2971991 w 3505200"/>
              <a:gd name="connsiteY6959" fmla="*/ 2671001 h 3505200"/>
              <a:gd name="connsiteX6960" fmla="*/ 3048191 w 3505200"/>
              <a:gd name="connsiteY6960" fmla="*/ 2669953 h 3505200"/>
              <a:gd name="connsiteX6961" fmla="*/ 3050953 w 3505200"/>
              <a:gd name="connsiteY6961" fmla="*/ 2667191 h 3505200"/>
              <a:gd name="connsiteX6962" fmla="*/ 3048191 w 3505200"/>
              <a:gd name="connsiteY6962" fmla="*/ 2664428 h 3505200"/>
              <a:gd name="connsiteX6963" fmla="*/ 3045428 w 3505200"/>
              <a:gd name="connsiteY6963" fmla="*/ 2667191 h 3505200"/>
              <a:gd name="connsiteX6964" fmla="*/ 3048191 w 3505200"/>
              <a:gd name="connsiteY6964" fmla="*/ 2669953 h 3505200"/>
              <a:gd name="connsiteX6965" fmla="*/ 3124391 w 3505200"/>
              <a:gd name="connsiteY6965" fmla="*/ 2669096 h 3505200"/>
              <a:gd name="connsiteX6966" fmla="*/ 3126296 w 3505200"/>
              <a:gd name="connsiteY6966" fmla="*/ 2667191 h 3505200"/>
              <a:gd name="connsiteX6967" fmla="*/ 3124391 w 3505200"/>
              <a:gd name="connsiteY6967" fmla="*/ 2665286 h 3505200"/>
              <a:gd name="connsiteX6968" fmla="*/ 3122486 w 3505200"/>
              <a:gd name="connsiteY6968" fmla="*/ 2667191 h 3505200"/>
              <a:gd name="connsiteX6969" fmla="*/ 3124391 w 3505200"/>
              <a:gd name="connsiteY6969" fmla="*/ 2669096 h 3505200"/>
              <a:gd name="connsiteX6970" fmla="*/ 3200591 w 3505200"/>
              <a:gd name="connsiteY6970" fmla="*/ 2668048 h 3505200"/>
              <a:gd name="connsiteX6971" fmla="*/ 3201448 w 3505200"/>
              <a:gd name="connsiteY6971" fmla="*/ 2667191 h 3505200"/>
              <a:gd name="connsiteX6972" fmla="*/ 3200591 w 3505200"/>
              <a:gd name="connsiteY6972" fmla="*/ 2666333 h 3505200"/>
              <a:gd name="connsiteX6973" fmla="*/ 3199733 w 3505200"/>
              <a:gd name="connsiteY6973" fmla="*/ 2667191 h 3505200"/>
              <a:gd name="connsiteX6974" fmla="*/ 3200591 w 3505200"/>
              <a:gd name="connsiteY6974" fmla="*/ 2668048 h 3505200"/>
              <a:gd name="connsiteX6975" fmla="*/ 304991 w 3505200"/>
              <a:gd name="connsiteY6975" fmla="*/ 2743581 h 3505200"/>
              <a:gd name="connsiteX6976" fmla="*/ 305181 w 3505200"/>
              <a:gd name="connsiteY6976" fmla="*/ 2743391 h 3505200"/>
              <a:gd name="connsiteX6977" fmla="*/ 304991 w 3505200"/>
              <a:gd name="connsiteY6977" fmla="*/ 2743200 h 3505200"/>
              <a:gd name="connsiteX6978" fmla="*/ 304800 w 3505200"/>
              <a:gd name="connsiteY6978" fmla="*/ 2743391 h 3505200"/>
              <a:gd name="connsiteX6979" fmla="*/ 304991 w 3505200"/>
              <a:gd name="connsiteY6979" fmla="*/ 2743581 h 3505200"/>
              <a:gd name="connsiteX6980" fmla="*/ 381191 w 3505200"/>
              <a:gd name="connsiteY6980" fmla="*/ 2744438 h 3505200"/>
              <a:gd name="connsiteX6981" fmla="*/ 382238 w 3505200"/>
              <a:gd name="connsiteY6981" fmla="*/ 2743391 h 3505200"/>
              <a:gd name="connsiteX6982" fmla="*/ 381191 w 3505200"/>
              <a:gd name="connsiteY6982" fmla="*/ 2742343 h 3505200"/>
              <a:gd name="connsiteX6983" fmla="*/ 380143 w 3505200"/>
              <a:gd name="connsiteY6983" fmla="*/ 2743391 h 3505200"/>
              <a:gd name="connsiteX6984" fmla="*/ 381191 w 3505200"/>
              <a:gd name="connsiteY6984" fmla="*/ 2744438 h 3505200"/>
              <a:gd name="connsiteX6985" fmla="*/ 457391 w 3505200"/>
              <a:gd name="connsiteY6985" fmla="*/ 2745486 h 3505200"/>
              <a:gd name="connsiteX6986" fmla="*/ 459486 w 3505200"/>
              <a:gd name="connsiteY6986" fmla="*/ 2743391 h 3505200"/>
              <a:gd name="connsiteX6987" fmla="*/ 457391 w 3505200"/>
              <a:gd name="connsiteY6987" fmla="*/ 2741295 h 3505200"/>
              <a:gd name="connsiteX6988" fmla="*/ 455295 w 3505200"/>
              <a:gd name="connsiteY6988" fmla="*/ 2743391 h 3505200"/>
              <a:gd name="connsiteX6989" fmla="*/ 457391 w 3505200"/>
              <a:gd name="connsiteY6989" fmla="*/ 2745486 h 3505200"/>
              <a:gd name="connsiteX6990" fmla="*/ 533591 w 3505200"/>
              <a:gd name="connsiteY6990" fmla="*/ 2746343 h 3505200"/>
              <a:gd name="connsiteX6991" fmla="*/ 536543 w 3505200"/>
              <a:gd name="connsiteY6991" fmla="*/ 2743391 h 3505200"/>
              <a:gd name="connsiteX6992" fmla="*/ 533591 w 3505200"/>
              <a:gd name="connsiteY6992" fmla="*/ 2740438 h 3505200"/>
              <a:gd name="connsiteX6993" fmla="*/ 530638 w 3505200"/>
              <a:gd name="connsiteY6993" fmla="*/ 2743391 h 3505200"/>
              <a:gd name="connsiteX6994" fmla="*/ 533591 w 3505200"/>
              <a:gd name="connsiteY6994" fmla="*/ 2746343 h 3505200"/>
              <a:gd name="connsiteX6995" fmla="*/ 609790 w 3505200"/>
              <a:gd name="connsiteY6995" fmla="*/ 2747201 h 3505200"/>
              <a:gd name="connsiteX6996" fmla="*/ 613601 w 3505200"/>
              <a:gd name="connsiteY6996" fmla="*/ 2743391 h 3505200"/>
              <a:gd name="connsiteX6997" fmla="*/ 609790 w 3505200"/>
              <a:gd name="connsiteY6997" fmla="*/ 2739581 h 3505200"/>
              <a:gd name="connsiteX6998" fmla="*/ 605981 w 3505200"/>
              <a:gd name="connsiteY6998" fmla="*/ 2743391 h 3505200"/>
              <a:gd name="connsiteX6999" fmla="*/ 609790 w 3505200"/>
              <a:gd name="connsiteY6999" fmla="*/ 2747201 h 3505200"/>
              <a:gd name="connsiteX7000" fmla="*/ 685990 w 3505200"/>
              <a:gd name="connsiteY7000" fmla="*/ 2748058 h 3505200"/>
              <a:gd name="connsiteX7001" fmla="*/ 690658 w 3505200"/>
              <a:gd name="connsiteY7001" fmla="*/ 2743391 h 3505200"/>
              <a:gd name="connsiteX7002" fmla="*/ 685990 w 3505200"/>
              <a:gd name="connsiteY7002" fmla="*/ 2738723 h 3505200"/>
              <a:gd name="connsiteX7003" fmla="*/ 681323 w 3505200"/>
              <a:gd name="connsiteY7003" fmla="*/ 2743391 h 3505200"/>
              <a:gd name="connsiteX7004" fmla="*/ 685990 w 3505200"/>
              <a:gd name="connsiteY7004" fmla="*/ 2748058 h 3505200"/>
              <a:gd name="connsiteX7005" fmla="*/ 762190 w 3505200"/>
              <a:gd name="connsiteY7005" fmla="*/ 2748915 h 3505200"/>
              <a:gd name="connsiteX7006" fmla="*/ 767715 w 3505200"/>
              <a:gd name="connsiteY7006" fmla="*/ 2743391 h 3505200"/>
              <a:gd name="connsiteX7007" fmla="*/ 762190 w 3505200"/>
              <a:gd name="connsiteY7007" fmla="*/ 2737866 h 3505200"/>
              <a:gd name="connsiteX7008" fmla="*/ 756666 w 3505200"/>
              <a:gd name="connsiteY7008" fmla="*/ 2743391 h 3505200"/>
              <a:gd name="connsiteX7009" fmla="*/ 762190 w 3505200"/>
              <a:gd name="connsiteY7009" fmla="*/ 2748915 h 3505200"/>
              <a:gd name="connsiteX7010" fmla="*/ 838390 w 3505200"/>
              <a:gd name="connsiteY7010" fmla="*/ 2749772 h 3505200"/>
              <a:gd name="connsiteX7011" fmla="*/ 844772 w 3505200"/>
              <a:gd name="connsiteY7011" fmla="*/ 2743391 h 3505200"/>
              <a:gd name="connsiteX7012" fmla="*/ 838390 w 3505200"/>
              <a:gd name="connsiteY7012" fmla="*/ 2737009 h 3505200"/>
              <a:gd name="connsiteX7013" fmla="*/ 832009 w 3505200"/>
              <a:gd name="connsiteY7013" fmla="*/ 2743391 h 3505200"/>
              <a:gd name="connsiteX7014" fmla="*/ 838390 w 3505200"/>
              <a:gd name="connsiteY7014" fmla="*/ 2749772 h 3505200"/>
              <a:gd name="connsiteX7015" fmla="*/ 914590 w 3505200"/>
              <a:gd name="connsiteY7015" fmla="*/ 2750630 h 3505200"/>
              <a:gd name="connsiteX7016" fmla="*/ 921734 w 3505200"/>
              <a:gd name="connsiteY7016" fmla="*/ 2743486 h 3505200"/>
              <a:gd name="connsiteX7017" fmla="*/ 914590 w 3505200"/>
              <a:gd name="connsiteY7017" fmla="*/ 2736342 h 3505200"/>
              <a:gd name="connsiteX7018" fmla="*/ 907447 w 3505200"/>
              <a:gd name="connsiteY7018" fmla="*/ 2743486 h 3505200"/>
              <a:gd name="connsiteX7019" fmla="*/ 914590 w 3505200"/>
              <a:gd name="connsiteY7019" fmla="*/ 2750630 h 3505200"/>
              <a:gd name="connsiteX7020" fmla="*/ 990790 w 3505200"/>
              <a:gd name="connsiteY7020" fmla="*/ 2751201 h 3505200"/>
              <a:gd name="connsiteX7021" fmla="*/ 998601 w 3505200"/>
              <a:gd name="connsiteY7021" fmla="*/ 2743391 h 3505200"/>
              <a:gd name="connsiteX7022" fmla="*/ 990790 w 3505200"/>
              <a:gd name="connsiteY7022" fmla="*/ 2735580 h 3505200"/>
              <a:gd name="connsiteX7023" fmla="*/ 982980 w 3505200"/>
              <a:gd name="connsiteY7023" fmla="*/ 2743391 h 3505200"/>
              <a:gd name="connsiteX7024" fmla="*/ 990790 w 3505200"/>
              <a:gd name="connsiteY7024" fmla="*/ 2751201 h 3505200"/>
              <a:gd name="connsiteX7025" fmla="*/ 1066991 w 3505200"/>
              <a:gd name="connsiteY7025" fmla="*/ 2752058 h 3505200"/>
              <a:gd name="connsiteX7026" fmla="*/ 1075658 w 3505200"/>
              <a:gd name="connsiteY7026" fmla="*/ 2743391 h 3505200"/>
              <a:gd name="connsiteX7027" fmla="*/ 1066991 w 3505200"/>
              <a:gd name="connsiteY7027" fmla="*/ 2734723 h 3505200"/>
              <a:gd name="connsiteX7028" fmla="*/ 1058323 w 3505200"/>
              <a:gd name="connsiteY7028" fmla="*/ 2743391 h 3505200"/>
              <a:gd name="connsiteX7029" fmla="*/ 1066991 w 3505200"/>
              <a:gd name="connsiteY7029" fmla="*/ 2752058 h 3505200"/>
              <a:gd name="connsiteX7030" fmla="*/ 1143191 w 3505200"/>
              <a:gd name="connsiteY7030" fmla="*/ 2752725 h 3505200"/>
              <a:gd name="connsiteX7031" fmla="*/ 1152525 w 3505200"/>
              <a:gd name="connsiteY7031" fmla="*/ 2743391 h 3505200"/>
              <a:gd name="connsiteX7032" fmla="*/ 1143191 w 3505200"/>
              <a:gd name="connsiteY7032" fmla="*/ 2734056 h 3505200"/>
              <a:gd name="connsiteX7033" fmla="*/ 1133856 w 3505200"/>
              <a:gd name="connsiteY7033" fmla="*/ 2743391 h 3505200"/>
              <a:gd name="connsiteX7034" fmla="*/ 1143191 w 3505200"/>
              <a:gd name="connsiteY7034" fmla="*/ 2752725 h 3505200"/>
              <a:gd name="connsiteX7035" fmla="*/ 1219391 w 3505200"/>
              <a:gd name="connsiteY7035" fmla="*/ 2753297 h 3505200"/>
              <a:gd name="connsiteX7036" fmla="*/ 1229297 w 3505200"/>
              <a:gd name="connsiteY7036" fmla="*/ 2743391 h 3505200"/>
              <a:gd name="connsiteX7037" fmla="*/ 1219391 w 3505200"/>
              <a:gd name="connsiteY7037" fmla="*/ 2733485 h 3505200"/>
              <a:gd name="connsiteX7038" fmla="*/ 1209485 w 3505200"/>
              <a:gd name="connsiteY7038" fmla="*/ 2743391 h 3505200"/>
              <a:gd name="connsiteX7039" fmla="*/ 1219391 w 3505200"/>
              <a:gd name="connsiteY7039" fmla="*/ 2753297 h 3505200"/>
              <a:gd name="connsiteX7040" fmla="*/ 1295591 w 3505200"/>
              <a:gd name="connsiteY7040" fmla="*/ 2753773 h 3505200"/>
              <a:gd name="connsiteX7041" fmla="*/ 1305973 w 3505200"/>
              <a:gd name="connsiteY7041" fmla="*/ 2743391 h 3505200"/>
              <a:gd name="connsiteX7042" fmla="*/ 1295591 w 3505200"/>
              <a:gd name="connsiteY7042" fmla="*/ 2733008 h 3505200"/>
              <a:gd name="connsiteX7043" fmla="*/ 1285208 w 3505200"/>
              <a:gd name="connsiteY7043" fmla="*/ 2743391 h 3505200"/>
              <a:gd name="connsiteX7044" fmla="*/ 1295591 w 3505200"/>
              <a:gd name="connsiteY7044" fmla="*/ 2753773 h 3505200"/>
              <a:gd name="connsiteX7045" fmla="*/ 1371791 w 3505200"/>
              <a:gd name="connsiteY7045" fmla="*/ 2754440 h 3505200"/>
              <a:gd name="connsiteX7046" fmla="*/ 1382744 w 3505200"/>
              <a:gd name="connsiteY7046" fmla="*/ 2743486 h 3505200"/>
              <a:gd name="connsiteX7047" fmla="*/ 1371791 w 3505200"/>
              <a:gd name="connsiteY7047" fmla="*/ 2732532 h 3505200"/>
              <a:gd name="connsiteX7048" fmla="*/ 1360837 w 3505200"/>
              <a:gd name="connsiteY7048" fmla="*/ 2743486 h 3505200"/>
              <a:gd name="connsiteX7049" fmla="*/ 1371791 w 3505200"/>
              <a:gd name="connsiteY7049" fmla="*/ 2754440 h 3505200"/>
              <a:gd name="connsiteX7050" fmla="*/ 1447991 w 3505200"/>
              <a:gd name="connsiteY7050" fmla="*/ 2754630 h 3505200"/>
              <a:gd name="connsiteX7051" fmla="*/ 1459230 w 3505200"/>
              <a:gd name="connsiteY7051" fmla="*/ 2743391 h 3505200"/>
              <a:gd name="connsiteX7052" fmla="*/ 1447991 w 3505200"/>
              <a:gd name="connsiteY7052" fmla="*/ 2732151 h 3505200"/>
              <a:gd name="connsiteX7053" fmla="*/ 1436751 w 3505200"/>
              <a:gd name="connsiteY7053" fmla="*/ 2743391 h 3505200"/>
              <a:gd name="connsiteX7054" fmla="*/ 1447991 w 3505200"/>
              <a:gd name="connsiteY7054" fmla="*/ 2754630 h 3505200"/>
              <a:gd name="connsiteX7055" fmla="*/ 1524191 w 3505200"/>
              <a:gd name="connsiteY7055" fmla="*/ 2755011 h 3505200"/>
              <a:gd name="connsiteX7056" fmla="*/ 1535811 w 3505200"/>
              <a:gd name="connsiteY7056" fmla="*/ 2743391 h 3505200"/>
              <a:gd name="connsiteX7057" fmla="*/ 1524191 w 3505200"/>
              <a:gd name="connsiteY7057" fmla="*/ 2731770 h 3505200"/>
              <a:gd name="connsiteX7058" fmla="*/ 1512570 w 3505200"/>
              <a:gd name="connsiteY7058" fmla="*/ 2743391 h 3505200"/>
              <a:gd name="connsiteX7059" fmla="*/ 1524191 w 3505200"/>
              <a:gd name="connsiteY7059" fmla="*/ 2755011 h 3505200"/>
              <a:gd name="connsiteX7060" fmla="*/ 1600391 w 3505200"/>
              <a:gd name="connsiteY7060" fmla="*/ 2755202 h 3505200"/>
              <a:gd name="connsiteX7061" fmla="*/ 1612202 w 3505200"/>
              <a:gd name="connsiteY7061" fmla="*/ 2743391 h 3505200"/>
              <a:gd name="connsiteX7062" fmla="*/ 1600391 w 3505200"/>
              <a:gd name="connsiteY7062" fmla="*/ 2731580 h 3505200"/>
              <a:gd name="connsiteX7063" fmla="*/ 1588580 w 3505200"/>
              <a:gd name="connsiteY7063" fmla="*/ 2743391 h 3505200"/>
              <a:gd name="connsiteX7064" fmla="*/ 1600391 w 3505200"/>
              <a:gd name="connsiteY7064" fmla="*/ 2755202 h 3505200"/>
              <a:gd name="connsiteX7065" fmla="*/ 1676591 w 3505200"/>
              <a:gd name="connsiteY7065" fmla="*/ 2755487 h 3505200"/>
              <a:gd name="connsiteX7066" fmla="*/ 1688592 w 3505200"/>
              <a:gd name="connsiteY7066" fmla="*/ 2743486 h 3505200"/>
              <a:gd name="connsiteX7067" fmla="*/ 1676591 w 3505200"/>
              <a:gd name="connsiteY7067" fmla="*/ 2731484 h 3505200"/>
              <a:gd name="connsiteX7068" fmla="*/ 1664589 w 3505200"/>
              <a:gd name="connsiteY7068" fmla="*/ 2743486 h 3505200"/>
              <a:gd name="connsiteX7069" fmla="*/ 1676591 w 3505200"/>
              <a:gd name="connsiteY7069" fmla="*/ 2755487 h 3505200"/>
              <a:gd name="connsiteX7070" fmla="*/ 1752791 w 3505200"/>
              <a:gd name="connsiteY7070" fmla="*/ 2755487 h 3505200"/>
              <a:gd name="connsiteX7071" fmla="*/ 1764792 w 3505200"/>
              <a:gd name="connsiteY7071" fmla="*/ 2743486 h 3505200"/>
              <a:gd name="connsiteX7072" fmla="*/ 1752791 w 3505200"/>
              <a:gd name="connsiteY7072" fmla="*/ 2731484 h 3505200"/>
              <a:gd name="connsiteX7073" fmla="*/ 1740789 w 3505200"/>
              <a:gd name="connsiteY7073" fmla="*/ 2743486 h 3505200"/>
              <a:gd name="connsiteX7074" fmla="*/ 1752791 w 3505200"/>
              <a:gd name="connsiteY7074" fmla="*/ 2755487 h 3505200"/>
              <a:gd name="connsiteX7075" fmla="*/ 1828991 w 3505200"/>
              <a:gd name="connsiteY7075" fmla="*/ 2755487 h 3505200"/>
              <a:gd name="connsiteX7076" fmla="*/ 1840992 w 3505200"/>
              <a:gd name="connsiteY7076" fmla="*/ 2743486 h 3505200"/>
              <a:gd name="connsiteX7077" fmla="*/ 1828991 w 3505200"/>
              <a:gd name="connsiteY7077" fmla="*/ 2731484 h 3505200"/>
              <a:gd name="connsiteX7078" fmla="*/ 1816989 w 3505200"/>
              <a:gd name="connsiteY7078" fmla="*/ 2743486 h 3505200"/>
              <a:gd name="connsiteX7079" fmla="*/ 1828991 w 3505200"/>
              <a:gd name="connsiteY7079" fmla="*/ 2755487 h 3505200"/>
              <a:gd name="connsiteX7080" fmla="*/ 1905191 w 3505200"/>
              <a:gd name="connsiteY7080" fmla="*/ 2755202 h 3505200"/>
              <a:gd name="connsiteX7081" fmla="*/ 1917002 w 3505200"/>
              <a:gd name="connsiteY7081" fmla="*/ 2743391 h 3505200"/>
              <a:gd name="connsiteX7082" fmla="*/ 1905191 w 3505200"/>
              <a:gd name="connsiteY7082" fmla="*/ 2731580 h 3505200"/>
              <a:gd name="connsiteX7083" fmla="*/ 1893380 w 3505200"/>
              <a:gd name="connsiteY7083" fmla="*/ 2743391 h 3505200"/>
              <a:gd name="connsiteX7084" fmla="*/ 1905191 w 3505200"/>
              <a:gd name="connsiteY7084" fmla="*/ 2755202 h 3505200"/>
              <a:gd name="connsiteX7085" fmla="*/ 1981391 w 3505200"/>
              <a:gd name="connsiteY7085" fmla="*/ 2755011 h 3505200"/>
              <a:gd name="connsiteX7086" fmla="*/ 1993011 w 3505200"/>
              <a:gd name="connsiteY7086" fmla="*/ 2743391 h 3505200"/>
              <a:gd name="connsiteX7087" fmla="*/ 1981391 w 3505200"/>
              <a:gd name="connsiteY7087" fmla="*/ 2731770 h 3505200"/>
              <a:gd name="connsiteX7088" fmla="*/ 1969770 w 3505200"/>
              <a:gd name="connsiteY7088" fmla="*/ 2743391 h 3505200"/>
              <a:gd name="connsiteX7089" fmla="*/ 1981391 w 3505200"/>
              <a:gd name="connsiteY7089" fmla="*/ 2755011 h 3505200"/>
              <a:gd name="connsiteX7090" fmla="*/ 2057591 w 3505200"/>
              <a:gd name="connsiteY7090" fmla="*/ 2754630 h 3505200"/>
              <a:gd name="connsiteX7091" fmla="*/ 2068830 w 3505200"/>
              <a:gd name="connsiteY7091" fmla="*/ 2743391 h 3505200"/>
              <a:gd name="connsiteX7092" fmla="*/ 2057591 w 3505200"/>
              <a:gd name="connsiteY7092" fmla="*/ 2732151 h 3505200"/>
              <a:gd name="connsiteX7093" fmla="*/ 2046351 w 3505200"/>
              <a:gd name="connsiteY7093" fmla="*/ 2743391 h 3505200"/>
              <a:gd name="connsiteX7094" fmla="*/ 2057591 w 3505200"/>
              <a:gd name="connsiteY7094" fmla="*/ 2754630 h 3505200"/>
              <a:gd name="connsiteX7095" fmla="*/ 2133791 w 3505200"/>
              <a:gd name="connsiteY7095" fmla="*/ 2754440 h 3505200"/>
              <a:gd name="connsiteX7096" fmla="*/ 2144744 w 3505200"/>
              <a:gd name="connsiteY7096" fmla="*/ 2743486 h 3505200"/>
              <a:gd name="connsiteX7097" fmla="*/ 2133791 w 3505200"/>
              <a:gd name="connsiteY7097" fmla="*/ 2732532 h 3505200"/>
              <a:gd name="connsiteX7098" fmla="*/ 2122837 w 3505200"/>
              <a:gd name="connsiteY7098" fmla="*/ 2743486 h 3505200"/>
              <a:gd name="connsiteX7099" fmla="*/ 2133791 w 3505200"/>
              <a:gd name="connsiteY7099" fmla="*/ 2754440 h 3505200"/>
              <a:gd name="connsiteX7100" fmla="*/ 2209991 w 3505200"/>
              <a:gd name="connsiteY7100" fmla="*/ 2753963 h 3505200"/>
              <a:gd name="connsiteX7101" fmla="*/ 2220563 w 3505200"/>
              <a:gd name="connsiteY7101" fmla="*/ 2743391 h 3505200"/>
              <a:gd name="connsiteX7102" fmla="*/ 2209991 w 3505200"/>
              <a:gd name="connsiteY7102" fmla="*/ 2732818 h 3505200"/>
              <a:gd name="connsiteX7103" fmla="*/ 2199418 w 3505200"/>
              <a:gd name="connsiteY7103" fmla="*/ 2743391 h 3505200"/>
              <a:gd name="connsiteX7104" fmla="*/ 2209991 w 3505200"/>
              <a:gd name="connsiteY7104" fmla="*/ 2753963 h 3505200"/>
              <a:gd name="connsiteX7105" fmla="*/ 2286191 w 3505200"/>
              <a:gd name="connsiteY7105" fmla="*/ 2753297 h 3505200"/>
              <a:gd name="connsiteX7106" fmla="*/ 2296097 w 3505200"/>
              <a:gd name="connsiteY7106" fmla="*/ 2743391 h 3505200"/>
              <a:gd name="connsiteX7107" fmla="*/ 2286191 w 3505200"/>
              <a:gd name="connsiteY7107" fmla="*/ 2733485 h 3505200"/>
              <a:gd name="connsiteX7108" fmla="*/ 2276285 w 3505200"/>
              <a:gd name="connsiteY7108" fmla="*/ 2743391 h 3505200"/>
              <a:gd name="connsiteX7109" fmla="*/ 2286191 w 3505200"/>
              <a:gd name="connsiteY7109" fmla="*/ 2753297 h 3505200"/>
              <a:gd name="connsiteX7110" fmla="*/ 2362391 w 3505200"/>
              <a:gd name="connsiteY7110" fmla="*/ 2752725 h 3505200"/>
              <a:gd name="connsiteX7111" fmla="*/ 2371725 w 3505200"/>
              <a:gd name="connsiteY7111" fmla="*/ 2743391 h 3505200"/>
              <a:gd name="connsiteX7112" fmla="*/ 2362391 w 3505200"/>
              <a:gd name="connsiteY7112" fmla="*/ 2734056 h 3505200"/>
              <a:gd name="connsiteX7113" fmla="*/ 2353056 w 3505200"/>
              <a:gd name="connsiteY7113" fmla="*/ 2743391 h 3505200"/>
              <a:gd name="connsiteX7114" fmla="*/ 2362391 w 3505200"/>
              <a:gd name="connsiteY7114" fmla="*/ 2752725 h 3505200"/>
              <a:gd name="connsiteX7115" fmla="*/ 2438591 w 3505200"/>
              <a:gd name="connsiteY7115" fmla="*/ 2752058 h 3505200"/>
              <a:gd name="connsiteX7116" fmla="*/ 2447258 w 3505200"/>
              <a:gd name="connsiteY7116" fmla="*/ 2743391 h 3505200"/>
              <a:gd name="connsiteX7117" fmla="*/ 2438591 w 3505200"/>
              <a:gd name="connsiteY7117" fmla="*/ 2734723 h 3505200"/>
              <a:gd name="connsiteX7118" fmla="*/ 2429923 w 3505200"/>
              <a:gd name="connsiteY7118" fmla="*/ 2743391 h 3505200"/>
              <a:gd name="connsiteX7119" fmla="*/ 2438591 w 3505200"/>
              <a:gd name="connsiteY7119" fmla="*/ 2752058 h 3505200"/>
              <a:gd name="connsiteX7120" fmla="*/ 2514791 w 3505200"/>
              <a:gd name="connsiteY7120" fmla="*/ 2751487 h 3505200"/>
              <a:gd name="connsiteX7121" fmla="*/ 2522791 w 3505200"/>
              <a:gd name="connsiteY7121" fmla="*/ 2743486 h 3505200"/>
              <a:gd name="connsiteX7122" fmla="*/ 2514791 w 3505200"/>
              <a:gd name="connsiteY7122" fmla="*/ 2735485 h 3505200"/>
              <a:gd name="connsiteX7123" fmla="*/ 2506790 w 3505200"/>
              <a:gd name="connsiteY7123" fmla="*/ 2743486 h 3505200"/>
              <a:gd name="connsiteX7124" fmla="*/ 2514791 w 3505200"/>
              <a:gd name="connsiteY7124" fmla="*/ 2751487 h 3505200"/>
              <a:gd name="connsiteX7125" fmla="*/ 2590991 w 3505200"/>
              <a:gd name="connsiteY7125" fmla="*/ 2750630 h 3505200"/>
              <a:gd name="connsiteX7126" fmla="*/ 2598134 w 3505200"/>
              <a:gd name="connsiteY7126" fmla="*/ 2743486 h 3505200"/>
              <a:gd name="connsiteX7127" fmla="*/ 2590991 w 3505200"/>
              <a:gd name="connsiteY7127" fmla="*/ 2736342 h 3505200"/>
              <a:gd name="connsiteX7128" fmla="*/ 2583847 w 3505200"/>
              <a:gd name="connsiteY7128" fmla="*/ 2743486 h 3505200"/>
              <a:gd name="connsiteX7129" fmla="*/ 2590991 w 3505200"/>
              <a:gd name="connsiteY7129" fmla="*/ 2750630 h 3505200"/>
              <a:gd name="connsiteX7130" fmla="*/ 2667191 w 3505200"/>
              <a:gd name="connsiteY7130" fmla="*/ 2749772 h 3505200"/>
              <a:gd name="connsiteX7131" fmla="*/ 2673572 w 3505200"/>
              <a:gd name="connsiteY7131" fmla="*/ 2743391 h 3505200"/>
              <a:gd name="connsiteX7132" fmla="*/ 2667191 w 3505200"/>
              <a:gd name="connsiteY7132" fmla="*/ 2737009 h 3505200"/>
              <a:gd name="connsiteX7133" fmla="*/ 2660809 w 3505200"/>
              <a:gd name="connsiteY7133" fmla="*/ 2743391 h 3505200"/>
              <a:gd name="connsiteX7134" fmla="*/ 2667191 w 3505200"/>
              <a:gd name="connsiteY7134" fmla="*/ 2749772 h 3505200"/>
              <a:gd name="connsiteX7135" fmla="*/ 2743391 w 3505200"/>
              <a:gd name="connsiteY7135" fmla="*/ 2749106 h 3505200"/>
              <a:gd name="connsiteX7136" fmla="*/ 2749106 w 3505200"/>
              <a:gd name="connsiteY7136" fmla="*/ 2743391 h 3505200"/>
              <a:gd name="connsiteX7137" fmla="*/ 2743391 w 3505200"/>
              <a:gd name="connsiteY7137" fmla="*/ 2737676 h 3505200"/>
              <a:gd name="connsiteX7138" fmla="*/ 2737676 w 3505200"/>
              <a:gd name="connsiteY7138" fmla="*/ 2743391 h 3505200"/>
              <a:gd name="connsiteX7139" fmla="*/ 2743391 w 3505200"/>
              <a:gd name="connsiteY7139" fmla="*/ 2749106 h 3505200"/>
              <a:gd name="connsiteX7140" fmla="*/ 2819591 w 3505200"/>
              <a:gd name="connsiteY7140" fmla="*/ 2748248 h 3505200"/>
              <a:gd name="connsiteX7141" fmla="*/ 2824448 w 3505200"/>
              <a:gd name="connsiteY7141" fmla="*/ 2743391 h 3505200"/>
              <a:gd name="connsiteX7142" fmla="*/ 2819591 w 3505200"/>
              <a:gd name="connsiteY7142" fmla="*/ 2738533 h 3505200"/>
              <a:gd name="connsiteX7143" fmla="*/ 2814733 w 3505200"/>
              <a:gd name="connsiteY7143" fmla="*/ 2743391 h 3505200"/>
              <a:gd name="connsiteX7144" fmla="*/ 2819591 w 3505200"/>
              <a:gd name="connsiteY7144" fmla="*/ 2748248 h 3505200"/>
              <a:gd name="connsiteX7145" fmla="*/ 2895791 w 3505200"/>
              <a:gd name="connsiteY7145" fmla="*/ 2747391 h 3505200"/>
              <a:gd name="connsiteX7146" fmla="*/ 2899791 w 3505200"/>
              <a:gd name="connsiteY7146" fmla="*/ 2743391 h 3505200"/>
              <a:gd name="connsiteX7147" fmla="*/ 2895791 w 3505200"/>
              <a:gd name="connsiteY7147" fmla="*/ 2739390 h 3505200"/>
              <a:gd name="connsiteX7148" fmla="*/ 2891790 w 3505200"/>
              <a:gd name="connsiteY7148" fmla="*/ 2743391 h 3505200"/>
              <a:gd name="connsiteX7149" fmla="*/ 2895791 w 3505200"/>
              <a:gd name="connsiteY7149" fmla="*/ 2747391 h 3505200"/>
              <a:gd name="connsiteX7150" fmla="*/ 2971991 w 3505200"/>
              <a:gd name="connsiteY7150" fmla="*/ 2746343 h 3505200"/>
              <a:gd name="connsiteX7151" fmla="*/ 2974943 w 3505200"/>
              <a:gd name="connsiteY7151" fmla="*/ 2743391 h 3505200"/>
              <a:gd name="connsiteX7152" fmla="*/ 2971991 w 3505200"/>
              <a:gd name="connsiteY7152" fmla="*/ 2740438 h 3505200"/>
              <a:gd name="connsiteX7153" fmla="*/ 2969038 w 3505200"/>
              <a:gd name="connsiteY7153" fmla="*/ 2743391 h 3505200"/>
              <a:gd name="connsiteX7154" fmla="*/ 2971991 w 3505200"/>
              <a:gd name="connsiteY7154" fmla="*/ 2746343 h 3505200"/>
              <a:gd name="connsiteX7155" fmla="*/ 3048191 w 3505200"/>
              <a:gd name="connsiteY7155" fmla="*/ 2745486 h 3505200"/>
              <a:gd name="connsiteX7156" fmla="*/ 3050286 w 3505200"/>
              <a:gd name="connsiteY7156" fmla="*/ 2743391 h 3505200"/>
              <a:gd name="connsiteX7157" fmla="*/ 3048191 w 3505200"/>
              <a:gd name="connsiteY7157" fmla="*/ 2741295 h 3505200"/>
              <a:gd name="connsiteX7158" fmla="*/ 3046095 w 3505200"/>
              <a:gd name="connsiteY7158" fmla="*/ 2743391 h 3505200"/>
              <a:gd name="connsiteX7159" fmla="*/ 3048191 w 3505200"/>
              <a:gd name="connsiteY7159" fmla="*/ 2745486 h 3505200"/>
              <a:gd name="connsiteX7160" fmla="*/ 3124391 w 3505200"/>
              <a:gd name="connsiteY7160" fmla="*/ 2744724 h 3505200"/>
              <a:gd name="connsiteX7161" fmla="*/ 3125629 w 3505200"/>
              <a:gd name="connsiteY7161" fmla="*/ 2743486 h 3505200"/>
              <a:gd name="connsiteX7162" fmla="*/ 3124391 w 3505200"/>
              <a:gd name="connsiteY7162" fmla="*/ 2742248 h 3505200"/>
              <a:gd name="connsiteX7163" fmla="*/ 3123153 w 3505200"/>
              <a:gd name="connsiteY7163" fmla="*/ 2743486 h 3505200"/>
              <a:gd name="connsiteX7164" fmla="*/ 3124391 w 3505200"/>
              <a:gd name="connsiteY7164" fmla="*/ 2744724 h 3505200"/>
              <a:gd name="connsiteX7165" fmla="*/ 3200591 w 3505200"/>
              <a:gd name="connsiteY7165" fmla="*/ 2743581 h 3505200"/>
              <a:gd name="connsiteX7166" fmla="*/ 3200781 w 3505200"/>
              <a:gd name="connsiteY7166" fmla="*/ 2743391 h 3505200"/>
              <a:gd name="connsiteX7167" fmla="*/ 3200591 w 3505200"/>
              <a:gd name="connsiteY7167" fmla="*/ 2743200 h 3505200"/>
              <a:gd name="connsiteX7168" fmla="*/ 3200400 w 3505200"/>
              <a:gd name="connsiteY7168" fmla="*/ 2743391 h 3505200"/>
              <a:gd name="connsiteX7169" fmla="*/ 3200591 w 3505200"/>
              <a:gd name="connsiteY7169" fmla="*/ 2743581 h 3505200"/>
              <a:gd name="connsiteX7170" fmla="*/ 381191 w 3505200"/>
              <a:gd name="connsiteY7170" fmla="*/ 2820067 h 3505200"/>
              <a:gd name="connsiteX7171" fmla="*/ 381572 w 3505200"/>
              <a:gd name="connsiteY7171" fmla="*/ 2819686 h 3505200"/>
              <a:gd name="connsiteX7172" fmla="*/ 381191 w 3505200"/>
              <a:gd name="connsiteY7172" fmla="*/ 2819305 h 3505200"/>
              <a:gd name="connsiteX7173" fmla="*/ 380810 w 3505200"/>
              <a:gd name="connsiteY7173" fmla="*/ 2819686 h 3505200"/>
              <a:gd name="connsiteX7174" fmla="*/ 381191 w 3505200"/>
              <a:gd name="connsiteY7174" fmla="*/ 2820067 h 3505200"/>
              <a:gd name="connsiteX7175" fmla="*/ 457391 w 3505200"/>
              <a:gd name="connsiteY7175" fmla="*/ 2820924 h 3505200"/>
              <a:gd name="connsiteX7176" fmla="*/ 458629 w 3505200"/>
              <a:gd name="connsiteY7176" fmla="*/ 2819686 h 3505200"/>
              <a:gd name="connsiteX7177" fmla="*/ 457391 w 3505200"/>
              <a:gd name="connsiteY7177" fmla="*/ 2818448 h 3505200"/>
              <a:gd name="connsiteX7178" fmla="*/ 456152 w 3505200"/>
              <a:gd name="connsiteY7178" fmla="*/ 2819686 h 3505200"/>
              <a:gd name="connsiteX7179" fmla="*/ 457391 w 3505200"/>
              <a:gd name="connsiteY7179" fmla="*/ 2820924 h 3505200"/>
              <a:gd name="connsiteX7180" fmla="*/ 533591 w 3505200"/>
              <a:gd name="connsiteY7180" fmla="*/ 2821686 h 3505200"/>
              <a:gd name="connsiteX7181" fmla="*/ 535686 w 3505200"/>
              <a:gd name="connsiteY7181" fmla="*/ 2819591 h 3505200"/>
              <a:gd name="connsiteX7182" fmla="*/ 533591 w 3505200"/>
              <a:gd name="connsiteY7182" fmla="*/ 2817495 h 3505200"/>
              <a:gd name="connsiteX7183" fmla="*/ 531495 w 3505200"/>
              <a:gd name="connsiteY7183" fmla="*/ 2819591 h 3505200"/>
              <a:gd name="connsiteX7184" fmla="*/ 533591 w 3505200"/>
              <a:gd name="connsiteY7184" fmla="*/ 2821686 h 3505200"/>
              <a:gd name="connsiteX7185" fmla="*/ 609790 w 3505200"/>
              <a:gd name="connsiteY7185" fmla="*/ 2822734 h 3505200"/>
              <a:gd name="connsiteX7186" fmla="*/ 612934 w 3505200"/>
              <a:gd name="connsiteY7186" fmla="*/ 2819591 h 3505200"/>
              <a:gd name="connsiteX7187" fmla="*/ 609790 w 3505200"/>
              <a:gd name="connsiteY7187" fmla="*/ 2816447 h 3505200"/>
              <a:gd name="connsiteX7188" fmla="*/ 606647 w 3505200"/>
              <a:gd name="connsiteY7188" fmla="*/ 2819591 h 3505200"/>
              <a:gd name="connsiteX7189" fmla="*/ 609790 w 3505200"/>
              <a:gd name="connsiteY7189" fmla="*/ 2822734 h 3505200"/>
              <a:gd name="connsiteX7190" fmla="*/ 685990 w 3505200"/>
              <a:gd name="connsiteY7190" fmla="*/ 2823591 h 3505200"/>
              <a:gd name="connsiteX7191" fmla="*/ 689991 w 3505200"/>
              <a:gd name="connsiteY7191" fmla="*/ 2819591 h 3505200"/>
              <a:gd name="connsiteX7192" fmla="*/ 685990 w 3505200"/>
              <a:gd name="connsiteY7192" fmla="*/ 2815590 h 3505200"/>
              <a:gd name="connsiteX7193" fmla="*/ 681990 w 3505200"/>
              <a:gd name="connsiteY7193" fmla="*/ 2819591 h 3505200"/>
              <a:gd name="connsiteX7194" fmla="*/ 685990 w 3505200"/>
              <a:gd name="connsiteY7194" fmla="*/ 2823591 h 3505200"/>
              <a:gd name="connsiteX7195" fmla="*/ 762190 w 3505200"/>
              <a:gd name="connsiteY7195" fmla="*/ 2824258 h 3505200"/>
              <a:gd name="connsiteX7196" fmla="*/ 766858 w 3505200"/>
              <a:gd name="connsiteY7196" fmla="*/ 2819591 h 3505200"/>
              <a:gd name="connsiteX7197" fmla="*/ 762190 w 3505200"/>
              <a:gd name="connsiteY7197" fmla="*/ 2814923 h 3505200"/>
              <a:gd name="connsiteX7198" fmla="*/ 757523 w 3505200"/>
              <a:gd name="connsiteY7198" fmla="*/ 2819591 h 3505200"/>
              <a:gd name="connsiteX7199" fmla="*/ 762190 w 3505200"/>
              <a:gd name="connsiteY7199" fmla="*/ 2824258 h 3505200"/>
              <a:gd name="connsiteX7200" fmla="*/ 838390 w 3505200"/>
              <a:gd name="connsiteY7200" fmla="*/ 2825115 h 3505200"/>
              <a:gd name="connsiteX7201" fmla="*/ 843915 w 3505200"/>
              <a:gd name="connsiteY7201" fmla="*/ 2819591 h 3505200"/>
              <a:gd name="connsiteX7202" fmla="*/ 838390 w 3505200"/>
              <a:gd name="connsiteY7202" fmla="*/ 2814066 h 3505200"/>
              <a:gd name="connsiteX7203" fmla="*/ 832866 w 3505200"/>
              <a:gd name="connsiteY7203" fmla="*/ 2819591 h 3505200"/>
              <a:gd name="connsiteX7204" fmla="*/ 838390 w 3505200"/>
              <a:gd name="connsiteY7204" fmla="*/ 2825115 h 3505200"/>
              <a:gd name="connsiteX7205" fmla="*/ 914590 w 3505200"/>
              <a:gd name="connsiteY7205" fmla="*/ 2825972 h 3505200"/>
              <a:gd name="connsiteX7206" fmla="*/ 920972 w 3505200"/>
              <a:gd name="connsiteY7206" fmla="*/ 2819591 h 3505200"/>
              <a:gd name="connsiteX7207" fmla="*/ 914590 w 3505200"/>
              <a:gd name="connsiteY7207" fmla="*/ 2813209 h 3505200"/>
              <a:gd name="connsiteX7208" fmla="*/ 908209 w 3505200"/>
              <a:gd name="connsiteY7208" fmla="*/ 2819591 h 3505200"/>
              <a:gd name="connsiteX7209" fmla="*/ 914590 w 3505200"/>
              <a:gd name="connsiteY7209" fmla="*/ 2825972 h 3505200"/>
              <a:gd name="connsiteX7210" fmla="*/ 990790 w 3505200"/>
              <a:gd name="connsiteY7210" fmla="*/ 2826544 h 3505200"/>
              <a:gd name="connsiteX7211" fmla="*/ 997744 w 3505200"/>
              <a:gd name="connsiteY7211" fmla="*/ 2819591 h 3505200"/>
              <a:gd name="connsiteX7212" fmla="*/ 990790 w 3505200"/>
              <a:gd name="connsiteY7212" fmla="*/ 2812637 h 3505200"/>
              <a:gd name="connsiteX7213" fmla="*/ 983837 w 3505200"/>
              <a:gd name="connsiteY7213" fmla="*/ 2819591 h 3505200"/>
              <a:gd name="connsiteX7214" fmla="*/ 990790 w 3505200"/>
              <a:gd name="connsiteY7214" fmla="*/ 2826544 h 3505200"/>
              <a:gd name="connsiteX7215" fmla="*/ 1066991 w 3505200"/>
              <a:gd name="connsiteY7215" fmla="*/ 2827211 h 3505200"/>
              <a:gd name="connsiteX7216" fmla="*/ 1074611 w 3505200"/>
              <a:gd name="connsiteY7216" fmla="*/ 2819591 h 3505200"/>
              <a:gd name="connsiteX7217" fmla="*/ 1066991 w 3505200"/>
              <a:gd name="connsiteY7217" fmla="*/ 2811971 h 3505200"/>
              <a:gd name="connsiteX7218" fmla="*/ 1059371 w 3505200"/>
              <a:gd name="connsiteY7218" fmla="*/ 2819591 h 3505200"/>
              <a:gd name="connsiteX7219" fmla="*/ 1066991 w 3505200"/>
              <a:gd name="connsiteY7219" fmla="*/ 2827211 h 3505200"/>
              <a:gd name="connsiteX7220" fmla="*/ 1143191 w 3505200"/>
              <a:gd name="connsiteY7220" fmla="*/ 2827878 h 3505200"/>
              <a:gd name="connsiteX7221" fmla="*/ 1151477 w 3505200"/>
              <a:gd name="connsiteY7221" fmla="*/ 2819591 h 3505200"/>
              <a:gd name="connsiteX7222" fmla="*/ 1143191 w 3505200"/>
              <a:gd name="connsiteY7222" fmla="*/ 2811304 h 3505200"/>
              <a:gd name="connsiteX7223" fmla="*/ 1134904 w 3505200"/>
              <a:gd name="connsiteY7223" fmla="*/ 2819591 h 3505200"/>
              <a:gd name="connsiteX7224" fmla="*/ 1143191 w 3505200"/>
              <a:gd name="connsiteY7224" fmla="*/ 2827878 h 3505200"/>
              <a:gd name="connsiteX7225" fmla="*/ 1219391 w 3505200"/>
              <a:gd name="connsiteY7225" fmla="*/ 2828449 h 3505200"/>
              <a:gd name="connsiteX7226" fmla="*/ 1228249 w 3505200"/>
              <a:gd name="connsiteY7226" fmla="*/ 2819591 h 3505200"/>
              <a:gd name="connsiteX7227" fmla="*/ 1219391 w 3505200"/>
              <a:gd name="connsiteY7227" fmla="*/ 2810732 h 3505200"/>
              <a:gd name="connsiteX7228" fmla="*/ 1210532 w 3505200"/>
              <a:gd name="connsiteY7228" fmla="*/ 2819591 h 3505200"/>
              <a:gd name="connsiteX7229" fmla="*/ 1219391 w 3505200"/>
              <a:gd name="connsiteY7229" fmla="*/ 2828449 h 3505200"/>
              <a:gd name="connsiteX7230" fmla="*/ 1295591 w 3505200"/>
              <a:gd name="connsiteY7230" fmla="*/ 2828925 h 3505200"/>
              <a:gd name="connsiteX7231" fmla="*/ 1304925 w 3505200"/>
              <a:gd name="connsiteY7231" fmla="*/ 2819591 h 3505200"/>
              <a:gd name="connsiteX7232" fmla="*/ 1295591 w 3505200"/>
              <a:gd name="connsiteY7232" fmla="*/ 2810256 h 3505200"/>
              <a:gd name="connsiteX7233" fmla="*/ 1286256 w 3505200"/>
              <a:gd name="connsiteY7233" fmla="*/ 2819591 h 3505200"/>
              <a:gd name="connsiteX7234" fmla="*/ 1295591 w 3505200"/>
              <a:gd name="connsiteY7234" fmla="*/ 2828925 h 3505200"/>
              <a:gd name="connsiteX7235" fmla="*/ 1371791 w 3505200"/>
              <a:gd name="connsiteY7235" fmla="*/ 2829306 h 3505200"/>
              <a:gd name="connsiteX7236" fmla="*/ 1381506 w 3505200"/>
              <a:gd name="connsiteY7236" fmla="*/ 2819591 h 3505200"/>
              <a:gd name="connsiteX7237" fmla="*/ 1371791 w 3505200"/>
              <a:gd name="connsiteY7237" fmla="*/ 2809875 h 3505200"/>
              <a:gd name="connsiteX7238" fmla="*/ 1362075 w 3505200"/>
              <a:gd name="connsiteY7238" fmla="*/ 2819591 h 3505200"/>
              <a:gd name="connsiteX7239" fmla="*/ 1371791 w 3505200"/>
              <a:gd name="connsiteY7239" fmla="*/ 2829306 h 3505200"/>
              <a:gd name="connsiteX7240" fmla="*/ 1447991 w 3505200"/>
              <a:gd name="connsiteY7240" fmla="*/ 2829782 h 3505200"/>
              <a:gd name="connsiteX7241" fmla="*/ 1458087 w 3505200"/>
              <a:gd name="connsiteY7241" fmla="*/ 2819686 h 3505200"/>
              <a:gd name="connsiteX7242" fmla="*/ 1447991 w 3505200"/>
              <a:gd name="connsiteY7242" fmla="*/ 2809589 h 3505200"/>
              <a:gd name="connsiteX7243" fmla="*/ 1437894 w 3505200"/>
              <a:gd name="connsiteY7243" fmla="*/ 2819686 h 3505200"/>
              <a:gd name="connsiteX7244" fmla="*/ 1447991 w 3505200"/>
              <a:gd name="connsiteY7244" fmla="*/ 2829782 h 3505200"/>
              <a:gd name="connsiteX7245" fmla="*/ 1524191 w 3505200"/>
              <a:gd name="connsiteY7245" fmla="*/ 2829973 h 3505200"/>
              <a:gd name="connsiteX7246" fmla="*/ 1534573 w 3505200"/>
              <a:gd name="connsiteY7246" fmla="*/ 2819591 h 3505200"/>
              <a:gd name="connsiteX7247" fmla="*/ 1524191 w 3505200"/>
              <a:gd name="connsiteY7247" fmla="*/ 2809208 h 3505200"/>
              <a:gd name="connsiteX7248" fmla="*/ 1513808 w 3505200"/>
              <a:gd name="connsiteY7248" fmla="*/ 2819591 h 3505200"/>
              <a:gd name="connsiteX7249" fmla="*/ 1524191 w 3505200"/>
              <a:gd name="connsiteY7249" fmla="*/ 2829973 h 3505200"/>
              <a:gd name="connsiteX7250" fmla="*/ 1600391 w 3505200"/>
              <a:gd name="connsiteY7250" fmla="*/ 2830354 h 3505200"/>
              <a:gd name="connsiteX7251" fmla="*/ 1611154 w 3505200"/>
              <a:gd name="connsiteY7251" fmla="*/ 2819591 h 3505200"/>
              <a:gd name="connsiteX7252" fmla="*/ 1600391 w 3505200"/>
              <a:gd name="connsiteY7252" fmla="*/ 2808828 h 3505200"/>
              <a:gd name="connsiteX7253" fmla="*/ 1589627 w 3505200"/>
              <a:gd name="connsiteY7253" fmla="*/ 2819591 h 3505200"/>
              <a:gd name="connsiteX7254" fmla="*/ 1600391 w 3505200"/>
              <a:gd name="connsiteY7254" fmla="*/ 2830354 h 3505200"/>
              <a:gd name="connsiteX7255" fmla="*/ 1676591 w 3505200"/>
              <a:gd name="connsiteY7255" fmla="*/ 2830354 h 3505200"/>
              <a:gd name="connsiteX7256" fmla="*/ 1687354 w 3505200"/>
              <a:gd name="connsiteY7256" fmla="*/ 2819591 h 3505200"/>
              <a:gd name="connsiteX7257" fmla="*/ 1676591 w 3505200"/>
              <a:gd name="connsiteY7257" fmla="*/ 2808828 h 3505200"/>
              <a:gd name="connsiteX7258" fmla="*/ 1665827 w 3505200"/>
              <a:gd name="connsiteY7258" fmla="*/ 2819591 h 3505200"/>
              <a:gd name="connsiteX7259" fmla="*/ 1676591 w 3505200"/>
              <a:gd name="connsiteY7259" fmla="*/ 2830354 h 3505200"/>
              <a:gd name="connsiteX7260" fmla="*/ 1752791 w 3505200"/>
              <a:gd name="connsiteY7260" fmla="*/ 2830354 h 3505200"/>
              <a:gd name="connsiteX7261" fmla="*/ 1763554 w 3505200"/>
              <a:gd name="connsiteY7261" fmla="*/ 2819591 h 3505200"/>
              <a:gd name="connsiteX7262" fmla="*/ 1752791 w 3505200"/>
              <a:gd name="connsiteY7262" fmla="*/ 2808828 h 3505200"/>
              <a:gd name="connsiteX7263" fmla="*/ 1742027 w 3505200"/>
              <a:gd name="connsiteY7263" fmla="*/ 2819591 h 3505200"/>
              <a:gd name="connsiteX7264" fmla="*/ 1752791 w 3505200"/>
              <a:gd name="connsiteY7264" fmla="*/ 2830354 h 3505200"/>
              <a:gd name="connsiteX7265" fmla="*/ 1828991 w 3505200"/>
              <a:gd name="connsiteY7265" fmla="*/ 2830354 h 3505200"/>
              <a:gd name="connsiteX7266" fmla="*/ 1839754 w 3505200"/>
              <a:gd name="connsiteY7266" fmla="*/ 2819591 h 3505200"/>
              <a:gd name="connsiteX7267" fmla="*/ 1828991 w 3505200"/>
              <a:gd name="connsiteY7267" fmla="*/ 2808828 h 3505200"/>
              <a:gd name="connsiteX7268" fmla="*/ 1818227 w 3505200"/>
              <a:gd name="connsiteY7268" fmla="*/ 2819591 h 3505200"/>
              <a:gd name="connsiteX7269" fmla="*/ 1828991 w 3505200"/>
              <a:gd name="connsiteY7269" fmla="*/ 2830354 h 3505200"/>
              <a:gd name="connsiteX7270" fmla="*/ 1905191 w 3505200"/>
              <a:gd name="connsiteY7270" fmla="*/ 2830354 h 3505200"/>
              <a:gd name="connsiteX7271" fmla="*/ 1915954 w 3505200"/>
              <a:gd name="connsiteY7271" fmla="*/ 2819591 h 3505200"/>
              <a:gd name="connsiteX7272" fmla="*/ 1905191 w 3505200"/>
              <a:gd name="connsiteY7272" fmla="*/ 2808828 h 3505200"/>
              <a:gd name="connsiteX7273" fmla="*/ 1894427 w 3505200"/>
              <a:gd name="connsiteY7273" fmla="*/ 2819591 h 3505200"/>
              <a:gd name="connsiteX7274" fmla="*/ 1905191 w 3505200"/>
              <a:gd name="connsiteY7274" fmla="*/ 2830354 h 3505200"/>
              <a:gd name="connsiteX7275" fmla="*/ 1981391 w 3505200"/>
              <a:gd name="connsiteY7275" fmla="*/ 2829973 h 3505200"/>
              <a:gd name="connsiteX7276" fmla="*/ 1991773 w 3505200"/>
              <a:gd name="connsiteY7276" fmla="*/ 2819591 h 3505200"/>
              <a:gd name="connsiteX7277" fmla="*/ 1981391 w 3505200"/>
              <a:gd name="connsiteY7277" fmla="*/ 2809208 h 3505200"/>
              <a:gd name="connsiteX7278" fmla="*/ 1971008 w 3505200"/>
              <a:gd name="connsiteY7278" fmla="*/ 2819591 h 3505200"/>
              <a:gd name="connsiteX7279" fmla="*/ 1981391 w 3505200"/>
              <a:gd name="connsiteY7279" fmla="*/ 2829973 h 3505200"/>
              <a:gd name="connsiteX7280" fmla="*/ 2057591 w 3505200"/>
              <a:gd name="connsiteY7280" fmla="*/ 2829782 h 3505200"/>
              <a:gd name="connsiteX7281" fmla="*/ 2067687 w 3505200"/>
              <a:gd name="connsiteY7281" fmla="*/ 2819686 h 3505200"/>
              <a:gd name="connsiteX7282" fmla="*/ 2057591 w 3505200"/>
              <a:gd name="connsiteY7282" fmla="*/ 2809589 h 3505200"/>
              <a:gd name="connsiteX7283" fmla="*/ 2047494 w 3505200"/>
              <a:gd name="connsiteY7283" fmla="*/ 2819686 h 3505200"/>
              <a:gd name="connsiteX7284" fmla="*/ 2057591 w 3505200"/>
              <a:gd name="connsiteY7284" fmla="*/ 2829782 h 3505200"/>
              <a:gd name="connsiteX7285" fmla="*/ 2133791 w 3505200"/>
              <a:gd name="connsiteY7285" fmla="*/ 2829497 h 3505200"/>
              <a:gd name="connsiteX7286" fmla="*/ 2143697 w 3505200"/>
              <a:gd name="connsiteY7286" fmla="*/ 2819591 h 3505200"/>
              <a:gd name="connsiteX7287" fmla="*/ 2133791 w 3505200"/>
              <a:gd name="connsiteY7287" fmla="*/ 2809685 h 3505200"/>
              <a:gd name="connsiteX7288" fmla="*/ 2123885 w 3505200"/>
              <a:gd name="connsiteY7288" fmla="*/ 2819591 h 3505200"/>
              <a:gd name="connsiteX7289" fmla="*/ 2133791 w 3505200"/>
              <a:gd name="connsiteY7289" fmla="*/ 2829497 h 3505200"/>
              <a:gd name="connsiteX7290" fmla="*/ 2209991 w 3505200"/>
              <a:gd name="connsiteY7290" fmla="*/ 2828925 h 3505200"/>
              <a:gd name="connsiteX7291" fmla="*/ 2219325 w 3505200"/>
              <a:gd name="connsiteY7291" fmla="*/ 2819591 h 3505200"/>
              <a:gd name="connsiteX7292" fmla="*/ 2209991 w 3505200"/>
              <a:gd name="connsiteY7292" fmla="*/ 2810256 h 3505200"/>
              <a:gd name="connsiteX7293" fmla="*/ 2200656 w 3505200"/>
              <a:gd name="connsiteY7293" fmla="*/ 2819591 h 3505200"/>
              <a:gd name="connsiteX7294" fmla="*/ 2209991 w 3505200"/>
              <a:gd name="connsiteY7294" fmla="*/ 2828925 h 3505200"/>
              <a:gd name="connsiteX7295" fmla="*/ 2286191 w 3505200"/>
              <a:gd name="connsiteY7295" fmla="*/ 2828449 h 3505200"/>
              <a:gd name="connsiteX7296" fmla="*/ 2295049 w 3505200"/>
              <a:gd name="connsiteY7296" fmla="*/ 2819591 h 3505200"/>
              <a:gd name="connsiteX7297" fmla="*/ 2286191 w 3505200"/>
              <a:gd name="connsiteY7297" fmla="*/ 2810732 h 3505200"/>
              <a:gd name="connsiteX7298" fmla="*/ 2277332 w 3505200"/>
              <a:gd name="connsiteY7298" fmla="*/ 2819591 h 3505200"/>
              <a:gd name="connsiteX7299" fmla="*/ 2286191 w 3505200"/>
              <a:gd name="connsiteY7299" fmla="*/ 2828449 h 3505200"/>
              <a:gd name="connsiteX7300" fmla="*/ 2362391 w 3505200"/>
              <a:gd name="connsiteY7300" fmla="*/ 2827878 h 3505200"/>
              <a:gd name="connsiteX7301" fmla="*/ 2370677 w 3505200"/>
              <a:gd name="connsiteY7301" fmla="*/ 2819591 h 3505200"/>
              <a:gd name="connsiteX7302" fmla="*/ 2362391 w 3505200"/>
              <a:gd name="connsiteY7302" fmla="*/ 2811304 h 3505200"/>
              <a:gd name="connsiteX7303" fmla="*/ 2354104 w 3505200"/>
              <a:gd name="connsiteY7303" fmla="*/ 2819591 h 3505200"/>
              <a:gd name="connsiteX7304" fmla="*/ 2362391 w 3505200"/>
              <a:gd name="connsiteY7304" fmla="*/ 2827878 h 3505200"/>
              <a:gd name="connsiteX7305" fmla="*/ 2438591 w 3505200"/>
              <a:gd name="connsiteY7305" fmla="*/ 2827211 h 3505200"/>
              <a:gd name="connsiteX7306" fmla="*/ 2446211 w 3505200"/>
              <a:gd name="connsiteY7306" fmla="*/ 2819591 h 3505200"/>
              <a:gd name="connsiteX7307" fmla="*/ 2438591 w 3505200"/>
              <a:gd name="connsiteY7307" fmla="*/ 2811971 h 3505200"/>
              <a:gd name="connsiteX7308" fmla="*/ 2430971 w 3505200"/>
              <a:gd name="connsiteY7308" fmla="*/ 2819591 h 3505200"/>
              <a:gd name="connsiteX7309" fmla="*/ 2438591 w 3505200"/>
              <a:gd name="connsiteY7309" fmla="*/ 2827211 h 3505200"/>
              <a:gd name="connsiteX7310" fmla="*/ 2514791 w 3505200"/>
              <a:gd name="connsiteY7310" fmla="*/ 2826544 h 3505200"/>
              <a:gd name="connsiteX7311" fmla="*/ 2521744 w 3505200"/>
              <a:gd name="connsiteY7311" fmla="*/ 2819591 h 3505200"/>
              <a:gd name="connsiteX7312" fmla="*/ 2514791 w 3505200"/>
              <a:gd name="connsiteY7312" fmla="*/ 2812637 h 3505200"/>
              <a:gd name="connsiteX7313" fmla="*/ 2507837 w 3505200"/>
              <a:gd name="connsiteY7313" fmla="*/ 2819591 h 3505200"/>
              <a:gd name="connsiteX7314" fmla="*/ 2514791 w 3505200"/>
              <a:gd name="connsiteY7314" fmla="*/ 2826544 h 3505200"/>
              <a:gd name="connsiteX7315" fmla="*/ 2590991 w 3505200"/>
              <a:gd name="connsiteY7315" fmla="*/ 2825972 h 3505200"/>
              <a:gd name="connsiteX7316" fmla="*/ 2597372 w 3505200"/>
              <a:gd name="connsiteY7316" fmla="*/ 2819591 h 3505200"/>
              <a:gd name="connsiteX7317" fmla="*/ 2590991 w 3505200"/>
              <a:gd name="connsiteY7317" fmla="*/ 2813209 h 3505200"/>
              <a:gd name="connsiteX7318" fmla="*/ 2584609 w 3505200"/>
              <a:gd name="connsiteY7318" fmla="*/ 2819591 h 3505200"/>
              <a:gd name="connsiteX7319" fmla="*/ 2590991 w 3505200"/>
              <a:gd name="connsiteY7319" fmla="*/ 2825972 h 3505200"/>
              <a:gd name="connsiteX7320" fmla="*/ 2667191 w 3505200"/>
              <a:gd name="connsiteY7320" fmla="*/ 2825115 h 3505200"/>
              <a:gd name="connsiteX7321" fmla="*/ 2672715 w 3505200"/>
              <a:gd name="connsiteY7321" fmla="*/ 2819591 h 3505200"/>
              <a:gd name="connsiteX7322" fmla="*/ 2667191 w 3505200"/>
              <a:gd name="connsiteY7322" fmla="*/ 2814066 h 3505200"/>
              <a:gd name="connsiteX7323" fmla="*/ 2661666 w 3505200"/>
              <a:gd name="connsiteY7323" fmla="*/ 2819591 h 3505200"/>
              <a:gd name="connsiteX7324" fmla="*/ 2667191 w 3505200"/>
              <a:gd name="connsiteY7324" fmla="*/ 2825115 h 3505200"/>
              <a:gd name="connsiteX7325" fmla="*/ 2743391 w 3505200"/>
              <a:gd name="connsiteY7325" fmla="*/ 2824448 h 3505200"/>
              <a:gd name="connsiteX7326" fmla="*/ 2748248 w 3505200"/>
              <a:gd name="connsiteY7326" fmla="*/ 2819591 h 3505200"/>
              <a:gd name="connsiteX7327" fmla="*/ 2743391 w 3505200"/>
              <a:gd name="connsiteY7327" fmla="*/ 2814733 h 3505200"/>
              <a:gd name="connsiteX7328" fmla="*/ 2738533 w 3505200"/>
              <a:gd name="connsiteY7328" fmla="*/ 2819591 h 3505200"/>
              <a:gd name="connsiteX7329" fmla="*/ 2743391 w 3505200"/>
              <a:gd name="connsiteY7329" fmla="*/ 2824448 h 3505200"/>
              <a:gd name="connsiteX7330" fmla="*/ 2819591 w 3505200"/>
              <a:gd name="connsiteY7330" fmla="*/ 2823591 h 3505200"/>
              <a:gd name="connsiteX7331" fmla="*/ 2823591 w 3505200"/>
              <a:gd name="connsiteY7331" fmla="*/ 2819591 h 3505200"/>
              <a:gd name="connsiteX7332" fmla="*/ 2819591 w 3505200"/>
              <a:gd name="connsiteY7332" fmla="*/ 2815590 h 3505200"/>
              <a:gd name="connsiteX7333" fmla="*/ 2815590 w 3505200"/>
              <a:gd name="connsiteY7333" fmla="*/ 2819591 h 3505200"/>
              <a:gd name="connsiteX7334" fmla="*/ 2819591 w 3505200"/>
              <a:gd name="connsiteY7334" fmla="*/ 2823591 h 3505200"/>
              <a:gd name="connsiteX7335" fmla="*/ 2895791 w 3505200"/>
              <a:gd name="connsiteY7335" fmla="*/ 2822734 h 3505200"/>
              <a:gd name="connsiteX7336" fmla="*/ 2898934 w 3505200"/>
              <a:gd name="connsiteY7336" fmla="*/ 2819591 h 3505200"/>
              <a:gd name="connsiteX7337" fmla="*/ 2895791 w 3505200"/>
              <a:gd name="connsiteY7337" fmla="*/ 2816447 h 3505200"/>
              <a:gd name="connsiteX7338" fmla="*/ 2892647 w 3505200"/>
              <a:gd name="connsiteY7338" fmla="*/ 2819591 h 3505200"/>
              <a:gd name="connsiteX7339" fmla="*/ 2895791 w 3505200"/>
              <a:gd name="connsiteY7339" fmla="*/ 2822734 h 3505200"/>
              <a:gd name="connsiteX7340" fmla="*/ 2971991 w 3505200"/>
              <a:gd name="connsiteY7340" fmla="*/ 2821972 h 3505200"/>
              <a:gd name="connsiteX7341" fmla="*/ 2974277 w 3505200"/>
              <a:gd name="connsiteY7341" fmla="*/ 2819686 h 3505200"/>
              <a:gd name="connsiteX7342" fmla="*/ 2971991 w 3505200"/>
              <a:gd name="connsiteY7342" fmla="*/ 2817400 h 3505200"/>
              <a:gd name="connsiteX7343" fmla="*/ 2969705 w 3505200"/>
              <a:gd name="connsiteY7343" fmla="*/ 2819686 h 3505200"/>
              <a:gd name="connsiteX7344" fmla="*/ 2971991 w 3505200"/>
              <a:gd name="connsiteY7344" fmla="*/ 2821972 h 3505200"/>
              <a:gd name="connsiteX7345" fmla="*/ 3048191 w 3505200"/>
              <a:gd name="connsiteY7345" fmla="*/ 2821115 h 3505200"/>
              <a:gd name="connsiteX7346" fmla="*/ 3049715 w 3505200"/>
              <a:gd name="connsiteY7346" fmla="*/ 2819591 h 3505200"/>
              <a:gd name="connsiteX7347" fmla="*/ 3048191 w 3505200"/>
              <a:gd name="connsiteY7347" fmla="*/ 2818066 h 3505200"/>
              <a:gd name="connsiteX7348" fmla="*/ 3046666 w 3505200"/>
              <a:gd name="connsiteY7348" fmla="*/ 2819591 h 3505200"/>
              <a:gd name="connsiteX7349" fmla="*/ 3048191 w 3505200"/>
              <a:gd name="connsiteY7349" fmla="*/ 2821115 h 3505200"/>
              <a:gd name="connsiteX7350" fmla="*/ 3124391 w 3505200"/>
              <a:gd name="connsiteY7350" fmla="*/ 2820067 h 3505200"/>
              <a:gd name="connsiteX7351" fmla="*/ 3124772 w 3505200"/>
              <a:gd name="connsiteY7351" fmla="*/ 2819686 h 3505200"/>
              <a:gd name="connsiteX7352" fmla="*/ 3124391 w 3505200"/>
              <a:gd name="connsiteY7352" fmla="*/ 2819305 h 3505200"/>
              <a:gd name="connsiteX7353" fmla="*/ 3124010 w 3505200"/>
              <a:gd name="connsiteY7353" fmla="*/ 2819686 h 3505200"/>
              <a:gd name="connsiteX7354" fmla="*/ 3124391 w 3505200"/>
              <a:gd name="connsiteY7354" fmla="*/ 2820067 h 3505200"/>
              <a:gd name="connsiteX7355" fmla="*/ 457391 w 3505200"/>
              <a:gd name="connsiteY7355" fmla="*/ 2896457 h 3505200"/>
              <a:gd name="connsiteX7356" fmla="*/ 458057 w 3505200"/>
              <a:gd name="connsiteY7356" fmla="*/ 2895791 h 3505200"/>
              <a:gd name="connsiteX7357" fmla="*/ 457391 w 3505200"/>
              <a:gd name="connsiteY7357" fmla="*/ 2895124 h 3505200"/>
              <a:gd name="connsiteX7358" fmla="*/ 456724 w 3505200"/>
              <a:gd name="connsiteY7358" fmla="*/ 2895791 h 3505200"/>
              <a:gd name="connsiteX7359" fmla="*/ 457391 w 3505200"/>
              <a:gd name="connsiteY7359" fmla="*/ 2896457 h 3505200"/>
              <a:gd name="connsiteX7360" fmla="*/ 533591 w 3505200"/>
              <a:gd name="connsiteY7360" fmla="*/ 2897315 h 3505200"/>
              <a:gd name="connsiteX7361" fmla="*/ 535115 w 3505200"/>
              <a:gd name="connsiteY7361" fmla="*/ 2895791 h 3505200"/>
              <a:gd name="connsiteX7362" fmla="*/ 533591 w 3505200"/>
              <a:gd name="connsiteY7362" fmla="*/ 2894266 h 3505200"/>
              <a:gd name="connsiteX7363" fmla="*/ 532067 w 3505200"/>
              <a:gd name="connsiteY7363" fmla="*/ 2895791 h 3505200"/>
              <a:gd name="connsiteX7364" fmla="*/ 533591 w 3505200"/>
              <a:gd name="connsiteY7364" fmla="*/ 2897315 h 3505200"/>
              <a:gd name="connsiteX7365" fmla="*/ 609790 w 3505200"/>
              <a:gd name="connsiteY7365" fmla="*/ 2898172 h 3505200"/>
              <a:gd name="connsiteX7366" fmla="*/ 612077 w 3505200"/>
              <a:gd name="connsiteY7366" fmla="*/ 2895886 h 3505200"/>
              <a:gd name="connsiteX7367" fmla="*/ 609790 w 3505200"/>
              <a:gd name="connsiteY7367" fmla="*/ 2893600 h 3505200"/>
              <a:gd name="connsiteX7368" fmla="*/ 607505 w 3505200"/>
              <a:gd name="connsiteY7368" fmla="*/ 2895886 h 3505200"/>
              <a:gd name="connsiteX7369" fmla="*/ 609790 w 3505200"/>
              <a:gd name="connsiteY7369" fmla="*/ 2898172 h 3505200"/>
              <a:gd name="connsiteX7370" fmla="*/ 685990 w 3505200"/>
              <a:gd name="connsiteY7370" fmla="*/ 2898934 h 3505200"/>
              <a:gd name="connsiteX7371" fmla="*/ 689134 w 3505200"/>
              <a:gd name="connsiteY7371" fmla="*/ 2895791 h 3505200"/>
              <a:gd name="connsiteX7372" fmla="*/ 685990 w 3505200"/>
              <a:gd name="connsiteY7372" fmla="*/ 2892647 h 3505200"/>
              <a:gd name="connsiteX7373" fmla="*/ 682847 w 3505200"/>
              <a:gd name="connsiteY7373" fmla="*/ 2895791 h 3505200"/>
              <a:gd name="connsiteX7374" fmla="*/ 685990 w 3505200"/>
              <a:gd name="connsiteY7374" fmla="*/ 2898934 h 3505200"/>
              <a:gd name="connsiteX7375" fmla="*/ 762190 w 3505200"/>
              <a:gd name="connsiteY7375" fmla="*/ 2899601 h 3505200"/>
              <a:gd name="connsiteX7376" fmla="*/ 766001 w 3505200"/>
              <a:gd name="connsiteY7376" fmla="*/ 2895791 h 3505200"/>
              <a:gd name="connsiteX7377" fmla="*/ 762190 w 3505200"/>
              <a:gd name="connsiteY7377" fmla="*/ 2891981 h 3505200"/>
              <a:gd name="connsiteX7378" fmla="*/ 758381 w 3505200"/>
              <a:gd name="connsiteY7378" fmla="*/ 2895791 h 3505200"/>
              <a:gd name="connsiteX7379" fmla="*/ 762190 w 3505200"/>
              <a:gd name="connsiteY7379" fmla="*/ 2899601 h 3505200"/>
              <a:gd name="connsiteX7380" fmla="*/ 838390 w 3505200"/>
              <a:gd name="connsiteY7380" fmla="*/ 2900458 h 3505200"/>
              <a:gd name="connsiteX7381" fmla="*/ 843058 w 3505200"/>
              <a:gd name="connsiteY7381" fmla="*/ 2895791 h 3505200"/>
              <a:gd name="connsiteX7382" fmla="*/ 838390 w 3505200"/>
              <a:gd name="connsiteY7382" fmla="*/ 2891123 h 3505200"/>
              <a:gd name="connsiteX7383" fmla="*/ 833723 w 3505200"/>
              <a:gd name="connsiteY7383" fmla="*/ 2895791 h 3505200"/>
              <a:gd name="connsiteX7384" fmla="*/ 838390 w 3505200"/>
              <a:gd name="connsiteY7384" fmla="*/ 2900458 h 3505200"/>
              <a:gd name="connsiteX7385" fmla="*/ 914590 w 3505200"/>
              <a:gd name="connsiteY7385" fmla="*/ 2901124 h 3505200"/>
              <a:gd name="connsiteX7386" fmla="*/ 919829 w 3505200"/>
              <a:gd name="connsiteY7386" fmla="*/ 2895886 h 3505200"/>
              <a:gd name="connsiteX7387" fmla="*/ 914590 w 3505200"/>
              <a:gd name="connsiteY7387" fmla="*/ 2890647 h 3505200"/>
              <a:gd name="connsiteX7388" fmla="*/ 909352 w 3505200"/>
              <a:gd name="connsiteY7388" fmla="*/ 2895886 h 3505200"/>
              <a:gd name="connsiteX7389" fmla="*/ 914590 w 3505200"/>
              <a:gd name="connsiteY7389" fmla="*/ 2901124 h 3505200"/>
              <a:gd name="connsiteX7390" fmla="*/ 990790 w 3505200"/>
              <a:gd name="connsiteY7390" fmla="*/ 2901696 h 3505200"/>
              <a:gd name="connsiteX7391" fmla="*/ 996696 w 3505200"/>
              <a:gd name="connsiteY7391" fmla="*/ 2895791 h 3505200"/>
              <a:gd name="connsiteX7392" fmla="*/ 990790 w 3505200"/>
              <a:gd name="connsiteY7392" fmla="*/ 2889885 h 3505200"/>
              <a:gd name="connsiteX7393" fmla="*/ 984885 w 3505200"/>
              <a:gd name="connsiteY7393" fmla="*/ 2895791 h 3505200"/>
              <a:gd name="connsiteX7394" fmla="*/ 990790 w 3505200"/>
              <a:gd name="connsiteY7394" fmla="*/ 2901696 h 3505200"/>
              <a:gd name="connsiteX7395" fmla="*/ 1066991 w 3505200"/>
              <a:gd name="connsiteY7395" fmla="*/ 2902363 h 3505200"/>
              <a:gd name="connsiteX7396" fmla="*/ 1073563 w 3505200"/>
              <a:gd name="connsiteY7396" fmla="*/ 2895791 h 3505200"/>
              <a:gd name="connsiteX7397" fmla="*/ 1066991 w 3505200"/>
              <a:gd name="connsiteY7397" fmla="*/ 2889218 h 3505200"/>
              <a:gd name="connsiteX7398" fmla="*/ 1060418 w 3505200"/>
              <a:gd name="connsiteY7398" fmla="*/ 2895791 h 3505200"/>
              <a:gd name="connsiteX7399" fmla="*/ 1066991 w 3505200"/>
              <a:gd name="connsiteY7399" fmla="*/ 2902363 h 3505200"/>
              <a:gd name="connsiteX7400" fmla="*/ 1143191 w 3505200"/>
              <a:gd name="connsiteY7400" fmla="*/ 2903030 h 3505200"/>
              <a:gd name="connsiteX7401" fmla="*/ 1150334 w 3505200"/>
              <a:gd name="connsiteY7401" fmla="*/ 2895886 h 3505200"/>
              <a:gd name="connsiteX7402" fmla="*/ 1143191 w 3505200"/>
              <a:gd name="connsiteY7402" fmla="*/ 2888742 h 3505200"/>
              <a:gd name="connsiteX7403" fmla="*/ 1136047 w 3505200"/>
              <a:gd name="connsiteY7403" fmla="*/ 2895886 h 3505200"/>
              <a:gd name="connsiteX7404" fmla="*/ 1143191 w 3505200"/>
              <a:gd name="connsiteY7404" fmla="*/ 2903030 h 3505200"/>
              <a:gd name="connsiteX7405" fmla="*/ 1219391 w 3505200"/>
              <a:gd name="connsiteY7405" fmla="*/ 2903601 h 3505200"/>
              <a:gd name="connsiteX7406" fmla="*/ 1227201 w 3505200"/>
              <a:gd name="connsiteY7406" fmla="*/ 2895791 h 3505200"/>
              <a:gd name="connsiteX7407" fmla="*/ 1219391 w 3505200"/>
              <a:gd name="connsiteY7407" fmla="*/ 2887980 h 3505200"/>
              <a:gd name="connsiteX7408" fmla="*/ 1211580 w 3505200"/>
              <a:gd name="connsiteY7408" fmla="*/ 2895791 h 3505200"/>
              <a:gd name="connsiteX7409" fmla="*/ 1219391 w 3505200"/>
              <a:gd name="connsiteY7409" fmla="*/ 2903601 h 3505200"/>
              <a:gd name="connsiteX7410" fmla="*/ 1295591 w 3505200"/>
              <a:gd name="connsiteY7410" fmla="*/ 2904078 h 3505200"/>
              <a:gd name="connsiteX7411" fmla="*/ 1303877 w 3505200"/>
              <a:gd name="connsiteY7411" fmla="*/ 2895791 h 3505200"/>
              <a:gd name="connsiteX7412" fmla="*/ 1295591 w 3505200"/>
              <a:gd name="connsiteY7412" fmla="*/ 2887504 h 3505200"/>
              <a:gd name="connsiteX7413" fmla="*/ 1287304 w 3505200"/>
              <a:gd name="connsiteY7413" fmla="*/ 2895791 h 3505200"/>
              <a:gd name="connsiteX7414" fmla="*/ 1295591 w 3505200"/>
              <a:gd name="connsiteY7414" fmla="*/ 2904078 h 3505200"/>
              <a:gd name="connsiteX7415" fmla="*/ 1371791 w 3505200"/>
              <a:gd name="connsiteY7415" fmla="*/ 2904458 h 3505200"/>
              <a:gd name="connsiteX7416" fmla="*/ 1380458 w 3505200"/>
              <a:gd name="connsiteY7416" fmla="*/ 2895791 h 3505200"/>
              <a:gd name="connsiteX7417" fmla="*/ 1371791 w 3505200"/>
              <a:gd name="connsiteY7417" fmla="*/ 2887123 h 3505200"/>
              <a:gd name="connsiteX7418" fmla="*/ 1363123 w 3505200"/>
              <a:gd name="connsiteY7418" fmla="*/ 2895791 h 3505200"/>
              <a:gd name="connsiteX7419" fmla="*/ 1371791 w 3505200"/>
              <a:gd name="connsiteY7419" fmla="*/ 2904458 h 3505200"/>
              <a:gd name="connsiteX7420" fmla="*/ 1447991 w 3505200"/>
              <a:gd name="connsiteY7420" fmla="*/ 2904935 h 3505200"/>
              <a:gd name="connsiteX7421" fmla="*/ 1457039 w 3505200"/>
              <a:gd name="connsiteY7421" fmla="*/ 2895886 h 3505200"/>
              <a:gd name="connsiteX7422" fmla="*/ 1447991 w 3505200"/>
              <a:gd name="connsiteY7422" fmla="*/ 2886837 h 3505200"/>
              <a:gd name="connsiteX7423" fmla="*/ 1438942 w 3505200"/>
              <a:gd name="connsiteY7423" fmla="*/ 2895886 h 3505200"/>
              <a:gd name="connsiteX7424" fmla="*/ 1447991 w 3505200"/>
              <a:gd name="connsiteY7424" fmla="*/ 2904935 h 3505200"/>
              <a:gd name="connsiteX7425" fmla="*/ 1524191 w 3505200"/>
              <a:gd name="connsiteY7425" fmla="*/ 2905125 h 3505200"/>
              <a:gd name="connsiteX7426" fmla="*/ 1533525 w 3505200"/>
              <a:gd name="connsiteY7426" fmla="*/ 2895791 h 3505200"/>
              <a:gd name="connsiteX7427" fmla="*/ 1524191 w 3505200"/>
              <a:gd name="connsiteY7427" fmla="*/ 2886456 h 3505200"/>
              <a:gd name="connsiteX7428" fmla="*/ 1514856 w 3505200"/>
              <a:gd name="connsiteY7428" fmla="*/ 2895791 h 3505200"/>
              <a:gd name="connsiteX7429" fmla="*/ 1524191 w 3505200"/>
              <a:gd name="connsiteY7429" fmla="*/ 2905125 h 3505200"/>
              <a:gd name="connsiteX7430" fmla="*/ 1600391 w 3505200"/>
              <a:gd name="connsiteY7430" fmla="*/ 2905316 h 3505200"/>
              <a:gd name="connsiteX7431" fmla="*/ 1609916 w 3505200"/>
              <a:gd name="connsiteY7431" fmla="*/ 2895791 h 3505200"/>
              <a:gd name="connsiteX7432" fmla="*/ 1600391 w 3505200"/>
              <a:gd name="connsiteY7432" fmla="*/ 2886266 h 3505200"/>
              <a:gd name="connsiteX7433" fmla="*/ 1590866 w 3505200"/>
              <a:gd name="connsiteY7433" fmla="*/ 2895791 h 3505200"/>
              <a:gd name="connsiteX7434" fmla="*/ 1600391 w 3505200"/>
              <a:gd name="connsiteY7434" fmla="*/ 2905316 h 3505200"/>
              <a:gd name="connsiteX7435" fmla="*/ 1676591 w 3505200"/>
              <a:gd name="connsiteY7435" fmla="*/ 2905316 h 3505200"/>
              <a:gd name="connsiteX7436" fmla="*/ 1686116 w 3505200"/>
              <a:gd name="connsiteY7436" fmla="*/ 2895791 h 3505200"/>
              <a:gd name="connsiteX7437" fmla="*/ 1676591 w 3505200"/>
              <a:gd name="connsiteY7437" fmla="*/ 2886266 h 3505200"/>
              <a:gd name="connsiteX7438" fmla="*/ 1667066 w 3505200"/>
              <a:gd name="connsiteY7438" fmla="*/ 2895791 h 3505200"/>
              <a:gd name="connsiteX7439" fmla="*/ 1676591 w 3505200"/>
              <a:gd name="connsiteY7439" fmla="*/ 2905316 h 3505200"/>
              <a:gd name="connsiteX7440" fmla="*/ 1752791 w 3505200"/>
              <a:gd name="connsiteY7440" fmla="*/ 2905506 h 3505200"/>
              <a:gd name="connsiteX7441" fmla="*/ 1762506 w 3505200"/>
              <a:gd name="connsiteY7441" fmla="*/ 2895791 h 3505200"/>
              <a:gd name="connsiteX7442" fmla="*/ 1752791 w 3505200"/>
              <a:gd name="connsiteY7442" fmla="*/ 2886075 h 3505200"/>
              <a:gd name="connsiteX7443" fmla="*/ 1743075 w 3505200"/>
              <a:gd name="connsiteY7443" fmla="*/ 2895791 h 3505200"/>
              <a:gd name="connsiteX7444" fmla="*/ 1752791 w 3505200"/>
              <a:gd name="connsiteY7444" fmla="*/ 2905506 h 3505200"/>
              <a:gd name="connsiteX7445" fmla="*/ 1828991 w 3505200"/>
              <a:gd name="connsiteY7445" fmla="*/ 2905506 h 3505200"/>
              <a:gd name="connsiteX7446" fmla="*/ 1838706 w 3505200"/>
              <a:gd name="connsiteY7446" fmla="*/ 2895791 h 3505200"/>
              <a:gd name="connsiteX7447" fmla="*/ 1828991 w 3505200"/>
              <a:gd name="connsiteY7447" fmla="*/ 2886075 h 3505200"/>
              <a:gd name="connsiteX7448" fmla="*/ 1819275 w 3505200"/>
              <a:gd name="connsiteY7448" fmla="*/ 2895791 h 3505200"/>
              <a:gd name="connsiteX7449" fmla="*/ 1828991 w 3505200"/>
              <a:gd name="connsiteY7449" fmla="*/ 2905506 h 3505200"/>
              <a:gd name="connsiteX7450" fmla="*/ 1905191 w 3505200"/>
              <a:gd name="connsiteY7450" fmla="*/ 2905316 h 3505200"/>
              <a:gd name="connsiteX7451" fmla="*/ 1914716 w 3505200"/>
              <a:gd name="connsiteY7451" fmla="*/ 2895791 h 3505200"/>
              <a:gd name="connsiteX7452" fmla="*/ 1905191 w 3505200"/>
              <a:gd name="connsiteY7452" fmla="*/ 2886266 h 3505200"/>
              <a:gd name="connsiteX7453" fmla="*/ 1895666 w 3505200"/>
              <a:gd name="connsiteY7453" fmla="*/ 2895791 h 3505200"/>
              <a:gd name="connsiteX7454" fmla="*/ 1905191 w 3505200"/>
              <a:gd name="connsiteY7454" fmla="*/ 2905316 h 3505200"/>
              <a:gd name="connsiteX7455" fmla="*/ 1981391 w 3505200"/>
              <a:gd name="connsiteY7455" fmla="*/ 2905125 h 3505200"/>
              <a:gd name="connsiteX7456" fmla="*/ 1990725 w 3505200"/>
              <a:gd name="connsiteY7456" fmla="*/ 2895791 h 3505200"/>
              <a:gd name="connsiteX7457" fmla="*/ 1981391 w 3505200"/>
              <a:gd name="connsiteY7457" fmla="*/ 2886456 h 3505200"/>
              <a:gd name="connsiteX7458" fmla="*/ 1972056 w 3505200"/>
              <a:gd name="connsiteY7458" fmla="*/ 2895791 h 3505200"/>
              <a:gd name="connsiteX7459" fmla="*/ 1981391 w 3505200"/>
              <a:gd name="connsiteY7459" fmla="*/ 2905125 h 3505200"/>
              <a:gd name="connsiteX7460" fmla="*/ 2057591 w 3505200"/>
              <a:gd name="connsiteY7460" fmla="*/ 2904935 h 3505200"/>
              <a:gd name="connsiteX7461" fmla="*/ 2066639 w 3505200"/>
              <a:gd name="connsiteY7461" fmla="*/ 2895886 h 3505200"/>
              <a:gd name="connsiteX7462" fmla="*/ 2057591 w 3505200"/>
              <a:gd name="connsiteY7462" fmla="*/ 2886837 h 3505200"/>
              <a:gd name="connsiteX7463" fmla="*/ 2048542 w 3505200"/>
              <a:gd name="connsiteY7463" fmla="*/ 2895886 h 3505200"/>
              <a:gd name="connsiteX7464" fmla="*/ 2057591 w 3505200"/>
              <a:gd name="connsiteY7464" fmla="*/ 2904935 h 3505200"/>
              <a:gd name="connsiteX7465" fmla="*/ 2133791 w 3505200"/>
              <a:gd name="connsiteY7465" fmla="*/ 2904458 h 3505200"/>
              <a:gd name="connsiteX7466" fmla="*/ 2142458 w 3505200"/>
              <a:gd name="connsiteY7466" fmla="*/ 2895791 h 3505200"/>
              <a:gd name="connsiteX7467" fmla="*/ 2133791 w 3505200"/>
              <a:gd name="connsiteY7467" fmla="*/ 2887123 h 3505200"/>
              <a:gd name="connsiteX7468" fmla="*/ 2125123 w 3505200"/>
              <a:gd name="connsiteY7468" fmla="*/ 2895791 h 3505200"/>
              <a:gd name="connsiteX7469" fmla="*/ 2133791 w 3505200"/>
              <a:gd name="connsiteY7469" fmla="*/ 2904458 h 3505200"/>
              <a:gd name="connsiteX7470" fmla="*/ 2209991 w 3505200"/>
              <a:gd name="connsiteY7470" fmla="*/ 2904078 h 3505200"/>
              <a:gd name="connsiteX7471" fmla="*/ 2218277 w 3505200"/>
              <a:gd name="connsiteY7471" fmla="*/ 2895791 h 3505200"/>
              <a:gd name="connsiteX7472" fmla="*/ 2209991 w 3505200"/>
              <a:gd name="connsiteY7472" fmla="*/ 2887504 h 3505200"/>
              <a:gd name="connsiteX7473" fmla="*/ 2201704 w 3505200"/>
              <a:gd name="connsiteY7473" fmla="*/ 2895791 h 3505200"/>
              <a:gd name="connsiteX7474" fmla="*/ 2209991 w 3505200"/>
              <a:gd name="connsiteY7474" fmla="*/ 2904078 h 3505200"/>
              <a:gd name="connsiteX7475" fmla="*/ 2286191 w 3505200"/>
              <a:gd name="connsiteY7475" fmla="*/ 2903601 h 3505200"/>
              <a:gd name="connsiteX7476" fmla="*/ 2294001 w 3505200"/>
              <a:gd name="connsiteY7476" fmla="*/ 2895791 h 3505200"/>
              <a:gd name="connsiteX7477" fmla="*/ 2286191 w 3505200"/>
              <a:gd name="connsiteY7477" fmla="*/ 2887980 h 3505200"/>
              <a:gd name="connsiteX7478" fmla="*/ 2278380 w 3505200"/>
              <a:gd name="connsiteY7478" fmla="*/ 2895791 h 3505200"/>
              <a:gd name="connsiteX7479" fmla="*/ 2286191 w 3505200"/>
              <a:gd name="connsiteY7479" fmla="*/ 2903601 h 3505200"/>
              <a:gd name="connsiteX7480" fmla="*/ 2362391 w 3505200"/>
              <a:gd name="connsiteY7480" fmla="*/ 2903030 h 3505200"/>
              <a:gd name="connsiteX7481" fmla="*/ 2369534 w 3505200"/>
              <a:gd name="connsiteY7481" fmla="*/ 2895886 h 3505200"/>
              <a:gd name="connsiteX7482" fmla="*/ 2362391 w 3505200"/>
              <a:gd name="connsiteY7482" fmla="*/ 2888742 h 3505200"/>
              <a:gd name="connsiteX7483" fmla="*/ 2355247 w 3505200"/>
              <a:gd name="connsiteY7483" fmla="*/ 2895886 h 3505200"/>
              <a:gd name="connsiteX7484" fmla="*/ 2362391 w 3505200"/>
              <a:gd name="connsiteY7484" fmla="*/ 2903030 h 3505200"/>
              <a:gd name="connsiteX7485" fmla="*/ 2438591 w 3505200"/>
              <a:gd name="connsiteY7485" fmla="*/ 2902553 h 3505200"/>
              <a:gd name="connsiteX7486" fmla="*/ 2445353 w 3505200"/>
              <a:gd name="connsiteY7486" fmla="*/ 2895791 h 3505200"/>
              <a:gd name="connsiteX7487" fmla="*/ 2438591 w 3505200"/>
              <a:gd name="connsiteY7487" fmla="*/ 2889028 h 3505200"/>
              <a:gd name="connsiteX7488" fmla="*/ 2431828 w 3505200"/>
              <a:gd name="connsiteY7488" fmla="*/ 2895791 h 3505200"/>
              <a:gd name="connsiteX7489" fmla="*/ 2438591 w 3505200"/>
              <a:gd name="connsiteY7489" fmla="*/ 2902553 h 3505200"/>
              <a:gd name="connsiteX7490" fmla="*/ 2514791 w 3505200"/>
              <a:gd name="connsiteY7490" fmla="*/ 2901982 h 3505200"/>
              <a:gd name="connsiteX7491" fmla="*/ 2520887 w 3505200"/>
              <a:gd name="connsiteY7491" fmla="*/ 2895886 h 3505200"/>
              <a:gd name="connsiteX7492" fmla="*/ 2514791 w 3505200"/>
              <a:gd name="connsiteY7492" fmla="*/ 2889790 h 3505200"/>
              <a:gd name="connsiteX7493" fmla="*/ 2508695 w 3505200"/>
              <a:gd name="connsiteY7493" fmla="*/ 2895886 h 3505200"/>
              <a:gd name="connsiteX7494" fmla="*/ 2514791 w 3505200"/>
              <a:gd name="connsiteY7494" fmla="*/ 2901982 h 3505200"/>
              <a:gd name="connsiteX7495" fmla="*/ 2590991 w 3505200"/>
              <a:gd name="connsiteY7495" fmla="*/ 2901124 h 3505200"/>
              <a:gd name="connsiteX7496" fmla="*/ 2596229 w 3505200"/>
              <a:gd name="connsiteY7496" fmla="*/ 2895886 h 3505200"/>
              <a:gd name="connsiteX7497" fmla="*/ 2590991 w 3505200"/>
              <a:gd name="connsiteY7497" fmla="*/ 2890647 h 3505200"/>
              <a:gd name="connsiteX7498" fmla="*/ 2585752 w 3505200"/>
              <a:gd name="connsiteY7498" fmla="*/ 2895886 h 3505200"/>
              <a:gd name="connsiteX7499" fmla="*/ 2590991 w 3505200"/>
              <a:gd name="connsiteY7499" fmla="*/ 2901124 h 3505200"/>
              <a:gd name="connsiteX7500" fmla="*/ 2667191 w 3505200"/>
              <a:gd name="connsiteY7500" fmla="*/ 2900458 h 3505200"/>
              <a:gd name="connsiteX7501" fmla="*/ 2671858 w 3505200"/>
              <a:gd name="connsiteY7501" fmla="*/ 2895791 h 3505200"/>
              <a:gd name="connsiteX7502" fmla="*/ 2667191 w 3505200"/>
              <a:gd name="connsiteY7502" fmla="*/ 2891123 h 3505200"/>
              <a:gd name="connsiteX7503" fmla="*/ 2662523 w 3505200"/>
              <a:gd name="connsiteY7503" fmla="*/ 2895791 h 3505200"/>
              <a:gd name="connsiteX7504" fmla="*/ 2667191 w 3505200"/>
              <a:gd name="connsiteY7504" fmla="*/ 2900458 h 3505200"/>
              <a:gd name="connsiteX7505" fmla="*/ 2743391 w 3505200"/>
              <a:gd name="connsiteY7505" fmla="*/ 2899791 h 3505200"/>
              <a:gd name="connsiteX7506" fmla="*/ 2747391 w 3505200"/>
              <a:gd name="connsiteY7506" fmla="*/ 2895791 h 3505200"/>
              <a:gd name="connsiteX7507" fmla="*/ 2743391 w 3505200"/>
              <a:gd name="connsiteY7507" fmla="*/ 2891790 h 3505200"/>
              <a:gd name="connsiteX7508" fmla="*/ 2739390 w 3505200"/>
              <a:gd name="connsiteY7508" fmla="*/ 2895791 h 3505200"/>
              <a:gd name="connsiteX7509" fmla="*/ 2743391 w 3505200"/>
              <a:gd name="connsiteY7509" fmla="*/ 2899791 h 3505200"/>
              <a:gd name="connsiteX7510" fmla="*/ 2819591 w 3505200"/>
              <a:gd name="connsiteY7510" fmla="*/ 2898934 h 3505200"/>
              <a:gd name="connsiteX7511" fmla="*/ 2822734 w 3505200"/>
              <a:gd name="connsiteY7511" fmla="*/ 2895791 h 3505200"/>
              <a:gd name="connsiteX7512" fmla="*/ 2819591 w 3505200"/>
              <a:gd name="connsiteY7512" fmla="*/ 2892647 h 3505200"/>
              <a:gd name="connsiteX7513" fmla="*/ 2816447 w 3505200"/>
              <a:gd name="connsiteY7513" fmla="*/ 2895791 h 3505200"/>
              <a:gd name="connsiteX7514" fmla="*/ 2819591 w 3505200"/>
              <a:gd name="connsiteY7514" fmla="*/ 2898934 h 3505200"/>
              <a:gd name="connsiteX7515" fmla="*/ 2895791 w 3505200"/>
              <a:gd name="connsiteY7515" fmla="*/ 2898172 h 3505200"/>
              <a:gd name="connsiteX7516" fmla="*/ 2898077 w 3505200"/>
              <a:gd name="connsiteY7516" fmla="*/ 2895886 h 3505200"/>
              <a:gd name="connsiteX7517" fmla="*/ 2895791 w 3505200"/>
              <a:gd name="connsiteY7517" fmla="*/ 2893600 h 3505200"/>
              <a:gd name="connsiteX7518" fmla="*/ 2893505 w 3505200"/>
              <a:gd name="connsiteY7518" fmla="*/ 2895886 h 3505200"/>
              <a:gd name="connsiteX7519" fmla="*/ 2895791 w 3505200"/>
              <a:gd name="connsiteY7519" fmla="*/ 2898172 h 3505200"/>
              <a:gd name="connsiteX7520" fmla="*/ 2971991 w 3505200"/>
              <a:gd name="connsiteY7520" fmla="*/ 2897315 h 3505200"/>
              <a:gd name="connsiteX7521" fmla="*/ 2973515 w 3505200"/>
              <a:gd name="connsiteY7521" fmla="*/ 2895791 h 3505200"/>
              <a:gd name="connsiteX7522" fmla="*/ 2971991 w 3505200"/>
              <a:gd name="connsiteY7522" fmla="*/ 2894266 h 3505200"/>
              <a:gd name="connsiteX7523" fmla="*/ 2970466 w 3505200"/>
              <a:gd name="connsiteY7523" fmla="*/ 2895791 h 3505200"/>
              <a:gd name="connsiteX7524" fmla="*/ 2971991 w 3505200"/>
              <a:gd name="connsiteY7524" fmla="*/ 2897315 h 3505200"/>
              <a:gd name="connsiteX7525" fmla="*/ 3048191 w 3505200"/>
              <a:gd name="connsiteY7525" fmla="*/ 2896457 h 3505200"/>
              <a:gd name="connsiteX7526" fmla="*/ 3048857 w 3505200"/>
              <a:gd name="connsiteY7526" fmla="*/ 2895791 h 3505200"/>
              <a:gd name="connsiteX7527" fmla="*/ 3048191 w 3505200"/>
              <a:gd name="connsiteY7527" fmla="*/ 2895124 h 3505200"/>
              <a:gd name="connsiteX7528" fmla="*/ 3047524 w 3505200"/>
              <a:gd name="connsiteY7528" fmla="*/ 2895791 h 3505200"/>
              <a:gd name="connsiteX7529" fmla="*/ 3048191 w 3505200"/>
              <a:gd name="connsiteY7529" fmla="*/ 2896457 h 3505200"/>
              <a:gd name="connsiteX7530" fmla="*/ 533591 w 3505200"/>
              <a:gd name="connsiteY7530" fmla="*/ 2972657 h 3505200"/>
              <a:gd name="connsiteX7531" fmla="*/ 534257 w 3505200"/>
              <a:gd name="connsiteY7531" fmla="*/ 2971991 h 3505200"/>
              <a:gd name="connsiteX7532" fmla="*/ 533591 w 3505200"/>
              <a:gd name="connsiteY7532" fmla="*/ 2971324 h 3505200"/>
              <a:gd name="connsiteX7533" fmla="*/ 532924 w 3505200"/>
              <a:gd name="connsiteY7533" fmla="*/ 2971991 h 3505200"/>
              <a:gd name="connsiteX7534" fmla="*/ 533591 w 3505200"/>
              <a:gd name="connsiteY7534" fmla="*/ 2972657 h 3505200"/>
              <a:gd name="connsiteX7535" fmla="*/ 609790 w 3505200"/>
              <a:gd name="connsiteY7535" fmla="*/ 2973515 h 3505200"/>
              <a:gd name="connsiteX7536" fmla="*/ 611315 w 3505200"/>
              <a:gd name="connsiteY7536" fmla="*/ 2971991 h 3505200"/>
              <a:gd name="connsiteX7537" fmla="*/ 609790 w 3505200"/>
              <a:gd name="connsiteY7537" fmla="*/ 2970466 h 3505200"/>
              <a:gd name="connsiteX7538" fmla="*/ 608267 w 3505200"/>
              <a:gd name="connsiteY7538" fmla="*/ 2971991 h 3505200"/>
              <a:gd name="connsiteX7539" fmla="*/ 609790 w 3505200"/>
              <a:gd name="connsiteY7539" fmla="*/ 2973515 h 3505200"/>
              <a:gd name="connsiteX7540" fmla="*/ 685990 w 3505200"/>
              <a:gd name="connsiteY7540" fmla="*/ 2974086 h 3505200"/>
              <a:gd name="connsiteX7541" fmla="*/ 688086 w 3505200"/>
              <a:gd name="connsiteY7541" fmla="*/ 2971991 h 3505200"/>
              <a:gd name="connsiteX7542" fmla="*/ 685990 w 3505200"/>
              <a:gd name="connsiteY7542" fmla="*/ 2969895 h 3505200"/>
              <a:gd name="connsiteX7543" fmla="*/ 683895 w 3505200"/>
              <a:gd name="connsiteY7543" fmla="*/ 2971991 h 3505200"/>
              <a:gd name="connsiteX7544" fmla="*/ 685990 w 3505200"/>
              <a:gd name="connsiteY7544" fmla="*/ 2974086 h 3505200"/>
              <a:gd name="connsiteX7545" fmla="*/ 762190 w 3505200"/>
              <a:gd name="connsiteY7545" fmla="*/ 2974943 h 3505200"/>
              <a:gd name="connsiteX7546" fmla="*/ 765143 w 3505200"/>
              <a:gd name="connsiteY7546" fmla="*/ 2971991 h 3505200"/>
              <a:gd name="connsiteX7547" fmla="*/ 762190 w 3505200"/>
              <a:gd name="connsiteY7547" fmla="*/ 2969038 h 3505200"/>
              <a:gd name="connsiteX7548" fmla="*/ 759238 w 3505200"/>
              <a:gd name="connsiteY7548" fmla="*/ 2971991 h 3505200"/>
              <a:gd name="connsiteX7549" fmla="*/ 762190 w 3505200"/>
              <a:gd name="connsiteY7549" fmla="*/ 2974943 h 3505200"/>
              <a:gd name="connsiteX7550" fmla="*/ 838390 w 3505200"/>
              <a:gd name="connsiteY7550" fmla="*/ 2975610 h 3505200"/>
              <a:gd name="connsiteX7551" fmla="*/ 842010 w 3505200"/>
              <a:gd name="connsiteY7551" fmla="*/ 2971991 h 3505200"/>
              <a:gd name="connsiteX7552" fmla="*/ 838390 w 3505200"/>
              <a:gd name="connsiteY7552" fmla="*/ 2968371 h 3505200"/>
              <a:gd name="connsiteX7553" fmla="*/ 834771 w 3505200"/>
              <a:gd name="connsiteY7553" fmla="*/ 2971991 h 3505200"/>
              <a:gd name="connsiteX7554" fmla="*/ 838390 w 3505200"/>
              <a:gd name="connsiteY7554" fmla="*/ 2975610 h 3505200"/>
              <a:gd name="connsiteX7555" fmla="*/ 914590 w 3505200"/>
              <a:gd name="connsiteY7555" fmla="*/ 2976467 h 3505200"/>
              <a:gd name="connsiteX7556" fmla="*/ 919067 w 3505200"/>
              <a:gd name="connsiteY7556" fmla="*/ 2971991 h 3505200"/>
              <a:gd name="connsiteX7557" fmla="*/ 914590 w 3505200"/>
              <a:gd name="connsiteY7557" fmla="*/ 2967514 h 3505200"/>
              <a:gd name="connsiteX7558" fmla="*/ 910114 w 3505200"/>
              <a:gd name="connsiteY7558" fmla="*/ 2971991 h 3505200"/>
              <a:gd name="connsiteX7559" fmla="*/ 914590 w 3505200"/>
              <a:gd name="connsiteY7559" fmla="*/ 2976467 h 3505200"/>
              <a:gd name="connsiteX7560" fmla="*/ 990790 w 3505200"/>
              <a:gd name="connsiteY7560" fmla="*/ 2977039 h 3505200"/>
              <a:gd name="connsiteX7561" fmla="*/ 995839 w 3505200"/>
              <a:gd name="connsiteY7561" fmla="*/ 2971991 h 3505200"/>
              <a:gd name="connsiteX7562" fmla="*/ 990790 w 3505200"/>
              <a:gd name="connsiteY7562" fmla="*/ 2966942 h 3505200"/>
              <a:gd name="connsiteX7563" fmla="*/ 985742 w 3505200"/>
              <a:gd name="connsiteY7563" fmla="*/ 2971991 h 3505200"/>
              <a:gd name="connsiteX7564" fmla="*/ 990790 w 3505200"/>
              <a:gd name="connsiteY7564" fmla="*/ 2977039 h 3505200"/>
              <a:gd name="connsiteX7565" fmla="*/ 1066991 w 3505200"/>
              <a:gd name="connsiteY7565" fmla="*/ 2977706 h 3505200"/>
              <a:gd name="connsiteX7566" fmla="*/ 1072706 w 3505200"/>
              <a:gd name="connsiteY7566" fmla="*/ 2971991 h 3505200"/>
              <a:gd name="connsiteX7567" fmla="*/ 1066991 w 3505200"/>
              <a:gd name="connsiteY7567" fmla="*/ 2966276 h 3505200"/>
              <a:gd name="connsiteX7568" fmla="*/ 1061276 w 3505200"/>
              <a:gd name="connsiteY7568" fmla="*/ 2971991 h 3505200"/>
              <a:gd name="connsiteX7569" fmla="*/ 1066991 w 3505200"/>
              <a:gd name="connsiteY7569" fmla="*/ 2977706 h 3505200"/>
              <a:gd name="connsiteX7570" fmla="*/ 1143191 w 3505200"/>
              <a:gd name="connsiteY7570" fmla="*/ 2978182 h 3505200"/>
              <a:gd name="connsiteX7571" fmla="*/ 1149287 w 3505200"/>
              <a:gd name="connsiteY7571" fmla="*/ 2972086 h 3505200"/>
              <a:gd name="connsiteX7572" fmla="*/ 1143191 w 3505200"/>
              <a:gd name="connsiteY7572" fmla="*/ 2965990 h 3505200"/>
              <a:gd name="connsiteX7573" fmla="*/ 1137095 w 3505200"/>
              <a:gd name="connsiteY7573" fmla="*/ 2972086 h 3505200"/>
              <a:gd name="connsiteX7574" fmla="*/ 1143191 w 3505200"/>
              <a:gd name="connsiteY7574" fmla="*/ 2978182 h 3505200"/>
              <a:gd name="connsiteX7575" fmla="*/ 1219391 w 3505200"/>
              <a:gd name="connsiteY7575" fmla="*/ 2978753 h 3505200"/>
              <a:gd name="connsiteX7576" fmla="*/ 1226153 w 3505200"/>
              <a:gd name="connsiteY7576" fmla="*/ 2971991 h 3505200"/>
              <a:gd name="connsiteX7577" fmla="*/ 1219391 w 3505200"/>
              <a:gd name="connsiteY7577" fmla="*/ 2965228 h 3505200"/>
              <a:gd name="connsiteX7578" fmla="*/ 1212628 w 3505200"/>
              <a:gd name="connsiteY7578" fmla="*/ 2971991 h 3505200"/>
              <a:gd name="connsiteX7579" fmla="*/ 1219391 w 3505200"/>
              <a:gd name="connsiteY7579" fmla="*/ 2978753 h 3505200"/>
              <a:gd name="connsiteX7580" fmla="*/ 1295591 w 3505200"/>
              <a:gd name="connsiteY7580" fmla="*/ 2979230 h 3505200"/>
              <a:gd name="connsiteX7581" fmla="*/ 1302734 w 3505200"/>
              <a:gd name="connsiteY7581" fmla="*/ 2972086 h 3505200"/>
              <a:gd name="connsiteX7582" fmla="*/ 1295591 w 3505200"/>
              <a:gd name="connsiteY7582" fmla="*/ 2964942 h 3505200"/>
              <a:gd name="connsiteX7583" fmla="*/ 1288447 w 3505200"/>
              <a:gd name="connsiteY7583" fmla="*/ 2972086 h 3505200"/>
              <a:gd name="connsiteX7584" fmla="*/ 1295591 w 3505200"/>
              <a:gd name="connsiteY7584" fmla="*/ 2979230 h 3505200"/>
              <a:gd name="connsiteX7585" fmla="*/ 1371791 w 3505200"/>
              <a:gd name="connsiteY7585" fmla="*/ 2979420 h 3505200"/>
              <a:gd name="connsiteX7586" fmla="*/ 1379220 w 3505200"/>
              <a:gd name="connsiteY7586" fmla="*/ 2971991 h 3505200"/>
              <a:gd name="connsiteX7587" fmla="*/ 1371791 w 3505200"/>
              <a:gd name="connsiteY7587" fmla="*/ 2964561 h 3505200"/>
              <a:gd name="connsiteX7588" fmla="*/ 1364361 w 3505200"/>
              <a:gd name="connsiteY7588" fmla="*/ 2971991 h 3505200"/>
              <a:gd name="connsiteX7589" fmla="*/ 1371791 w 3505200"/>
              <a:gd name="connsiteY7589" fmla="*/ 2979420 h 3505200"/>
              <a:gd name="connsiteX7590" fmla="*/ 1447991 w 3505200"/>
              <a:gd name="connsiteY7590" fmla="*/ 2979801 h 3505200"/>
              <a:gd name="connsiteX7591" fmla="*/ 1455801 w 3505200"/>
              <a:gd name="connsiteY7591" fmla="*/ 2971991 h 3505200"/>
              <a:gd name="connsiteX7592" fmla="*/ 1447991 w 3505200"/>
              <a:gd name="connsiteY7592" fmla="*/ 2964180 h 3505200"/>
              <a:gd name="connsiteX7593" fmla="*/ 1440180 w 3505200"/>
              <a:gd name="connsiteY7593" fmla="*/ 2971991 h 3505200"/>
              <a:gd name="connsiteX7594" fmla="*/ 1447991 w 3505200"/>
              <a:gd name="connsiteY7594" fmla="*/ 2979801 h 3505200"/>
              <a:gd name="connsiteX7595" fmla="*/ 1524191 w 3505200"/>
              <a:gd name="connsiteY7595" fmla="*/ 2980087 h 3505200"/>
              <a:gd name="connsiteX7596" fmla="*/ 1532192 w 3505200"/>
              <a:gd name="connsiteY7596" fmla="*/ 2972086 h 3505200"/>
              <a:gd name="connsiteX7597" fmla="*/ 1524191 w 3505200"/>
              <a:gd name="connsiteY7597" fmla="*/ 2964085 h 3505200"/>
              <a:gd name="connsiteX7598" fmla="*/ 1516189 w 3505200"/>
              <a:gd name="connsiteY7598" fmla="*/ 2972086 h 3505200"/>
              <a:gd name="connsiteX7599" fmla="*/ 1524191 w 3505200"/>
              <a:gd name="connsiteY7599" fmla="*/ 2980087 h 3505200"/>
              <a:gd name="connsiteX7600" fmla="*/ 1600391 w 3505200"/>
              <a:gd name="connsiteY7600" fmla="*/ 2980278 h 3505200"/>
              <a:gd name="connsiteX7601" fmla="*/ 1608677 w 3505200"/>
              <a:gd name="connsiteY7601" fmla="*/ 2971991 h 3505200"/>
              <a:gd name="connsiteX7602" fmla="*/ 1600391 w 3505200"/>
              <a:gd name="connsiteY7602" fmla="*/ 2963704 h 3505200"/>
              <a:gd name="connsiteX7603" fmla="*/ 1592104 w 3505200"/>
              <a:gd name="connsiteY7603" fmla="*/ 2971991 h 3505200"/>
              <a:gd name="connsiteX7604" fmla="*/ 1600391 w 3505200"/>
              <a:gd name="connsiteY7604" fmla="*/ 2980278 h 3505200"/>
              <a:gd name="connsiteX7605" fmla="*/ 1676591 w 3505200"/>
              <a:gd name="connsiteY7605" fmla="*/ 2980468 h 3505200"/>
              <a:gd name="connsiteX7606" fmla="*/ 1685068 w 3505200"/>
              <a:gd name="connsiteY7606" fmla="*/ 2971991 h 3505200"/>
              <a:gd name="connsiteX7607" fmla="*/ 1676591 w 3505200"/>
              <a:gd name="connsiteY7607" fmla="*/ 2963513 h 3505200"/>
              <a:gd name="connsiteX7608" fmla="*/ 1668113 w 3505200"/>
              <a:gd name="connsiteY7608" fmla="*/ 2971991 h 3505200"/>
              <a:gd name="connsiteX7609" fmla="*/ 1676591 w 3505200"/>
              <a:gd name="connsiteY7609" fmla="*/ 2980468 h 3505200"/>
              <a:gd name="connsiteX7610" fmla="*/ 1752791 w 3505200"/>
              <a:gd name="connsiteY7610" fmla="*/ 2980468 h 3505200"/>
              <a:gd name="connsiteX7611" fmla="*/ 1761268 w 3505200"/>
              <a:gd name="connsiteY7611" fmla="*/ 2971991 h 3505200"/>
              <a:gd name="connsiteX7612" fmla="*/ 1752791 w 3505200"/>
              <a:gd name="connsiteY7612" fmla="*/ 2963513 h 3505200"/>
              <a:gd name="connsiteX7613" fmla="*/ 1744313 w 3505200"/>
              <a:gd name="connsiteY7613" fmla="*/ 2971991 h 3505200"/>
              <a:gd name="connsiteX7614" fmla="*/ 1752791 w 3505200"/>
              <a:gd name="connsiteY7614" fmla="*/ 2980468 h 3505200"/>
              <a:gd name="connsiteX7615" fmla="*/ 1828991 w 3505200"/>
              <a:gd name="connsiteY7615" fmla="*/ 2980468 h 3505200"/>
              <a:gd name="connsiteX7616" fmla="*/ 1837468 w 3505200"/>
              <a:gd name="connsiteY7616" fmla="*/ 2971991 h 3505200"/>
              <a:gd name="connsiteX7617" fmla="*/ 1828991 w 3505200"/>
              <a:gd name="connsiteY7617" fmla="*/ 2963513 h 3505200"/>
              <a:gd name="connsiteX7618" fmla="*/ 1820513 w 3505200"/>
              <a:gd name="connsiteY7618" fmla="*/ 2971991 h 3505200"/>
              <a:gd name="connsiteX7619" fmla="*/ 1828991 w 3505200"/>
              <a:gd name="connsiteY7619" fmla="*/ 2980468 h 3505200"/>
              <a:gd name="connsiteX7620" fmla="*/ 1905191 w 3505200"/>
              <a:gd name="connsiteY7620" fmla="*/ 2980278 h 3505200"/>
              <a:gd name="connsiteX7621" fmla="*/ 1913477 w 3505200"/>
              <a:gd name="connsiteY7621" fmla="*/ 2971991 h 3505200"/>
              <a:gd name="connsiteX7622" fmla="*/ 1905191 w 3505200"/>
              <a:gd name="connsiteY7622" fmla="*/ 2963704 h 3505200"/>
              <a:gd name="connsiteX7623" fmla="*/ 1896904 w 3505200"/>
              <a:gd name="connsiteY7623" fmla="*/ 2971991 h 3505200"/>
              <a:gd name="connsiteX7624" fmla="*/ 1905191 w 3505200"/>
              <a:gd name="connsiteY7624" fmla="*/ 2980278 h 3505200"/>
              <a:gd name="connsiteX7625" fmla="*/ 1981391 w 3505200"/>
              <a:gd name="connsiteY7625" fmla="*/ 2980087 h 3505200"/>
              <a:gd name="connsiteX7626" fmla="*/ 1989392 w 3505200"/>
              <a:gd name="connsiteY7626" fmla="*/ 2972086 h 3505200"/>
              <a:gd name="connsiteX7627" fmla="*/ 1981391 w 3505200"/>
              <a:gd name="connsiteY7627" fmla="*/ 2964085 h 3505200"/>
              <a:gd name="connsiteX7628" fmla="*/ 1973389 w 3505200"/>
              <a:gd name="connsiteY7628" fmla="*/ 2972086 h 3505200"/>
              <a:gd name="connsiteX7629" fmla="*/ 1981391 w 3505200"/>
              <a:gd name="connsiteY7629" fmla="*/ 2980087 h 3505200"/>
              <a:gd name="connsiteX7630" fmla="*/ 2057591 w 3505200"/>
              <a:gd name="connsiteY7630" fmla="*/ 2979801 h 3505200"/>
              <a:gd name="connsiteX7631" fmla="*/ 2065401 w 3505200"/>
              <a:gd name="connsiteY7631" fmla="*/ 2971991 h 3505200"/>
              <a:gd name="connsiteX7632" fmla="*/ 2057591 w 3505200"/>
              <a:gd name="connsiteY7632" fmla="*/ 2964180 h 3505200"/>
              <a:gd name="connsiteX7633" fmla="*/ 2049780 w 3505200"/>
              <a:gd name="connsiteY7633" fmla="*/ 2971991 h 3505200"/>
              <a:gd name="connsiteX7634" fmla="*/ 2057591 w 3505200"/>
              <a:gd name="connsiteY7634" fmla="*/ 2979801 h 3505200"/>
              <a:gd name="connsiteX7635" fmla="*/ 2133791 w 3505200"/>
              <a:gd name="connsiteY7635" fmla="*/ 2979611 h 3505200"/>
              <a:gd name="connsiteX7636" fmla="*/ 2141411 w 3505200"/>
              <a:gd name="connsiteY7636" fmla="*/ 2971991 h 3505200"/>
              <a:gd name="connsiteX7637" fmla="*/ 2133791 w 3505200"/>
              <a:gd name="connsiteY7637" fmla="*/ 2964371 h 3505200"/>
              <a:gd name="connsiteX7638" fmla="*/ 2126171 w 3505200"/>
              <a:gd name="connsiteY7638" fmla="*/ 2971991 h 3505200"/>
              <a:gd name="connsiteX7639" fmla="*/ 2133791 w 3505200"/>
              <a:gd name="connsiteY7639" fmla="*/ 2979611 h 3505200"/>
              <a:gd name="connsiteX7640" fmla="*/ 2209991 w 3505200"/>
              <a:gd name="connsiteY7640" fmla="*/ 2979230 h 3505200"/>
              <a:gd name="connsiteX7641" fmla="*/ 2217134 w 3505200"/>
              <a:gd name="connsiteY7641" fmla="*/ 2972086 h 3505200"/>
              <a:gd name="connsiteX7642" fmla="*/ 2209991 w 3505200"/>
              <a:gd name="connsiteY7642" fmla="*/ 2964942 h 3505200"/>
              <a:gd name="connsiteX7643" fmla="*/ 2202847 w 3505200"/>
              <a:gd name="connsiteY7643" fmla="*/ 2972086 h 3505200"/>
              <a:gd name="connsiteX7644" fmla="*/ 2209991 w 3505200"/>
              <a:gd name="connsiteY7644" fmla="*/ 2979230 h 3505200"/>
              <a:gd name="connsiteX7645" fmla="*/ 2286191 w 3505200"/>
              <a:gd name="connsiteY7645" fmla="*/ 2978753 h 3505200"/>
              <a:gd name="connsiteX7646" fmla="*/ 2292953 w 3505200"/>
              <a:gd name="connsiteY7646" fmla="*/ 2971991 h 3505200"/>
              <a:gd name="connsiteX7647" fmla="*/ 2286191 w 3505200"/>
              <a:gd name="connsiteY7647" fmla="*/ 2965228 h 3505200"/>
              <a:gd name="connsiteX7648" fmla="*/ 2279428 w 3505200"/>
              <a:gd name="connsiteY7648" fmla="*/ 2971991 h 3505200"/>
              <a:gd name="connsiteX7649" fmla="*/ 2286191 w 3505200"/>
              <a:gd name="connsiteY7649" fmla="*/ 2978753 h 3505200"/>
              <a:gd name="connsiteX7650" fmla="*/ 2362391 w 3505200"/>
              <a:gd name="connsiteY7650" fmla="*/ 2978182 h 3505200"/>
              <a:gd name="connsiteX7651" fmla="*/ 2368487 w 3505200"/>
              <a:gd name="connsiteY7651" fmla="*/ 2972086 h 3505200"/>
              <a:gd name="connsiteX7652" fmla="*/ 2362391 w 3505200"/>
              <a:gd name="connsiteY7652" fmla="*/ 2965990 h 3505200"/>
              <a:gd name="connsiteX7653" fmla="*/ 2356295 w 3505200"/>
              <a:gd name="connsiteY7653" fmla="*/ 2972086 h 3505200"/>
              <a:gd name="connsiteX7654" fmla="*/ 2362391 w 3505200"/>
              <a:gd name="connsiteY7654" fmla="*/ 2978182 h 3505200"/>
              <a:gd name="connsiteX7655" fmla="*/ 2438591 w 3505200"/>
              <a:gd name="connsiteY7655" fmla="*/ 2977706 h 3505200"/>
              <a:gd name="connsiteX7656" fmla="*/ 2444306 w 3505200"/>
              <a:gd name="connsiteY7656" fmla="*/ 2971991 h 3505200"/>
              <a:gd name="connsiteX7657" fmla="*/ 2438591 w 3505200"/>
              <a:gd name="connsiteY7657" fmla="*/ 2966276 h 3505200"/>
              <a:gd name="connsiteX7658" fmla="*/ 2432876 w 3505200"/>
              <a:gd name="connsiteY7658" fmla="*/ 2971991 h 3505200"/>
              <a:gd name="connsiteX7659" fmla="*/ 2438591 w 3505200"/>
              <a:gd name="connsiteY7659" fmla="*/ 2977706 h 3505200"/>
              <a:gd name="connsiteX7660" fmla="*/ 2514791 w 3505200"/>
              <a:gd name="connsiteY7660" fmla="*/ 2977039 h 3505200"/>
              <a:gd name="connsiteX7661" fmla="*/ 2519839 w 3505200"/>
              <a:gd name="connsiteY7661" fmla="*/ 2971991 h 3505200"/>
              <a:gd name="connsiteX7662" fmla="*/ 2514791 w 3505200"/>
              <a:gd name="connsiteY7662" fmla="*/ 2966942 h 3505200"/>
              <a:gd name="connsiteX7663" fmla="*/ 2509742 w 3505200"/>
              <a:gd name="connsiteY7663" fmla="*/ 2971991 h 3505200"/>
              <a:gd name="connsiteX7664" fmla="*/ 2514791 w 3505200"/>
              <a:gd name="connsiteY7664" fmla="*/ 2977039 h 3505200"/>
              <a:gd name="connsiteX7665" fmla="*/ 2590991 w 3505200"/>
              <a:gd name="connsiteY7665" fmla="*/ 2976467 h 3505200"/>
              <a:gd name="connsiteX7666" fmla="*/ 2595467 w 3505200"/>
              <a:gd name="connsiteY7666" fmla="*/ 2971991 h 3505200"/>
              <a:gd name="connsiteX7667" fmla="*/ 2590991 w 3505200"/>
              <a:gd name="connsiteY7667" fmla="*/ 2967514 h 3505200"/>
              <a:gd name="connsiteX7668" fmla="*/ 2586514 w 3505200"/>
              <a:gd name="connsiteY7668" fmla="*/ 2971991 h 3505200"/>
              <a:gd name="connsiteX7669" fmla="*/ 2590991 w 3505200"/>
              <a:gd name="connsiteY7669" fmla="*/ 2976467 h 3505200"/>
              <a:gd name="connsiteX7670" fmla="*/ 2667191 w 3505200"/>
              <a:gd name="connsiteY7670" fmla="*/ 2975801 h 3505200"/>
              <a:gd name="connsiteX7671" fmla="*/ 2671001 w 3505200"/>
              <a:gd name="connsiteY7671" fmla="*/ 2971991 h 3505200"/>
              <a:gd name="connsiteX7672" fmla="*/ 2667191 w 3505200"/>
              <a:gd name="connsiteY7672" fmla="*/ 2968181 h 3505200"/>
              <a:gd name="connsiteX7673" fmla="*/ 2663381 w 3505200"/>
              <a:gd name="connsiteY7673" fmla="*/ 2971991 h 3505200"/>
              <a:gd name="connsiteX7674" fmla="*/ 2667191 w 3505200"/>
              <a:gd name="connsiteY7674" fmla="*/ 2975801 h 3505200"/>
              <a:gd name="connsiteX7675" fmla="*/ 2743391 w 3505200"/>
              <a:gd name="connsiteY7675" fmla="*/ 2974943 h 3505200"/>
              <a:gd name="connsiteX7676" fmla="*/ 2746343 w 3505200"/>
              <a:gd name="connsiteY7676" fmla="*/ 2971991 h 3505200"/>
              <a:gd name="connsiteX7677" fmla="*/ 2743391 w 3505200"/>
              <a:gd name="connsiteY7677" fmla="*/ 2969038 h 3505200"/>
              <a:gd name="connsiteX7678" fmla="*/ 2740438 w 3505200"/>
              <a:gd name="connsiteY7678" fmla="*/ 2971991 h 3505200"/>
              <a:gd name="connsiteX7679" fmla="*/ 2743391 w 3505200"/>
              <a:gd name="connsiteY7679" fmla="*/ 2974943 h 3505200"/>
              <a:gd name="connsiteX7680" fmla="*/ 2819591 w 3505200"/>
              <a:gd name="connsiteY7680" fmla="*/ 2974372 h 3505200"/>
              <a:gd name="connsiteX7681" fmla="*/ 2821877 w 3505200"/>
              <a:gd name="connsiteY7681" fmla="*/ 2972086 h 3505200"/>
              <a:gd name="connsiteX7682" fmla="*/ 2819591 w 3505200"/>
              <a:gd name="connsiteY7682" fmla="*/ 2969800 h 3505200"/>
              <a:gd name="connsiteX7683" fmla="*/ 2817305 w 3505200"/>
              <a:gd name="connsiteY7683" fmla="*/ 2972086 h 3505200"/>
              <a:gd name="connsiteX7684" fmla="*/ 2819591 w 3505200"/>
              <a:gd name="connsiteY7684" fmla="*/ 2974372 h 3505200"/>
              <a:gd name="connsiteX7685" fmla="*/ 2895791 w 3505200"/>
              <a:gd name="connsiteY7685" fmla="*/ 2973515 h 3505200"/>
              <a:gd name="connsiteX7686" fmla="*/ 2897315 w 3505200"/>
              <a:gd name="connsiteY7686" fmla="*/ 2971991 h 3505200"/>
              <a:gd name="connsiteX7687" fmla="*/ 2895791 w 3505200"/>
              <a:gd name="connsiteY7687" fmla="*/ 2970466 h 3505200"/>
              <a:gd name="connsiteX7688" fmla="*/ 2894266 w 3505200"/>
              <a:gd name="connsiteY7688" fmla="*/ 2971991 h 3505200"/>
              <a:gd name="connsiteX7689" fmla="*/ 2895791 w 3505200"/>
              <a:gd name="connsiteY7689" fmla="*/ 2973515 h 3505200"/>
              <a:gd name="connsiteX7690" fmla="*/ 2971991 w 3505200"/>
              <a:gd name="connsiteY7690" fmla="*/ 2972657 h 3505200"/>
              <a:gd name="connsiteX7691" fmla="*/ 2972657 w 3505200"/>
              <a:gd name="connsiteY7691" fmla="*/ 2971991 h 3505200"/>
              <a:gd name="connsiteX7692" fmla="*/ 2971991 w 3505200"/>
              <a:gd name="connsiteY7692" fmla="*/ 2971324 h 3505200"/>
              <a:gd name="connsiteX7693" fmla="*/ 2971324 w 3505200"/>
              <a:gd name="connsiteY7693" fmla="*/ 2971991 h 3505200"/>
              <a:gd name="connsiteX7694" fmla="*/ 2971991 w 3505200"/>
              <a:gd name="connsiteY7694" fmla="*/ 2972657 h 3505200"/>
              <a:gd name="connsiteX7695" fmla="*/ 609790 w 3505200"/>
              <a:gd name="connsiteY7695" fmla="*/ 3048857 h 3505200"/>
              <a:gd name="connsiteX7696" fmla="*/ 610457 w 3505200"/>
              <a:gd name="connsiteY7696" fmla="*/ 3048191 h 3505200"/>
              <a:gd name="connsiteX7697" fmla="*/ 609790 w 3505200"/>
              <a:gd name="connsiteY7697" fmla="*/ 3047524 h 3505200"/>
              <a:gd name="connsiteX7698" fmla="*/ 609124 w 3505200"/>
              <a:gd name="connsiteY7698" fmla="*/ 3048191 h 3505200"/>
              <a:gd name="connsiteX7699" fmla="*/ 609790 w 3505200"/>
              <a:gd name="connsiteY7699" fmla="*/ 3048857 h 3505200"/>
              <a:gd name="connsiteX7700" fmla="*/ 685990 w 3505200"/>
              <a:gd name="connsiteY7700" fmla="*/ 3049524 h 3505200"/>
              <a:gd name="connsiteX7701" fmla="*/ 687229 w 3505200"/>
              <a:gd name="connsiteY7701" fmla="*/ 3048286 h 3505200"/>
              <a:gd name="connsiteX7702" fmla="*/ 685990 w 3505200"/>
              <a:gd name="connsiteY7702" fmla="*/ 3047048 h 3505200"/>
              <a:gd name="connsiteX7703" fmla="*/ 684752 w 3505200"/>
              <a:gd name="connsiteY7703" fmla="*/ 3048286 h 3505200"/>
              <a:gd name="connsiteX7704" fmla="*/ 685990 w 3505200"/>
              <a:gd name="connsiteY7704" fmla="*/ 3049524 h 3505200"/>
              <a:gd name="connsiteX7705" fmla="*/ 762190 w 3505200"/>
              <a:gd name="connsiteY7705" fmla="*/ 3050286 h 3505200"/>
              <a:gd name="connsiteX7706" fmla="*/ 764286 w 3505200"/>
              <a:gd name="connsiteY7706" fmla="*/ 3048191 h 3505200"/>
              <a:gd name="connsiteX7707" fmla="*/ 762190 w 3505200"/>
              <a:gd name="connsiteY7707" fmla="*/ 3046095 h 3505200"/>
              <a:gd name="connsiteX7708" fmla="*/ 760095 w 3505200"/>
              <a:gd name="connsiteY7708" fmla="*/ 3048191 h 3505200"/>
              <a:gd name="connsiteX7709" fmla="*/ 762190 w 3505200"/>
              <a:gd name="connsiteY7709" fmla="*/ 3050286 h 3505200"/>
              <a:gd name="connsiteX7710" fmla="*/ 838390 w 3505200"/>
              <a:gd name="connsiteY7710" fmla="*/ 3050953 h 3505200"/>
              <a:gd name="connsiteX7711" fmla="*/ 841153 w 3505200"/>
              <a:gd name="connsiteY7711" fmla="*/ 3048191 h 3505200"/>
              <a:gd name="connsiteX7712" fmla="*/ 838390 w 3505200"/>
              <a:gd name="connsiteY7712" fmla="*/ 3045428 h 3505200"/>
              <a:gd name="connsiteX7713" fmla="*/ 835628 w 3505200"/>
              <a:gd name="connsiteY7713" fmla="*/ 3048191 h 3505200"/>
              <a:gd name="connsiteX7714" fmla="*/ 838390 w 3505200"/>
              <a:gd name="connsiteY7714" fmla="*/ 3050953 h 3505200"/>
              <a:gd name="connsiteX7715" fmla="*/ 914590 w 3505200"/>
              <a:gd name="connsiteY7715" fmla="*/ 3051620 h 3505200"/>
              <a:gd name="connsiteX7716" fmla="*/ 917924 w 3505200"/>
              <a:gd name="connsiteY7716" fmla="*/ 3048286 h 3505200"/>
              <a:gd name="connsiteX7717" fmla="*/ 914590 w 3505200"/>
              <a:gd name="connsiteY7717" fmla="*/ 3044952 h 3505200"/>
              <a:gd name="connsiteX7718" fmla="*/ 911162 w 3505200"/>
              <a:gd name="connsiteY7718" fmla="*/ 3048286 h 3505200"/>
              <a:gd name="connsiteX7719" fmla="*/ 914590 w 3505200"/>
              <a:gd name="connsiteY7719" fmla="*/ 3051620 h 3505200"/>
              <a:gd name="connsiteX7720" fmla="*/ 990790 w 3505200"/>
              <a:gd name="connsiteY7720" fmla="*/ 3052191 h 3505200"/>
              <a:gd name="connsiteX7721" fmla="*/ 994791 w 3505200"/>
              <a:gd name="connsiteY7721" fmla="*/ 3048191 h 3505200"/>
              <a:gd name="connsiteX7722" fmla="*/ 990790 w 3505200"/>
              <a:gd name="connsiteY7722" fmla="*/ 3044190 h 3505200"/>
              <a:gd name="connsiteX7723" fmla="*/ 986790 w 3505200"/>
              <a:gd name="connsiteY7723" fmla="*/ 3048191 h 3505200"/>
              <a:gd name="connsiteX7724" fmla="*/ 990790 w 3505200"/>
              <a:gd name="connsiteY7724" fmla="*/ 3052191 h 3505200"/>
              <a:gd name="connsiteX7725" fmla="*/ 1066991 w 3505200"/>
              <a:gd name="connsiteY7725" fmla="*/ 3052858 h 3505200"/>
              <a:gd name="connsiteX7726" fmla="*/ 1071658 w 3505200"/>
              <a:gd name="connsiteY7726" fmla="*/ 3048191 h 3505200"/>
              <a:gd name="connsiteX7727" fmla="*/ 1066991 w 3505200"/>
              <a:gd name="connsiteY7727" fmla="*/ 3043523 h 3505200"/>
              <a:gd name="connsiteX7728" fmla="*/ 1062323 w 3505200"/>
              <a:gd name="connsiteY7728" fmla="*/ 3048191 h 3505200"/>
              <a:gd name="connsiteX7729" fmla="*/ 1066991 w 3505200"/>
              <a:gd name="connsiteY7729" fmla="*/ 3052858 h 3505200"/>
              <a:gd name="connsiteX7730" fmla="*/ 1143191 w 3505200"/>
              <a:gd name="connsiteY7730" fmla="*/ 3053239 h 3505200"/>
              <a:gd name="connsiteX7731" fmla="*/ 1148239 w 3505200"/>
              <a:gd name="connsiteY7731" fmla="*/ 3048191 h 3505200"/>
              <a:gd name="connsiteX7732" fmla="*/ 1143191 w 3505200"/>
              <a:gd name="connsiteY7732" fmla="*/ 3043142 h 3505200"/>
              <a:gd name="connsiteX7733" fmla="*/ 1138142 w 3505200"/>
              <a:gd name="connsiteY7733" fmla="*/ 3048191 h 3505200"/>
              <a:gd name="connsiteX7734" fmla="*/ 1143191 w 3505200"/>
              <a:gd name="connsiteY7734" fmla="*/ 3053239 h 3505200"/>
              <a:gd name="connsiteX7735" fmla="*/ 1219391 w 3505200"/>
              <a:gd name="connsiteY7735" fmla="*/ 3053715 h 3505200"/>
              <a:gd name="connsiteX7736" fmla="*/ 1224915 w 3505200"/>
              <a:gd name="connsiteY7736" fmla="*/ 3048191 h 3505200"/>
              <a:gd name="connsiteX7737" fmla="*/ 1219391 w 3505200"/>
              <a:gd name="connsiteY7737" fmla="*/ 3042666 h 3505200"/>
              <a:gd name="connsiteX7738" fmla="*/ 1213866 w 3505200"/>
              <a:gd name="connsiteY7738" fmla="*/ 3048191 h 3505200"/>
              <a:gd name="connsiteX7739" fmla="*/ 1219391 w 3505200"/>
              <a:gd name="connsiteY7739" fmla="*/ 3053715 h 3505200"/>
              <a:gd name="connsiteX7740" fmla="*/ 1295591 w 3505200"/>
              <a:gd name="connsiteY7740" fmla="*/ 3054096 h 3505200"/>
              <a:gd name="connsiteX7741" fmla="*/ 1301496 w 3505200"/>
              <a:gd name="connsiteY7741" fmla="*/ 3048191 h 3505200"/>
              <a:gd name="connsiteX7742" fmla="*/ 1295591 w 3505200"/>
              <a:gd name="connsiteY7742" fmla="*/ 3042285 h 3505200"/>
              <a:gd name="connsiteX7743" fmla="*/ 1289685 w 3505200"/>
              <a:gd name="connsiteY7743" fmla="*/ 3048191 h 3505200"/>
              <a:gd name="connsiteX7744" fmla="*/ 1295591 w 3505200"/>
              <a:gd name="connsiteY7744" fmla="*/ 3054096 h 3505200"/>
              <a:gd name="connsiteX7745" fmla="*/ 1371791 w 3505200"/>
              <a:gd name="connsiteY7745" fmla="*/ 3054572 h 3505200"/>
              <a:gd name="connsiteX7746" fmla="*/ 1378172 w 3505200"/>
              <a:gd name="connsiteY7746" fmla="*/ 3048191 h 3505200"/>
              <a:gd name="connsiteX7747" fmla="*/ 1371791 w 3505200"/>
              <a:gd name="connsiteY7747" fmla="*/ 3041809 h 3505200"/>
              <a:gd name="connsiteX7748" fmla="*/ 1365409 w 3505200"/>
              <a:gd name="connsiteY7748" fmla="*/ 3048191 h 3505200"/>
              <a:gd name="connsiteX7749" fmla="*/ 1371791 w 3505200"/>
              <a:gd name="connsiteY7749" fmla="*/ 3054572 h 3505200"/>
              <a:gd name="connsiteX7750" fmla="*/ 1447991 w 3505200"/>
              <a:gd name="connsiteY7750" fmla="*/ 3054953 h 3505200"/>
              <a:gd name="connsiteX7751" fmla="*/ 1454753 w 3505200"/>
              <a:gd name="connsiteY7751" fmla="*/ 3048191 h 3505200"/>
              <a:gd name="connsiteX7752" fmla="*/ 1447991 w 3505200"/>
              <a:gd name="connsiteY7752" fmla="*/ 3041428 h 3505200"/>
              <a:gd name="connsiteX7753" fmla="*/ 1441228 w 3505200"/>
              <a:gd name="connsiteY7753" fmla="*/ 3048191 h 3505200"/>
              <a:gd name="connsiteX7754" fmla="*/ 1447991 w 3505200"/>
              <a:gd name="connsiteY7754" fmla="*/ 3054953 h 3505200"/>
              <a:gd name="connsiteX7755" fmla="*/ 1524191 w 3505200"/>
              <a:gd name="connsiteY7755" fmla="*/ 3055144 h 3505200"/>
              <a:gd name="connsiteX7756" fmla="*/ 1531144 w 3505200"/>
              <a:gd name="connsiteY7756" fmla="*/ 3048191 h 3505200"/>
              <a:gd name="connsiteX7757" fmla="*/ 1524191 w 3505200"/>
              <a:gd name="connsiteY7757" fmla="*/ 3041237 h 3505200"/>
              <a:gd name="connsiteX7758" fmla="*/ 1517237 w 3505200"/>
              <a:gd name="connsiteY7758" fmla="*/ 3048191 h 3505200"/>
              <a:gd name="connsiteX7759" fmla="*/ 1524191 w 3505200"/>
              <a:gd name="connsiteY7759" fmla="*/ 3055144 h 3505200"/>
              <a:gd name="connsiteX7760" fmla="*/ 1600391 w 3505200"/>
              <a:gd name="connsiteY7760" fmla="*/ 3055430 h 3505200"/>
              <a:gd name="connsiteX7761" fmla="*/ 1607534 w 3505200"/>
              <a:gd name="connsiteY7761" fmla="*/ 3048286 h 3505200"/>
              <a:gd name="connsiteX7762" fmla="*/ 1600391 w 3505200"/>
              <a:gd name="connsiteY7762" fmla="*/ 3041142 h 3505200"/>
              <a:gd name="connsiteX7763" fmla="*/ 1593247 w 3505200"/>
              <a:gd name="connsiteY7763" fmla="*/ 3048286 h 3505200"/>
              <a:gd name="connsiteX7764" fmla="*/ 1600391 w 3505200"/>
              <a:gd name="connsiteY7764" fmla="*/ 3055430 h 3505200"/>
              <a:gd name="connsiteX7765" fmla="*/ 1676591 w 3505200"/>
              <a:gd name="connsiteY7765" fmla="*/ 3055430 h 3505200"/>
              <a:gd name="connsiteX7766" fmla="*/ 1683734 w 3505200"/>
              <a:gd name="connsiteY7766" fmla="*/ 3048286 h 3505200"/>
              <a:gd name="connsiteX7767" fmla="*/ 1676591 w 3505200"/>
              <a:gd name="connsiteY7767" fmla="*/ 3041142 h 3505200"/>
              <a:gd name="connsiteX7768" fmla="*/ 1669447 w 3505200"/>
              <a:gd name="connsiteY7768" fmla="*/ 3048286 h 3505200"/>
              <a:gd name="connsiteX7769" fmla="*/ 1676591 w 3505200"/>
              <a:gd name="connsiteY7769" fmla="*/ 3055430 h 3505200"/>
              <a:gd name="connsiteX7770" fmla="*/ 1752791 w 3505200"/>
              <a:gd name="connsiteY7770" fmla="*/ 3055430 h 3505200"/>
              <a:gd name="connsiteX7771" fmla="*/ 1759934 w 3505200"/>
              <a:gd name="connsiteY7771" fmla="*/ 3048286 h 3505200"/>
              <a:gd name="connsiteX7772" fmla="*/ 1752791 w 3505200"/>
              <a:gd name="connsiteY7772" fmla="*/ 3041142 h 3505200"/>
              <a:gd name="connsiteX7773" fmla="*/ 1745647 w 3505200"/>
              <a:gd name="connsiteY7773" fmla="*/ 3048286 h 3505200"/>
              <a:gd name="connsiteX7774" fmla="*/ 1752791 w 3505200"/>
              <a:gd name="connsiteY7774" fmla="*/ 3055430 h 3505200"/>
              <a:gd name="connsiteX7775" fmla="*/ 1828991 w 3505200"/>
              <a:gd name="connsiteY7775" fmla="*/ 3055430 h 3505200"/>
              <a:gd name="connsiteX7776" fmla="*/ 1836134 w 3505200"/>
              <a:gd name="connsiteY7776" fmla="*/ 3048286 h 3505200"/>
              <a:gd name="connsiteX7777" fmla="*/ 1828991 w 3505200"/>
              <a:gd name="connsiteY7777" fmla="*/ 3041142 h 3505200"/>
              <a:gd name="connsiteX7778" fmla="*/ 1821847 w 3505200"/>
              <a:gd name="connsiteY7778" fmla="*/ 3048286 h 3505200"/>
              <a:gd name="connsiteX7779" fmla="*/ 1828991 w 3505200"/>
              <a:gd name="connsiteY7779" fmla="*/ 3055430 h 3505200"/>
              <a:gd name="connsiteX7780" fmla="*/ 1905191 w 3505200"/>
              <a:gd name="connsiteY7780" fmla="*/ 3055430 h 3505200"/>
              <a:gd name="connsiteX7781" fmla="*/ 1912334 w 3505200"/>
              <a:gd name="connsiteY7781" fmla="*/ 3048286 h 3505200"/>
              <a:gd name="connsiteX7782" fmla="*/ 1905191 w 3505200"/>
              <a:gd name="connsiteY7782" fmla="*/ 3041142 h 3505200"/>
              <a:gd name="connsiteX7783" fmla="*/ 1898047 w 3505200"/>
              <a:gd name="connsiteY7783" fmla="*/ 3048286 h 3505200"/>
              <a:gd name="connsiteX7784" fmla="*/ 1905191 w 3505200"/>
              <a:gd name="connsiteY7784" fmla="*/ 3055430 h 3505200"/>
              <a:gd name="connsiteX7785" fmla="*/ 1981391 w 3505200"/>
              <a:gd name="connsiteY7785" fmla="*/ 3055144 h 3505200"/>
              <a:gd name="connsiteX7786" fmla="*/ 1988344 w 3505200"/>
              <a:gd name="connsiteY7786" fmla="*/ 3048191 h 3505200"/>
              <a:gd name="connsiteX7787" fmla="*/ 1981391 w 3505200"/>
              <a:gd name="connsiteY7787" fmla="*/ 3041237 h 3505200"/>
              <a:gd name="connsiteX7788" fmla="*/ 1974437 w 3505200"/>
              <a:gd name="connsiteY7788" fmla="*/ 3048191 h 3505200"/>
              <a:gd name="connsiteX7789" fmla="*/ 1981391 w 3505200"/>
              <a:gd name="connsiteY7789" fmla="*/ 3055144 h 3505200"/>
              <a:gd name="connsiteX7790" fmla="*/ 2057591 w 3505200"/>
              <a:gd name="connsiteY7790" fmla="*/ 3054953 h 3505200"/>
              <a:gd name="connsiteX7791" fmla="*/ 2064353 w 3505200"/>
              <a:gd name="connsiteY7791" fmla="*/ 3048191 h 3505200"/>
              <a:gd name="connsiteX7792" fmla="*/ 2057591 w 3505200"/>
              <a:gd name="connsiteY7792" fmla="*/ 3041428 h 3505200"/>
              <a:gd name="connsiteX7793" fmla="*/ 2050828 w 3505200"/>
              <a:gd name="connsiteY7793" fmla="*/ 3048191 h 3505200"/>
              <a:gd name="connsiteX7794" fmla="*/ 2057591 w 3505200"/>
              <a:gd name="connsiteY7794" fmla="*/ 3054953 h 3505200"/>
              <a:gd name="connsiteX7795" fmla="*/ 2133791 w 3505200"/>
              <a:gd name="connsiteY7795" fmla="*/ 3054572 h 3505200"/>
              <a:gd name="connsiteX7796" fmla="*/ 2140172 w 3505200"/>
              <a:gd name="connsiteY7796" fmla="*/ 3048191 h 3505200"/>
              <a:gd name="connsiteX7797" fmla="*/ 2133791 w 3505200"/>
              <a:gd name="connsiteY7797" fmla="*/ 3041809 h 3505200"/>
              <a:gd name="connsiteX7798" fmla="*/ 2127409 w 3505200"/>
              <a:gd name="connsiteY7798" fmla="*/ 3048191 h 3505200"/>
              <a:gd name="connsiteX7799" fmla="*/ 2133791 w 3505200"/>
              <a:gd name="connsiteY7799" fmla="*/ 3054572 h 3505200"/>
              <a:gd name="connsiteX7800" fmla="*/ 2209991 w 3505200"/>
              <a:gd name="connsiteY7800" fmla="*/ 3054382 h 3505200"/>
              <a:gd name="connsiteX7801" fmla="*/ 2216087 w 3505200"/>
              <a:gd name="connsiteY7801" fmla="*/ 3048286 h 3505200"/>
              <a:gd name="connsiteX7802" fmla="*/ 2209991 w 3505200"/>
              <a:gd name="connsiteY7802" fmla="*/ 3042190 h 3505200"/>
              <a:gd name="connsiteX7803" fmla="*/ 2203895 w 3505200"/>
              <a:gd name="connsiteY7803" fmla="*/ 3048286 h 3505200"/>
              <a:gd name="connsiteX7804" fmla="*/ 2209991 w 3505200"/>
              <a:gd name="connsiteY7804" fmla="*/ 3054382 h 3505200"/>
              <a:gd name="connsiteX7805" fmla="*/ 2286191 w 3505200"/>
              <a:gd name="connsiteY7805" fmla="*/ 3053906 h 3505200"/>
              <a:gd name="connsiteX7806" fmla="*/ 2291906 w 3505200"/>
              <a:gd name="connsiteY7806" fmla="*/ 3048191 h 3505200"/>
              <a:gd name="connsiteX7807" fmla="*/ 2286191 w 3505200"/>
              <a:gd name="connsiteY7807" fmla="*/ 3042476 h 3505200"/>
              <a:gd name="connsiteX7808" fmla="*/ 2280476 w 3505200"/>
              <a:gd name="connsiteY7808" fmla="*/ 3048191 h 3505200"/>
              <a:gd name="connsiteX7809" fmla="*/ 2286191 w 3505200"/>
              <a:gd name="connsiteY7809" fmla="*/ 3053906 h 3505200"/>
              <a:gd name="connsiteX7810" fmla="*/ 2362391 w 3505200"/>
              <a:gd name="connsiteY7810" fmla="*/ 3053239 h 3505200"/>
              <a:gd name="connsiteX7811" fmla="*/ 2367439 w 3505200"/>
              <a:gd name="connsiteY7811" fmla="*/ 3048191 h 3505200"/>
              <a:gd name="connsiteX7812" fmla="*/ 2362391 w 3505200"/>
              <a:gd name="connsiteY7812" fmla="*/ 3043142 h 3505200"/>
              <a:gd name="connsiteX7813" fmla="*/ 2357342 w 3505200"/>
              <a:gd name="connsiteY7813" fmla="*/ 3048191 h 3505200"/>
              <a:gd name="connsiteX7814" fmla="*/ 2362391 w 3505200"/>
              <a:gd name="connsiteY7814" fmla="*/ 3053239 h 3505200"/>
              <a:gd name="connsiteX7815" fmla="*/ 2438591 w 3505200"/>
              <a:gd name="connsiteY7815" fmla="*/ 3052858 h 3505200"/>
              <a:gd name="connsiteX7816" fmla="*/ 2443258 w 3505200"/>
              <a:gd name="connsiteY7816" fmla="*/ 3048191 h 3505200"/>
              <a:gd name="connsiteX7817" fmla="*/ 2438591 w 3505200"/>
              <a:gd name="connsiteY7817" fmla="*/ 3043523 h 3505200"/>
              <a:gd name="connsiteX7818" fmla="*/ 2433923 w 3505200"/>
              <a:gd name="connsiteY7818" fmla="*/ 3048191 h 3505200"/>
              <a:gd name="connsiteX7819" fmla="*/ 2438591 w 3505200"/>
              <a:gd name="connsiteY7819" fmla="*/ 3052858 h 3505200"/>
              <a:gd name="connsiteX7820" fmla="*/ 2514791 w 3505200"/>
              <a:gd name="connsiteY7820" fmla="*/ 3052191 h 3505200"/>
              <a:gd name="connsiteX7821" fmla="*/ 2518791 w 3505200"/>
              <a:gd name="connsiteY7821" fmla="*/ 3048191 h 3505200"/>
              <a:gd name="connsiteX7822" fmla="*/ 2514791 w 3505200"/>
              <a:gd name="connsiteY7822" fmla="*/ 3044190 h 3505200"/>
              <a:gd name="connsiteX7823" fmla="*/ 2510790 w 3505200"/>
              <a:gd name="connsiteY7823" fmla="*/ 3048191 h 3505200"/>
              <a:gd name="connsiteX7824" fmla="*/ 2514791 w 3505200"/>
              <a:gd name="connsiteY7824" fmla="*/ 3052191 h 3505200"/>
              <a:gd name="connsiteX7825" fmla="*/ 2590991 w 3505200"/>
              <a:gd name="connsiteY7825" fmla="*/ 3051620 h 3505200"/>
              <a:gd name="connsiteX7826" fmla="*/ 2594324 w 3505200"/>
              <a:gd name="connsiteY7826" fmla="*/ 3048286 h 3505200"/>
              <a:gd name="connsiteX7827" fmla="*/ 2590991 w 3505200"/>
              <a:gd name="connsiteY7827" fmla="*/ 3044952 h 3505200"/>
              <a:gd name="connsiteX7828" fmla="*/ 2587657 w 3505200"/>
              <a:gd name="connsiteY7828" fmla="*/ 3048286 h 3505200"/>
              <a:gd name="connsiteX7829" fmla="*/ 2590991 w 3505200"/>
              <a:gd name="connsiteY7829" fmla="*/ 3051620 h 3505200"/>
              <a:gd name="connsiteX7830" fmla="*/ 2667191 w 3505200"/>
              <a:gd name="connsiteY7830" fmla="*/ 3050953 h 3505200"/>
              <a:gd name="connsiteX7831" fmla="*/ 2669953 w 3505200"/>
              <a:gd name="connsiteY7831" fmla="*/ 3048191 h 3505200"/>
              <a:gd name="connsiteX7832" fmla="*/ 2667191 w 3505200"/>
              <a:gd name="connsiteY7832" fmla="*/ 3045428 h 3505200"/>
              <a:gd name="connsiteX7833" fmla="*/ 2664428 w 3505200"/>
              <a:gd name="connsiteY7833" fmla="*/ 3048191 h 3505200"/>
              <a:gd name="connsiteX7834" fmla="*/ 2667191 w 3505200"/>
              <a:gd name="connsiteY7834" fmla="*/ 3050953 h 3505200"/>
              <a:gd name="connsiteX7835" fmla="*/ 2743391 w 3505200"/>
              <a:gd name="connsiteY7835" fmla="*/ 3050286 h 3505200"/>
              <a:gd name="connsiteX7836" fmla="*/ 2745486 w 3505200"/>
              <a:gd name="connsiteY7836" fmla="*/ 3048191 h 3505200"/>
              <a:gd name="connsiteX7837" fmla="*/ 2743391 w 3505200"/>
              <a:gd name="connsiteY7837" fmla="*/ 3046095 h 3505200"/>
              <a:gd name="connsiteX7838" fmla="*/ 2741295 w 3505200"/>
              <a:gd name="connsiteY7838" fmla="*/ 3048191 h 3505200"/>
              <a:gd name="connsiteX7839" fmla="*/ 2743391 w 3505200"/>
              <a:gd name="connsiteY7839" fmla="*/ 3050286 h 3505200"/>
              <a:gd name="connsiteX7840" fmla="*/ 2819591 w 3505200"/>
              <a:gd name="connsiteY7840" fmla="*/ 3049715 h 3505200"/>
              <a:gd name="connsiteX7841" fmla="*/ 2821115 w 3505200"/>
              <a:gd name="connsiteY7841" fmla="*/ 3048191 h 3505200"/>
              <a:gd name="connsiteX7842" fmla="*/ 2819591 w 3505200"/>
              <a:gd name="connsiteY7842" fmla="*/ 3046666 h 3505200"/>
              <a:gd name="connsiteX7843" fmla="*/ 2818066 w 3505200"/>
              <a:gd name="connsiteY7843" fmla="*/ 3048191 h 3505200"/>
              <a:gd name="connsiteX7844" fmla="*/ 2819591 w 3505200"/>
              <a:gd name="connsiteY7844" fmla="*/ 3049715 h 3505200"/>
              <a:gd name="connsiteX7845" fmla="*/ 2895791 w 3505200"/>
              <a:gd name="connsiteY7845" fmla="*/ 3048857 h 3505200"/>
              <a:gd name="connsiteX7846" fmla="*/ 2896457 w 3505200"/>
              <a:gd name="connsiteY7846" fmla="*/ 3048191 h 3505200"/>
              <a:gd name="connsiteX7847" fmla="*/ 2895791 w 3505200"/>
              <a:gd name="connsiteY7847" fmla="*/ 3047524 h 3505200"/>
              <a:gd name="connsiteX7848" fmla="*/ 2895124 w 3505200"/>
              <a:gd name="connsiteY7848" fmla="*/ 3048191 h 3505200"/>
              <a:gd name="connsiteX7849" fmla="*/ 2895791 w 3505200"/>
              <a:gd name="connsiteY7849" fmla="*/ 3048857 h 3505200"/>
              <a:gd name="connsiteX7850" fmla="*/ 685990 w 3505200"/>
              <a:gd name="connsiteY7850" fmla="*/ 3124867 h 3505200"/>
              <a:gd name="connsiteX7851" fmla="*/ 686372 w 3505200"/>
              <a:gd name="connsiteY7851" fmla="*/ 3124486 h 3505200"/>
              <a:gd name="connsiteX7852" fmla="*/ 685990 w 3505200"/>
              <a:gd name="connsiteY7852" fmla="*/ 3124105 h 3505200"/>
              <a:gd name="connsiteX7853" fmla="*/ 685610 w 3505200"/>
              <a:gd name="connsiteY7853" fmla="*/ 3124486 h 3505200"/>
              <a:gd name="connsiteX7854" fmla="*/ 685990 w 3505200"/>
              <a:gd name="connsiteY7854" fmla="*/ 3124867 h 3505200"/>
              <a:gd name="connsiteX7855" fmla="*/ 762190 w 3505200"/>
              <a:gd name="connsiteY7855" fmla="*/ 3125438 h 3505200"/>
              <a:gd name="connsiteX7856" fmla="*/ 763238 w 3505200"/>
              <a:gd name="connsiteY7856" fmla="*/ 3124391 h 3505200"/>
              <a:gd name="connsiteX7857" fmla="*/ 762190 w 3505200"/>
              <a:gd name="connsiteY7857" fmla="*/ 3123343 h 3505200"/>
              <a:gd name="connsiteX7858" fmla="*/ 761143 w 3505200"/>
              <a:gd name="connsiteY7858" fmla="*/ 3124391 h 3505200"/>
              <a:gd name="connsiteX7859" fmla="*/ 762190 w 3505200"/>
              <a:gd name="connsiteY7859" fmla="*/ 3125438 h 3505200"/>
              <a:gd name="connsiteX7860" fmla="*/ 838390 w 3505200"/>
              <a:gd name="connsiteY7860" fmla="*/ 3126296 h 3505200"/>
              <a:gd name="connsiteX7861" fmla="*/ 840296 w 3505200"/>
              <a:gd name="connsiteY7861" fmla="*/ 3124391 h 3505200"/>
              <a:gd name="connsiteX7862" fmla="*/ 838390 w 3505200"/>
              <a:gd name="connsiteY7862" fmla="*/ 3122486 h 3505200"/>
              <a:gd name="connsiteX7863" fmla="*/ 836486 w 3505200"/>
              <a:gd name="connsiteY7863" fmla="*/ 3124391 h 3505200"/>
              <a:gd name="connsiteX7864" fmla="*/ 838390 w 3505200"/>
              <a:gd name="connsiteY7864" fmla="*/ 3126296 h 3505200"/>
              <a:gd name="connsiteX7865" fmla="*/ 914590 w 3505200"/>
              <a:gd name="connsiteY7865" fmla="*/ 3126772 h 3505200"/>
              <a:gd name="connsiteX7866" fmla="*/ 916877 w 3505200"/>
              <a:gd name="connsiteY7866" fmla="*/ 3124486 h 3505200"/>
              <a:gd name="connsiteX7867" fmla="*/ 914590 w 3505200"/>
              <a:gd name="connsiteY7867" fmla="*/ 3122200 h 3505200"/>
              <a:gd name="connsiteX7868" fmla="*/ 912305 w 3505200"/>
              <a:gd name="connsiteY7868" fmla="*/ 3124486 h 3505200"/>
              <a:gd name="connsiteX7869" fmla="*/ 914590 w 3505200"/>
              <a:gd name="connsiteY7869" fmla="*/ 3126772 h 3505200"/>
              <a:gd name="connsiteX7870" fmla="*/ 990790 w 3505200"/>
              <a:gd name="connsiteY7870" fmla="*/ 3127343 h 3505200"/>
              <a:gd name="connsiteX7871" fmla="*/ 993743 w 3505200"/>
              <a:gd name="connsiteY7871" fmla="*/ 3124391 h 3505200"/>
              <a:gd name="connsiteX7872" fmla="*/ 990790 w 3505200"/>
              <a:gd name="connsiteY7872" fmla="*/ 3121438 h 3505200"/>
              <a:gd name="connsiteX7873" fmla="*/ 987838 w 3505200"/>
              <a:gd name="connsiteY7873" fmla="*/ 3124391 h 3505200"/>
              <a:gd name="connsiteX7874" fmla="*/ 990790 w 3505200"/>
              <a:gd name="connsiteY7874" fmla="*/ 3127343 h 3505200"/>
              <a:gd name="connsiteX7875" fmla="*/ 1066991 w 3505200"/>
              <a:gd name="connsiteY7875" fmla="*/ 3128010 h 3505200"/>
              <a:gd name="connsiteX7876" fmla="*/ 1070610 w 3505200"/>
              <a:gd name="connsiteY7876" fmla="*/ 3124391 h 3505200"/>
              <a:gd name="connsiteX7877" fmla="*/ 1066991 w 3505200"/>
              <a:gd name="connsiteY7877" fmla="*/ 3120771 h 3505200"/>
              <a:gd name="connsiteX7878" fmla="*/ 1063371 w 3505200"/>
              <a:gd name="connsiteY7878" fmla="*/ 3124391 h 3505200"/>
              <a:gd name="connsiteX7879" fmla="*/ 1066991 w 3505200"/>
              <a:gd name="connsiteY7879" fmla="*/ 3128010 h 3505200"/>
              <a:gd name="connsiteX7880" fmla="*/ 1143191 w 3505200"/>
              <a:gd name="connsiteY7880" fmla="*/ 3128391 h 3505200"/>
              <a:gd name="connsiteX7881" fmla="*/ 1147191 w 3505200"/>
              <a:gd name="connsiteY7881" fmla="*/ 3124391 h 3505200"/>
              <a:gd name="connsiteX7882" fmla="*/ 1143191 w 3505200"/>
              <a:gd name="connsiteY7882" fmla="*/ 3120390 h 3505200"/>
              <a:gd name="connsiteX7883" fmla="*/ 1139190 w 3505200"/>
              <a:gd name="connsiteY7883" fmla="*/ 3124391 h 3505200"/>
              <a:gd name="connsiteX7884" fmla="*/ 1143191 w 3505200"/>
              <a:gd name="connsiteY7884" fmla="*/ 3128391 h 3505200"/>
              <a:gd name="connsiteX7885" fmla="*/ 1219391 w 3505200"/>
              <a:gd name="connsiteY7885" fmla="*/ 3128867 h 3505200"/>
              <a:gd name="connsiteX7886" fmla="*/ 1223867 w 3505200"/>
              <a:gd name="connsiteY7886" fmla="*/ 3124391 h 3505200"/>
              <a:gd name="connsiteX7887" fmla="*/ 1219391 w 3505200"/>
              <a:gd name="connsiteY7887" fmla="*/ 3119914 h 3505200"/>
              <a:gd name="connsiteX7888" fmla="*/ 1214914 w 3505200"/>
              <a:gd name="connsiteY7888" fmla="*/ 3124391 h 3505200"/>
              <a:gd name="connsiteX7889" fmla="*/ 1219391 w 3505200"/>
              <a:gd name="connsiteY7889" fmla="*/ 3128867 h 3505200"/>
              <a:gd name="connsiteX7890" fmla="*/ 1295591 w 3505200"/>
              <a:gd name="connsiteY7890" fmla="*/ 3129248 h 3505200"/>
              <a:gd name="connsiteX7891" fmla="*/ 1300448 w 3505200"/>
              <a:gd name="connsiteY7891" fmla="*/ 3124391 h 3505200"/>
              <a:gd name="connsiteX7892" fmla="*/ 1295591 w 3505200"/>
              <a:gd name="connsiteY7892" fmla="*/ 3119533 h 3505200"/>
              <a:gd name="connsiteX7893" fmla="*/ 1290733 w 3505200"/>
              <a:gd name="connsiteY7893" fmla="*/ 3124391 h 3505200"/>
              <a:gd name="connsiteX7894" fmla="*/ 1295591 w 3505200"/>
              <a:gd name="connsiteY7894" fmla="*/ 3129248 h 3505200"/>
              <a:gd name="connsiteX7895" fmla="*/ 1371791 w 3505200"/>
              <a:gd name="connsiteY7895" fmla="*/ 3129724 h 3505200"/>
              <a:gd name="connsiteX7896" fmla="*/ 1377029 w 3505200"/>
              <a:gd name="connsiteY7896" fmla="*/ 3124486 h 3505200"/>
              <a:gd name="connsiteX7897" fmla="*/ 1371791 w 3505200"/>
              <a:gd name="connsiteY7897" fmla="*/ 3119247 h 3505200"/>
              <a:gd name="connsiteX7898" fmla="*/ 1366552 w 3505200"/>
              <a:gd name="connsiteY7898" fmla="*/ 3124486 h 3505200"/>
              <a:gd name="connsiteX7899" fmla="*/ 1371791 w 3505200"/>
              <a:gd name="connsiteY7899" fmla="*/ 3129724 h 3505200"/>
              <a:gd name="connsiteX7900" fmla="*/ 1447991 w 3505200"/>
              <a:gd name="connsiteY7900" fmla="*/ 3129915 h 3505200"/>
              <a:gd name="connsiteX7901" fmla="*/ 1453515 w 3505200"/>
              <a:gd name="connsiteY7901" fmla="*/ 3124391 h 3505200"/>
              <a:gd name="connsiteX7902" fmla="*/ 1447991 w 3505200"/>
              <a:gd name="connsiteY7902" fmla="*/ 3118866 h 3505200"/>
              <a:gd name="connsiteX7903" fmla="*/ 1442466 w 3505200"/>
              <a:gd name="connsiteY7903" fmla="*/ 3124391 h 3505200"/>
              <a:gd name="connsiteX7904" fmla="*/ 1447991 w 3505200"/>
              <a:gd name="connsiteY7904" fmla="*/ 3129915 h 3505200"/>
              <a:gd name="connsiteX7905" fmla="*/ 1524191 w 3505200"/>
              <a:gd name="connsiteY7905" fmla="*/ 3130106 h 3505200"/>
              <a:gd name="connsiteX7906" fmla="*/ 1529906 w 3505200"/>
              <a:gd name="connsiteY7906" fmla="*/ 3124391 h 3505200"/>
              <a:gd name="connsiteX7907" fmla="*/ 1524191 w 3505200"/>
              <a:gd name="connsiteY7907" fmla="*/ 3118676 h 3505200"/>
              <a:gd name="connsiteX7908" fmla="*/ 1518476 w 3505200"/>
              <a:gd name="connsiteY7908" fmla="*/ 3124391 h 3505200"/>
              <a:gd name="connsiteX7909" fmla="*/ 1524191 w 3505200"/>
              <a:gd name="connsiteY7909" fmla="*/ 3130106 h 3505200"/>
              <a:gd name="connsiteX7910" fmla="*/ 1600391 w 3505200"/>
              <a:gd name="connsiteY7910" fmla="*/ 3130296 h 3505200"/>
              <a:gd name="connsiteX7911" fmla="*/ 1606296 w 3505200"/>
              <a:gd name="connsiteY7911" fmla="*/ 3124391 h 3505200"/>
              <a:gd name="connsiteX7912" fmla="*/ 1600391 w 3505200"/>
              <a:gd name="connsiteY7912" fmla="*/ 3118485 h 3505200"/>
              <a:gd name="connsiteX7913" fmla="*/ 1594485 w 3505200"/>
              <a:gd name="connsiteY7913" fmla="*/ 3124391 h 3505200"/>
              <a:gd name="connsiteX7914" fmla="*/ 1600391 w 3505200"/>
              <a:gd name="connsiteY7914" fmla="*/ 3130296 h 3505200"/>
              <a:gd name="connsiteX7915" fmla="*/ 1676591 w 3505200"/>
              <a:gd name="connsiteY7915" fmla="*/ 3130582 h 3505200"/>
              <a:gd name="connsiteX7916" fmla="*/ 1682687 w 3505200"/>
              <a:gd name="connsiteY7916" fmla="*/ 3124486 h 3505200"/>
              <a:gd name="connsiteX7917" fmla="*/ 1676591 w 3505200"/>
              <a:gd name="connsiteY7917" fmla="*/ 3118390 h 3505200"/>
              <a:gd name="connsiteX7918" fmla="*/ 1670495 w 3505200"/>
              <a:gd name="connsiteY7918" fmla="*/ 3124486 h 3505200"/>
              <a:gd name="connsiteX7919" fmla="*/ 1676591 w 3505200"/>
              <a:gd name="connsiteY7919" fmla="*/ 3130582 h 3505200"/>
              <a:gd name="connsiteX7920" fmla="*/ 1752791 w 3505200"/>
              <a:gd name="connsiteY7920" fmla="*/ 3130582 h 3505200"/>
              <a:gd name="connsiteX7921" fmla="*/ 1758887 w 3505200"/>
              <a:gd name="connsiteY7921" fmla="*/ 3124486 h 3505200"/>
              <a:gd name="connsiteX7922" fmla="*/ 1752791 w 3505200"/>
              <a:gd name="connsiteY7922" fmla="*/ 3118390 h 3505200"/>
              <a:gd name="connsiteX7923" fmla="*/ 1746695 w 3505200"/>
              <a:gd name="connsiteY7923" fmla="*/ 3124486 h 3505200"/>
              <a:gd name="connsiteX7924" fmla="*/ 1752791 w 3505200"/>
              <a:gd name="connsiteY7924" fmla="*/ 3130582 h 3505200"/>
              <a:gd name="connsiteX7925" fmla="*/ 1828991 w 3505200"/>
              <a:gd name="connsiteY7925" fmla="*/ 3130582 h 3505200"/>
              <a:gd name="connsiteX7926" fmla="*/ 1835087 w 3505200"/>
              <a:gd name="connsiteY7926" fmla="*/ 3124486 h 3505200"/>
              <a:gd name="connsiteX7927" fmla="*/ 1828991 w 3505200"/>
              <a:gd name="connsiteY7927" fmla="*/ 3118390 h 3505200"/>
              <a:gd name="connsiteX7928" fmla="*/ 1822895 w 3505200"/>
              <a:gd name="connsiteY7928" fmla="*/ 3124486 h 3505200"/>
              <a:gd name="connsiteX7929" fmla="*/ 1828991 w 3505200"/>
              <a:gd name="connsiteY7929" fmla="*/ 3130582 h 3505200"/>
              <a:gd name="connsiteX7930" fmla="*/ 1905191 w 3505200"/>
              <a:gd name="connsiteY7930" fmla="*/ 3130296 h 3505200"/>
              <a:gd name="connsiteX7931" fmla="*/ 1911096 w 3505200"/>
              <a:gd name="connsiteY7931" fmla="*/ 3124391 h 3505200"/>
              <a:gd name="connsiteX7932" fmla="*/ 1905191 w 3505200"/>
              <a:gd name="connsiteY7932" fmla="*/ 3118485 h 3505200"/>
              <a:gd name="connsiteX7933" fmla="*/ 1899285 w 3505200"/>
              <a:gd name="connsiteY7933" fmla="*/ 3124391 h 3505200"/>
              <a:gd name="connsiteX7934" fmla="*/ 1905191 w 3505200"/>
              <a:gd name="connsiteY7934" fmla="*/ 3130296 h 3505200"/>
              <a:gd name="connsiteX7935" fmla="*/ 1981391 w 3505200"/>
              <a:gd name="connsiteY7935" fmla="*/ 3130106 h 3505200"/>
              <a:gd name="connsiteX7936" fmla="*/ 1987106 w 3505200"/>
              <a:gd name="connsiteY7936" fmla="*/ 3124391 h 3505200"/>
              <a:gd name="connsiteX7937" fmla="*/ 1981391 w 3505200"/>
              <a:gd name="connsiteY7937" fmla="*/ 3118676 h 3505200"/>
              <a:gd name="connsiteX7938" fmla="*/ 1975676 w 3505200"/>
              <a:gd name="connsiteY7938" fmla="*/ 3124391 h 3505200"/>
              <a:gd name="connsiteX7939" fmla="*/ 1981391 w 3505200"/>
              <a:gd name="connsiteY7939" fmla="*/ 3130106 h 3505200"/>
              <a:gd name="connsiteX7940" fmla="*/ 2057591 w 3505200"/>
              <a:gd name="connsiteY7940" fmla="*/ 3129915 h 3505200"/>
              <a:gd name="connsiteX7941" fmla="*/ 2063115 w 3505200"/>
              <a:gd name="connsiteY7941" fmla="*/ 3124391 h 3505200"/>
              <a:gd name="connsiteX7942" fmla="*/ 2057591 w 3505200"/>
              <a:gd name="connsiteY7942" fmla="*/ 3118866 h 3505200"/>
              <a:gd name="connsiteX7943" fmla="*/ 2052066 w 3505200"/>
              <a:gd name="connsiteY7943" fmla="*/ 3124391 h 3505200"/>
              <a:gd name="connsiteX7944" fmla="*/ 2057591 w 3505200"/>
              <a:gd name="connsiteY7944" fmla="*/ 3129915 h 3505200"/>
              <a:gd name="connsiteX7945" fmla="*/ 2133791 w 3505200"/>
              <a:gd name="connsiteY7945" fmla="*/ 3129724 h 3505200"/>
              <a:gd name="connsiteX7946" fmla="*/ 2139029 w 3505200"/>
              <a:gd name="connsiteY7946" fmla="*/ 3124486 h 3505200"/>
              <a:gd name="connsiteX7947" fmla="*/ 2133791 w 3505200"/>
              <a:gd name="connsiteY7947" fmla="*/ 3119247 h 3505200"/>
              <a:gd name="connsiteX7948" fmla="*/ 2128552 w 3505200"/>
              <a:gd name="connsiteY7948" fmla="*/ 3124486 h 3505200"/>
              <a:gd name="connsiteX7949" fmla="*/ 2133791 w 3505200"/>
              <a:gd name="connsiteY7949" fmla="*/ 3129724 h 3505200"/>
              <a:gd name="connsiteX7950" fmla="*/ 2209991 w 3505200"/>
              <a:gd name="connsiteY7950" fmla="*/ 3129248 h 3505200"/>
              <a:gd name="connsiteX7951" fmla="*/ 2214848 w 3505200"/>
              <a:gd name="connsiteY7951" fmla="*/ 3124391 h 3505200"/>
              <a:gd name="connsiteX7952" fmla="*/ 2209991 w 3505200"/>
              <a:gd name="connsiteY7952" fmla="*/ 3119533 h 3505200"/>
              <a:gd name="connsiteX7953" fmla="*/ 2205133 w 3505200"/>
              <a:gd name="connsiteY7953" fmla="*/ 3124391 h 3505200"/>
              <a:gd name="connsiteX7954" fmla="*/ 2209991 w 3505200"/>
              <a:gd name="connsiteY7954" fmla="*/ 3129248 h 3505200"/>
              <a:gd name="connsiteX7955" fmla="*/ 2286191 w 3505200"/>
              <a:gd name="connsiteY7955" fmla="*/ 3129058 h 3505200"/>
              <a:gd name="connsiteX7956" fmla="*/ 2290858 w 3505200"/>
              <a:gd name="connsiteY7956" fmla="*/ 3124391 h 3505200"/>
              <a:gd name="connsiteX7957" fmla="*/ 2286191 w 3505200"/>
              <a:gd name="connsiteY7957" fmla="*/ 3119723 h 3505200"/>
              <a:gd name="connsiteX7958" fmla="*/ 2281523 w 3505200"/>
              <a:gd name="connsiteY7958" fmla="*/ 3124391 h 3505200"/>
              <a:gd name="connsiteX7959" fmla="*/ 2286191 w 3505200"/>
              <a:gd name="connsiteY7959" fmla="*/ 3129058 h 3505200"/>
              <a:gd name="connsiteX7960" fmla="*/ 2362391 w 3505200"/>
              <a:gd name="connsiteY7960" fmla="*/ 3128391 h 3505200"/>
              <a:gd name="connsiteX7961" fmla="*/ 2366391 w 3505200"/>
              <a:gd name="connsiteY7961" fmla="*/ 3124391 h 3505200"/>
              <a:gd name="connsiteX7962" fmla="*/ 2362391 w 3505200"/>
              <a:gd name="connsiteY7962" fmla="*/ 3120390 h 3505200"/>
              <a:gd name="connsiteX7963" fmla="*/ 2358390 w 3505200"/>
              <a:gd name="connsiteY7963" fmla="*/ 3124391 h 3505200"/>
              <a:gd name="connsiteX7964" fmla="*/ 2362391 w 3505200"/>
              <a:gd name="connsiteY7964" fmla="*/ 3128391 h 3505200"/>
              <a:gd name="connsiteX7965" fmla="*/ 2438591 w 3505200"/>
              <a:gd name="connsiteY7965" fmla="*/ 3128010 h 3505200"/>
              <a:gd name="connsiteX7966" fmla="*/ 2442210 w 3505200"/>
              <a:gd name="connsiteY7966" fmla="*/ 3124391 h 3505200"/>
              <a:gd name="connsiteX7967" fmla="*/ 2438591 w 3505200"/>
              <a:gd name="connsiteY7967" fmla="*/ 3120771 h 3505200"/>
              <a:gd name="connsiteX7968" fmla="*/ 2434971 w 3505200"/>
              <a:gd name="connsiteY7968" fmla="*/ 3124391 h 3505200"/>
              <a:gd name="connsiteX7969" fmla="*/ 2438591 w 3505200"/>
              <a:gd name="connsiteY7969" fmla="*/ 3128010 h 3505200"/>
              <a:gd name="connsiteX7970" fmla="*/ 2514791 w 3505200"/>
              <a:gd name="connsiteY7970" fmla="*/ 3127534 h 3505200"/>
              <a:gd name="connsiteX7971" fmla="*/ 2517934 w 3505200"/>
              <a:gd name="connsiteY7971" fmla="*/ 3124391 h 3505200"/>
              <a:gd name="connsiteX7972" fmla="*/ 2514791 w 3505200"/>
              <a:gd name="connsiteY7972" fmla="*/ 3121247 h 3505200"/>
              <a:gd name="connsiteX7973" fmla="*/ 2511647 w 3505200"/>
              <a:gd name="connsiteY7973" fmla="*/ 3124391 h 3505200"/>
              <a:gd name="connsiteX7974" fmla="*/ 2514791 w 3505200"/>
              <a:gd name="connsiteY7974" fmla="*/ 3127534 h 3505200"/>
              <a:gd name="connsiteX7975" fmla="*/ 2590991 w 3505200"/>
              <a:gd name="connsiteY7975" fmla="*/ 3126962 h 3505200"/>
              <a:gd name="connsiteX7976" fmla="*/ 2593562 w 3505200"/>
              <a:gd name="connsiteY7976" fmla="*/ 3124391 h 3505200"/>
              <a:gd name="connsiteX7977" fmla="*/ 2590991 w 3505200"/>
              <a:gd name="connsiteY7977" fmla="*/ 3121819 h 3505200"/>
              <a:gd name="connsiteX7978" fmla="*/ 2588419 w 3505200"/>
              <a:gd name="connsiteY7978" fmla="*/ 3124391 h 3505200"/>
              <a:gd name="connsiteX7979" fmla="*/ 2590991 w 3505200"/>
              <a:gd name="connsiteY7979" fmla="*/ 3126962 h 3505200"/>
              <a:gd name="connsiteX7980" fmla="*/ 2667191 w 3505200"/>
              <a:gd name="connsiteY7980" fmla="*/ 3126296 h 3505200"/>
              <a:gd name="connsiteX7981" fmla="*/ 2669096 w 3505200"/>
              <a:gd name="connsiteY7981" fmla="*/ 3124391 h 3505200"/>
              <a:gd name="connsiteX7982" fmla="*/ 2667191 w 3505200"/>
              <a:gd name="connsiteY7982" fmla="*/ 3122486 h 3505200"/>
              <a:gd name="connsiteX7983" fmla="*/ 2665286 w 3505200"/>
              <a:gd name="connsiteY7983" fmla="*/ 3124391 h 3505200"/>
              <a:gd name="connsiteX7984" fmla="*/ 2667191 w 3505200"/>
              <a:gd name="connsiteY7984" fmla="*/ 3126296 h 3505200"/>
              <a:gd name="connsiteX7985" fmla="*/ 2743391 w 3505200"/>
              <a:gd name="connsiteY7985" fmla="*/ 3125724 h 3505200"/>
              <a:gd name="connsiteX7986" fmla="*/ 2744629 w 3505200"/>
              <a:gd name="connsiteY7986" fmla="*/ 3124486 h 3505200"/>
              <a:gd name="connsiteX7987" fmla="*/ 2743391 w 3505200"/>
              <a:gd name="connsiteY7987" fmla="*/ 3123248 h 3505200"/>
              <a:gd name="connsiteX7988" fmla="*/ 2742153 w 3505200"/>
              <a:gd name="connsiteY7988" fmla="*/ 3124486 h 3505200"/>
              <a:gd name="connsiteX7989" fmla="*/ 2743391 w 3505200"/>
              <a:gd name="connsiteY7989" fmla="*/ 3125724 h 3505200"/>
              <a:gd name="connsiteX7990" fmla="*/ 2819591 w 3505200"/>
              <a:gd name="connsiteY7990" fmla="*/ 3124867 h 3505200"/>
              <a:gd name="connsiteX7991" fmla="*/ 2819972 w 3505200"/>
              <a:gd name="connsiteY7991" fmla="*/ 3124486 h 3505200"/>
              <a:gd name="connsiteX7992" fmla="*/ 2819591 w 3505200"/>
              <a:gd name="connsiteY7992" fmla="*/ 3124105 h 3505200"/>
              <a:gd name="connsiteX7993" fmla="*/ 2819210 w 3505200"/>
              <a:gd name="connsiteY7993" fmla="*/ 3124486 h 3505200"/>
              <a:gd name="connsiteX7994" fmla="*/ 2819591 w 3505200"/>
              <a:gd name="connsiteY7994" fmla="*/ 3124867 h 3505200"/>
              <a:gd name="connsiteX7995" fmla="*/ 762190 w 3505200"/>
              <a:gd name="connsiteY7995" fmla="*/ 3200781 h 3505200"/>
              <a:gd name="connsiteX7996" fmla="*/ 762381 w 3505200"/>
              <a:gd name="connsiteY7996" fmla="*/ 3200591 h 3505200"/>
              <a:gd name="connsiteX7997" fmla="*/ 762190 w 3505200"/>
              <a:gd name="connsiteY7997" fmla="*/ 3200400 h 3505200"/>
              <a:gd name="connsiteX7998" fmla="*/ 762000 w 3505200"/>
              <a:gd name="connsiteY7998" fmla="*/ 3200591 h 3505200"/>
              <a:gd name="connsiteX7999" fmla="*/ 762190 w 3505200"/>
              <a:gd name="connsiteY7999" fmla="*/ 3200781 h 3505200"/>
              <a:gd name="connsiteX8000" fmla="*/ 838390 w 3505200"/>
              <a:gd name="connsiteY8000" fmla="*/ 3201448 h 3505200"/>
              <a:gd name="connsiteX8001" fmla="*/ 839248 w 3505200"/>
              <a:gd name="connsiteY8001" fmla="*/ 3200591 h 3505200"/>
              <a:gd name="connsiteX8002" fmla="*/ 838390 w 3505200"/>
              <a:gd name="connsiteY8002" fmla="*/ 3199733 h 3505200"/>
              <a:gd name="connsiteX8003" fmla="*/ 837533 w 3505200"/>
              <a:gd name="connsiteY8003" fmla="*/ 3200591 h 3505200"/>
              <a:gd name="connsiteX8004" fmla="*/ 838390 w 3505200"/>
              <a:gd name="connsiteY8004" fmla="*/ 3201448 h 3505200"/>
              <a:gd name="connsiteX8005" fmla="*/ 914590 w 3505200"/>
              <a:gd name="connsiteY8005" fmla="*/ 3202115 h 3505200"/>
              <a:gd name="connsiteX8006" fmla="*/ 916115 w 3505200"/>
              <a:gd name="connsiteY8006" fmla="*/ 3200591 h 3505200"/>
              <a:gd name="connsiteX8007" fmla="*/ 914590 w 3505200"/>
              <a:gd name="connsiteY8007" fmla="*/ 3199066 h 3505200"/>
              <a:gd name="connsiteX8008" fmla="*/ 913067 w 3505200"/>
              <a:gd name="connsiteY8008" fmla="*/ 3200591 h 3505200"/>
              <a:gd name="connsiteX8009" fmla="*/ 914590 w 3505200"/>
              <a:gd name="connsiteY8009" fmla="*/ 3202115 h 3505200"/>
              <a:gd name="connsiteX8010" fmla="*/ 990790 w 3505200"/>
              <a:gd name="connsiteY8010" fmla="*/ 3202496 h 3505200"/>
              <a:gd name="connsiteX8011" fmla="*/ 992696 w 3505200"/>
              <a:gd name="connsiteY8011" fmla="*/ 3200591 h 3505200"/>
              <a:gd name="connsiteX8012" fmla="*/ 990790 w 3505200"/>
              <a:gd name="connsiteY8012" fmla="*/ 3198686 h 3505200"/>
              <a:gd name="connsiteX8013" fmla="*/ 988886 w 3505200"/>
              <a:gd name="connsiteY8013" fmla="*/ 3200591 h 3505200"/>
              <a:gd name="connsiteX8014" fmla="*/ 990790 w 3505200"/>
              <a:gd name="connsiteY8014" fmla="*/ 3202496 h 3505200"/>
              <a:gd name="connsiteX8015" fmla="*/ 1066991 w 3505200"/>
              <a:gd name="connsiteY8015" fmla="*/ 3203162 h 3505200"/>
              <a:gd name="connsiteX8016" fmla="*/ 1069562 w 3505200"/>
              <a:gd name="connsiteY8016" fmla="*/ 3200591 h 3505200"/>
              <a:gd name="connsiteX8017" fmla="*/ 1066991 w 3505200"/>
              <a:gd name="connsiteY8017" fmla="*/ 3198019 h 3505200"/>
              <a:gd name="connsiteX8018" fmla="*/ 1064419 w 3505200"/>
              <a:gd name="connsiteY8018" fmla="*/ 3200591 h 3505200"/>
              <a:gd name="connsiteX8019" fmla="*/ 1066991 w 3505200"/>
              <a:gd name="connsiteY8019" fmla="*/ 3203162 h 3505200"/>
              <a:gd name="connsiteX8020" fmla="*/ 1143191 w 3505200"/>
              <a:gd name="connsiteY8020" fmla="*/ 3203543 h 3505200"/>
              <a:gd name="connsiteX8021" fmla="*/ 1146143 w 3505200"/>
              <a:gd name="connsiteY8021" fmla="*/ 3200591 h 3505200"/>
              <a:gd name="connsiteX8022" fmla="*/ 1143191 w 3505200"/>
              <a:gd name="connsiteY8022" fmla="*/ 3197638 h 3505200"/>
              <a:gd name="connsiteX8023" fmla="*/ 1140238 w 3505200"/>
              <a:gd name="connsiteY8023" fmla="*/ 3200591 h 3505200"/>
              <a:gd name="connsiteX8024" fmla="*/ 1143191 w 3505200"/>
              <a:gd name="connsiteY8024" fmla="*/ 3203543 h 3505200"/>
              <a:gd name="connsiteX8025" fmla="*/ 1219391 w 3505200"/>
              <a:gd name="connsiteY8025" fmla="*/ 3204020 h 3505200"/>
              <a:gd name="connsiteX8026" fmla="*/ 1222724 w 3505200"/>
              <a:gd name="connsiteY8026" fmla="*/ 3200686 h 3505200"/>
              <a:gd name="connsiteX8027" fmla="*/ 1219391 w 3505200"/>
              <a:gd name="connsiteY8027" fmla="*/ 3197352 h 3505200"/>
              <a:gd name="connsiteX8028" fmla="*/ 1215962 w 3505200"/>
              <a:gd name="connsiteY8028" fmla="*/ 3200686 h 3505200"/>
              <a:gd name="connsiteX8029" fmla="*/ 1219391 w 3505200"/>
              <a:gd name="connsiteY8029" fmla="*/ 3204020 h 3505200"/>
              <a:gd name="connsiteX8030" fmla="*/ 1295591 w 3505200"/>
              <a:gd name="connsiteY8030" fmla="*/ 3204401 h 3505200"/>
              <a:gd name="connsiteX8031" fmla="*/ 1299401 w 3505200"/>
              <a:gd name="connsiteY8031" fmla="*/ 3200591 h 3505200"/>
              <a:gd name="connsiteX8032" fmla="*/ 1295591 w 3505200"/>
              <a:gd name="connsiteY8032" fmla="*/ 3196781 h 3505200"/>
              <a:gd name="connsiteX8033" fmla="*/ 1291781 w 3505200"/>
              <a:gd name="connsiteY8033" fmla="*/ 3200591 h 3505200"/>
              <a:gd name="connsiteX8034" fmla="*/ 1295591 w 3505200"/>
              <a:gd name="connsiteY8034" fmla="*/ 3204401 h 3505200"/>
              <a:gd name="connsiteX8035" fmla="*/ 1371791 w 3505200"/>
              <a:gd name="connsiteY8035" fmla="*/ 3204591 h 3505200"/>
              <a:gd name="connsiteX8036" fmla="*/ 1375791 w 3505200"/>
              <a:gd name="connsiteY8036" fmla="*/ 3200591 h 3505200"/>
              <a:gd name="connsiteX8037" fmla="*/ 1371791 w 3505200"/>
              <a:gd name="connsiteY8037" fmla="*/ 3196590 h 3505200"/>
              <a:gd name="connsiteX8038" fmla="*/ 1367790 w 3505200"/>
              <a:gd name="connsiteY8038" fmla="*/ 3200591 h 3505200"/>
              <a:gd name="connsiteX8039" fmla="*/ 1371791 w 3505200"/>
              <a:gd name="connsiteY8039" fmla="*/ 3204591 h 3505200"/>
              <a:gd name="connsiteX8040" fmla="*/ 1447991 w 3505200"/>
              <a:gd name="connsiteY8040" fmla="*/ 3205067 h 3505200"/>
              <a:gd name="connsiteX8041" fmla="*/ 1452467 w 3505200"/>
              <a:gd name="connsiteY8041" fmla="*/ 3200591 h 3505200"/>
              <a:gd name="connsiteX8042" fmla="*/ 1447991 w 3505200"/>
              <a:gd name="connsiteY8042" fmla="*/ 3196114 h 3505200"/>
              <a:gd name="connsiteX8043" fmla="*/ 1443514 w 3505200"/>
              <a:gd name="connsiteY8043" fmla="*/ 3200591 h 3505200"/>
              <a:gd name="connsiteX8044" fmla="*/ 1447991 w 3505200"/>
              <a:gd name="connsiteY8044" fmla="*/ 3205067 h 3505200"/>
              <a:gd name="connsiteX8045" fmla="*/ 1524191 w 3505200"/>
              <a:gd name="connsiteY8045" fmla="*/ 3205258 h 3505200"/>
              <a:gd name="connsiteX8046" fmla="*/ 1528858 w 3505200"/>
              <a:gd name="connsiteY8046" fmla="*/ 3200591 h 3505200"/>
              <a:gd name="connsiteX8047" fmla="*/ 1524191 w 3505200"/>
              <a:gd name="connsiteY8047" fmla="*/ 3195923 h 3505200"/>
              <a:gd name="connsiteX8048" fmla="*/ 1519523 w 3505200"/>
              <a:gd name="connsiteY8048" fmla="*/ 3200591 h 3505200"/>
              <a:gd name="connsiteX8049" fmla="*/ 1524191 w 3505200"/>
              <a:gd name="connsiteY8049" fmla="*/ 3205258 h 3505200"/>
              <a:gd name="connsiteX8050" fmla="*/ 1600391 w 3505200"/>
              <a:gd name="connsiteY8050" fmla="*/ 3205448 h 3505200"/>
              <a:gd name="connsiteX8051" fmla="*/ 1605248 w 3505200"/>
              <a:gd name="connsiteY8051" fmla="*/ 3200591 h 3505200"/>
              <a:gd name="connsiteX8052" fmla="*/ 1600391 w 3505200"/>
              <a:gd name="connsiteY8052" fmla="*/ 3195733 h 3505200"/>
              <a:gd name="connsiteX8053" fmla="*/ 1595533 w 3505200"/>
              <a:gd name="connsiteY8053" fmla="*/ 3200591 h 3505200"/>
              <a:gd name="connsiteX8054" fmla="*/ 1600391 w 3505200"/>
              <a:gd name="connsiteY8054" fmla="*/ 3205448 h 3505200"/>
              <a:gd name="connsiteX8055" fmla="*/ 1676591 w 3505200"/>
              <a:gd name="connsiteY8055" fmla="*/ 3205448 h 3505200"/>
              <a:gd name="connsiteX8056" fmla="*/ 1681448 w 3505200"/>
              <a:gd name="connsiteY8056" fmla="*/ 3200591 h 3505200"/>
              <a:gd name="connsiteX8057" fmla="*/ 1676591 w 3505200"/>
              <a:gd name="connsiteY8057" fmla="*/ 3195733 h 3505200"/>
              <a:gd name="connsiteX8058" fmla="*/ 1671733 w 3505200"/>
              <a:gd name="connsiteY8058" fmla="*/ 3200591 h 3505200"/>
              <a:gd name="connsiteX8059" fmla="*/ 1676591 w 3505200"/>
              <a:gd name="connsiteY8059" fmla="*/ 3205448 h 3505200"/>
              <a:gd name="connsiteX8060" fmla="*/ 1752791 w 3505200"/>
              <a:gd name="connsiteY8060" fmla="*/ 3205448 h 3505200"/>
              <a:gd name="connsiteX8061" fmla="*/ 1757648 w 3505200"/>
              <a:gd name="connsiteY8061" fmla="*/ 3200591 h 3505200"/>
              <a:gd name="connsiteX8062" fmla="*/ 1752791 w 3505200"/>
              <a:gd name="connsiteY8062" fmla="*/ 3195733 h 3505200"/>
              <a:gd name="connsiteX8063" fmla="*/ 1747933 w 3505200"/>
              <a:gd name="connsiteY8063" fmla="*/ 3200591 h 3505200"/>
              <a:gd name="connsiteX8064" fmla="*/ 1752791 w 3505200"/>
              <a:gd name="connsiteY8064" fmla="*/ 3205448 h 3505200"/>
              <a:gd name="connsiteX8065" fmla="*/ 1828991 w 3505200"/>
              <a:gd name="connsiteY8065" fmla="*/ 3205448 h 3505200"/>
              <a:gd name="connsiteX8066" fmla="*/ 1833848 w 3505200"/>
              <a:gd name="connsiteY8066" fmla="*/ 3200591 h 3505200"/>
              <a:gd name="connsiteX8067" fmla="*/ 1828991 w 3505200"/>
              <a:gd name="connsiteY8067" fmla="*/ 3195733 h 3505200"/>
              <a:gd name="connsiteX8068" fmla="*/ 1824133 w 3505200"/>
              <a:gd name="connsiteY8068" fmla="*/ 3200591 h 3505200"/>
              <a:gd name="connsiteX8069" fmla="*/ 1828991 w 3505200"/>
              <a:gd name="connsiteY8069" fmla="*/ 3205448 h 3505200"/>
              <a:gd name="connsiteX8070" fmla="*/ 1905191 w 3505200"/>
              <a:gd name="connsiteY8070" fmla="*/ 3205448 h 3505200"/>
              <a:gd name="connsiteX8071" fmla="*/ 1910048 w 3505200"/>
              <a:gd name="connsiteY8071" fmla="*/ 3200591 h 3505200"/>
              <a:gd name="connsiteX8072" fmla="*/ 1905191 w 3505200"/>
              <a:gd name="connsiteY8072" fmla="*/ 3195733 h 3505200"/>
              <a:gd name="connsiteX8073" fmla="*/ 1900333 w 3505200"/>
              <a:gd name="connsiteY8073" fmla="*/ 3200591 h 3505200"/>
              <a:gd name="connsiteX8074" fmla="*/ 1905191 w 3505200"/>
              <a:gd name="connsiteY8074" fmla="*/ 3205448 h 3505200"/>
              <a:gd name="connsiteX8075" fmla="*/ 1981391 w 3505200"/>
              <a:gd name="connsiteY8075" fmla="*/ 3205258 h 3505200"/>
              <a:gd name="connsiteX8076" fmla="*/ 1986058 w 3505200"/>
              <a:gd name="connsiteY8076" fmla="*/ 3200591 h 3505200"/>
              <a:gd name="connsiteX8077" fmla="*/ 1981391 w 3505200"/>
              <a:gd name="connsiteY8077" fmla="*/ 3195923 h 3505200"/>
              <a:gd name="connsiteX8078" fmla="*/ 1976723 w 3505200"/>
              <a:gd name="connsiteY8078" fmla="*/ 3200591 h 3505200"/>
              <a:gd name="connsiteX8079" fmla="*/ 1981391 w 3505200"/>
              <a:gd name="connsiteY8079" fmla="*/ 3205258 h 3505200"/>
              <a:gd name="connsiteX8080" fmla="*/ 2057591 w 3505200"/>
              <a:gd name="connsiteY8080" fmla="*/ 3205067 h 3505200"/>
              <a:gd name="connsiteX8081" fmla="*/ 2062067 w 3505200"/>
              <a:gd name="connsiteY8081" fmla="*/ 3200591 h 3505200"/>
              <a:gd name="connsiteX8082" fmla="*/ 2057591 w 3505200"/>
              <a:gd name="connsiteY8082" fmla="*/ 3196114 h 3505200"/>
              <a:gd name="connsiteX8083" fmla="*/ 2053114 w 3505200"/>
              <a:gd name="connsiteY8083" fmla="*/ 3200591 h 3505200"/>
              <a:gd name="connsiteX8084" fmla="*/ 2057591 w 3505200"/>
              <a:gd name="connsiteY8084" fmla="*/ 3205067 h 3505200"/>
              <a:gd name="connsiteX8085" fmla="*/ 2133791 w 3505200"/>
              <a:gd name="connsiteY8085" fmla="*/ 3204877 h 3505200"/>
              <a:gd name="connsiteX8086" fmla="*/ 2137982 w 3505200"/>
              <a:gd name="connsiteY8086" fmla="*/ 3200686 h 3505200"/>
              <a:gd name="connsiteX8087" fmla="*/ 2133791 w 3505200"/>
              <a:gd name="connsiteY8087" fmla="*/ 3196495 h 3505200"/>
              <a:gd name="connsiteX8088" fmla="*/ 2129600 w 3505200"/>
              <a:gd name="connsiteY8088" fmla="*/ 3200686 h 3505200"/>
              <a:gd name="connsiteX8089" fmla="*/ 2133791 w 3505200"/>
              <a:gd name="connsiteY8089" fmla="*/ 3204877 h 3505200"/>
              <a:gd name="connsiteX8090" fmla="*/ 2209991 w 3505200"/>
              <a:gd name="connsiteY8090" fmla="*/ 3204401 h 3505200"/>
              <a:gd name="connsiteX8091" fmla="*/ 2213801 w 3505200"/>
              <a:gd name="connsiteY8091" fmla="*/ 3200591 h 3505200"/>
              <a:gd name="connsiteX8092" fmla="*/ 2209991 w 3505200"/>
              <a:gd name="connsiteY8092" fmla="*/ 3196781 h 3505200"/>
              <a:gd name="connsiteX8093" fmla="*/ 2206181 w 3505200"/>
              <a:gd name="connsiteY8093" fmla="*/ 3200591 h 3505200"/>
              <a:gd name="connsiteX8094" fmla="*/ 2209991 w 3505200"/>
              <a:gd name="connsiteY8094" fmla="*/ 3204401 h 3505200"/>
              <a:gd name="connsiteX8095" fmla="*/ 2286191 w 3505200"/>
              <a:gd name="connsiteY8095" fmla="*/ 3204020 h 3505200"/>
              <a:gd name="connsiteX8096" fmla="*/ 2289524 w 3505200"/>
              <a:gd name="connsiteY8096" fmla="*/ 3200686 h 3505200"/>
              <a:gd name="connsiteX8097" fmla="*/ 2286191 w 3505200"/>
              <a:gd name="connsiteY8097" fmla="*/ 3197352 h 3505200"/>
              <a:gd name="connsiteX8098" fmla="*/ 2282857 w 3505200"/>
              <a:gd name="connsiteY8098" fmla="*/ 3200686 h 3505200"/>
              <a:gd name="connsiteX8099" fmla="*/ 2286191 w 3505200"/>
              <a:gd name="connsiteY8099" fmla="*/ 3204020 h 3505200"/>
              <a:gd name="connsiteX8100" fmla="*/ 2362391 w 3505200"/>
              <a:gd name="connsiteY8100" fmla="*/ 3203543 h 3505200"/>
              <a:gd name="connsiteX8101" fmla="*/ 2365343 w 3505200"/>
              <a:gd name="connsiteY8101" fmla="*/ 3200591 h 3505200"/>
              <a:gd name="connsiteX8102" fmla="*/ 2362391 w 3505200"/>
              <a:gd name="connsiteY8102" fmla="*/ 3197638 h 3505200"/>
              <a:gd name="connsiteX8103" fmla="*/ 2359438 w 3505200"/>
              <a:gd name="connsiteY8103" fmla="*/ 3200591 h 3505200"/>
              <a:gd name="connsiteX8104" fmla="*/ 2362391 w 3505200"/>
              <a:gd name="connsiteY8104" fmla="*/ 3203543 h 3505200"/>
              <a:gd name="connsiteX8105" fmla="*/ 2438591 w 3505200"/>
              <a:gd name="connsiteY8105" fmla="*/ 3203162 h 3505200"/>
              <a:gd name="connsiteX8106" fmla="*/ 2441162 w 3505200"/>
              <a:gd name="connsiteY8106" fmla="*/ 3200591 h 3505200"/>
              <a:gd name="connsiteX8107" fmla="*/ 2438591 w 3505200"/>
              <a:gd name="connsiteY8107" fmla="*/ 3198019 h 3505200"/>
              <a:gd name="connsiteX8108" fmla="*/ 2436019 w 3505200"/>
              <a:gd name="connsiteY8108" fmla="*/ 3200591 h 3505200"/>
              <a:gd name="connsiteX8109" fmla="*/ 2438591 w 3505200"/>
              <a:gd name="connsiteY8109" fmla="*/ 3203162 h 3505200"/>
              <a:gd name="connsiteX8110" fmla="*/ 2514791 w 3505200"/>
              <a:gd name="connsiteY8110" fmla="*/ 3202686 h 3505200"/>
              <a:gd name="connsiteX8111" fmla="*/ 2516886 w 3505200"/>
              <a:gd name="connsiteY8111" fmla="*/ 3200591 h 3505200"/>
              <a:gd name="connsiteX8112" fmla="*/ 2514791 w 3505200"/>
              <a:gd name="connsiteY8112" fmla="*/ 3198495 h 3505200"/>
              <a:gd name="connsiteX8113" fmla="*/ 2512695 w 3505200"/>
              <a:gd name="connsiteY8113" fmla="*/ 3200591 h 3505200"/>
              <a:gd name="connsiteX8114" fmla="*/ 2514791 w 3505200"/>
              <a:gd name="connsiteY8114" fmla="*/ 3202686 h 3505200"/>
              <a:gd name="connsiteX8115" fmla="*/ 2590991 w 3505200"/>
              <a:gd name="connsiteY8115" fmla="*/ 3202115 h 3505200"/>
              <a:gd name="connsiteX8116" fmla="*/ 2592515 w 3505200"/>
              <a:gd name="connsiteY8116" fmla="*/ 3200591 h 3505200"/>
              <a:gd name="connsiteX8117" fmla="*/ 2590991 w 3505200"/>
              <a:gd name="connsiteY8117" fmla="*/ 3199066 h 3505200"/>
              <a:gd name="connsiteX8118" fmla="*/ 2589466 w 3505200"/>
              <a:gd name="connsiteY8118" fmla="*/ 3200591 h 3505200"/>
              <a:gd name="connsiteX8119" fmla="*/ 2590991 w 3505200"/>
              <a:gd name="connsiteY8119" fmla="*/ 3202115 h 3505200"/>
              <a:gd name="connsiteX8120" fmla="*/ 2667191 w 3505200"/>
              <a:gd name="connsiteY8120" fmla="*/ 3201448 h 3505200"/>
              <a:gd name="connsiteX8121" fmla="*/ 2668048 w 3505200"/>
              <a:gd name="connsiteY8121" fmla="*/ 3200591 h 3505200"/>
              <a:gd name="connsiteX8122" fmla="*/ 2667191 w 3505200"/>
              <a:gd name="connsiteY8122" fmla="*/ 3199733 h 3505200"/>
              <a:gd name="connsiteX8123" fmla="*/ 2666333 w 3505200"/>
              <a:gd name="connsiteY8123" fmla="*/ 3200591 h 3505200"/>
              <a:gd name="connsiteX8124" fmla="*/ 2667191 w 3505200"/>
              <a:gd name="connsiteY8124" fmla="*/ 3201448 h 3505200"/>
              <a:gd name="connsiteX8125" fmla="*/ 2743391 w 3505200"/>
              <a:gd name="connsiteY8125" fmla="*/ 3200781 h 3505200"/>
              <a:gd name="connsiteX8126" fmla="*/ 2743581 w 3505200"/>
              <a:gd name="connsiteY8126" fmla="*/ 3200591 h 3505200"/>
              <a:gd name="connsiteX8127" fmla="*/ 2743391 w 3505200"/>
              <a:gd name="connsiteY8127" fmla="*/ 3200400 h 3505200"/>
              <a:gd name="connsiteX8128" fmla="*/ 2743200 w 3505200"/>
              <a:gd name="connsiteY8128" fmla="*/ 3200591 h 3505200"/>
              <a:gd name="connsiteX8129" fmla="*/ 2743391 w 3505200"/>
              <a:gd name="connsiteY8129" fmla="*/ 3200781 h 3505200"/>
              <a:gd name="connsiteX8130" fmla="*/ 914590 w 3505200"/>
              <a:gd name="connsiteY8130" fmla="*/ 3277267 h 3505200"/>
              <a:gd name="connsiteX8131" fmla="*/ 914972 w 3505200"/>
              <a:gd name="connsiteY8131" fmla="*/ 3276886 h 3505200"/>
              <a:gd name="connsiteX8132" fmla="*/ 914590 w 3505200"/>
              <a:gd name="connsiteY8132" fmla="*/ 3276505 h 3505200"/>
              <a:gd name="connsiteX8133" fmla="*/ 914210 w 3505200"/>
              <a:gd name="connsiteY8133" fmla="*/ 3276886 h 3505200"/>
              <a:gd name="connsiteX8134" fmla="*/ 914590 w 3505200"/>
              <a:gd name="connsiteY8134" fmla="*/ 3277267 h 3505200"/>
              <a:gd name="connsiteX8135" fmla="*/ 990790 w 3505200"/>
              <a:gd name="connsiteY8135" fmla="*/ 3277838 h 3505200"/>
              <a:gd name="connsiteX8136" fmla="*/ 991838 w 3505200"/>
              <a:gd name="connsiteY8136" fmla="*/ 3276791 h 3505200"/>
              <a:gd name="connsiteX8137" fmla="*/ 990790 w 3505200"/>
              <a:gd name="connsiteY8137" fmla="*/ 3275743 h 3505200"/>
              <a:gd name="connsiteX8138" fmla="*/ 989743 w 3505200"/>
              <a:gd name="connsiteY8138" fmla="*/ 3276791 h 3505200"/>
              <a:gd name="connsiteX8139" fmla="*/ 990790 w 3505200"/>
              <a:gd name="connsiteY8139" fmla="*/ 3277838 h 3505200"/>
              <a:gd name="connsiteX8140" fmla="*/ 1066991 w 3505200"/>
              <a:gd name="connsiteY8140" fmla="*/ 3278315 h 3505200"/>
              <a:gd name="connsiteX8141" fmla="*/ 1068515 w 3505200"/>
              <a:gd name="connsiteY8141" fmla="*/ 3276791 h 3505200"/>
              <a:gd name="connsiteX8142" fmla="*/ 1066991 w 3505200"/>
              <a:gd name="connsiteY8142" fmla="*/ 3275266 h 3505200"/>
              <a:gd name="connsiteX8143" fmla="*/ 1065467 w 3505200"/>
              <a:gd name="connsiteY8143" fmla="*/ 3276791 h 3505200"/>
              <a:gd name="connsiteX8144" fmla="*/ 1066991 w 3505200"/>
              <a:gd name="connsiteY8144" fmla="*/ 3278315 h 3505200"/>
              <a:gd name="connsiteX8145" fmla="*/ 1143191 w 3505200"/>
              <a:gd name="connsiteY8145" fmla="*/ 3278696 h 3505200"/>
              <a:gd name="connsiteX8146" fmla="*/ 1145096 w 3505200"/>
              <a:gd name="connsiteY8146" fmla="*/ 3276791 h 3505200"/>
              <a:gd name="connsiteX8147" fmla="*/ 1143191 w 3505200"/>
              <a:gd name="connsiteY8147" fmla="*/ 3274886 h 3505200"/>
              <a:gd name="connsiteX8148" fmla="*/ 1141286 w 3505200"/>
              <a:gd name="connsiteY8148" fmla="*/ 3276791 h 3505200"/>
              <a:gd name="connsiteX8149" fmla="*/ 1143191 w 3505200"/>
              <a:gd name="connsiteY8149" fmla="*/ 3278696 h 3505200"/>
              <a:gd name="connsiteX8150" fmla="*/ 1219391 w 3505200"/>
              <a:gd name="connsiteY8150" fmla="*/ 3279172 h 3505200"/>
              <a:gd name="connsiteX8151" fmla="*/ 1221677 w 3505200"/>
              <a:gd name="connsiteY8151" fmla="*/ 3276886 h 3505200"/>
              <a:gd name="connsiteX8152" fmla="*/ 1219391 w 3505200"/>
              <a:gd name="connsiteY8152" fmla="*/ 3274600 h 3505200"/>
              <a:gd name="connsiteX8153" fmla="*/ 1217105 w 3505200"/>
              <a:gd name="connsiteY8153" fmla="*/ 3276886 h 3505200"/>
              <a:gd name="connsiteX8154" fmla="*/ 1219391 w 3505200"/>
              <a:gd name="connsiteY8154" fmla="*/ 3279172 h 3505200"/>
              <a:gd name="connsiteX8155" fmla="*/ 1295591 w 3505200"/>
              <a:gd name="connsiteY8155" fmla="*/ 3279553 h 3505200"/>
              <a:gd name="connsiteX8156" fmla="*/ 1298353 w 3505200"/>
              <a:gd name="connsiteY8156" fmla="*/ 3276791 h 3505200"/>
              <a:gd name="connsiteX8157" fmla="*/ 1295591 w 3505200"/>
              <a:gd name="connsiteY8157" fmla="*/ 3274028 h 3505200"/>
              <a:gd name="connsiteX8158" fmla="*/ 1292828 w 3505200"/>
              <a:gd name="connsiteY8158" fmla="*/ 3276791 h 3505200"/>
              <a:gd name="connsiteX8159" fmla="*/ 1295591 w 3505200"/>
              <a:gd name="connsiteY8159" fmla="*/ 3279553 h 3505200"/>
              <a:gd name="connsiteX8160" fmla="*/ 1371791 w 3505200"/>
              <a:gd name="connsiteY8160" fmla="*/ 3279743 h 3505200"/>
              <a:gd name="connsiteX8161" fmla="*/ 1374743 w 3505200"/>
              <a:gd name="connsiteY8161" fmla="*/ 3276791 h 3505200"/>
              <a:gd name="connsiteX8162" fmla="*/ 1371791 w 3505200"/>
              <a:gd name="connsiteY8162" fmla="*/ 3273838 h 3505200"/>
              <a:gd name="connsiteX8163" fmla="*/ 1368838 w 3505200"/>
              <a:gd name="connsiteY8163" fmla="*/ 3276791 h 3505200"/>
              <a:gd name="connsiteX8164" fmla="*/ 1371791 w 3505200"/>
              <a:gd name="connsiteY8164" fmla="*/ 3279743 h 3505200"/>
              <a:gd name="connsiteX8165" fmla="*/ 1447991 w 3505200"/>
              <a:gd name="connsiteY8165" fmla="*/ 3279934 h 3505200"/>
              <a:gd name="connsiteX8166" fmla="*/ 1451134 w 3505200"/>
              <a:gd name="connsiteY8166" fmla="*/ 3276791 h 3505200"/>
              <a:gd name="connsiteX8167" fmla="*/ 1447991 w 3505200"/>
              <a:gd name="connsiteY8167" fmla="*/ 3273647 h 3505200"/>
              <a:gd name="connsiteX8168" fmla="*/ 1444847 w 3505200"/>
              <a:gd name="connsiteY8168" fmla="*/ 3276791 h 3505200"/>
              <a:gd name="connsiteX8169" fmla="*/ 1447991 w 3505200"/>
              <a:gd name="connsiteY8169" fmla="*/ 3279934 h 3505200"/>
              <a:gd name="connsiteX8170" fmla="*/ 1524191 w 3505200"/>
              <a:gd name="connsiteY8170" fmla="*/ 3280220 h 3505200"/>
              <a:gd name="connsiteX8171" fmla="*/ 1527524 w 3505200"/>
              <a:gd name="connsiteY8171" fmla="*/ 3276886 h 3505200"/>
              <a:gd name="connsiteX8172" fmla="*/ 1524191 w 3505200"/>
              <a:gd name="connsiteY8172" fmla="*/ 3273552 h 3505200"/>
              <a:gd name="connsiteX8173" fmla="*/ 1520857 w 3505200"/>
              <a:gd name="connsiteY8173" fmla="*/ 3276886 h 3505200"/>
              <a:gd name="connsiteX8174" fmla="*/ 1524191 w 3505200"/>
              <a:gd name="connsiteY8174" fmla="*/ 3280220 h 3505200"/>
              <a:gd name="connsiteX8175" fmla="*/ 1600391 w 3505200"/>
              <a:gd name="connsiteY8175" fmla="*/ 3280410 h 3505200"/>
              <a:gd name="connsiteX8176" fmla="*/ 1604010 w 3505200"/>
              <a:gd name="connsiteY8176" fmla="*/ 3276791 h 3505200"/>
              <a:gd name="connsiteX8177" fmla="*/ 1600391 w 3505200"/>
              <a:gd name="connsiteY8177" fmla="*/ 3273171 h 3505200"/>
              <a:gd name="connsiteX8178" fmla="*/ 1596771 w 3505200"/>
              <a:gd name="connsiteY8178" fmla="*/ 3276791 h 3505200"/>
              <a:gd name="connsiteX8179" fmla="*/ 1600391 w 3505200"/>
              <a:gd name="connsiteY8179" fmla="*/ 3280410 h 3505200"/>
              <a:gd name="connsiteX8180" fmla="*/ 1676591 w 3505200"/>
              <a:gd name="connsiteY8180" fmla="*/ 3280601 h 3505200"/>
              <a:gd name="connsiteX8181" fmla="*/ 1680401 w 3505200"/>
              <a:gd name="connsiteY8181" fmla="*/ 3276791 h 3505200"/>
              <a:gd name="connsiteX8182" fmla="*/ 1676591 w 3505200"/>
              <a:gd name="connsiteY8182" fmla="*/ 3272981 h 3505200"/>
              <a:gd name="connsiteX8183" fmla="*/ 1672781 w 3505200"/>
              <a:gd name="connsiteY8183" fmla="*/ 3276791 h 3505200"/>
              <a:gd name="connsiteX8184" fmla="*/ 1676591 w 3505200"/>
              <a:gd name="connsiteY8184" fmla="*/ 3280601 h 3505200"/>
              <a:gd name="connsiteX8185" fmla="*/ 1752791 w 3505200"/>
              <a:gd name="connsiteY8185" fmla="*/ 3280601 h 3505200"/>
              <a:gd name="connsiteX8186" fmla="*/ 1756601 w 3505200"/>
              <a:gd name="connsiteY8186" fmla="*/ 3276791 h 3505200"/>
              <a:gd name="connsiteX8187" fmla="*/ 1752791 w 3505200"/>
              <a:gd name="connsiteY8187" fmla="*/ 3272981 h 3505200"/>
              <a:gd name="connsiteX8188" fmla="*/ 1748981 w 3505200"/>
              <a:gd name="connsiteY8188" fmla="*/ 3276791 h 3505200"/>
              <a:gd name="connsiteX8189" fmla="*/ 1752791 w 3505200"/>
              <a:gd name="connsiteY8189" fmla="*/ 3280601 h 3505200"/>
              <a:gd name="connsiteX8190" fmla="*/ 1828991 w 3505200"/>
              <a:gd name="connsiteY8190" fmla="*/ 3280601 h 3505200"/>
              <a:gd name="connsiteX8191" fmla="*/ 1832801 w 3505200"/>
              <a:gd name="connsiteY8191" fmla="*/ 3276791 h 3505200"/>
              <a:gd name="connsiteX8192" fmla="*/ 1828991 w 3505200"/>
              <a:gd name="connsiteY8192" fmla="*/ 3272981 h 3505200"/>
              <a:gd name="connsiteX8193" fmla="*/ 1825181 w 3505200"/>
              <a:gd name="connsiteY8193" fmla="*/ 3276791 h 3505200"/>
              <a:gd name="connsiteX8194" fmla="*/ 1828991 w 3505200"/>
              <a:gd name="connsiteY8194" fmla="*/ 3280601 h 3505200"/>
              <a:gd name="connsiteX8195" fmla="*/ 1905191 w 3505200"/>
              <a:gd name="connsiteY8195" fmla="*/ 3280410 h 3505200"/>
              <a:gd name="connsiteX8196" fmla="*/ 1908810 w 3505200"/>
              <a:gd name="connsiteY8196" fmla="*/ 3276791 h 3505200"/>
              <a:gd name="connsiteX8197" fmla="*/ 1905191 w 3505200"/>
              <a:gd name="connsiteY8197" fmla="*/ 3273171 h 3505200"/>
              <a:gd name="connsiteX8198" fmla="*/ 1901571 w 3505200"/>
              <a:gd name="connsiteY8198" fmla="*/ 3276791 h 3505200"/>
              <a:gd name="connsiteX8199" fmla="*/ 1905191 w 3505200"/>
              <a:gd name="connsiteY8199" fmla="*/ 3280410 h 3505200"/>
              <a:gd name="connsiteX8200" fmla="*/ 1981391 w 3505200"/>
              <a:gd name="connsiteY8200" fmla="*/ 3280410 h 3505200"/>
              <a:gd name="connsiteX8201" fmla="*/ 1985010 w 3505200"/>
              <a:gd name="connsiteY8201" fmla="*/ 3276791 h 3505200"/>
              <a:gd name="connsiteX8202" fmla="*/ 1981391 w 3505200"/>
              <a:gd name="connsiteY8202" fmla="*/ 3273171 h 3505200"/>
              <a:gd name="connsiteX8203" fmla="*/ 1977771 w 3505200"/>
              <a:gd name="connsiteY8203" fmla="*/ 3276791 h 3505200"/>
              <a:gd name="connsiteX8204" fmla="*/ 1981391 w 3505200"/>
              <a:gd name="connsiteY8204" fmla="*/ 3280410 h 3505200"/>
              <a:gd name="connsiteX8205" fmla="*/ 2057591 w 3505200"/>
              <a:gd name="connsiteY8205" fmla="*/ 3280220 h 3505200"/>
              <a:gd name="connsiteX8206" fmla="*/ 2060924 w 3505200"/>
              <a:gd name="connsiteY8206" fmla="*/ 3276886 h 3505200"/>
              <a:gd name="connsiteX8207" fmla="*/ 2057591 w 3505200"/>
              <a:gd name="connsiteY8207" fmla="*/ 3273552 h 3505200"/>
              <a:gd name="connsiteX8208" fmla="*/ 2054257 w 3505200"/>
              <a:gd name="connsiteY8208" fmla="*/ 3276886 h 3505200"/>
              <a:gd name="connsiteX8209" fmla="*/ 2057591 w 3505200"/>
              <a:gd name="connsiteY8209" fmla="*/ 3280220 h 3505200"/>
              <a:gd name="connsiteX8210" fmla="*/ 2133791 w 3505200"/>
              <a:gd name="connsiteY8210" fmla="*/ 3279743 h 3505200"/>
              <a:gd name="connsiteX8211" fmla="*/ 2136743 w 3505200"/>
              <a:gd name="connsiteY8211" fmla="*/ 3276791 h 3505200"/>
              <a:gd name="connsiteX8212" fmla="*/ 2133791 w 3505200"/>
              <a:gd name="connsiteY8212" fmla="*/ 3273838 h 3505200"/>
              <a:gd name="connsiteX8213" fmla="*/ 2130838 w 3505200"/>
              <a:gd name="connsiteY8213" fmla="*/ 3276791 h 3505200"/>
              <a:gd name="connsiteX8214" fmla="*/ 2133791 w 3505200"/>
              <a:gd name="connsiteY8214" fmla="*/ 3279743 h 3505200"/>
              <a:gd name="connsiteX8215" fmla="*/ 2209991 w 3505200"/>
              <a:gd name="connsiteY8215" fmla="*/ 3279553 h 3505200"/>
              <a:gd name="connsiteX8216" fmla="*/ 2212753 w 3505200"/>
              <a:gd name="connsiteY8216" fmla="*/ 3276791 h 3505200"/>
              <a:gd name="connsiteX8217" fmla="*/ 2209991 w 3505200"/>
              <a:gd name="connsiteY8217" fmla="*/ 3274028 h 3505200"/>
              <a:gd name="connsiteX8218" fmla="*/ 2207228 w 3505200"/>
              <a:gd name="connsiteY8218" fmla="*/ 3276791 h 3505200"/>
              <a:gd name="connsiteX8219" fmla="*/ 2209991 w 3505200"/>
              <a:gd name="connsiteY8219" fmla="*/ 3279553 h 3505200"/>
              <a:gd name="connsiteX8220" fmla="*/ 2286191 w 3505200"/>
              <a:gd name="connsiteY8220" fmla="*/ 3279172 h 3505200"/>
              <a:gd name="connsiteX8221" fmla="*/ 2288477 w 3505200"/>
              <a:gd name="connsiteY8221" fmla="*/ 3276886 h 3505200"/>
              <a:gd name="connsiteX8222" fmla="*/ 2286191 w 3505200"/>
              <a:gd name="connsiteY8222" fmla="*/ 3274600 h 3505200"/>
              <a:gd name="connsiteX8223" fmla="*/ 2283905 w 3505200"/>
              <a:gd name="connsiteY8223" fmla="*/ 3276886 h 3505200"/>
              <a:gd name="connsiteX8224" fmla="*/ 2286191 w 3505200"/>
              <a:gd name="connsiteY8224" fmla="*/ 3279172 h 3505200"/>
              <a:gd name="connsiteX8225" fmla="*/ 2362391 w 3505200"/>
              <a:gd name="connsiteY8225" fmla="*/ 3278696 h 3505200"/>
              <a:gd name="connsiteX8226" fmla="*/ 2364296 w 3505200"/>
              <a:gd name="connsiteY8226" fmla="*/ 3276791 h 3505200"/>
              <a:gd name="connsiteX8227" fmla="*/ 2362391 w 3505200"/>
              <a:gd name="connsiteY8227" fmla="*/ 3274886 h 3505200"/>
              <a:gd name="connsiteX8228" fmla="*/ 2360486 w 3505200"/>
              <a:gd name="connsiteY8228" fmla="*/ 3276791 h 3505200"/>
              <a:gd name="connsiteX8229" fmla="*/ 2362391 w 3505200"/>
              <a:gd name="connsiteY8229" fmla="*/ 3278696 h 3505200"/>
              <a:gd name="connsiteX8230" fmla="*/ 2438591 w 3505200"/>
              <a:gd name="connsiteY8230" fmla="*/ 3278315 h 3505200"/>
              <a:gd name="connsiteX8231" fmla="*/ 2440115 w 3505200"/>
              <a:gd name="connsiteY8231" fmla="*/ 3276791 h 3505200"/>
              <a:gd name="connsiteX8232" fmla="*/ 2438591 w 3505200"/>
              <a:gd name="connsiteY8232" fmla="*/ 3275266 h 3505200"/>
              <a:gd name="connsiteX8233" fmla="*/ 2437067 w 3505200"/>
              <a:gd name="connsiteY8233" fmla="*/ 3276791 h 3505200"/>
              <a:gd name="connsiteX8234" fmla="*/ 2438591 w 3505200"/>
              <a:gd name="connsiteY8234" fmla="*/ 3278315 h 3505200"/>
              <a:gd name="connsiteX8235" fmla="*/ 2514791 w 3505200"/>
              <a:gd name="connsiteY8235" fmla="*/ 3277838 h 3505200"/>
              <a:gd name="connsiteX8236" fmla="*/ 2515838 w 3505200"/>
              <a:gd name="connsiteY8236" fmla="*/ 3276791 h 3505200"/>
              <a:gd name="connsiteX8237" fmla="*/ 2514791 w 3505200"/>
              <a:gd name="connsiteY8237" fmla="*/ 3275743 h 3505200"/>
              <a:gd name="connsiteX8238" fmla="*/ 2513743 w 3505200"/>
              <a:gd name="connsiteY8238" fmla="*/ 3276791 h 3505200"/>
              <a:gd name="connsiteX8239" fmla="*/ 2514791 w 3505200"/>
              <a:gd name="connsiteY8239" fmla="*/ 3277838 h 3505200"/>
              <a:gd name="connsiteX8240" fmla="*/ 2590991 w 3505200"/>
              <a:gd name="connsiteY8240" fmla="*/ 3277267 h 3505200"/>
              <a:gd name="connsiteX8241" fmla="*/ 2591372 w 3505200"/>
              <a:gd name="connsiteY8241" fmla="*/ 3276886 h 3505200"/>
              <a:gd name="connsiteX8242" fmla="*/ 2590991 w 3505200"/>
              <a:gd name="connsiteY8242" fmla="*/ 3276505 h 3505200"/>
              <a:gd name="connsiteX8243" fmla="*/ 2590610 w 3505200"/>
              <a:gd name="connsiteY8243" fmla="*/ 3276886 h 3505200"/>
              <a:gd name="connsiteX8244" fmla="*/ 2590991 w 3505200"/>
              <a:gd name="connsiteY8244" fmla="*/ 3277267 h 3505200"/>
              <a:gd name="connsiteX8245" fmla="*/ 1066991 w 3505200"/>
              <a:gd name="connsiteY8245" fmla="*/ 3353467 h 3505200"/>
              <a:gd name="connsiteX8246" fmla="*/ 1067372 w 3505200"/>
              <a:gd name="connsiteY8246" fmla="*/ 3353086 h 3505200"/>
              <a:gd name="connsiteX8247" fmla="*/ 1066991 w 3505200"/>
              <a:gd name="connsiteY8247" fmla="*/ 3352705 h 3505200"/>
              <a:gd name="connsiteX8248" fmla="*/ 1066610 w 3505200"/>
              <a:gd name="connsiteY8248" fmla="*/ 3353086 h 3505200"/>
              <a:gd name="connsiteX8249" fmla="*/ 1066991 w 3505200"/>
              <a:gd name="connsiteY8249" fmla="*/ 3353467 h 3505200"/>
              <a:gd name="connsiteX8250" fmla="*/ 1143191 w 3505200"/>
              <a:gd name="connsiteY8250" fmla="*/ 3353848 h 3505200"/>
              <a:gd name="connsiteX8251" fmla="*/ 1144048 w 3505200"/>
              <a:gd name="connsiteY8251" fmla="*/ 3352991 h 3505200"/>
              <a:gd name="connsiteX8252" fmla="*/ 1143191 w 3505200"/>
              <a:gd name="connsiteY8252" fmla="*/ 3352133 h 3505200"/>
              <a:gd name="connsiteX8253" fmla="*/ 1142333 w 3505200"/>
              <a:gd name="connsiteY8253" fmla="*/ 3352991 h 3505200"/>
              <a:gd name="connsiteX8254" fmla="*/ 1143191 w 3505200"/>
              <a:gd name="connsiteY8254" fmla="*/ 3353848 h 3505200"/>
              <a:gd name="connsiteX8255" fmla="*/ 1219391 w 3505200"/>
              <a:gd name="connsiteY8255" fmla="*/ 3354324 h 3505200"/>
              <a:gd name="connsiteX8256" fmla="*/ 1220629 w 3505200"/>
              <a:gd name="connsiteY8256" fmla="*/ 3353086 h 3505200"/>
              <a:gd name="connsiteX8257" fmla="*/ 1219391 w 3505200"/>
              <a:gd name="connsiteY8257" fmla="*/ 3351848 h 3505200"/>
              <a:gd name="connsiteX8258" fmla="*/ 1218152 w 3505200"/>
              <a:gd name="connsiteY8258" fmla="*/ 3353086 h 3505200"/>
              <a:gd name="connsiteX8259" fmla="*/ 1219391 w 3505200"/>
              <a:gd name="connsiteY8259" fmla="*/ 3354324 h 3505200"/>
              <a:gd name="connsiteX8260" fmla="*/ 1295591 w 3505200"/>
              <a:gd name="connsiteY8260" fmla="*/ 3354515 h 3505200"/>
              <a:gd name="connsiteX8261" fmla="*/ 1297114 w 3505200"/>
              <a:gd name="connsiteY8261" fmla="*/ 3352991 h 3505200"/>
              <a:gd name="connsiteX8262" fmla="*/ 1295591 w 3505200"/>
              <a:gd name="connsiteY8262" fmla="*/ 3351466 h 3505200"/>
              <a:gd name="connsiteX8263" fmla="*/ 1294067 w 3505200"/>
              <a:gd name="connsiteY8263" fmla="*/ 3352991 h 3505200"/>
              <a:gd name="connsiteX8264" fmla="*/ 1295591 w 3505200"/>
              <a:gd name="connsiteY8264" fmla="*/ 3354515 h 3505200"/>
              <a:gd name="connsiteX8265" fmla="*/ 1371791 w 3505200"/>
              <a:gd name="connsiteY8265" fmla="*/ 3354896 h 3505200"/>
              <a:gd name="connsiteX8266" fmla="*/ 1373696 w 3505200"/>
              <a:gd name="connsiteY8266" fmla="*/ 3352991 h 3505200"/>
              <a:gd name="connsiteX8267" fmla="*/ 1371791 w 3505200"/>
              <a:gd name="connsiteY8267" fmla="*/ 3351086 h 3505200"/>
              <a:gd name="connsiteX8268" fmla="*/ 1369886 w 3505200"/>
              <a:gd name="connsiteY8268" fmla="*/ 3352991 h 3505200"/>
              <a:gd name="connsiteX8269" fmla="*/ 1371791 w 3505200"/>
              <a:gd name="connsiteY8269" fmla="*/ 3354896 h 3505200"/>
              <a:gd name="connsiteX8270" fmla="*/ 1447991 w 3505200"/>
              <a:gd name="connsiteY8270" fmla="*/ 3355086 h 3505200"/>
              <a:gd name="connsiteX8271" fmla="*/ 1450086 w 3505200"/>
              <a:gd name="connsiteY8271" fmla="*/ 3352991 h 3505200"/>
              <a:gd name="connsiteX8272" fmla="*/ 1447991 w 3505200"/>
              <a:gd name="connsiteY8272" fmla="*/ 3350895 h 3505200"/>
              <a:gd name="connsiteX8273" fmla="*/ 1445895 w 3505200"/>
              <a:gd name="connsiteY8273" fmla="*/ 3352991 h 3505200"/>
              <a:gd name="connsiteX8274" fmla="*/ 1447991 w 3505200"/>
              <a:gd name="connsiteY8274" fmla="*/ 3355086 h 3505200"/>
              <a:gd name="connsiteX8275" fmla="*/ 1524191 w 3505200"/>
              <a:gd name="connsiteY8275" fmla="*/ 3355372 h 3505200"/>
              <a:gd name="connsiteX8276" fmla="*/ 1526477 w 3505200"/>
              <a:gd name="connsiteY8276" fmla="*/ 3353086 h 3505200"/>
              <a:gd name="connsiteX8277" fmla="*/ 1524191 w 3505200"/>
              <a:gd name="connsiteY8277" fmla="*/ 3350800 h 3505200"/>
              <a:gd name="connsiteX8278" fmla="*/ 1521905 w 3505200"/>
              <a:gd name="connsiteY8278" fmla="*/ 3353086 h 3505200"/>
              <a:gd name="connsiteX8279" fmla="*/ 1524191 w 3505200"/>
              <a:gd name="connsiteY8279" fmla="*/ 3355372 h 3505200"/>
              <a:gd name="connsiteX8280" fmla="*/ 1600391 w 3505200"/>
              <a:gd name="connsiteY8280" fmla="*/ 3355562 h 3505200"/>
              <a:gd name="connsiteX8281" fmla="*/ 1602962 w 3505200"/>
              <a:gd name="connsiteY8281" fmla="*/ 3352991 h 3505200"/>
              <a:gd name="connsiteX8282" fmla="*/ 1600391 w 3505200"/>
              <a:gd name="connsiteY8282" fmla="*/ 3350419 h 3505200"/>
              <a:gd name="connsiteX8283" fmla="*/ 1597819 w 3505200"/>
              <a:gd name="connsiteY8283" fmla="*/ 3352991 h 3505200"/>
              <a:gd name="connsiteX8284" fmla="*/ 1600391 w 3505200"/>
              <a:gd name="connsiteY8284" fmla="*/ 3355562 h 3505200"/>
              <a:gd name="connsiteX8285" fmla="*/ 1676591 w 3505200"/>
              <a:gd name="connsiteY8285" fmla="*/ 3355562 h 3505200"/>
              <a:gd name="connsiteX8286" fmla="*/ 1679162 w 3505200"/>
              <a:gd name="connsiteY8286" fmla="*/ 3352991 h 3505200"/>
              <a:gd name="connsiteX8287" fmla="*/ 1676591 w 3505200"/>
              <a:gd name="connsiteY8287" fmla="*/ 3350419 h 3505200"/>
              <a:gd name="connsiteX8288" fmla="*/ 1674019 w 3505200"/>
              <a:gd name="connsiteY8288" fmla="*/ 3352991 h 3505200"/>
              <a:gd name="connsiteX8289" fmla="*/ 1676591 w 3505200"/>
              <a:gd name="connsiteY8289" fmla="*/ 3355562 h 3505200"/>
              <a:gd name="connsiteX8290" fmla="*/ 1752791 w 3505200"/>
              <a:gd name="connsiteY8290" fmla="*/ 3355562 h 3505200"/>
              <a:gd name="connsiteX8291" fmla="*/ 1755362 w 3505200"/>
              <a:gd name="connsiteY8291" fmla="*/ 3352991 h 3505200"/>
              <a:gd name="connsiteX8292" fmla="*/ 1752791 w 3505200"/>
              <a:gd name="connsiteY8292" fmla="*/ 3350419 h 3505200"/>
              <a:gd name="connsiteX8293" fmla="*/ 1750219 w 3505200"/>
              <a:gd name="connsiteY8293" fmla="*/ 3352991 h 3505200"/>
              <a:gd name="connsiteX8294" fmla="*/ 1752791 w 3505200"/>
              <a:gd name="connsiteY8294" fmla="*/ 3355562 h 3505200"/>
              <a:gd name="connsiteX8295" fmla="*/ 1828991 w 3505200"/>
              <a:gd name="connsiteY8295" fmla="*/ 3355562 h 3505200"/>
              <a:gd name="connsiteX8296" fmla="*/ 1831562 w 3505200"/>
              <a:gd name="connsiteY8296" fmla="*/ 3352991 h 3505200"/>
              <a:gd name="connsiteX8297" fmla="*/ 1828991 w 3505200"/>
              <a:gd name="connsiteY8297" fmla="*/ 3350419 h 3505200"/>
              <a:gd name="connsiteX8298" fmla="*/ 1826419 w 3505200"/>
              <a:gd name="connsiteY8298" fmla="*/ 3352991 h 3505200"/>
              <a:gd name="connsiteX8299" fmla="*/ 1828991 w 3505200"/>
              <a:gd name="connsiteY8299" fmla="*/ 3355562 h 3505200"/>
              <a:gd name="connsiteX8300" fmla="*/ 1905191 w 3505200"/>
              <a:gd name="connsiteY8300" fmla="*/ 3355562 h 3505200"/>
              <a:gd name="connsiteX8301" fmla="*/ 1907762 w 3505200"/>
              <a:gd name="connsiteY8301" fmla="*/ 3352991 h 3505200"/>
              <a:gd name="connsiteX8302" fmla="*/ 1905191 w 3505200"/>
              <a:gd name="connsiteY8302" fmla="*/ 3350419 h 3505200"/>
              <a:gd name="connsiteX8303" fmla="*/ 1902619 w 3505200"/>
              <a:gd name="connsiteY8303" fmla="*/ 3352991 h 3505200"/>
              <a:gd name="connsiteX8304" fmla="*/ 1905191 w 3505200"/>
              <a:gd name="connsiteY8304" fmla="*/ 3355562 h 3505200"/>
              <a:gd name="connsiteX8305" fmla="*/ 1981391 w 3505200"/>
              <a:gd name="connsiteY8305" fmla="*/ 3355372 h 3505200"/>
              <a:gd name="connsiteX8306" fmla="*/ 1983677 w 3505200"/>
              <a:gd name="connsiteY8306" fmla="*/ 3353086 h 3505200"/>
              <a:gd name="connsiteX8307" fmla="*/ 1981391 w 3505200"/>
              <a:gd name="connsiteY8307" fmla="*/ 3350800 h 3505200"/>
              <a:gd name="connsiteX8308" fmla="*/ 1979105 w 3505200"/>
              <a:gd name="connsiteY8308" fmla="*/ 3353086 h 3505200"/>
              <a:gd name="connsiteX8309" fmla="*/ 1981391 w 3505200"/>
              <a:gd name="connsiteY8309" fmla="*/ 3355372 h 3505200"/>
              <a:gd name="connsiteX8310" fmla="*/ 2057591 w 3505200"/>
              <a:gd name="connsiteY8310" fmla="*/ 3355086 h 3505200"/>
              <a:gd name="connsiteX8311" fmla="*/ 2059686 w 3505200"/>
              <a:gd name="connsiteY8311" fmla="*/ 3352991 h 3505200"/>
              <a:gd name="connsiteX8312" fmla="*/ 2057591 w 3505200"/>
              <a:gd name="connsiteY8312" fmla="*/ 3350895 h 3505200"/>
              <a:gd name="connsiteX8313" fmla="*/ 2055495 w 3505200"/>
              <a:gd name="connsiteY8313" fmla="*/ 3352991 h 3505200"/>
              <a:gd name="connsiteX8314" fmla="*/ 2057591 w 3505200"/>
              <a:gd name="connsiteY8314" fmla="*/ 3355086 h 3505200"/>
              <a:gd name="connsiteX8315" fmla="*/ 2133791 w 3505200"/>
              <a:gd name="connsiteY8315" fmla="*/ 3354896 h 3505200"/>
              <a:gd name="connsiteX8316" fmla="*/ 2135696 w 3505200"/>
              <a:gd name="connsiteY8316" fmla="*/ 3352991 h 3505200"/>
              <a:gd name="connsiteX8317" fmla="*/ 2133791 w 3505200"/>
              <a:gd name="connsiteY8317" fmla="*/ 3351086 h 3505200"/>
              <a:gd name="connsiteX8318" fmla="*/ 2131886 w 3505200"/>
              <a:gd name="connsiteY8318" fmla="*/ 3352991 h 3505200"/>
              <a:gd name="connsiteX8319" fmla="*/ 2133791 w 3505200"/>
              <a:gd name="connsiteY8319" fmla="*/ 3354896 h 3505200"/>
              <a:gd name="connsiteX8320" fmla="*/ 2209991 w 3505200"/>
              <a:gd name="connsiteY8320" fmla="*/ 3354705 h 3505200"/>
              <a:gd name="connsiteX8321" fmla="*/ 2211705 w 3505200"/>
              <a:gd name="connsiteY8321" fmla="*/ 3352991 h 3505200"/>
              <a:gd name="connsiteX8322" fmla="*/ 2209991 w 3505200"/>
              <a:gd name="connsiteY8322" fmla="*/ 3351276 h 3505200"/>
              <a:gd name="connsiteX8323" fmla="*/ 2208276 w 3505200"/>
              <a:gd name="connsiteY8323" fmla="*/ 3352991 h 3505200"/>
              <a:gd name="connsiteX8324" fmla="*/ 2209991 w 3505200"/>
              <a:gd name="connsiteY8324" fmla="*/ 3354705 h 3505200"/>
              <a:gd name="connsiteX8325" fmla="*/ 2286191 w 3505200"/>
              <a:gd name="connsiteY8325" fmla="*/ 3354324 h 3505200"/>
              <a:gd name="connsiteX8326" fmla="*/ 2287429 w 3505200"/>
              <a:gd name="connsiteY8326" fmla="*/ 3353086 h 3505200"/>
              <a:gd name="connsiteX8327" fmla="*/ 2286191 w 3505200"/>
              <a:gd name="connsiteY8327" fmla="*/ 3351848 h 3505200"/>
              <a:gd name="connsiteX8328" fmla="*/ 2284952 w 3505200"/>
              <a:gd name="connsiteY8328" fmla="*/ 3353086 h 3505200"/>
              <a:gd name="connsiteX8329" fmla="*/ 2286191 w 3505200"/>
              <a:gd name="connsiteY8329" fmla="*/ 3354324 h 3505200"/>
              <a:gd name="connsiteX8330" fmla="*/ 2362391 w 3505200"/>
              <a:gd name="connsiteY8330" fmla="*/ 3353848 h 3505200"/>
              <a:gd name="connsiteX8331" fmla="*/ 2363248 w 3505200"/>
              <a:gd name="connsiteY8331" fmla="*/ 3352991 h 3505200"/>
              <a:gd name="connsiteX8332" fmla="*/ 2362391 w 3505200"/>
              <a:gd name="connsiteY8332" fmla="*/ 3352133 h 3505200"/>
              <a:gd name="connsiteX8333" fmla="*/ 2361533 w 3505200"/>
              <a:gd name="connsiteY8333" fmla="*/ 3352991 h 3505200"/>
              <a:gd name="connsiteX8334" fmla="*/ 2362391 w 3505200"/>
              <a:gd name="connsiteY8334" fmla="*/ 3353848 h 3505200"/>
              <a:gd name="connsiteX8335" fmla="*/ 2438591 w 3505200"/>
              <a:gd name="connsiteY8335" fmla="*/ 3353467 h 3505200"/>
              <a:gd name="connsiteX8336" fmla="*/ 2438972 w 3505200"/>
              <a:gd name="connsiteY8336" fmla="*/ 3353086 h 3505200"/>
              <a:gd name="connsiteX8337" fmla="*/ 2438591 w 3505200"/>
              <a:gd name="connsiteY8337" fmla="*/ 3352705 h 3505200"/>
              <a:gd name="connsiteX8338" fmla="*/ 2438210 w 3505200"/>
              <a:gd name="connsiteY8338" fmla="*/ 3353086 h 3505200"/>
              <a:gd name="connsiteX8339" fmla="*/ 2438591 w 3505200"/>
              <a:gd name="connsiteY8339" fmla="*/ 3353467 h 3505200"/>
              <a:gd name="connsiteX8340" fmla="*/ 2514791 w 3505200"/>
              <a:gd name="connsiteY8340" fmla="*/ 3353181 h 3505200"/>
              <a:gd name="connsiteX8341" fmla="*/ 2514981 w 3505200"/>
              <a:gd name="connsiteY8341" fmla="*/ 3352991 h 3505200"/>
              <a:gd name="connsiteX8342" fmla="*/ 2514791 w 3505200"/>
              <a:gd name="connsiteY8342" fmla="*/ 3352800 h 3505200"/>
              <a:gd name="connsiteX8343" fmla="*/ 2514600 w 3505200"/>
              <a:gd name="connsiteY8343" fmla="*/ 3352991 h 3505200"/>
              <a:gd name="connsiteX8344" fmla="*/ 2514791 w 3505200"/>
              <a:gd name="connsiteY8344" fmla="*/ 3353181 h 3505200"/>
              <a:gd name="connsiteX8345" fmla="*/ 1219391 w 3505200"/>
              <a:gd name="connsiteY8345" fmla="*/ 3429381 h 3505200"/>
              <a:gd name="connsiteX8346" fmla="*/ 1219581 w 3505200"/>
              <a:gd name="connsiteY8346" fmla="*/ 3429191 h 3505200"/>
              <a:gd name="connsiteX8347" fmla="*/ 1219391 w 3505200"/>
              <a:gd name="connsiteY8347" fmla="*/ 3429000 h 3505200"/>
              <a:gd name="connsiteX8348" fmla="*/ 1219200 w 3505200"/>
              <a:gd name="connsiteY8348" fmla="*/ 3429191 h 3505200"/>
              <a:gd name="connsiteX8349" fmla="*/ 1219391 w 3505200"/>
              <a:gd name="connsiteY8349" fmla="*/ 3429381 h 3505200"/>
              <a:gd name="connsiteX8350" fmla="*/ 1295591 w 3505200"/>
              <a:gd name="connsiteY8350" fmla="*/ 3429667 h 3505200"/>
              <a:gd name="connsiteX8351" fmla="*/ 1295972 w 3505200"/>
              <a:gd name="connsiteY8351" fmla="*/ 3429286 h 3505200"/>
              <a:gd name="connsiteX8352" fmla="*/ 1295591 w 3505200"/>
              <a:gd name="connsiteY8352" fmla="*/ 3428905 h 3505200"/>
              <a:gd name="connsiteX8353" fmla="*/ 1295210 w 3505200"/>
              <a:gd name="connsiteY8353" fmla="*/ 3429286 h 3505200"/>
              <a:gd name="connsiteX8354" fmla="*/ 1295591 w 3505200"/>
              <a:gd name="connsiteY8354" fmla="*/ 3429667 h 3505200"/>
              <a:gd name="connsiteX8355" fmla="*/ 1371791 w 3505200"/>
              <a:gd name="connsiteY8355" fmla="*/ 3429857 h 3505200"/>
              <a:gd name="connsiteX8356" fmla="*/ 1372457 w 3505200"/>
              <a:gd name="connsiteY8356" fmla="*/ 3429191 h 3505200"/>
              <a:gd name="connsiteX8357" fmla="*/ 1371791 w 3505200"/>
              <a:gd name="connsiteY8357" fmla="*/ 3428524 h 3505200"/>
              <a:gd name="connsiteX8358" fmla="*/ 1371124 w 3505200"/>
              <a:gd name="connsiteY8358" fmla="*/ 3429191 h 3505200"/>
              <a:gd name="connsiteX8359" fmla="*/ 1371791 w 3505200"/>
              <a:gd name="connsiteY8359" fmla="*/ 3429857 h 3505200"/>
              <a:gd name="connsiteX8360" fmla="*/ 1447991 w 3505200"/>
              <a:gd name="connsiteY8360" fmla="*/ 3430238 h 3505200"/>
              <a:gd name="connsiteX8361" fmla="*/ 1449038 w 3505200"/>
              <a:gd name="connsiteY8361" fmla="*/ 3429191 h 3505200"/>
              <a:gd name="connsiteX8362" fmla="*/ 1447991 w 3505200"/>
              <a:gd name="connsiteY8362" fmla="*/ 3428143 h 3505200"/>
              <a:gd name="connsiteX8363" fmla="*/ 1446943 w 3505200"/>
              <a:gd name="connsiteY8363" fmla="*/ 3429191 h 3505200"/>
              <a:gd name="connsiteX8364" fmla="*/ 1447991 w 3505200"/>
              <a:gd name="connsiteY8364" fmla="*/ 3430238 h 3505200"/>
              <a:gd name="connsiteX8365" fmla="*/ 1524191 w 3505200"/>
              <a:gd name="connsiteY8365" fmla="*/ 3430524 h 3505200"/>
              <a:gd name="connsiteX8366" fmla="*/ 1525429 w 3505200"/>
              <a:gd name="connsiteY8366" fmla="*/ 3429286 h 3505200"/>
              <a:gd name="connsiteX8367" fmla="*/ 1524191 w 3505200"/>
              <a:gd name="connsiteY8367" fmla="*/ 3428048 h 3505200"/>
              <a:gd name="connsiteX8368" fmla="*/ 1522952 w 3505200"/>
              <a:gd name="connsiteY8368" fmla="*/ 3429286 h 3505200"/>
              <a:gd name="connsiteX8369" fmla="*/ 1524191 w 3505200"/>
              <a:gd name="connsiteY8369" fmla="*/ 3430524 h 3505200"/>
              <a:gd name="connsiteX8370" fmla="*/ 1600391 w 3505200"/>
              <a:gd name="connsiteY8370" fmla="*/ 3430524 h 3505200"/>
              <a:gd name="connsiteX8371" fmla="*/ 1601629 w 3505200"/>
              <a:gd name="connsiteY8371" fmla="*/ 3429286 h 3505200"/>
              <a:gd name="connsiteX8372" fmla="*/ 1600391 w 3505200"/>
              <a:gd name="connsiteY8372" fmla="*/ 3428048 h 3505200"/>
              <a:gd name="connsiteX8373" fmla="*/ 1599152 w 3505200"/>
              <a:gd name="connsiteY8373" fmla="*/ 3429286 h 3505200"/>
              <a:gd name="connsiteX8374" fmla="*/ 1600391 w 3505200"/>
              <a:gd name="connsiteY8374" fmla="*/ 3430524 h 3505200"/>
              <a:gd name="connsiteX8375" fmla="*/ 1676591 w 3505200"/>
              <a:gd name="connsiteY8375" fmla="*/ 3430524 h 3505200"/>
              <a:gd name="connsiteX8376" fmla="*/ 1677829 w 3505200"/>
              <a:gd name="connsiteY8376" fmla="*/ 3429286 h 3505200"/>
              <a:gd name="connsiteX8377" fmla="*/ 1676591 w 3505200"/>
              <a:gd name="connsiteY8377" fmla="*/ 3428048 h 3505200"/>
              <a:gd name="connsiteX8378" fmla="*/ 1675352 w 3505200"/>
              <a:gd name="connsiteY8378" fmla="*/ 3429286 h 3505200"/>
              <a:gd name="connsiteX8379" fmla="*/ 1676591 w 3505200"/>
              <a:gd name="connsiteY8379" fmla="*/ 3430524 h 3505200"/>
              <a:gd name="connsiteX8380" fmla="*/ 1752791 w 3505200"/>
              <a:gd name="connsiteY8380" fmla="*/ 3430715 h 3505200"/>
              <a:gd name="connsiteX8381" fmla="*/ 1754314 w 3505200"/>
              <a:gd name="connsiteY8381" fmla="*/ 3429191 h 3505200"/>
              <a:gd name="connsiteX8382" fmla="*/ 1752791 w 3505200"/>
              <a:gd name="connsiteY8382" fmla="*/ 3427666 h 3505200"/>
              <a:gd name="connsiteX8383" fmla="*/ 1751267 w 3505200"/>
              <a:gd name="connsiteY8383" fmla="*/ 3429191 h 3505200"/>
              <a:gd name="connsiteX8384" fmla="*/ 1752791 w 3505200"/>
              <a:gd name="connsiteY8384" fmla="*/ 3430715 h 3505200"/>
              <a:gd name="connsiteX8385" fmla="*/ 1828991 w 3505200"/>
              <a:gd name="connsiteY8385" fmla="*/ 3430715 h 3505200"/>
              <a:gd name="connsiteX8386" fmla="*/ 1830514 w 3505200"/>
              <a:gd name="connsiteY8386" fmla="*/ 3429191 h 3505200"/>
              <a:gd name="connsiteX8387" fmla="*/ 1828991 w 3505200"/>
              <a:gd name="connsiteY8387" fmla="*/ 3427666 h 3505200"/>
              <a:gd name="connsiteX8388" fmla="*/ 1827467 w 3505200"/>
              <a:gd name="connsiteY8388" fmla="*/ 3429191 h 3505200"/>
              <a:gd name="connsiteX8389" fmla="*/ 1828991 w 3505200"/>
              <a:gd name="connsiteY8389" fmla="*/ 3430715 h 3505200"/>
              <a:gd name="connsiteX8390" fmla="*/ 1905191 w 3505200"/>
              <a:gd name="connsiteY8390" fmla="*/ 3430524 h 3505200"/>
              <a:gd name="connsiteX8391" fmla="*/ 1906429 w 3505200"/>
              <a:gd name="connsiteY8391" fmla="*/ 3429286 h 3505200"/>
              <a:gd name="connsiteX8392" fmla="*/ 1905191 w 3505200"/>
              <a:gd name="connsiteY8392" fmla="*/ 3428048 h 3505200"/>
              <a:gd name="connsiteX8393" fmla="*/ 1903952 w 3505200"/>
              <a:gd name="connsiteY8393" fmla="*/ 3429286 h 3505200"/>
              <a:gd name="connsiteX8394" fmla="*/ 1905191 w 3505200"/>
              <a:gd name="connsiteY8394" fmla="*/ 3430524 h 3505200"/>
              <a:gd name="connsiteX8395" fmla="*/ 1981391 w 3505200"/>
              <a:gd name="connsiteY8395" fmla="*/ 3430524 h 3505200"/>
              <a:gd name="connsiteX8396" fmla="*/ 1982629 w 3505200"/>
              <a:gd name="connsiteY8396" fmla="*/ 3429286 h 3505200"/>
              <a:gd name="connsiteX8397" fmla="*/ 1981391 w 3505200"/>
              <a:gd name="connsiteY8397" fmla="*/ 3428048 h 3505200"/>
              <a:gd name="connsiteX8398" fmla="*/ 1980152 w 3505200"/>
              <a:gd name="connsiteY8398" fmla="*/ 3429286 h 3505200"/>
              <a:gd name="connsiteX8399" fmla="*/ 1981391 w 3505200"/>
              <a:gd name="connsiteY8399" fmla="*/ 3430524 h 3505200"/>
              <a:gd name="connsiteX8400" fmla="*/ 2057591 w 3505200"/>
              <a:gd name="connsiteY8400" fmla="*/ 3430238 h 3505200"/>
              <a:gd name="connsiteX8401" fmla="*/ 2058638 w 3505200"/>
              <a:gd name="connsiteY8401" fmla="*/ 3429191 h 3505200"/>
              <a:gd name="connsiteX8402" fmla="*/ 2057591 w 3505200"/>
              <a:gd name="connsiteY8402" fmla="*/ 3428143 h 3505200"/>
              <a:gd name="connsiteX8403" fmla="*/ 2056543 w 3505200"/>
              <a:gd name="connsiteY8403" fmla="*/ 3429191 h 3505200"/>
              <a:gd name="connsiteX8404" fmla="*/ 2057591 w 3505200"/>
              <a:gd name="connsiteY8404" fmla="*/ 3430238 h 3505200"/>
              <a:gd name="connsiteX8405" fmla="*/ 2133791 w 3505200"/>
              <a:gd name="connsiteY8405" fmla="*/ 3430048 h 3505200"/>
              <a:gd name="connsiteX8406" fmla="*/ 2134648 w 3505200"/>
              <a:gd name="connsiteY8406" fmla="*/ 3429191 h 3505200"/>
              <a:gd name="connsiteX8407" fmla="*/ 2133791 w 3505200"/>
              <a:gd name="connsiteY8407" fmla="*/ 3428333 h 3505200"/>
              <a:gd name="connsiteX8408" fmla="*/ 2132933 w 3505200"/>
              <a:gd name="connsiteY8408" fmla="*/ 3429191 h 3505200"/>
              <a:gd name="connsiteX8409" fmla="*/ 2133791 w 3505200"/>
              <a:gd name="connsiteY8409" fmla="*/ 3430048 h 3505200"/>
              <a:gd name="connsiteX8410" fmla="*/ 2209991 w 3505200"/>
              <a:gd name="connsiteY8410" fmla="*/ 3429667 h 3505200"/>
              <a:gd name="connsiteX8411" fmla="*/ 2210372 w 3505200"/>
              <a:gd name="connsiteY8411" fmla="*/ 3429286 h 3505200"/>
              <a:gd name="connsiteX8412" fmla="*/ 2209991 w 3505200"/>
              <a:gd name="connsiteY8412" fmla="*/ 3428905 h 3505200"/>
              <a:gd name="connsiteX8413" fmla="*/ 2209610 w 3505200"/>
              <a:gd name="connsiteY8413" fmla="*/ 3429286 h 3505200"/>
              <a:gd name="connsiteX8414" fmla="*/ 2209991 w 3505200"/>
              <a:gd name="connsiteY8414" fmla="*/ 3429667 h 3505200"/>
              <a:gd name="connsiteX8415" fmla="*/ 2286191 w 3505200"/>
              <a:gd name="connsiteY8415" fmla="*/ 3429381 h 3505200"/>
              <a:gd name="connsiteX8416" fmla="*/ 2286381 w 3505200"/>
              <a:gd name="connsiteY8416" fmla="*/ 3429191 h 3505200"/>
              <a:gd name="connsiteX8417" fmla="*/ 2286191 w 3505200"/>
              <a:gd name="connsiteY8417" fmla="*/ 3429000 h 3505200"/>
              <a:gd name="connsiteX8418" fmla="*/ 2286000 w 3505200"/>
              <a:gd name="connsiteY8418" fmla="*/ 3429191 h 3505200"/>
              <a:gd name="connsiteX8419" fmla="*/ 2286191 w 3505200"/>
              <a:gd name="connsiteY8419" fmla="*/ 3429381 h 3505200"/>
              <a:gd name="connsiteX8420" fmla="*/ 1524191 w 3505200"/>
              <a:gd name="connsiteY8420" fmla="*/ 3505581 h 3505200"/>
              <a:gd name="connsiteX8421" fmla="*/ 1524381 w 3505200"/>
              <a:gd name="connsiteY8421" fmla="*/ 3505391 h 3505200"/>
              <a:gd name="connsiteX8422" fmla="*/ 1524191 w 3505200"/>
              <a:gd name="connsiteY8422" fmla="*/ 3505200 h 3505200"/>
              <a:gd name="connsiteX8423" fmla="*/ 1524000 w 3505200"/>
              <a:gd name="connsiteY8423" fmla="*/ 3505391 h 3505200"/>
              <a:gd name="connsiteX8424" fmla="*/ 1524191 w 3505200"/>
              <a:gd name="connsiteY8424" fmla="*/ 3505581 h 3505200"/>
              <a:gd name="connsiteX8425" fmla="*/ 1600391 w 3505200"/>
              <a:gd name="connsiteY8425" fmla="*/ 3505581 h 3505200"/>
              <a:gd name="connsiteX8426" fmla="*/ 1600581 w 3505200"/>
              <a:gd name="connsiteY8426" fmla="*/ 3505391 h 3505200"/>
              <a:gd name="connsiteX8427" fmla="*/ 1600391 w 3505200"/>
              <a:gd name="connsiteY8427" fmla="*/ 3505200 h 3505200"/>
              <a:gd name="connsiteX8428" fmla="*/ 1600200 w 3505200"/>
              <a:gd name="connsiteY8428" fmla="*/ 3505391 h 3505200"/>
              <a:gd name="connsiteX8429" fmla="*/ 1600391 w 3505200"/>
              <a:gd name="connsiteY8429" fmla="*/ 3505581 h 3505200"/>
              <a:gd name="connsiteX8430" fmla="*/ 1676591 w 3505200"/>
              <a:gd name="connsiteY8430" fmla="*/ 3505581 h 3505200"/>
              <a:gd name="connsiteX8431" fmla="*/ 1676781 w 3505200"/>
              <a:gd name="connsiteY8431" fmla="*/ 3505391 h 3505200"/>
              <a:gd name="connsiteX8432" fmla="*/ 1676591 w 3505200"/>
              <a:gd name="connsiteY8432" fmla="*/ 3505200 h 3505200"/>
              <a:gd name="connsiteX8433" fmla="*/ 1676400 w 3505200"/>
              <a:gd name="connsiteY8433" fmla="*/ 3505391 h 3505200"/>
              <a:gd name="connsiteX8434" fmla="*/ 1676591 w 3505200"/>
              <a:gd name="connsiteY8434" fmla="*/ 3505581 h 3505200"/>
              <a:gd name="connsiteX8435" fmla="*/ 1752791 w 3505200"/>
              <a:gd name="connsiteY8435" fmla="*/ 3505581 h 3505200"/>
              <a:gd name="connsiteX8436" fmla="*/ 1752981 w 3505200"/>
              <a:gd name="connsiteY8436" fmla="*/ 3505391 h 3505200"/>
              <a:gd name="connsiteX8437" fmla="*/ 1752791 w 3505200"/>
              <a:gd name="connsiteY8437" fmla="*/ 3505200 h 3505200"/>
              <a:gd name="connsiteX8438" fmla="*/ 1752600 w 3505200"/>
              <a:gd name="connsiteY8438" fmla="*/ 3505391 h 3505200"/>
              <a:gd name="connsiteX8439" fmla="*/ 1752791 w 3505200"/>
              <a:gd name="connsiteY8439" fmla="*/ 3505581 h 3505200"/>
              <a:gd name="connsiteX8440" fmla="*/ 1828991 w 3505200"/>
              <a:gd name="connsiteY8440" fmla="*/ 3505581 h 3505200"/>
              <a:gd name="connsiteX8441" fmla="*/ 1829181 w 3505200"/>
              <a:gd name="connsiteY8441" fmla="*/ 3505391 h 3505200"/>
              <a:gd name="connsiteX8442" fmla="*/ 1828991 w 3505200"/>
              <a:gd name="connsiteY8442" fmla="*/ 3505200 h 3505200"/>
              <a:gd name="connsiteX8443" fmla="*/ 1828800 w 3505200"/>
              <a:gd name="connsiteY8443" fmla="*/ 3505391 h 3505200"/>
              <a:gd name="connsiteX8444" fmla="*/ 1828991 w 3505200"/>
              <a:gd name="connsiteY8444" fmla="*/ 3505581 h 3505200"/>
              <a:gd name="connsiteX8445" fmla="*/ 1905191 w 3505200"/>
              <a:gd name="connsiteY8445" fmla="*/ 3505581 h 3505200"/>
              <a:gd name="connsiteX8446" fmla="*/ 1905381 w 3505200"/>
              <a:gd name="connsiteY8446" fmla="*/ 3505391 h 3505200"/>
              <a:gd name="connsiteX8447" fmla="*/ 1905191 w 3505200"/>
              <a:gd name="connsiteY8447" fmla="*/ 3505200 h 3505200"/>
              <a:gd name="connsiteX8448" fmla="*/ 1905000 w 3505200"/>
              <a:gd name="connsiteY8448" fmla="*/ 3505391 h 3505200"/>
              <a:gd name="connsiteX8449" fmla="*/ 1905191 w 3505200"/>
              <a:gd name="connsiteY8449" fmla="*/ 3505581 h 3505200"/>
              <a:gd name="connsiteX8450" fmla="*/ 1981391 w 3505200"/>
              <a:gd name="connsiteY8450" fmla="*/ 3505581 h 3505200"/>
              <a:gd name="connsiteX8451" fmla="*/ 1981581 w 3505200"/>
              <a:gd name="connsiteY8451" fmla="*/ 3505391 h 3505200"/>
              <a:gd name="connsiteX8452" fmla="*/ 1981391 w 3505200"/>
              <a:gd name="connsiteY8452" fmla="*/ 3505200 h 3505200"/>
              <a:gd name="connsiteX8453" fmla="*/ 1981200 w 3505200"/>
              <a:gd name="connsiteY8453" fmla="*/ 3505391 h 3505200"/>
              <a:gd name="connsiteX8454" fmla="*/ 1981391 w 3505200"/>
              <a:gd name="connsiteY8454" fmla="*/ 3505581 h 350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  <a:cxn ang="0">
                <a:pos x="connsiteX6748" y="connsiteY6748"/>
              </a:cxn>
              <a:cxn ang="0">
                <a:pos x="connsiteX6749" y="connsiteY6749"/>
              </a:cxn>
              <a:cxn ang="0">
                <a:pos x="connsiteX6750" y="connsiteY6750"/>
              </a:cxn>
              <a:cxn ang="0">
                <a:pos x="connsiteX6751" y="connsiteY6751"/>
              </a:cxn>
              <a:cxn ang="0">
                <a:pos x="connsiteX6752" y="connsiteY6752"/>
              </a:cxn>
              <a:cxn ang="0">
                <a:pos x="connsiteX6753" y="connsiteY6753"/>
              </a:cxn>
              <a:cxn ang="0">
                <a:pos x="connsiteX6754" y="connsiteY6754"/>
              </a:cxn>
              <a:cxn ang="0">
                <a:pos x="connsiteX6755" y="connsiteY6755"/>
              </a:cxn>
              <a:cxn ang="0">
                <a:pos x="connsiteX6756" y="connsiteY6756"/>
              </a:cxn>
              <a:cxn ang="0">
                <a:pos x="connsiteX6757" y="connsiteY6757"/>
              </a:cxn>
              <a:cxn ang="0">
                <a:pos x="connsiteX6758" y="connsiteY6758"/>
              </a:cxn>
              <a:cxn ang="0">
                <a:pos x="connsiteX6759" y="connsiteY6759"/>
              </a:cxn>
              <a:cxn ang="0">
                <a:pos x="connsiteX6760" y="connsiteY6760"/>
              </a:cxn>
              <a:cxn ang="0">
                <a:pos x="connsiteX6761" y="connsiteY6761"/>
              </a:cxn>
              <a:cxn ang="0">
                <a:pos x="connsiteX6762" y="connsiteY6762"/>
              </a:cxn>
              <a:cxn ang="0">
                <a:pos x="connsiteX6763" y="connsiteY6763"/>
              </a:cxn>
              <a:cxn ang="0">
                <a:pos x="connsiteX6764" y="connsiteY6764"/>
              </a:cxn>
              <a:cxn ang="0">
                <a:pos x="connsiteX6765" y="connsiteY6765"/>
              </a:cxn>
              <a:cxn ang="0">
                <a:pos x="connsiteX6766" y="connsiteY6766"/>
              </a:cxn>
              <a:cxn ang="0">
                <a:pos x="connsiteX6767" y="connsiteY6767"/>
              </a:cxn>
              <a:cxn ang="0">
                <a:pos x="connsiteX6768" y="connsiteY6768"/>
              </a:cxn>
              <a:cxn ang="0">
                <a:pos x="connsiteX6769" y="connsiteY6769"/>
              </a:cxn>
              <a:cxn ang="0">
                <a:pos x="connsiteX6770" y="connsiteY6770"/>
              </a:cxn>
              <a:cxn ang="0">
                <a:pos x="connsiteX6771" y="connsiteY6771"/>
              </a:cxn>
              <a:cxn ang="0">
                <a:pos x="connsiteX6772" y="connsiteY6772"/>
              </a:cxn>
              <a:cxn ang="0">
                <a:pos x="connsiteX6773" y="connsiteY6773"/>
              </a:cxn>
              <a:cxn ang="0">
                <a:pos x="connsiteX6774" y="connsiteY6774"/>
              </a:cxn>
              <a:cxn ang="0">
                <a:pos x="connsiteX6775" y="connsiteY6775"/>
              </a:cxn>
              <a:cxn ang="0">
                <a:pos x="connsiteX6776" y="connsiteY6776"/>
              </a:cxn>
              <a:cxn ang="0">
                <a:pos x="connsiteX6777" y="connsiteY6777"/>
              </a:cxn>
              <a:cxn ang="0">
                <a:pos x="connsiteX6778" y="connsiteY6778"/>
              </a:cxn>
              <a:cxn ang="0">
                <a:pos x="connsiteX6779" y="connsiteY6779"/>
              </a:cxn>
              <a:cxn ang="0">
                <a:pos x="connsiteX6780" y="connsiteY6780"/>
              </a:cxn>
              <a:cxn ang="0">
                <a:pos x="connsiteX6781" y="connsiteY6781"/>
              </a:cxn>
              <a:cxn ang="0">
                <a:pos x="connsiteX6782" y="connsiteY6782"/>
              </a:cxn>
              <a:cxn ang="0">
                <a:pos x="connsiteX6783" y="connsiteY6783"/>
              </a:cxn>
              <a:cxn ang="0">
                <a:pos x="connsiteX6784" y="connsiteY6784"/>
              </a:cxn>
              <a:cxn ang="0">
                <a:pos x="connsiteX6785" y="connsiteY6785"/>
              </a:cxn>
              <a:cxn ang="0">
                <a:pos x="connsiteX6786" y="connsiteY6786"/>
              </a:cxn>
              <a:cxn ang="0">
                <a:pos x="connsiteX6787" y="connsiteY6787"/>
              </a:cxn>
              <a:cxn ang="0">
                <a:pos x="connsiteX6788" y="connsiteY6788"/>
              </a:cxn>
              <a:cxn ang="0">
                <a:pos x="connsiteX6789" y="connsiteY6789"/>
              </a:cxn>
              <a:cxn ang="0">
                <a:pos x="connsiteX6790" y="connsiteY6790"/>
              </a:cxn>
              <a:cxn ang="0">
                <a:pos x="connsiteX6791" y="connsiteY6791"/>
              </a:cxn>
              <a:cxn ang="0">
                <a:pos x="connsiteX6792" y="connsiteY6792"/>
              </a:cxn>
              <a:cxn ang="0">
                <a:pos x="connsiteX6793" y="connsiteY6793"/>
              </a:cxn>
              <a:cxn ang="0">
                <a:pos x="connsiteX6794" y="connsiteY6794"/>
              </a:cxn>
              <a:cxn ang="0">
                <a:pos x="connsiteX6795" y="connsiteY6795"/>
              </a:cxn>
              <a:cxn ang="0">
                <a:pos x="connsiteX6796" y="connsiteY6796"/>
              </a:cxn>
              <a:cxn ang="0">
                <a:pos x="connsiteX6797" y="connsiteY6797"/>
              </a:cxn>
              <a:cxn ang="0">
                <a:pos x="connsiteX6798" y="connsiteY6798"/>
              </a:cxn>
              <a:cxn ang="0">
                <a:pos x="connsiteX6799" y="connsiteY6799"/>
              </a:cxn>
              <a:cxn ang="0">
                <a:pos x="connsiteX6800" y="connsiteY6800"/>
              </a:cxn>
              <a:cxn ang="0">
                <a:pos x="connsiteX6801" y="connsiteY6801"/>
              </a:cxn>
              <a:cxn ang="0">
                <a:pos x="connsiteX6802" y="connsiteY6802"/>
              </a:cxn>
              <a:cxn ang="0">
                <a:pos x="connsiteX6803" y="connsiteY6803"/>
              </a:cxn>
              <a:cxn ang="0">
                <a:pos x="connsiteX6804" y="connsiteY6804"/>
              </a:cxn>
              <a:cxn ang="0">
                <a:pos x="connsiteX6805" y="connsiteY6805"/>
              </a:cxn>
              <a:cxn ang="0">
                <a:pos x="connsiteX6806" y="connsiteY6806"/>
              </a:cxn>
              <a:cxn ang="0">
                <a:pos x="connsiteX6807" y="connsiteY6807"/>
              </a:cxn>
              <a:cxn ang="0">
                <a:pos x="connsiteX6808" y="connsiteY6808"/>
              </a:cxn>
              <a:cxn ang="0">
                <a:pos x="connsiteX6809" y="connsiteY6809"/>
              </a:cxn>
              <a:cxn ang="0">
                <a:pos x="connsiteX6810" y="connsiteY6810"/>
              </a:cxn>
              <a:cxn ang="0">
                <a:pos x="connsiteX6811" y="connsiteY6811"/>
              </a:cxn>
              <a:cxn ang="0">
                <a:pos x="connsiteX6812" y="connsiteY6812"/>
              </a:cxn>
              <a:cxn ang="0">
                <a:pos x="connsiteX6813" y="connsiteY6813"/>
              </a:cxn>
              <a:cxn ang="0">
                <a:pos x="connsiteX6814" y="connsiteY6814"/>
              </a:cxn>
              <a:cxn ang="0">
                <a:pos x="connsiteX6815" y="connsiteY6815"/>
              </a:cxn>
              <a:cxn ang="0">
                <a:pos x="connsiteX6816" y="connsiteY6816"/>
              </a:cxn>
              <a:cxn ang="0">
                <a:pos x="connsiteX6817" y="connsiteY6817"/>
              </a:cxn>
              <a:cxn ang="0">
                <a:pos x="connsiteX6818" y="connsiteY6818"/>
              </a:cxn>
              <a:cxn ang="0">
                <a:pos x="connsiteX6819" y="connsiteY6819"/>
              </a:cxn>
              <a:cxn ang="0">
                <a:pos x="connsiteX6820" y="connsiteY6820"/>
              </a:cxn>
              <a:cxn ang="0">
                <a:pos x="connsiteX6821" y="connsiteY6821"/>
              </a:cxn>
              <a:cxn ang="0">
                <a:pos x="connsiteX6822" y="connsiteY6822"/>
              </a:cxn>
              <a:cxn ang="0">
                <a:pos x="connsiteX6823" y="connsiteY6823"/>
              </a:cxn>
              <a:cxn ang="0">
                <a:pos x="connsiteX6824" y="connsiteY6824"/>
              </a:cxn>
              <a:cxn ang="0">
                <a:pos x="connsiteX6825" y="connsiteY6825"/>
              </a:cxn>
              <a:cxn ang="0">
                <a:pos x="connsiteX6826" y="connsiteY6826"/>
              </a:cxn>
              <a:cxn ang="0">
                <a:pos x="connsiteX6827" y="connsiteY6827"/>
              </a:cxn>
              <a:cxn ang="0">
                <a:pos x="connsiteX6828" y="connsiteY6828"/>
              </a:cxn>
              <a:cxn ang="0">
                <a:pos x="connsiteX6829" y="connsiteY6829"/>
              </a:cxn>
              <a:cxn ang="0">
                <a:pos x="connsiteX6830" y="connsiteY6830"/>
              </a:cxn>
              <a:cxn ang="0">
                <a:pos x="connsiteX6831" y="connsiteY6831"/>
              </a:cxn>
              <a:cxn ang="0">
                <a:pos x="connsiteX6832" y="connsiteY6832"/>
              </a:cxn>
              <a:cxn ang="0">
                <a:pos x="connsiteX6833" y="connsiteY6833"/>
              </a:cxn>
              <a:cxn ang="0">
                <a:pos x="connsiteX6834" y="connsiteY6834"/>
              </a:cxn>
              <a:cxn ang="0">
                <a:pos x="connsiteX6835" y="connsiteY6835"/>
              </a:cxn>
              <a:cxn ang="0">
                <a:pos x="connsiteX6836" y="connsiteY6836"/>
              </a:cxn>
              <a:cxn ang="0">
                <a:pos x="connsiteX6837" y="connsiteY6837"/>
              </a:cxn>
              <a:cxn ang="0">
                <a:pos x="connsiteX6838" y="connsiteY6838"/>
              </a:cxn>
              <a:cxn ang="0">
                <a:pos x="connsiteX6839" y="connsiteY6839"/>
              </a:cxn>
              <a:cxn ang="0">
                <a:pos x="connsiteX6840" y="connsiteY6840"/>
              </a:cxn>
              <a:cxn ang="0">
                <a:pos x="connsiteX6841" y="connsiteY6841"/>
              </a:cxn>
              <a:cxn ang="0">
                <a:pos x="connsiteX6842" y="connsiteY6842"/>
              </a:cxn>
              <a:cxn ang="0">
                <a:pos x="connsiteX6843" y="connsiteY6843"/>
              </a:cxn>
              <a:cxn ang="0">
                <a:pos x="connsiteX6844" y="connsiteY6844"/>
              </a:cxn>
              <a:cxn ang="0">
                <a:pos x="connsiteX6845" y="connsiteY6845"/>
              </a:cxn>
              <a:cxn ang="0">
                <a:pos x="connsiteX6846" y="connsiteY6846"/>
              </a:cxn>
              <a:cxn ang="0">
                <a:pos x="connsiteX6847" y="connsiteY6847"/>
              </a:cxn>
              <a:cxn ang="0">
                <a:pos x="connsiteX6848" y="connsiteY6848"/>
              </a:cxn>
              <a:cxn ang="0">
                <a:pos x="connsiteX6849" y="connsiteY6849"/>
              </a:cxn>
              <a:cxn ang="0">
                <a:pos x="connsiteX6850" y="connsiteY6850"/>
              </a:cxn>
              <a:cxn ang="0">
                <a:pos x="connsiteX6851" y="connsiteY6851"/>
              </a:cxn>
              <a:cxn ang="0">
                <a:pos x="connsiteX6852" y="connsiteY6852"/>
              </a:cxn>
              <a:cxn ang="0">
                <a:pos x="connsiteX6853" y="connsiteY6853"/>
              </a:cxn>
              <a:cxn ang="0">
                <a:pos x="connsiteX6854" y="connsiteY6854"/>
              </a:cxn>
              <a:cxn ang="0">
                <a:pos x="connsiteX6855" y="connsiteY6855"/>
              </a:cxn>
              <a:cxn ang="0">
                <a:pos x="connsiteX6856" y="connsiteY6856"/>
              </a:cxn>
              <a:cxn ang="0">
                <a:pos x="connsiteX6857" y="connsiteY6857"/>
              </a:cxn>
              <a:cxn ang="0">
                <a:pos x="connsiteX6858" y="connsiteY6858"/>
              </a:cxn>
              <a:cxn ang="0">
                <a:pos x="connsiteX6859" y="connsiteY6859"/>
              </a:cxn>
              <a:cxn ang="0">
                <a:pos x="connsiteX6860" y="connsiteY6860"/>
              </a:cxn>
              <a:cxn ang="0">
                <a:pos x="connsiteX6861" y="connsiteY6861"/>
              </a:cxn>
              <a:cxn ang="0">
                <a:pos x="connsiteX6862" y="connsiteY6862"/>
              </a:cxn>
              <a:cxn ang="0">
                <a:pos x="connsiteX6863" y="connsiteY6863"/>
              </a:cxn>
              <a:cxn ang="0">
                <a:pos x="connsiteX6864" y="connsiteY6864"/>
              </a:cxn>
              <a:cxn ang="0">
                <a:pos x="connsiteX6865" y="connsiteY6865"/>
              </a:cxn>
              <a:cxn ang="0">
                <a:pos x="connsiteX6866" y="connsiteY6866"/>
              </a:cxn>
              <a:cxn ang="0">
                <a:pos x="connsiteX6867" y="connsiteY6867"/>
              </a:cxn>
              <a:cxn ang="0">
                <a:pos x="connsiteX6868" y="connsiteY6868"/>
              </a:cxn>
              <a:cxn ang="0">
                <a:pos x="connsiteX6869" y="connsiteY6869"/>
              </a:cxn>
              <a:cxn ang="0">
                <a:pos x="connsiteX6870" y="connsiteY6870"/>
              </a:cxn>
              <a:cxn ang="0">
                <a:pos x="connsiteX6871" y="connsiteY6871"/>
              </a:cxn>
              <a:cxn ang="0">
                <a:pos x="connsiteX6872" y="connsiteY6872"/>
              </a:cxn>
              <a:cxn ang="0">
                <a:pos x="connsiteX6873" y="connsiteY6873"/>
              </a:cxn>
              <a:cxn ang="0">
                <a:pos x="connsiteX6874" y="connsiteY6874"/>
              </a:cxn>
              <a:cxn ang="0">
                <a:pos x="connsiteX6875" y="connsiteY6875"/>
              </a:cxn>
              <a:cxn ang="0">
                <a:pos x="connsiteX6876" y="connsiteY6876"/>
              </a:cxn>
              <a:cxn ang="0">
                <a:pos x="connsiteX6877" y="connsiteY6877"/>
              </a:cxn>
              <a:cxn ang="0">
                <a:pos x="connsiteX6878" y="connsiteY6878"/>
              </a:cxn>
              <a:cxn ang="0">
                <a:pos x="connsiteX6879" y="connsiteY6879"/>
              </a:cxn>
              <a:cxn ang="0">
                <a:pos x="connsiteX6880" y="connsiteY6880"/>
              </a:cxn>
              <a:cxn ang="0">
                <a:pos x="connsiteX6881" y="connsiteY6881"/>
              </a:cxn>
              <a:cxn ang="0">
                <a:pos x="connsiteX6882" y="connsiteY6882"/>
              </a:cxn>
              <a:cxn ang="0">
                <a:pos x="connsiteX6883" y="connsiteY6883"/>
              </a:cxn>
              <a:cxn ang="0">
                <a:pos x="connsiteX6884" y="connsiteY6884"/>
              </a:cxn>
              <a:cxn ang="0">
                <a:pos x="connsiteX6885" y="connsiteY6885"/>
              </a:cxn>
              <a:cxn ang="0">
                <a:pos x="connsiteX6886" y="connsiteY6886"/>
              </a:cxn>
              <a:cxn ang="0">
                <a:pos x="connsiteX6887" y="connsiteY6887"/>
              </a:cxn>
              <a:cxn ang="0">
                <a:pos x="connsiteX6888" y="connsiteY6888"/>
              </a:cxn>
              <a:cxn ang="0">
                <a:pos x="connsiteX6889" y="connsiteY6889"/>
              </a:cxn>
              <a:cxn ang="0">
                <a:pos x="connsiteX6890" y="connsiteY6890"/>
              </a:cxn>
              <a:cxn ang="0">
                <a:pos x="connsiteX6891" y="connsiteY6891"/>
              </a:cxn>
              <a:cxn ang="0">
                <a:pos x="connsiteX6892" y="connsiteY6892"/>
              </a:cxn>
              <a:cxn ang="0">
                <a:pos x="connsiteX6893" y="connsiteY6893"/>
              </a:cxn>
              <a:cxn ang="0">
                <a:pos x="connsiteX6894" y="connsiteY6894"/>
              </a:cxn>
              <a:cxn ang="0">
                <a:pos x="connsiteX6895" y="connsiteY6895"/>
              </a:cxn>
              <a:cxn ang="0">
                <a:pos x="connsiteX6896" y="connsiteY6896"/>
              </a:cxn>
              <a:cxn ang="0">
                <a:pos x="connsiteX6897" y="connsiteY6897"/>
              </a:cxn>
              <a:cxn ang="0">
                <a:pos x="connsiteX6898" y="connsiteY6898"/>
              </a:cxn>
              <a:cxn ang="0">
                <a:pos x="connsiteX6899" y="connsiteY6899"/>
              </a:cxn>
              <a:cxn ang="0">
                <a:pos x="connsiteX6900" y="connsiteY6900"/>
              </a:cxn>
              <a:cxn ang="0">
                <a:pos x="connsiteX6901" y="connsiteY6901"/>
              </a:cxn>
              <a:cxn ang="0">
                <a:pos x="connsiteX6902" y="connsiteY6902"/>
              </a:cxn>
              <a:cxn ang="0">
                <a:pos x="connsiteX6903" y="connsiteY6903"/>
              </a:cxn>
              <a:cxn ang="0">
                <a:pos x="connsiteX6904" y="connsiteY6904"/>
              </a:cxn>
              <a:cxn ang="0">
                <a:pos x="connsiteX6905" y="connsiteY6905"/>
              </a:cxn>
              <a:cxn ang="0">
                <a:pos x="connsiteX6906" y="connsiteY6906"/>
              </a:cxn>
              <a:cxn ang="0">
                <a:pos x="connsiteX6907" y="connsiteY6907"/>
              </a:cxn>
              <a:cxn ang="0">
                <a:pos x="connsiteX6908" y="connsiteY6908"/>
              </a:cxn>
              <a:cxn ang="0">
                <a:pos x="connsiteX6909" y="connsiteY6909"/>
              </a:cxn>
              <a:cxn ang="0">
                <a:pos x="connsiteX6910" y="connsiteY6910"/>
              </a:cxn>
              <a:cxn ang="0">
                <a:pos x="connsiteX6911" y="connsiteY6911"/>
              </a:cxn>
              <a:cxn ang="0">
                <a:pos x="connsiteX6912" y="connsiteY6912"/>
              </a:cxn>
              <a:cxn ang="0">
                <a:pos x="connsiteX6913" y="connsiteY6913"/>
              </a:cxn>
              <a:cxn ang="0">
                <a:pos x="connsiteX6914" y="connsiteY6914"/>
              </a:cxn>
              <a:cxn ang="0">
                <a:pos x="connsiteX6915" y="connsiteY6915"/>
              </a:cxn>
              <a:cxn ang="0">
                <a:pos x="connsiteX6916" y="connsiteY6916"/>
              </a:cxn>
              <a:cxn ang="0">
                <a:pos x="connsiteX6917" y="connsiteY6917"/>
              </a:cxn>
              <a:cxn ang="0">
                <a:pos x="connsiteX6918" y="connsiteY6918"/>
              </a:cxn>
              <a:cxn ang="0">
                <a:pos x="connsiteX6919" y="connsiteY6919"/>
              </a:cxn>
              <a:cxn ang="0">
                <a:pos x="connsiteX6920" y="connsiteY6920"/>
              </a:cxn>
              <a:cxn ang="0">
                <a:pos x="connsiteX6921" y="connsiteY6921"/>
              </a:cxn>
              <a:cxn ang="0">
                <a:pos x="connsiteX6922" y="connsiteY6922"/>
              </a:cxn>
              <a:cxn ang="0">
                <a:pos x="connsiteX6923" y="connsiteY6923"/>
              </a:cxn>
              <a:cxn ang="0">
                <a:pos x="connsiteX6924" y="connsiteY6924"/>
              </a:cxn>
              <a:cxn ang="0">
                <a:pos x="connsiteX6925" y="connsiteY6925"/>
              </a:cxn>
              <a:cxn ang="0">
                <a:pos x="connsiteX6926" y="connsiteY6926"/>
              </a:cxn>
              <a:cxn ang="0">
                <a:pos x="connsiteX6927" y="connsiteY6927"/>
              </a:cxn>
              <a:cxn ang="0">
                <a:pos x="connsiteX6928" y="connsiteY6928"/>
              </a:cxn>
              <a:cxn ang="0">
                <a:pos x="connsiteX6929" y="connsiteY6929"/>
              </a:cxn>
              <a:cxn ang="0">
                <a:pos x="connsiteX6930" y="connsiteY6930"/>
              </a:cxn>
              <a:cxn ang="0">
                <a:pos x="connsiteX6931" y="connsiteY6931"/>
              </a:cxn>
              <a:cxn ang="0">
                <a:pos x="connsiteX6932" y="connsiteY6932"/>
              </a:cxn>
              <a:cxn ang="0">
                <a:pos x="connsiteX6933" y="connsiteY6933"/>
              </a:cxn>
              <a:cxn ang="0">
                <a:pos x="connsiteX6934" y="connsiteY6934"/>
              </a:cxn>
              <a:cxn ang="0">
                <a:pos x="connsiteX6935" y="connsiteY6935"/>
              </a:cxn>
              <a:cxn ang="0">
                <a:pos x="connsiteX6936" y="connsiteY6936"/>
              </a:cxn>
              <a:cxn ang="0">
                <a:pos x="connsiteX6937" y="connsiteY6937"/>
              </a:cxn>
              <a:cxn ang="0">
                <a:pos x="connsiteX6938" y="connsiteY6938"/>
              </a:cxn>
              <a:cxn ang="0">
                <a:pos x="connsiteX6939" y="connsiteY6939"/>
              </a:cxn>
              <a:cxn ang="0">
                <a:pos x="connsiteX6940" y="connsiteY6940"/>
              </a:cxn>
              <a:cxn ang="0">
                <a:pos x="connsiteX6941" y="connsiteY6941"/>
              </a:cxn>
              <a:cxn ang="0">
                <a:pos x="connsiteX6942" y="connsiteY6942"/>
              </a:cxn>
              <a:cxn ang="0">
                <a:pos x="connsiteX6943" y="connsiteY6943"/>
              </a:cxn>
              <a:cxn ang="0">
                <a:pos x="connsiteX6944" y="connsiteY6944"/>
              </a:cxn>
              <a:cxn ang="0">
                <a:pos x="connsiteX6945" y="connsiteY6945"/>
              </a:cxn>
              <a:cxn ang="0">
                <a:pos x="connsiteX6946" y="connsiteY6946"/>
              </a:cxn>
              <a:cxn ang="0">
                <a:pos x="connsiteX6947" y="connsiteY6947"/>
              </a:cxn>
              <a:cxn ang="0">
                <a:pos x="connsiteX6948" y="connsiteY6948"/>
              </a:cxn>
              <a:cxn ang="0">
                <a:pos x="connsiteX6949" y="connsiteY6949"/>
              </a:cxn>
              <a:cxn ang="0">
                <a:pos x="connsiteX6950" y="connsiteY6950"/>
              </a:cxn>
              <a:cxn ang="0">
                <a:pos x="connsiteX6951" y="connsiteY6951"/>
              </a:cxn>
              <a:cxn ang="0">
                <a:pos x="connsiteX6952" y="connsiteY6952"/>
              </a:cxn>
              <a:cxn ang="0">
                <a:pos x="connsiteX6953" y="connsiteY6953"/>
              </a:cxn>
              <a:cxn ang="0">
                <a:pos x="connsiteX6954" y="connsiteY6954"/>
              </a:cxn>
              <a:cxn ang="0">
                <a:pos x="connsiteX6955" y="connsiteY6955"/>
              </a:cxn>
              <a:cxn ang="0">
                <a:pos x="connsiteX6956" y="connsiteY6956"/>
              </a:cxn>
              <a:cxn ang="0">
                <a:pos x="connsiteX6957" y="connsiteY6957"/>
              </a:cxn>
              <a:cxn ang="0">
                <a:pos x="connsiteX6958" y="connsiteY6958"/>
              </a:cxn>
              <a:cxn ang="0">
                <a:pos x="connsiteX6959" y="connsiteY6959"/>
              </a:cxn>
              <a:cxn ang="0">
                <a:pos x="connsiteX6960" y="connsiteY6960"/>
              </a:cxn>
              <a:cxn ang="0">
                <a:pos x="connsiteX6961" y="connsiteY6961"/>
              </a:cxn>
              <a:cxn ang="0">
                <a:pos x="connsiteX6962" y="connsiteY6962"/>
              </a:cxn>
              <a:cxn ang="0">
                <a:pos x="connsiteX6963" y="connsiteY6963"/>
              </a:cxn>
              <a:cxn ang="0">
                <a:pos x="connsiteX6964" y="connsiteY6964"/>
              </a:cxn>
              <a:cxn ang="0">
                <a:pos x="connsiteX6965" y="connsiteY6965"/>
              </a:cxn>
              <a:cxn ang="0">
                <a:pos x="connsiteX6966" y="connsiteY6966"/>
              </a:cxn>
              <a:cxn ang="0">
                <a:pos x="connsiteX6967" y="connsiteY6967"/>
              </a:cxn>
              <a:cxn ang="0">
                <a:pos x="connsiteX6968" y="connsiteY6968"/>
              </a:cxn>
              <a:cxn ang="0">
                <a:pos x="connsiteX6969" y="connsiteY6969"/>
              </a:cxn>
              <a:cxn ang="0">
                <a:pos x="connsiteX6970" y="connsiteY6970"/>
              </a:cxn>
              <a:cxn ang="0">
                <a:pos x="connsiteX6971" y="connsiteY6971"/>
              </a:cxn>
              <a:cxn ang="0">
                <a:pos x="connsiteX6972" y="connsiteY6972"/>
              </a:cxn>
              <a:cxn ang="0">
                <a:pos x="connsiteX6973" y="connsiteY6973"/>
              </a:cxn>
              <a:cxn ang="0">
                <a:pos x="connsiteX6974" y="connsiteY6974"/>
              </a:cxn>
              <a:cxn ang="0">
                <a:pos x="connsiteX6975" y="connsiteY6975"/>
              </a:cxn>
              <a:cxn ang="0">
                <a:pos x="connsiteX6976" y="connsiteY6976"/>
              </a:cxn>
              <a:cxn ang="0">
                <a:pos x="connsiteX6977" y="connsiteY6977"/>
              </a:cxn>
              <a:cxn ang="0">
                <a:pos x="connsiteX6978" y="connsiteY6978"/>
              </a:cxn>
              <a:cxn ang="0">
                <a:pos x="connsiteX6979" y="connsiteY6979"/>
              </a:cxn>
              <a:cxn ang="0">
                <a:pos x="connsiteX6980" y="connsiteY6980"/>
              </a:cxn>
              <a:cxn ang="0">
                <a:pos x="connsiteX6981" y="connsiteY6981"/>
              </a:cxn>
              <a:cxn ang="0">
                <a:pos x="connsiteX6982" y="connsiteY6982"/>
              </a:cxn>
              <a:cxn ang="0">
                <a:pos x="connsiteX6983" y="connsiteY6983"/>
              </a:cxn>
              <a:cxn ang="0">
                <a:pos x="connsiteX6984" y="connsiteY6984"/>
              </a:cxn>
              <a:cxn ang="0">
                <a:pos x="connsiteX6985" y="connsiteY6985"/>
              </a:cxn>
              <a:cxn ang="0">
                <a:pos x="connsiteX6986" y="connsiteY6986"/>
              </a:cxn>
              <a:cxn ang="0">
                <a:pos x="connsiteX6987" y="connsiteY6987"/>
              </a:cxn>
              <a:cxn ang="0">
                <a:pos x="connsiteX6988" y="connsiteY6988"/>
              </a:cxn>
              <a:cxn ang="0">
                <a:pos x="connsiteX6989" y="connsiteY6989"/>
              </a:cxn>
              <a:cxn ang="0">
                <a:pos x="connsiteX6990" y="connsiteY6990"/>
              </a:cxn>
              <a:cxn ang="0">
                <a:pos x="connsiteX6991" y="connsiteY6991"/>
              </a:cxn>
              <a:cxn ang="0">
                <a:pos x="connsiteX6992" y="connsiteY6992"/>
              </a:cxn>
              <a:cxn ang="0">
                <a:pos x="connsiteX6993" y="connsiteY6993"/>
              </a:cxn>
              <a:cxn ang="0">
                <a:pos x="connsiteX6994" y="connsiteY6994"/>
              </a:cxn>
              <a:cxn ang="0">
                <a:pos x="connsiteX6995" y="connsiteY6995"/>
              </a:cxn>
              <a:cxn ang="0">
                <a:pos x="connsiteX6996" y="connsiteY6996"/>
              </a:cxn>
              <a:cxn ang="0">
                <a:pos x="connsiteX6997" y="connsiteY6997"/>
              </a:cxn>
              <a:cxn ang="0">
                <a:pos x="connsiteX6998" y="connsiteY6998"/>
              </a:cxn>
              <a:cxn ang="0">
                <a:pos x="connsiteX6999" y="connsiteY6999"/>
              </a:cxn>
              <a:cxn ang="0">
                <a:pos x="connsiteX7000" y="connsiteY7000"/>
              </a:cxn>
              <a:cxn ang="0">
                <a:pos x="connsiteX7001" y="connsiteY7001"/>
              </a:cxn>
              <a:cxn ang="0">
                <a:pos x="connsiteX7002" y="connsiteY7002"/>
              </a:cxn>
              <a:cxn ang="0">
                <a:pos x="connsiteX7003" y="connsiteY7003"/>
              </a:cxn>
              <a:cxn ang="0">
                <a:pos x="connsiteX7004" y="connsiteY7004"/>
              </a:cxn>
              <a:cxn ang="0">
                <a:pos x="connsiteX7005" y="connsiteY7005"/>
              </a:cxn>
              <a:cxn ang="0">
                <a:pos x="connsiteX7006" y="connsiteY7006"/>
              </a:cxn>
              <a:cxn ang="0">
                <a:pos x="connsiteX7007" y="connsiteY7007"/>
              </a:cxn>
              <a:cxn ang="0">
                <a:pos x="connsiteX7008" y="connsiteY7008"/>
              </a:cxn>
              <a:cxn ang="0">
                <a:pos x="connsiteX7009" y="connsiteY7009"/>
              </a:cxn>
              <a:cxn ang="0">
                <a:pos x="connsiteX7010" y="connsiteY7010"/>
              </a:cxn>
              <a:cxn ang="0">
                <a:pos x="connsiteX7011" y="connsiteY7011"/>
              </a:cxn>
              <a:cxn ang="0">
                <a:pos x="connsiteX7012" y="connsiteY7012"/>
              </a:cxn>
              <a:cxn ang="0">
                <a:pos x="connsiteX7013" y="connsiteY7013"/>
              </a:cxn>
              <a:cxn ang="0">
                <a:pos x="connsiteX7014" y="connsiteY7014"/>
              </a:cxn>
              <a:cxn ang="0">
                <a:pos x="connsiteX7015" y="connsiteY7015"/>
              </a:cxn>
              <a:cxn ang="0">
                <a:pos x="connsiteX7016" y="connsiteY7016"/>
              </a:cxn>
              <a:cxn ang="0">
                <a:pos x="connsiteX7017" y="connsiteY7017"/>
              </a:cxn>
              <a:cxn ang="0">
                <a:pos x="connsiteX7018" y="connsiteY7018"/>
              </a:cxn>
              <a:cxn ang="0">
                <a:pos x="connsiteX7019" y="connsiteY7019"/>
              </a:cxn>
              <a:cxn ang="0">
                <a:pos x="connsiteX7020" y="connsiteY7020"/>
              </a:cxn>
              <a:cxn ang="0">
                <a:pos x="connsiteX7021" y="connsiteY7021"/>
              </a:cxn>
              <a:cxn ang="0">
                <a:pos x="connsiteX7022" y="connsiteY7022"/>
              </a:cxn>
              <a:cxn ang="0">
                <a:pos x="connsiteX7023" y="connsiteY7023"/>
              </a:cxn>
              <a:cxn ang="0">
                <a:pos x="connsiteX7024" y="connsiteY7024"/>
              </a:cxn>
              <a:cxn ang="0">
                <a:pos x="connsiteX7025" y="connsiteY7025"/>
              </a:cxn>
              <a:cxn ang="0">
                <a:pos x="connsiteX7026" y="connsiteY7026"/>
              </a:cxn>
              <a:cxn ang="0">
                <a:pos x="connsiteX7027" y="connsiteY7027"/>
              </a:cxn>
              <a:cxn ang="0">
                <a:pos x="connsiteX7028" y="connsiteY7028"/>
              </a:cxn>
              <a:cxn ang="0">
                <a:pos x="connsiteX7029" y="connsiteY7029"/>
              </a:cxn>
              <a:cxn ang="0">
                <a:pos x="connsiteX7030" y="connsiteY7030"/>
              </a:cxn>
              <a:cxn ang="0">
                <a:pos x="connsiteX7031" y="connsiteY7031"/>
              </a:cxn>
              <a:cxn ang="0">
                <a:pos x="connsiteX7032" y="connsiteY7032"/>
              </a:cxn>
              <a:cxn ang="0">
                <a:pos x="connsiteX7033" y="connsiteY7033"/>
              </a:cxn>
              <a:cxn ang="0">
                <a:pos x="connsiteX7034" y="connsiteY7034"/>
              </a:cxn>
              <a:cxn ang="0">
                <a:pos x="connsiteX7035" y="connsiteY7035"/>
              </a:cxn>
              <a:cxn ang="0">
                <a:pos x="connsiteX7036" y="connsiteY7036"/>
              </a:cxn>
              <a:cxn ang="0">
                <a:pos x="connsiteX7037" y="connsiteY7037"/>
              </a:cxn>
              <a:cxn ang="0">
                <a:pos x="connsiteX7038" y="connsiteY7038"/>
              </a:cxn>
              <a:cxn ang="0">
                <a:pos x="connsiteX7039" y="connsiteY7039"/>
              </a:cxn>
              <a:cxn ang="0">
                <a:pos x="connsiteX7040" y="connsiteY7040"/>
              </a:cxn>
              <a:cxn ang="0">
                <a:pos x="connsiteX7041" y="connsiteY7041"/>
              </a:cxn>
              <a:cxn ang="0">
                <a:pos x="connsiteX7042" y="connsiteY7042"/>
              </a:cxn>
              <a:cxn ang="0">
                <a:pos x="connsiteX7043" y="connsiteY7043"/>
              </a:cxn>
              <a:cxn ang="0">
                <a:pos x="connsiteX7044" y="connsiteY7044"/>
              </a:cxn>
              <a:cxn ang="0">
                <a:pos x="connsiteX7045" y="connsiteY7045"/>
              </a:cxn>
              <a:cxn ang="0">
                <a:pos x="connsiteX7046" y="connsiteY7046"/>
              </a:cxn>
              <a:cxn ang="0">
                <a:pos x="connsiteX7047" y="connsiteY7047"/>
              </a:cxn>
              <a:cxn ang="0">
                <a:pos x="connsiteX7048" y="connsiteY7048"/>
              </a:cxn>
              <a:cxn ang="0">
                <a:pos x="connsiteX7049" y="connsiteY7049"/>
              </a:cxn>
              <a:cxn ang="0">
                <a:pos x="connsiteX7050" y="connsiteY7050"/>
              </a:cxn>
              <a:cxn ang="0">
                <a:pos x="connsiteX7051" y="connsiteY7051"/>
              </a:cxn>
              <a:cxn ang="0">
                <a:pos x="connsiteX7052" y="connsiteY7052"/>
              </a:cxn>
              <a:cxn ang="0">
                <a:pos x="connsiteX7053" y="connsiteY7053"/>
              </a:cxn>
              <a:cxn ang="0">
                <a:pos x="connsiteX7054" y="connsiteY7054"/>
              </a:cxn>
              <a:cxn ang="0">
                <a:pos x="connsiteX7055" y="connsiteY7055"/>
              </a:cxn>
              <a:cxn ang="0">
                <a:pos x="connsiteX7056" y="connsiteY7056"/>
              </a:cxn>
              <a:cxn ang="0">
                <a:pos x="connsiteX7057" y="connsiteY7057"/>
              </a:cxn>
              <a:cxn ang="0">
                <a:pos x="connsiteX7058" y="connsiteY7058"/>
              </a:cxn>
              <a:cxn ang="0">
                <a:pos x="connsiteX7059" y="connsiteY7059"/>
              </a:cxn>
              <a:cxn ang="0">
                <a:pos x="connsiteX7060" y="connsiteY7060"/>
              </a:cxn>
              <a:cxn ang="0">
                <a:pos x="connsiteX7061" y="connsiteY7061"/>
              </a:cxn>
              <a:cxn ang="0">
                <a:pos x="connsiteX7062" y="connsiteY7062"/>
              </a:cxn>
              <a:cxn ang="0">
                <a:pos x="connsiteX7063" y="connsiteY7063"/>
              </a:cxn>
              <a:cxn ang="0">
                <a:pos x="connsiteX7064" y="connsiteY7064"/>
              </a:cxn>
              <a:cxn ang="0">
                <a:pos x="connsiteX7065" y="connsiteY7065"/>
              </a:cxn>
              <a:cxn ang="0">
                <a:pos x="connsiteX7066" y="connsiteY7066"/>
              </a:cxn>
              <a:cxn ang="0">
                <a:pos x="connsiteX7067" y="connsiteY7067"/>
              </a:cxn>
              <a:cxn ang="0">
                <a:pos x="connsiteX7068" y="connsiteY7068"/>
              </a:cxn>
              <a:cxn ang="0">
                <a:pos x="connsiteX7069" y="connsiteY7069"/>
              </a:cxn>
              <a:cxn ang="0">
                <a:pos x="connsiteX7070" y="connsiteY7070"/>
              </a:cxn>
              <a:cxn ang="0">
                <a:pos x="connsiteX7071" y="connsiteY7071"/>
              </a:cxn>
              <a:cxn ang="0">
                <a:pos x="connsiteX7072" y="connsiteY7072"/>
              </a:cxn>
              <a:cxn ang="0">
                <a:pos x="connsiteX7073" y="connsiteY7073"/>
              </a:cxn>
              <a:cxn ang="0">
                <a:pos x="connsiteX7074" y="connsiteY7074"/>
              </a:cxn>
              <a:cxn ang="0">
                <a:pos x="connsiteX7075" y="connsiteY7075"/>
              </a:cxn>
              <a:cxn ang="0">
                <a:pos x="connsiteX7076" y="connsiteY7076"/>
              </a:cxn>
              <a:cxn ang="0">
                <a:pos x="connsiteX7077" y="connsiteY7077"/>
              </a:cxn>
              <a:cxn ang="0">
                <a:pos x="connsiteX7078" y="connsiteY7078"/>
              </a:cxn>
              <a:cxn ang="0">
                <a:pos x="connsiteX7079" y="connsiteY7079"/>
              </a:cxn>
              <a:cxn ang="0">
                <a:pos x="connsiteX7080" y="connsiteY7080"/>
              </a:cxn>
              <a:cxn ang="0">
                <a:pos x="connsiteX7081" y="connsiteY7081"/>
              </a:cxn>
              <a:cxn ang="0">
                <a:pos x="connsiteX7082" y="connsiteY7082"/>
              </a:cxn>
              <a:cxn ang="0">
                <a:pos x="connsiteX7083" y="connsiteY7083"/>
              </a:cxn>
              <a:cxn ang="0">
                <a:pos x="connsiteX7084" y="connsiteY7084"/>
              </a:cxn>
              <a:cxn ang="0">
                <a:pos x="connsiteX7085" y="connsiteY7085"/>
              </a:cxn>
              <a:cxn ang="0">
                <a:pos x="connsiteX7086" y="connsiteY7086"/>
              </a:cxn>
              <a:cxn ang="0">
                <a:pos x="connsiteX7087" y="connsiteY7087"/>
              </a:cxn>
              <a:cxn ang="0">
                <a:pos x="connsiteX7088" y="connsiteY7088"/>
              </a:cxn>
              <a:cxn ang="0">
                <a:pos x="connsiteX7089" y="connsiteY7089"/>
              </a:cxn>
              <a:cxn ang="0">
                <a:pos x="connsiteX7090" y="connsiteY7090"/>
              </a:cxn>
              <a:cxn ang="0">
                <a:pos x="connsiteX7091" y="connsiteY7091"/>
              </a:cxn>
              <a:cxn ang="0">
                <a:pos x="connsiteX7092" y="connsiteY7092"/>
              </a:cxn>
              <a:cxn ang="0">
                <a:pos x="connsiteX7093" y="connsiteY7093"/>
              </a:cxn>
              <a:cxn ang="0">
                <a:pos x="connsiteX7094" y="connsiteY7094"/>
              </a:cxn>
              <a:cxn ang="0">
                <a:pos x="connsiteX7095" y="connsiteY7095"/>
              </a:cxn>
              <a:cxn ang="0">
                <a:pos x="connsiteX7096" y="connsiteY7096"/>
              </a:cxn>
              <a:cxn ang="0">
                <a:pos x="connsiteX7097" y="connsiteY7097"/>
              </a:cxn>
              <a:cxn ang="0">
                <a:pos x="connsiteX7098" y="connsiteY7098"/>
              </a:cxn>
              <a:cxn ang="0">
                <a:pos x="connsiteX7099" y="connsiteY7099"/>
              </a:cxn>
              <a:cxn ang="0">
                <a:pos x="connsiteX7100" y="connsiteY7100"/>
              </a:cxn>
              <a:cxn ang="0">
                <a:pos x="connsiteX7101" y="connsiteY7101"/>
              </a:cxn>
              <a:cxn ang="0">
                <a:pos x="connsiteX7102" y="connsiteY7102"/>
              </a:cxn>
              <a:cxn ang="0">
                <a:pos x="connsiteX7103" y="connsiteY7103"/>
              </a:cxn>
              <a:cxn ang="0">
                <a:pos x="connsiteX7104" y="connsiteY7104"/>
              </a:cxn>
              <a:cxn ang="0">
                <a:pos x="connsiteX7105" y="connsiteY7105"/>
              </a:cxn>
              <a:cxn ang="0">
                <a:pos x="connsiteX7106" y="connsiteY7106"/>
              </a:cxn>
              <a:cxn ang="0">
                <a:pos x="connsiteX7107" y="connsiteY7107"/>
              </a:cxn>
              <a:cxn ang="0">
                <a:pos x="connsiteX7108" y="connsiteY7108"/>
              </a:cxn>
              <a:cxn ang="0">
                <a:pos x="connsiteX7109" y="connsiteY7109"/>
              </a:cxn>
              <a:cxn ang="0">
                <a:pos x="connsiteX7110" y="connsiteY7110"/>
              </a:cxn>
              <a:cxn ang="0">
                <a:pos x="connsiteX7111" y="connsiteY7111"/>
              </a:cxn>
              <a:cxn ang="0">
                <a:pos x="connsiteX7112" y="connsiteY7112"/>
              </a:cxn>
              <a:cxn ang="0">
                <a:pos x="connsiteX7113" y="connsiteY7113"/>
              </a:cxn>
              <a:cxn ang="0">
                <a:pos x="connsiteX7114" y="connsiteY7114"/>
              </a:cxn>
              <a:cxn ang="0">
                <a:pos x="connsiteX7115" y="connsiteY7115"/>
              </a:cxn>
              <a:cxn ang="0">
                <a:pos x="connsiteX7116" y="connsiteY7116"/>
              </a:cxn>
              <a:cxn ang="0">
                <a:pos x="connsiteX7117" y="connsiteY7117"/>
              </a:cxn>
              <a:cxn ang="0">
                <a:pos x="connsiteX7118" y="connsiteY7118"/>
              </a:cxn>
              <a:cxn ang="0">
                <a:pos x="connsiteX7119" y="connsiteY7119"/>
              </a:cxn>
              <a:cxn ang="0">
                <a:pos x="connsiteX7120" y="connsiteY7120"/>
              </a:cxn>
              <a:cxn ang="0">
                <a:pos x="connsiteX7121" y="connsiteY7121"/>
              </a:cxn>
              <a:cxn ang="0">
                <a:pos x="connsiteX7122" y="connsiteY7122"/>
              </a:cxn>
              <a:cxn ang="0">
                <a:pos x="connsiteX7123" y="connsiteY7123"/>
              </a:cxn>
              <a:cxn ang="0">
                <a:pos x="connsiteX7124" y="connsiteY7124"/>
              </a:cxn>
              <a:cxn ang="0">
                <a:pos x="connsiteX7125" y="connsiteY7125"/>
              </a:cxn>
              <a:cxn ang="0">
                <a:pos x="connsiteX7126" y="connsiteY7126"/>
              </a:cxn>
              <a:cxn ang="0">
                <a:pos x="connsiteX7127" y="connsiteY7127"/>
              </a:cxn>
              <a:cxn ang="0">
                <a:pos x="connsiteX7128" y="connsiteY7128"/>
              </a:cxn>
              <a:cxn ang="0">
                <a:pos x="connsiteX7129" y="connsiteY7129"/>
              </a:cxn>
              <a:cxn ang="0">
                <a:pos x="connsiteX7130" y="connsiteY7130"/>
              </a:cxn>
              <a:cxn ang="0">
                <a:pos x="connsiteX7131" y="connsiteY7131"/>
              </a:cxn>
              <a:cxn ang="0">
                <a:pos x="connsiteX7132" y="connsiteY7132"/>
              </a:cxn>
              <a:cxn ang="0">
                <a:pos x="connsiteX7133" y="connsiteY7133"/>
              </a:cxn>
              <a:cxn ang="0">
                <a:pos x="connsiteX7134" y="connsiteY7134"/>
              </a:cxn>
              <a:cxn ang="0">
                <a:pos x="connsiteX7135" y="connsiteY7135"/>
              </a:cxn>
              <a:cxn ang="0">
                <a:pos x="connsiteX7136" y="connsiteY7136"/>
              </a:cxn>
              <a:cxn ang="0">
                <a:pos x="connsiteX7137" y="connsiteY7137"/>
              </a:cxn>
              <a:cxn ang="0">
                <a:pos x="connsiteX7138" y="connsiteY7138"/>
              </a:cxn>
              <a:cxn ang="0">
                <a:pos x="connsiteX7139" y="connsiteY7139"/>
              </a:cxn>
              <a:cxn ang="0">
                <a:pos x="connsiteX7140" y="connsiteY7140"/>
              </a:cxn>
              <a:cxn ang="0">
                <a:pos x="connsiteX7141" y="connsiteY7141"/>
              </a:cxn>
              <a:cxn ang="0">
                <a:pos x="connsiteX7142" y="connsiteY7142"/>
              </a:cxn>
              <a:cxn ang="0">
                <a:pos x="connsiteX7143" y="connsiteY7143"/>
              </a:cxn>
              <a:cxn ang="0">
                <a:pos x="connsiteX7144" y="connsiteY7144"/>
              </a:cxn>
              <a:cxn ang="0">
                <a:pos x="connsiteX7145" y="connsiteY7145"/>
              </a:cxn>
              <a:cxn ang="0">
                <a:pos x="connsiteX7146" y="connsiteY7146"/>
              </a:cxn>
              <a:cxn ang="0">
                <a:pos x="connsiteX7147" y="connsiteY7147"/>
              </a:cxn>
              <a:cxn ang="0">
                <a:pos x="connsiteX7148" y="connsiteY7148"/>
              </a:cxn>
              <a:cxn ang="0">
                <a:pos x="connsiteX7149" y="connsiteY7149"/>
              </a:cxn>
              <a:cxn ang="0">
                <a:pos x="connsiteX7150" y="connsiteY7150"/>
              </a:cxn>
              <a:cxn ang="0">
                <a:pos x="connsiteX7151" y="connsiteY7151"/>
              </a:cxn>
              <a:cxn ang="0">
                <a:pos x="connsiteX7152" y="connsiteY7152"/>
              </a:cxn>
              <a:cxn ang="0">
                <a:pos x="connsiteX7153" y="connsiteY7153"/>
              </a:cxn>
              <a:cxn ang="0">
                <a:pos x="connsiteX7154" y="connsiteY7154"/>
              </a:cxn>
              <a:cxn ang="0">
                <a:pos x="connsiteX7155" y="connsiteY7155"/>
              </a:cxn>
              <a:cxn ang="0">
                <a:pos x="connsiteX7156" y="connsiteY7156"/>
              </a:cxn>
              <a:cxn ang="0">
                <a:pos x="connsiteX7157" y="connsiteY7157"/>
              </a:cxn>
              <a:cxn ang="0">
                <a:pos x="connsiteX7158" y="connsiteY7158"/>
              </a:cxn>
              <a:cxn ang="0">
                <a:pos x="connsiteX7159" y="connsiteY7159"/>
              </a:cxn>
              <a:cxn ang="0">
                <a:pos x="connsiteX7160" y="connsiteY7160"/>
              </a:cxn>
              <a:cxn ang="0">
                <a:pos x="connsiteX7161" y="connsiteY7161"/>
              </a:cxn>
              <a:cxn ang="0">
                <a:pos x="connsiteX7162" y="connsiteY7162"/>
              </a:cxn>
              <a:cxn ang="0">
                <a:pos x="connsiteX7163" y="connsiteY7163"/>
              </a:cxn>
              <a:cxn ang="0">
                <a:pos x="connsiteX7164" y="connsiteY7164"/>
              </a:cxn>
              <a:cxn ang="0">
                <a:pos x="connsiteX7165" y="connsiteY7165"/>
              </a:cxn>
              <a:cxn ang="0">
                <a:pos x="connsiteX7166" y="connsiteY7166"/>
              </a:cxn>
              <a:cxn ang="0">
                <a:pos x="connsiteX7167" y="connsiteY7167"/>
              </a:cxn>
              <a:cxn ang="0">
                <a:pos x="connsiteX7168" y="connsiteY7168"/>
              </a:cxn>
              <a:cxn ang="0">
                <a:pos x="connsiteX7169" y="connsiteY7169"/>
              </a:cxn>
              <a:cxn ang="0">
                <a:pos x="connsiteX7170" y="connsiteY7170"/>
              </a:cxn>
              <a:cxn ang="0">
                <a:pos x="connsiteX7171" y="connsiteY7171"/>
              </a:cxn>
              <a:cxn ang="0">
                <a:pos x="connsiteX7172" y="connsiteY7172"/>
              </a:cxn>
              <a:cxn ang="0">
                <a:pos x="connsiteX7173" y="connsiteY7173"/>
              </a:cxn>
              <a:cxn ang="0">
                <a:pos x="connsiteX7174" y="connsiteY7174"/>
              </a:cxn>
              <a:cxn ang="0">
                <a:pos x="connsiteX7175" y="connsiteY7175"/>
              </a:cxn>
              <a:cxn ang="0">
                <a:pos x="connsiteX7176" y="connsiteY7176"/>
              </a:cxn>
              <a:cxn ang="0">
                <a:pos x="connsiteX7177" y="connsiteY7177"/>
              </a:cxn>
              <a:cxn ang="0">
                <a:pos x="connsiteX7178" y="connsiteY7178"/>
              </a:cxn>
              <a:cxn ang="0">
                <a:pos x="connsiteX7179" y="connsiteY7179"/>
              </a:cxn>
              <a:cxn ang="0">
                <a:pos x="connsiteX7180" y="connsiteY7180"/>
              </a:cxn>
              <a:cxn ang="0">
                <a:pos x="connsiteX7181" y="connsiteY7181"/>
              </a:cxn>
              <a:cxn ang="0">
                <a:pos x="connsiteX7182" y="connsiteY7182"/>
              </a:cxn>
              <a:cxn ang="0">
                <a:pos x="connsiteX7183" y="connsiteY7183"/>
              </a:cxn>
              <a:cxn ang="0">
                <a:pos x="connsiteX7184" y="connsiteY7184"/>
              </a:cxn>
              <a:cxn ang="0">
                <a:pos x="connsiteX7185" y="connsiteY7185"/>
              </a:cxn>
              <a:cxn ang="0">
                <a:pos x="connsiteX7186" y="connsiteY7186"/>
              </a:cxn>
              <a:cxn ang="0">
                <a:pos x="connsiteX7187" y="connsiteY7187"/>
              </a:cxn>
              <a:cxn ang="0">
                <a:pos x="connsiteX7188" y="connsiteY7188"/>
              </a:cxn>
              <a:cxn ang="0">
                <a:pos x="connsiteX7189" y="connsiteY7189"/>
              </a:cxn>
              <a:cxn ang="0">
                <a:pos x="connsiteX7190" y="connsiteY7190"/>
              </a:cxn>
              <a:cxn ang="0">
                <a:pos x="connsiteX7191" y="connsiteY7191"/>
              </a:cxn>
              <a:cxn ang="0">
                <a:pos x="connsiteX7192" y="connsiteY7192"/>
              </a:cxn>
              <a:cxn ang="0">
                <a:pos x="connsiteX7193" y="connsiteY7193"/>
              </a:cxn>
              <a:cxn ang="0">
                <a:pos x="connsiteX7194" y="connsiteY7194"/>
              </a:cxn>
              <a:cxn ang="0">
                <a:pos x="connsiteX7195" y="connsiteY7195"/>
              </a:cxn>
              <a:cxn ang="0">
                <a:pos x="connsiteX7196" y="connsiteY7196"/>
              </a:cxn>
              <a:cxn ang="0">
                <a:pos x="connsiteX7197" y="connsiteY7197"/>
              </a:cxn>
              <a:cxn ang="0">
                <a:pos x="connsiteX7198" y="connsiteY7198"/>
              </a:cxn>
              <a:cxn ang="0">
                <a:pos x="connsiteX7199" y="connsiteY7199"/>
              </a:cxn>
              <a:cxn ang="0">
                <a:pos x="connsiteX7200" y="connsiteY7200"/>
              </a:cxn>
              <a:cxn ang="0">
                <a:pos x="connsiteX7201" y="connsiteY7201"/>
              </a:cxn>
              <a:cxn ang="0">
                <a:pos x="connsiteX7202" y="connsiteY7202"/>
              </a:cxn>
              <a:cxn ang="0">
                <a:pos x="connsiteX7203" y="connsiteY7203"/>
              </a:cxn>
              <a:cxn ang="0">
                <a:pos x="connsiteX7204" y="connsiteY7204"/>
              </a:cxn>
              <a:cxn ang="0">
                <a:pos x="connsiteX7205" y="connsiteY7205"/>
              </a:cxn>
              <a:cxn ang="0">
                <a:pos x="connsiteX7206" y="connsiteY7206"/>
              </a:cxn>
              <a:cxn ang="0">
                <a:pos x="connsiteX7207" y="connsiteY7207"/>
              </a:cxn>
              <a:cxn ang="0">
                <a:pos x="connsiteX7208" y="connsiteY7208"/>
              </a:cxn>
              <a:cxn ang="0">
                <a:pos x="connsiteX7209" y="connsiteY7209"/>
              </a:cxn>
              <a:cxn ang="0">
                <a:pos x="connsiteX7210" y="connsiteY7210"/>
              </a:cxn>
              <a:cxn ang="0">
                <a:pos x="connsiteX7211" y="connsiteY7211"/>
              </a:cxn>
              <a:cxn ang="0">
                <a:pos x="connsiteX7212" y="connsiteY7212"/>
              </a:cxn>
              <a:cxn ang="0">
                <a:pos x="connsiteX7213" y="connsiteY7213"/>
              </a:cxn>
              <a:cxn ang="0">
                <a:pos x="connsiteX7214" y="connsiteY7214"/>
              </a:cxn>
              <a:cxn ang="0">
                <a:pos x="connsiteX7215" y="connsiteY7215"/>
              </a:cxn>
              <a:cxn ang="0">
                <a:pos x="connsiteX7216" y="connsiteY7216"/>
              </a:cxn>
              <a:cxn ang="0">
                <a:pos x="connsiteX7217" y="connsiteY7217"/>
              </a:cxn>
              <a:cxn ang="0">
                <a:pos x="connsiteX7218" y="connsiteY7218"/>
              </a:cxn>
              <a:cxn ang="0">
                <a:pos x="connsiteX7219" y="connsiteY7219"/>
              </a:cxn>
              <a:cxn ang="0">
                <a:pos x="connsiteX7220" y="connsiteY7220"/>
              </a:cxn>
              <a:cxn ang="0">
                <a:pos x="connsiteX7221" y="connsiteY7221"/>
              </a:cxn>
              <a:cxn ang="0">
                <a:pos x="connsiteX7222" y="connsiteY7222"/>
              </a:cxn>
              <a:cxn ang="0">
                <a:pos x="connsiteX7223" y="connsiteY7223"/>
              </a:cxn>
              <a:cxn ang="0">
                <a:pos x="connsiteX7224" y="connsiteY7224"/>
              </a:cxn>
              <a:cxn ang="0">
                <a:pos x="connsiteX7225" y="connsiteY7225"/>
              </a:cxn>
              <a:cxn ang="0">
                <a:pos x="connsiteX7226" y="connsiteY7226"/>
              </a:cxn>
              <a:cxn ang="0">
                <a:pos x="connsiteX7227" y="connsiteY7227"/>
              </a:cxn>
              <a:cxn ang="0">
                <a:pos x="connsiteX7228" y="connsiteY7228"/>
              </a:cxn>
              <a:cxn ang="0">
                <a:pos x="connsiteX7229" y="connsiteY7229"/>
              </a:cxn>
              <a:cxn ang="0">
                <a:pos x="connsiteX7230" y="connsiteY7230"/>
              </a:cxn>
              <a:cxn ang="0">
                <a:pos x="connsiteX7231" y="connsiteY7231"/>
              </a:cxn>
              <a:cxn ang="0">
                <a:pos x="connsiteX7232" y="connsiteY7232"/>
              </a:cxn>
              <a:cxn ang="0">
                <a:pos x="connsiteX7233" y="connsiteY7233"/>
              </a:cxn>
              <a:cxn ang="0">
                <a:pos x="connsiteX7234" y="connsiteY7234"/>
              </a:cxn>
              <a:cxn ang="0">
                <a:pos x="connsiteX7235" y="connsiteY7235"/>
              </a:cxn>
              <a:cxn ang="0">
                <a:pos x="connsiteX7236" y="connsiteY7236"/>
              </a:cxn>
              <a:cxn ang="0">
                <a:pos x="connsiteX7237" y="connsiteY7237"/>
              </a:cxn>
              <a:cxn ang="0">
                <a:pos x="connsiteX7238" y="connsiteY7238"/>
              </a:cxn>
              <a:cxn ang="0">
                <a:pos x="connsiteX7239" y="connsiteY7239"/>
              </a:cxn>
              <a:cxn ang="0">
                <a:pos x="connsiteX7240" y="connsiteY7240"/>
              </a:cxn>
              <a:cxn ang="0">
                <a:pos x="connsiteX7241" y="connsiteY7241"/>
              </a:cxn>
              <a:cxn ang="0">
                <a:pos x="connsiteX7242" y="connsiteY7242"/>
              </a:cxn>
              <a:cxn ang="0">
                <a:pos x="connsiteX7243" y="connsiteY7243"/>
              </a:cxn>
              <a:cxn ang="0">
                <a:pos x="connsiteX7244" y="connsiteY7244"/>
              </a:cxn>
              <a:cxn ang="0">
                <a:pos x="connsiteX7245" y="connsiteY7245"/>
              </a:cxn>
              <a:cxn ang="0">
                <a:pos x="connsiteX7246" y="connsiteY7246"/>
              </a:cxn>
              <a:cxn ang="0">
                <a:pos x="connsiteX7247" y="connsiteY7247"/>
              </a:cxn>
              <a:cxn ang="0">
                <a:pos x="connsiteX7248" y="connsiteY7248"/>
              </a:cxn>
              <a:cxn ang="0">
                <a:pos x="connsiteX7249" y="connsiteY7249"/>
              </a:cxn>
              <a:cxn ang="0">
                <a:pos x="connsiteX7250" y="connsiteY7250"/>
              </a:cxn>
              <a:cxn ang="0">
                <a:pos x="connsiteX7251" y="connsiteY7251"/>
              </a:cxn>
              <a:cxn ang="0">
                <a:pos x="connsiteX7252" y="connsiteY7252"/>
              </a:cxn>
              <a:cxn ang="0">
                <a:pos x="connsiteX7253" y="connsiteY7253"/>
              </a:cxn>
              <a:cxn ang="0">
                <a:pos x="connsiteX7254" y="connsiteY7254"/>
              </a:cxn>
              <a:cxn ang="0">
                <a:pos x="connsiteX7255" y="connsiteY7255"/>
              </a:cxn>
              <a:cxn ang="0">
                <a:pos x="connsiteX7256" y="connsiteY7256"/>
              </a:cxn>
              <a:cxn ang="0">
                <a:pos x="connsiteX7257" y="connsiteY7257"/>
              </a:cxn>
              <a:cxn ang="0">
                <a:pos x="connsiteX7258" y="connsiteY7258"/>
              </a:cxn>
              <a:cxn ang="0">
                <a:pos x="connsiteX7259" y="connsiteY7259"/>
              </a:cxn>
              <a:cxn ang="0">
                <a:pos x="connsiteX7260" y="connsiteY7260"/>
              </a:cxn>
              <a:cxn ang="0">
                <a:pos x="connsiteX7261" y="connsiteY7261"/>
              </a:cxn>
              <a:cxn ang="0">
                <a:pos x="connsiteX7262" y="connsiteY7262"/>
              </a:cxn>
              <a:cxn ang="0">
                <a:pos x="connsiteX7263" y="connsiteY7263"/>
              </a:cxn>
              <a:cxn ang="0">
                <a:pos x="connsiteX7264" y="connsiteY7264"/>
              </a:cxn>
              <a:cxn ang="0">
                <a:pos x="connsiteX7265" y="connsiteY7265"/>
              </a:cxn>
              <a:cxn ang="0">
                <a:pos x="connsiteX7266" y="connsiteY7266"/>
              </a:cxn>
              <a:cxn ang="0">
                <a:pos x="connsiteX7267" y="connsiteY7267"/>
              </a:cxn>
              <a:cxn ang="0">
                <a:pos x="connsiteX7268" y="connsiteY7268"/>
              </a:cxn>
              <a:cxn ang="0">
                <a:pos x="connsiteX7269" y="connsiteY7269"/>
              </a:cxn>
              <a:cxn ang="0">
                <a:pos x="connsiteX7270" y="connsiteY7270"/>
              </a:cxn>
              <a:cxn ang="0">
                <a:pos x="connsiteX7271" y="connsiteY7271"/>
              </a:cxn>
              <a:cxn ang="0">
                <a:pos x="connsiteX7272" y="connsiteY7272"/>
              </a:cxn>
              <a:cxn ang="0">
                <a:pos x="connsiteX7273" y="connsiteY7273"/>
              </a:cxn>
              <a:cxn ang="0">
                <a:pos x="connsiteX7274" y="connsiteY7274"/>
              </a:cxn>
              <a:cxn ang="0">
                <a:pos x="connsiteX7275" y="connsiteY7275"/>
              </a:cxn>
              <a:cxn ang="0">
                <a:pos x="connsiteX7276" y="connsiteY7276"/>
              </a:cxn>
              <a:cxn ang="0">
                <a:pos x="connsiteX7277" y="connsiteY7277"/>
              </a:cxn>
              <a:cxn ang="0">
                <a:pos x="connsiteX7278" y="connsiteY7278"/>
              </a:cxn>
              <a:cxn ang="0">
                <a:pos x="connsiteX7279" y="connsiteY7279"/>
              </a:cxn>
              <a:cxn ang="0">
                <a:pos x="connsiteX7280" y="connsiteY7280"/>
              </a:cxn>
              <a:cxn ang="0">
                <a:pos x="connsiteX7281" y="connsiteY7281"/>
              </a:cxn>
              <a:cxn ang="0">
                <a:pos x="connsiteX7282" y="connsiteY7282"/>
              </a:cxn>
              <a:cxn ang="0">
                <a:pos x="connsiteX7283" y="connsiteY7283"/>
              </a:cxn>
              <a:cxn ang="0">
                <a:pos x="connsiteX7284" y="connsiteY7284"/>
              </a:cxn>
              <a:cxn ang="0">
                <a:pos x="connsiteX7285" y="connsiteY7285"/>
              </a:cxn>
              <a:cxn ang="0">
                <a:pos x="connsiteX7286" y="connsiteY7286"/>
              </a:cxn>
              <a:cxn ang="0">
                <a:pos x="connsiteX7287" y="connsiteY7287"/>
              </a:cxn>
              <a:cxn ang="0">
                <a:pos x="connsiteX7288" y="connsiteY7288"/>
              </a:cxn>
              <a:cxn ang="0">
                <a:pos x="connsiteX7289" y="connsiteY7289"/>
              </a:cxn>
              <a:cxn ang="0">
                <a:pos x="connsiteX7290" y="connsiteY7290"/>
              </a:cxn>
              <a:cxn ang="0">
                <a:pos x="connsiteX7291" y="connsiteY7291"/>
              </a:cxn>
              <a:cxn ang="0">
                <a:pos x="connsiteX7292" y="connsiteY7292"/>
              </a:cxn>
              <a:cxn ang="0">
                <a:pos x="connsiteX7293" y="connsiteY7293"/>
              </a:cxn>
              <a:cxn ang="0">
                <a:pos x="connsiteX7294" y="connsiteY7294"/>
              </a:cxn>
              <a:cxn ang="0">
                <a:pos x="connsiteX7295" y="connsiteY7295"/>
              </a:cxn>
              <a:cxn ang="0">
                <a:pos x="connsiteX7296" y="connsiteY7296"/>
              </a:cxn>
              <a:cxn ang="0">
                <a:pos x="connsiteX7297" y="connsiteY7297"/>
              </a:cxn>
              <a:cxn ang="0">
                <a:pos x="connsiteX7298" y="connsiteY7298"/>
              </a:cxn>
              <a:cxn ang="0">
                <a:pos x="connsiteX7299" y="connsiteY7299"/>
              </a:cxn>
              <a:cxn ang="0">
                <a:pos x="connsiteX7300" y="connsiteY7300"/>
              </a:cxn>
              <a:cxn ang="0">
                <a:pos x="connsiteX7301" y="connsiteY7301"/>
              </a:cxn>
              <a:cxn ang="0">
                <a:pos x="connsiteX7302" y="connsiteY7302"/>
              </a:cxn>
              <a:cxn ang="0">
                <a:pos x="connsiteX7303" y="connsiteY7303"/>
              </a:cxn>
              <a:cxn ang="0">
                <a:pos x="connsiteX7304" y="connsiteY7304"/>
              </a:cxn>
              <a:cxn ang="0">
                <a:pos x="connsiteX7305" y="connsiteY7305"/>
              </a:cxn>
              <a:cxn ang="0">
                <a:pos x="connsiteX7306" y="connsiteY7306"/>
              </a:cxn>
              <a:cxn ang="0">
                <a:pos x="connsiteX7307" y="connsiteY7307"/>
              </a:cxn>
              <a:cxn ang="0">
                <a:pos x="connsiteX7308" y="connsiteY7308"/>
              </a:cxn>
              <a:cxn ang="0">
                <a:pos x="connsiteX7309" y="connsiteY7309"/>
              </a:cxn>
              <a:cxn ang="0">
                <a:pos x="connsiteX7310" y="connsiteY7310"/>
              </a:cxn>
              <a:cxn ang="0">
                <a:pos x="connsiteX7311" y="connsiteY7311"/>
              </a:cxn>
              <a:cxn ang="0">
                <a:pos x="connsiteX7312" y="connsiteY7312"/>
              </a:cxn>
              <a:cxn ang="0">
                <a:pos x="connsiteX7313" y="connsiteY7313"/>
              </a:cxn>
              <a:cxn ang="0">
                <a:pos x="connsiteX7314" y="connsiteY7314"/>
              </a:cxn>
              <a:cxn ang="0">
                <a:pos x="connsiteX7315" y="connsiteY7315"/>
              </a:cxn>
              <a:cxn ang="0">
                <a:pos x="connsiteX7316" y="connsiteY7316"/>
              </a:cxn>
              <a:cxn ang="0">
                <a:pos x="connsiteX7317" y="connsiteY7317"/>
              </a:cxn>
              <a:cxn ang="0">
                <a:pos x="connsiteX7318" y="connsiteY7318"/>
              </a:cxn>
              <a:cxn ang="0">
                <a:pos x="connsiteX7319" y="connsiteY7319"/>
              </a:cxn>
              <a:cxn ang="0">
                <a:pos x="connsiteX7320" y="connsiteY7320"/>
              </a:cxn>
              <a:cxn ang="0">
                <a:pos x="connsiteX7321" y="connsiteY7321"/>
              </a:cxn>
              <a:cxn ang="0">
                <a:pos x="connsiteX7322" y="connsiteY7322"/>
              </a:cxn>
              <a:cxn ang="0">
                <a:pos x="connsiteX7323" y="connsiteY7323"/>
              </a:cxn>
              <a:cxn ang="0">
                <a:pos x="connsiteX7324" y="connsiteY7324"/>
              </a:cxn>
              <a:cxn ang="0">
                <a:pos x="connsiteX7325" y="connsiteY7325"/>
              </a:cxn>
              <a:cxn ang="0">
                <a:pos x="connsiteX7326" y="connsiteY7326"/>
              </a:cxn>
              <a:cxn ang="0">
                <a:pos x="connsiteX7327" y="connsiteY7327"/>
              </a:cxn>
              <a:cxn ang="0">
                <a:pos x="connsiteX7328" y="connsiteY7328"/>
              </a:cxn>
              <a:cxn ang="0">
                <a:pos x="connsiteX7329" y="connsiteY7329"/>
              </a:cxn>
              <a:cxn ang="0">
                <a:pos x="connsiteX7330" y="connsiteY7330"/>
              </a:cxn>
              <a:cxn ang="0">
                <a:pos x="connsiteX7331" y="connsiteY7331"/>
              </a:cxn>
              <a:cxn ang="0">
                <a:pos x="connsiteX7332" y="connsiteY7332"/>
              </a:cxn>
              <a:cxn ang="0">
                <a:pos x="connsiteX7333" y="connsiteY7333"/>
              </a:cxn>
              <a:cxn ang="0">
                <a:pos x="connsiteX7334" y="connsiteY7334"/>
              </a:cxn>
              <a:cxn ang="0">
                <a:pos x="connsiteX7335" y="connsiteY7335"/>
              </a:cxn>
              <a:cxn ang="0">
                <a:pos x="connsiteX7336" y="connsiteY7336"/>
              </a:cxn>
              <a:cxn ang="0">
                <a:pos x="connsiteX7337" y="connsiteY7337"/>
              </a:cxn>
              <a:cxn ang="0">
                <a:pos x="connsiteX7338" y="connsiteY7338"/>
              </a:cxn>
              <a:cxn ang="0">
                <a:pos x="connsiteX7339" y="connsiteY7339"/>
              </a:cxn>
              <a:cxn ang="0">
                <a:pos x="connsiteX7340" y="connsiteY7340"/>
              </a:cxn>
              <a:cxn ang="0">
                <a:pos x="connsiteX7341" y="connsiteY7341"/>
              </a:cxn>
              <a:cxn ang="0">
                <a:pos x="connsiteX7342" y="connsiteY7342"/>
              </a:cxn>
              <a:cxn ang="0">
                <a:pos x="connsiteX7343" y="connsiteY7343"/>
              </a:cxn>
              <a:cxn ang="0">
                <a:pos x="connsiteX7344" y="connsiteY7344"/>
              </a:cxn>
              <a:cxn ang="0">
                <a:pos x="connsiteX7345" y="connsiteY7345"/>
              </a:cxn>
              <a:cxn ang="0">
                <a:pos x="connsiteX7346" y="connsiteY7346"/>
              </a:cxn>
              <a:cxn ang="0">
                <a:pos x="connsiteX7347" y="connsiteY7347"/>
              </a:cxn>
              <a:cxn ang="0">
                <a:pos x="connsiteX7348" y="connsiteY7348"/>
              </a:cxn>
              <a:cxn ang="0">
                <a:pos x="connsiteX7349" y="connsiteY7349"/>
              </a:cxn>
              <a:cxn ang="0">
                <a:pos x="connsiteX7350" y="connsiteY7350"/>
              </a:cxn>
              <a:cxn ang="0">
                <a:pos x="connsiteX7351" y="connsiteY7351"/>
              </a:cxn>
              <a:cxn ang="0">
                <a:pos x="connsiteX7352" y="connsiteY7352"/>
              </a:cxn>
              <a:cxn ang="0">
                <a:pos x="connsiteX7353" y="connsiteY7353"/>
              </a:cxn>
              <a:cxn ang="0">
                <a:pos x="connsiteX7354" y="connsiteY7354"/>
              </a:cxn>
              <a:cxn ang="0">
                <a:pos x="connsiteX7355" y="connsiteY7355"/>
              </a:cxn>
              <a:cxn ang="0">
                <a:pos x="connsiteX7356" y="connsiteY7356"/>
              </a:cxn>
              <a:cxn ang="0">
                <a:pos x="connsiteX7357" y="connsiteY7357"/>
              </a:cxn>
              <a:cxn ang="0">
                <a:pos x="connsiteX7358" y="connsiteY7358"/>
              </a:cxn>
              <a:cxn ang="0">
                <a:pos x="connsiteX7359" y="connsiteY7359"/>
              </a:cxn>
              <a:cxn ang="0">
                <a:pos x="connsiteX7360" y="connsiteY7360"/>
              </a:cxn>
              <a:cxn ang="0">
                <a:pos x="connsiteX7361" y="connsiteY7361"/>
              </a:cxn>
              <a:cxn ang="0">
                <a:pos x="connsiteX7362" y="connsiteY7362"/>
              </a:cxn>
              <a:cxn ang="0">
                <a:pos x="connsiteX7363" y="connsiteY7363"/>
              </a:cxn>
              <a:cxn ang="0">
                <a:pos x="connsiteX7364" y="connsiteY7364"/>
              </a:cxn>
              <a:cxn ang="0">
                <a:pos x="connsiteX7365" y="connsiteY7365"/>
              </a:cxn>
              <a:cxn ang="0">
                <a:pos x="connsiteX7366" y="connsiteY7366"/>
              </a:cxn>
              <a:cxn ang="0">
                <a:pos x="connsiteX7367" y="connsiteY7367"/>
              </a:cxn>
              <a:cxn ang="0">
                <a:pos x="connsiteX7368" y="connsiteY7368"/>
              </a:cxn>
              <a:cxn ang="0">
                <a:pos x="connsiteX7369" y="connsiteY7369"/>
              </a:cxn>
              <a:cxn ang="0">
                <a:pos x="connsiteX7370" y="connsiteY7370"/>
              </a:cxn>
              <a:cxn ang="0">
                <a:pos x="connsiteX7371" y="connsiteY7371"/>
              </a:cxn>
              <a:cxn ang="0">
                <a:pos x="connsiteX7372" y="connsiteY7372"/>
              </a:cxn>
              <a:cxn ang="0">
                <a:pos x="connsiteX7373" y="connsiteY7373"/>
              </a:cxn>
              <a:cxn ang="0">
                <a:pos x="connsiteX7374" y="connsiteY7374"/>
              </a:cxn>
              <a:cxn ang="0">
                <a:pos x="connsiteX7375" y="connsiteY7375"/>
              </a:cxn>
              <a:cxn ang="0">
                <a:pos x="connsiteX7376" y="connsiteY7376"/>
              </a:cxn>
              <a:cxn ang="0">
                <a:pos x="connsiteX7377" y="connsiteY7377"/>
              </a:cxn>
              <a:cxn ang="0">
                <a:pos x="connsiteX7378" y="connsiteY7378"/>
              </a:cxn>
              <a:cxn ang="0">
                <a:pos x="connsiteX7379" y="connsiteY7379"/>
              </a:cxn>
              <a:cxn ang="0">
                <a:pos x="connsiteX7380" y="connsiteY7380"/>
              </a:cxn>
              <a:cxn ang="0">
                <a:pos x="connsiteX7381" y="connsiteY7381"/>
              </a:cxn>
              <a:cxn ang="0">
                <a:pos x="connsiteX7382" y="connsiteY7382"/>
              </a:cxn>
              <a:cxn ang="0">
                <a:pos x="connsiteX7383" y="connsiteY7383"/>
              </a:cxn>
              <a:cxn ang="0">
                <a:pos x="connsiteX7384" y="connsiteY7384"/>
              </a:cxn>
              <a:cxn ang="0">
                <a:pos x="connsiteX7385" y="connsiteY7385"/>
              </a:cxn>
              <a:cxn ang="0">
                <a:pos x="connsiteX7386" y="connsiteY7386"/>
              </a:cxn>
              <a:cxn ang="0">
                <a:pos x="connsiteX7387" y="connsiteY7387"/>
              </a:cxn>
              <a:cxn ang="0">
                <a:pos x="connsiteX7388" y="connsiteY7388"/>
              </a:cxn>
              <a:cxn ang="0">
                <a:pos x="connsiteX7389" y="connsiteY7389"/>
              </a:cxn>
              <a:cxn ang="0">
                <a:pos x="connsiteX7390" y="connsiteY7390"/>
              </a:cxn>
              <a:cxn ang="0">
                <a:pos x="connsiteX7391" y="connsiteY7391"/>
              </a:cxn>
              <a:cxn ang="0">
                <a:pos x="connsiteX7392" y="connsiteY7392"/>
              </a:cxn>
              <a:cxn ang="0">
                <a:pos x="connsiteX7393" y="connsiteY7393"/>
              </a:cxn>
              <a:cxn ang="0">
                <a:pos x="connsiteX7394" y="connsiteY7394"/>
              </a:cxn>
              <a:cxn ang="0">
                <a:pos x="connsiteX7395" y="connsiteY7395"/>
              </a:cxn>
              <a:cxn ang="0">
                <a:pos x="connsiteX7396" y="connsiteY7396"/>
              </a:cxn>
              <a:cxn ang="0">
                <a:pos x="connsiteX7397" y="connsiteY7397"/>
              </a:cxn>
              <a:cxn ang="0">
                <a:pos x="connsiteX7398" y="connsiteY7398"/>
              </a:cxn>
              <a:cxn ang="0">
                <a:pos x="connsiteX7399" y="connsiteY7399"/>
              </a:cxn>
              <a:cxn ang="0">
                <a:pos x="connsiteX7400" y="connsiteY7400"/>
              </a:cxn>
              <a:cxn ang="0">
                <a:pos x="connsiteX7401" y="connsiteY7401"/>
              </a:cxn>
              <a:cxn ang="0">
                <a:pos x="connsiteX7402" y="connsiteY7402"/>
              </a:cxn>
              <a:cxn ang="0">
                <a:pos x="connsiteX7403" y="connsiteY7403"/>
              </a:cxn>
              <a:cxn ang="0">
                <a:pos x="connsiteX7404" y="connsiteY7404"/>
              </a:cxn>
              <a:cxn ang="0">
                <a:pos x="connsiteX7405" y="connsiteY7405"/>
              </a:cxn>
              <a:cxn ang="0">
                <a:pos x="connsiteX7406" y="connsiteY7406"/>
              </a:cxn>
              <a:cxn ang="0">
                <a:pos x="connsiteX7407" y="connsiteY7407"/>
              </a:cxn>
              <a:cxn ang="0">
                <a:pos x="connsiteX7408" y="connsiteY7408"/>
              </a:cxn>
              <a:cxn ang="0">
                <a:pos x="connsiteX7409" y="connsiteY7409"/>
              </a:cxn>
              <a:cxn ang="0">
                <a:pos x="connsiteX7410" y="connsiteY7410"/>
              </a:cxn>
              <a:cxn ang="0">
                <a:pos x="connsiteX7411" y="connsiteY7411"/>
              </a:cxn>
              <a:cxn ang="0">
                <a:pos x="connsiteX7412" y="connsiteY7412"/>
              </a:cxn>
              <a:cxn ang="0">
                <a:pos x="connsiteX7413" y="connsiteY7413"/>
              </a:cxn>
              <a:cxn ang="0">
                <a:pos x="connsiteX7414" y="connsiteY7414"/>
              </a:cxn>
              <a:cxn ang="0">
                <a:pos x="connsiteX7415" y="connsiteY7415"/>
              </a:cxn>
              <a:cxn ang="0">
                <a:pos x="connsiteX7416" y="connsiteY7416"/>
              </a:cxn>
              <a:cxn ang="0">
                <a:pos x="connsiteX7417" y="connsiteY7417"/>
              </a:cxn>
              <a:cxn ang="0">
                <a:pos x="connsiteX7418" y="connsiteY7418"/>
              </a:cxn>
              <a:cxn ang="0">
                <a:pos x="connsiteX7419" y="connsiteY7419"/>
              </a:cxn>
              <a:cxn ang="0">
                <a:pos x="connsiteX7420" y="connsiteY7420"/>
              </a:cxn>
              <a:cxn ang="0">
                <a:pos x="connsiteX7421" y="connsiteY7421"/>
              </a:cxn>
              <a:cxn ang="0">
                <a:pos x="connsiteX7422" y="connsiteY7422"/>
              </a:cxn>
              <a:cxn ang="0">
                <a:pos x="connsiteX7423" y="connsiteY7423"/>
              </a:cxn>
              <a:cxn ang="0">
                <a:pos x="connsiteX7424" y="connsiteY7424"/>
              </a:cxn>
              <a:cxn ang="0">
                <a:pos x="connsiteX7425" y="connsiteY7425"/>
              </a:cxn>
              <a:cxn ang="0">
                <a:pos x="connsiteX7426" y="connsiteY7426"/>
              </a:cxn>
              <a:cxn ang="0">
                <a:pos x="connsiteX7427" y="connsiteY7427"/>
              </a:cxn>
              <a:cxn ang="0">
                <a:pos x="connsiteX7428" y="connsiteY7428"/>
              </a:cxn>
              <a:cxn ang="0">
                <a:pos x="connsiteX7429" y="connsiteY7429"/>
              </a:cxn>
              <a:cxn ang="0">
                <a:pos x="connsiteX7430" y="connsiteY7430"/>
              </a:cxn>
              <a:cxn ang="0">
                <a:pos x="connsiteX7431" y="connsiteY7431"/>
              </a:cxn>
              <a:cxn ang="0">
                <a:pos x="connsiteX7432" y="connsiteY7432"/>
              </a:cxn>
              <a:cxn ang="0">
                <a:pos x="connsiteX7433" y="connsiteY7433"/>
              </a:cxn>
              <a:cxn ang="0">
                <a:pos x="connsiteX7434" y="connsiteY7434"/>
              </a:cxn>
              <a:cxn ang="0">
                <a:pos x="connsiteX7435" y="connsiteY7435"/>
              </a:cxn>
              <a:cxn ang="0">
                <a:pos x="connsiteX7436" y="connsiteY7436"/>
              </a:cxn>
              <a:cxn ang="0">
                <a:pos x="connsiteX7437" y="connsiteY7437"/>
              </a:cxn>
              <a:cxn ang="0">
                <a:pos x="connsiteX7438" y="connsiteY7438"/>
              </a:cxn>
              <a:cxn ang="0">
                <a:pos x="connsiteX7439" y="connsiteY7439"/>
              </a:cxn>
              <a:cxn ang="0">
                <a:pos x="connsiteX7440" y="connsiteY7440"/>
              </a:cxn>
              <a:cxn ang="0">
                <a:pos x="connsiteX7441" y="connsiteY7441"/>
              </a:cxn>
              <a:cxn ang="0">
                <a:pos x="connsiteX7442" y="connsiteY7442"/>
              </a:cxn>
              <a:cxn ang="0">
                <a:pos x="connsiteX7443" y="connsiteY7443"/>
              </a:cxn>
              <a:cxn ang="0">
                <a:pos x="connsiteX7444" y="connsiteY7444"/>
              </a:cxn>
              <a:cxn ang="0">
                <a:pos x="connsiteX7445" y="connsiteY7445"/>
              </a:cxn>
              <a:cxn ang="0">
                <a:pos x="connsiteX7446" y="connsiteY7446"/>
              </a:cxn>
              <a:cxn ang="0">
                <a:pos x="connsiteX7447" y="connsiteY7447"/>
              </a:cxn>
              <a:cxn ang="0">
                <a:pos x="connsiteX7448" y="connsiteY7448"/>
              </a:cxn>
              <a:cxn ang="0">
                <a:pos x="connsiteX7449" y="connsiteY7449"/>
              </a:cxn>
              <a:cxn ang="0">
                <a:pos x="connsiteX7450" y="connsiteY7450"/>
              </a:cxn>
              <a:cxn ang="0">
                <a:pos x="connsiteX7451" y="connsiteY7451"/>
              </a:cxn>
              <a:cxn ang="0">
                <a:pos x="connsiteX7452" y="connsiteY7452"/>
              </a:cxn>
              <a:cxn ang="0">
                <a:pos x="connsiteX7453" y="connsiteY7453"/>
              </a:cxn>
              <a:cxn ang="0">
                <a:pos x="connsiteX7454" y="connsiteY7454"/>
              </a:cxn>
              <a:cxn ang="0">
                <a:pos x="connsiteX7455" y="connsiteY7455"/>
              </a:cxn>
              <a:cxn ang="0">
                <a:pos x="connsiteX7456" y="connsiteY7456"/>
              </a:cxn>
              <a:cxn ang="0">
                <a:pos x="connsiteX7457" y="connsiteY7457"/>
              </a:cxn>
              <a:cxn ang="0">
                <a:pos x="connsiteX7458" y="connsiteY7458"/>
              </a:cxn>
              <a:cxn ang="0">
                <a:pos x="connsiteX7459" y="connsiteY7459"/>
              </a:cxn>
              <a:cxn ang="0">
                <a:pos x="connsiteX7460" y="connsiteY7460"/>
              </a:cxn>
              <a:cxn ang="0">
                <a:pos x="connsiteX7461" y="connsiteY7461"/>
              </a:cxn>
              <a:cxn ang="0">
                <a:pos x="connsiteX7462" y="connsiteY7462"/>
              </a:cxn>
              <a:cxn ang="0">
                <a:pos x="connsiteX7463" y="connsiteY7463"/>
              </a:cxn>
              <a:cxn ang="0">
                <a:pos x="connsiteX7464" y="connsiteY7464"/>
              </a:cxn>
              <a:cxn ang="0">
                <a:pos x="connsiteX7465" y="connsiteY7465"/>
              </a:cxn>
              <a:cxn ang="0">
                <a:pos x="connsiteX7466" y="connsiteY7466"/>
              </a:cxn>
              <a:cxn ang="0">
                <a:pos x="connsiteX7467" y="connsiteY7467"/>
              </a:cxn>
              <a:cxn ang="0">
                <a:pos x="connsiteX7468" y="connsiteY7468"/>
              </a:cxn>
              <a:cxn ang="0">
                <a:pos x="connsiteX7469" y="connsiteY7469"/>
              </a:cxn>
              <a:cxn ang="0">
                <a:pos x="connsiteX7470" y="connsiteY7470"/>
              </a:cxn>
              <a:cxn ang="0">
                <a:pos x="connsiteX7471" y="connsiteY7471"/>
              </a:cxn>
              <a:cxn ang="0">
                <a:pos x="connsiteX7472" y="connsiteY7472"/>
              </a:cxn>
              <a:cxn ang="0">
                <a:pos x="connsiteX7473" y="connsiteY7473"/>
              </a:cxn>
              <a:cxn ang="0">
                <a:pos x="connsiteX7474" y="connsiteY7474"/>
              </a:cxn>
              <a:cxn ang="0">
                <a:pos x="connsiteX7475" y="connsiteY7475"/>
              </a:cxn>
              <a:cxn ang="0">
                <a:pos x="connsiteX7476" y="connsiteY7476"/>
              </a:cxn>
              <a:cxn ang="0">
                <a:pos x="connsiteX7477" y="connsiteY7477"/>
              </a:cxn>
              <a:cxn ang="0">
                <a:pos x="connsiteX7478" y="connsiteY7478"/>
              </a:cxn>
              <a:cxn ang="0">
                <a:pos x="connsiteX7479" y="connsiteY7479"/>
              </a:cxn>
              <a:cxn ang="0">
                <a:pos x="connsiteX7480" y="connsiteY7480"/>
              </a:cxn>
              <a:cxn ang="0">
                <a:pos x="connsiteX7481" y="connsiteY7481"/>
              </a:cxn>
              <a:cxn ang="0">
                <a:pos x="connsiteX7482" y="connsiteY7482"/>
              </a:cxn>
              <a:cxn ang="0">
                <a:pos x="connsiteX7483" y="connsiteY7483"/>
              </a:cxn>
              <a:cxn ang="0">
                <a:pos x="connsiteX7484" y="connsiteY7484"/>
              </a:cxn>
              <a:cxn ang="0">
                <a:pos x="connsiteX7485" y="connsiteY7485"/>
              </a:cxn>
              <a:cxn ang="0">
                <a:pos x="connsiteX7486" y="connsiteY7486"/>
              </a:cxn>
              <a:cxn ang="0">
                <a:pos x="connsiteX7487" y="connsiteY7487"/>
              </a:cxn>
              <a:cxn ang="0">
                <a:pos x="connsiteX7488" y="connsiteY7488"/>
              </a:cxn>
              <a:cxn ang="0">
                <a:pos x="connsiteX7489" y="connsiteY7489"/>
              </a:cxn>
              <a:cxn ang="0">
                <a:pos x="connsiteX7490" y="connsiteY7490"/>
              </a:cxn>
              <a:cxn ang="0">
                <a:pos x="connsiteX7491" y="connsiteY7491"/>
              </a:cxn>
              <a:cxn ang="0">
                <a:pos x="connsiteX7492" y="connsiteY7492"/>
              </a:cxn>
              <a:cxn ang="0">
                <a:pos x="connsiteX7493" y="connsiteY7493"/>
              </a:cxn>
              <a:cxn ang="0">
                <a:pos x="connsiteX7494" y="connsiteY7494"/>
              </a:cxn>
              <a:cxn ang="0">
                <a:pos x="connsiteX7495" y="connsiteY7495"/>
              </a:cxn>
              <a:cxn ang="0">
                <a:pos x="connsiteX7496" y="connsiteY7496"/>
              </a:cxn>
              <a:cxn ang="0">
                <a:pos x="connsiteX7497" y="connsiteY7497"/>
              </a:cxn>
              <a:cxn ang="0">
                <a:pos x="connsiteX7498" y="connsiteY7498"/>
              </a:cxn>
              <a:cxn ang="0">
                <a:pos x="connsiteX7499" y="connsiteY7499"/>
              </a:cxn>
              <a:cxn ang="0">
                <a:pos x="connsiteX7500" y="connsiteY7500"/>
              </a:cxn>
              <a:cxn ang="0">
                <a:pos x="connsiteX7501" y="connsiteY7501"/>
              </a:cxn>
              <a:cxn ang="0">
                <a:pos x="connsiteX7502" y="connsiteY7502"/>
              </a:cxn>
              <a:cxn ang="0">
                <a:pos x="connsiteX7503" y="connsiteY7503"/>
              </a:cxn>
              <a:cxn ang="0">
                <a:pos x="connsiteX7504" y="connsiteY7504"/>
              </a:cxn>
              <a:cxn ang="0">
                <a:pos x="connsiteX7505" y="connsiteY7505"/>
              </a:cxn>
              <a:cxn ang="0">
                <a:pos x="connsiteX7506" y="connsiteY7506"/>
              </a:cxn>
              <a:cxn ang="0">
                <a:pos x="connsiteX7507" y="connsiteY7507"/>
              </a:cxn>
              <a:cxn ang="0">
                <a:pos x="connsiteX7508" y="connsiteY7508"/>
              </a:cxn>
              <a:cxn ang="0">
                <a:pos x="connsiteX7509" y="connsiteY7509"/>
              </a:cxn>
              <a:cxn ang="0">
                <a:pos x="connsiteX7510" y="connsiteY7510"/>
              </a:cxn>
              <a:cxn ang="0">
                <a:pos x="connsiteX7511" y="connsiteY7511"/>
              </a:cxn>
              <a:cxn ang="0">
                <a:pos x="connsiteX7512" y="connsiteY7512"/>
              </a:cxn>
              <a:cxn ang="0">
                <a:pos x="connsiteX7513" y="connsiteY7513"/>
              </a:cxn>
              <a:cxn ang="0">
                <a:pos x="connsiteX7514" y="connsiteY7514"/>
              </a:cxn>
              <a:cxn ang="0">
                <a:pos x="connsiteX7515" y="connsiteY7515"/>
              </a:cxn>
              <a:cxn ang="0">
                <a:pos x="connsiteX7516" y="connsiteY7516"/>
              </a:cxn>
              <a:cxn ang="0">
                <a:pos x="connsiteX7517" y="connsiteY7517"/>
              </a:cxn>
              <a:cxn ang="0">
                <a:pos x="connsiteX7518" y="connsiteY7518"/>
              </a:cxn>
              <a:cxn ang="0">
                <a:pos x="connsiteX7519" y="connsiteY7519"/>
              </a:cxn>
              <a:cxn ang="0">
                <a:pos x="connsiteX7520" y="connsiteY7520"/>
              </a:cxn>
              <a:cxn ang="0">
                <a:pos x="connsiteX7521" y="connsiteY7521"/>
              </a:cxn>
              <a:cxn ang="0">
                <a:pos x="connsiteX7522" y="connsiteY7522"/>
              </a:cxn>
              <a:cxn ang="0">
                <a:pos x="connsiteX7523" y="connsiteY7523"/>
              </a:cxn>
              <a:cxn ang="0">
                <a:pos x="connsiteX7524" y="connsiteY7524"/>
              </a:cxn>
              <a:cxn ang="0">
                <a:pos x="connsiteX7525" y="connsiteY7525"/>
              </a:cxn>
              <a:cxn ang="0">
                <a:pos x="connsiteX7526" y="connsiteY7526"/>
              </a:cxn>
              <a:cxn ang="0">
                <a:pos x="connsiteX7527" y="connsiteY7527"/>
              </a:cxn>
              <a:cxn ang="0">
                <a:pos x="connsiteX7528" y="connsiteY7528"/>
              </a:cxn>
              <a:cxn ang="0">
                <a:pos x="connsiteX7529" y="connsiteY7529"/>
              </a:cxn>
              <a:cxn ang="0">
                <a:pos x="connsiteX7530" y="connsiteY7530"/>
              </a:cxn>
              <a:cxn ang="0">
                <a:pos x="connsiteX7531" y="connsiteY7531"/>
              </a:cxn>
              <a:cxn ang="0">
                <a:pos x="connsiteX7532" y="connsiteY7532"/>
              </a:cxn>
              <a:cxn ang="0">
                <a:pos x="connsiteX7533" y="connsiteY7533"/>
              </a:cxn>
              <a:cxn ang="0">
                <a:pos x="connsiteX7534" y="connsiteY7534"/>
              </a:cxn>
              <a:cxn ang="0">
                <a:pos x="connsiteX7535" y="connsiteY7535"/>
              </a:cxn>
              <a:cxn ang="0">
                <a:pos x="connsiteX7536" y="connsiteY7536"/>
              </a:cxn>
              <a:cxn ang="0">
                <a:pos x="connsiteX7537" y="connsiteY7537"/>
              </a:cxn>
              <a:cxn ang="0">
                <a:pos x="connsiteX7538" y="connsiteY7538"/>
              </a:cxn>
              <a:cxn ang="0">
                <a:pos x="connsiteX7539" y="connsiteY7539"/>
              </a:cxn>
              <a:cxn ang="0">
                <a:pos x="connsiteX7540" y="connsiteY7540"/>
              </a:cxn>
              <a:cxn ang="0">
                <a:pos x="connsiteX7541" y="connsiteY7541"/>
              </a:cxn>
              <a:cxn ang="0">
                <a:pos x="connsiteX7542" y="connsiteY7542"/>
              </a:cxn>
              <a:cxn ang="0">
                <a:pos x="connsiteX7543" y="connsiteY7543"/>
              </a:cxn>
              <a:cxn ang="0">
                <a:pos x="connsiteX7544" y="connsiteY7544"/>
              </a:cxn>
              <a:cxn ang="0">
                <a:pos x="connsiteX7545" y="connsiteY7545"/>
              </a:cxn>
              <a:cxn ang="0">
                <a:pos x="connsiteX7546" y="connsiteY7546"/>
              </a:cxn>
              <a:cxn ang="0">
                <a:pos x="connsiteX7547" y="connsiteY7547"/>
              </a:cxn>
              <a:cxn ang="0">
                <a:pos x="connsiteX7548" y="connsiteY7548"/>
              </a:cxn>
              <a:cxn ang="0">
                <a:pos x="connsiteX7549" y="connsiteY7549"/>
              </a:cxn>
              <a:cxn ang="0">
                <a:pos x="connsiteX7550" y="connsiteY7550"/>
              </a:cxn>
              <a:cxn ang="0">
                <a:pos x="connsiteX7551" y="connsiteY7551"/>
              </a:cxn>
              <a:cxn ang="0">
                <a:pos x="connsiteX7552" y="connsiteY7552"/>
              </a:cxn>
              <a:cxn ang="0">
                <a:pos x="connsiteX7553" y="connsiteY7553"/>
              </a:cxn>
              <a:cxn ang="0">
                <a:pos x="connsiteX7554" y="connsiteY7554"/>
              </a:cxn>
              <a:cxn ang="0">
                <a:pos x="connsiteX7555" y="connsiteY7555"/>
              </a:cxn>
              <a:cxn ang="0">
                <a:pos x="connsiteX7556" y="connsiteY7556"/>
              </a:cxn>
              <a:cxn ang="0">
                <a:pos x="connsiteX7557" y="connsiteY7557"/>
              </a:cxn>
              <a:cxn ang="0">
                <a:pos x="connsiteX7558" y="connsiteY7558"/>
              </a:cxn>
              <a:cxn ang="0">
                <a:pos x="connsiteX7559" y="connsiteY7559"/>
              </a:cxn>
              <a:cxn ang="0">
                <a:pos x="connsiteX7560" y="connsiteY7560"/>
              </a:cxn>
              <a:cxn ang="0">
                <a:pos x="connsiteX7561" y="connsiteY7561"/>
              </a:cxn>
              <a:cxn ang="0">
                <a:pos x="connsiteX7562" y="connsiteY7562"/>
              </a:cxn>
              <a:cxn ang="0">
                <a:pos x="connsiteX7563" y="connsiteY7563"/>
              </a:cxn>
              <a:cxn ang="0">
                <a:pos x="connsiteX7564" y="connsiteY7564"/>
              </a:cxn>
              <a:cxn ang="0">
                <a:pos x="connsiteX7565" y="connsiteY7565"/>
              </a:cxn>
              <a:cxn ang="0">
                <a:pos x="connsiteX7566" y="connsiteY7566"/>
              </a:cxn>
              <a:cxn ang="0">
                <a:pos x="connsiteX7567" y="connsiteY7567"/>
              </a:cxn>
              <a:cxn ang="0">
                <a:pos x="connsiteX7568" y="connsiteY7568"/>
              </a:cxn>
              <a:cxn ang="0">
                <a:pos x="connsiteX7569" y="connsiteY7569"/>
              </a:cxn>
              <a:cxn ang="0">
                <a:pos x="connsiteX7570" y="connsiteY7570"/>
              </a:cxn>
              <a:cxn ang="0">
                <a:pos x="connsiteX7571" y="connsiteY7571"/>
              </a:cxn>
              <a:cxn ang="0">
                <a:pos x="connsiteX7572" y="connsiteY7572"/>
              </a:cxn>
              <a:cxn ang="0">
                <a:pos x="connsiteX7573" y="connsiteY7573"/>
              </a:cxn>
              <a:cxn ang="0">
                <a:pos x="connsiteX7574" y="connsiteY7574"/>
              </a:cxn>
              <a:cxn ang="0">
                <a:pos x="connsiteX7575" y="connsiteY7575"/>
              </a:cxn>
              <a:cxn ang="0">
                <a:pos x="connsiteX7576" y="connsiteY7576"/>
              </a:cxn>
              <a:cxn ang="0">
                <a:pos x="connsiteX7577" y="connsiteY7577"/>
              </a:cxn>
              <a:cxn ang="0">
                <a:pos x="connsiteX7578" y="connsiteY7578"/>
              </a:cxn>
              <a:cxn ang="0">
                <a:pos x="connsiteX7579" y="connsiteY7579"/>
              </a:cxn>
              <a:cxn ang="0">
                <a:pos x="connsiteX7580" y="connsiteY7580"/>
              </a:cxn>
              <a:cxn ang="0">
                <a:pos x="connsiteX7581" y="connsiteY7581"/>
              </a:cxn>
              <a:cxn ang="0">
                <a:pos x="connsiteX7582" y="connsiteY7582"/>
              </a:cxn>
              <a:cxn ang="0">
                <a:pos x="connsiteX7583" y="connsiteY7583"/>
              </a:cxn>
              <a:cxn ang="0">
                <a:pos x="connsiteX7584" y="connsiteY7584"/>
              </a:cxn>
              <a:cxn ang="0">
                <a:pos x="connsiteX7585" y="connsiteY7585"/>
              </a:cxn>
              <a:cxn ang="0">
                <a:pos x="connsiteX7586" y="connsiteY7586"/>
              </a:cxn>
              <a:cxn ang="0">
                <a:pos x="connsiteX7587" y="connsiteY7587"/>
              </a:cxn>
              <a:cxn ang="0">
                <a:pos x="connsiteX7588" y="connsiteY7588"/>
              </a:cxn>
              <a:cxn ang="0">
                <a:pos x="connsiteX7589" y="connsiteY7589"/>
              </a:cxn>
              <a:cxn ang="0">
                <a:pos x="connsiteX7590" y="connsiteY7590"/>
              </a:cxn>
              <a:cxn ang="0">
                <a:pos x="connsiteX7591" y="connsiteY7591"/>
              </a:cxn>
              <a:cxn ang="0">
                <a:pos x="connsiteX7592" y="connsiteY7592"/>
              </a:cxn>
              <a:cxn ang="0">
                <a:pos x="connsiteX7593" y="connsiteY7593"/>
              </a:cxn>
              <a:cxn ang="0">
                <a:pos x="connsiteX7594" y="connsiteY7594"/>
              </a:cxn>
              <a:cxn ang="0">
                <a:pos x="connsiteX7595" y="connsiteY7595"/>
              </a:cxn>
              <a:cxn ang="0">
                <a:pos x="connsiteX7596" y="connsiteY7596"/>
              </a:cxn>
              <a:cxn ang="0">
                <a:pos x="connsiteX7597" y="connsiteY7597"/>
              </a:cxn>
              <a:cxn ang="0">
                <a:pos x="connsiteX7598" y="connsiteY7598"/>
              </a:cxn>
              <a:cxn ang="0">
                <a:pos x="connsiteX7599" y="connsiteY7599"/>
              </a:cxn>
              <a:cxn ang="0">
                <a:pos x="connsiteX7600" y="connsiteY7600"/>
              </a:cxn>
              <a:cxn ang="0">
                <a:pos x="connsiteX7601" y="connsiteY7601"/>
              </a:cxn>
              <a:cxn ang="0">
                <a:pos x="connsiteX7602" y="connsiteY7602"/>
              </a:cxn>
              <a:cxn ang="0">
                <a:pos x="connsiteX7603" y="connsiteY7603"/>
              </a:cxn>
              <a:cxn ang="0">
                <a:pos x="connsiteX7604" y="connsiteY7604"/>
              </a:cxn>
              <a:cxn ang="0">
                <a:pos x="connsiteX7605" y="connsiteY7605"/>
              </a:cxn>
              <a:cxn ang="0">
                <a:pos x="connsiteX7606" y="connsiteY7606"/>
              </a:cxn>
              <a:cxn ang="0">
                <a:pos x="connsiteX7607" y="connsiteY7607"/>
              </a:cxn>
              <a:cxn ang="0">
                <a:pos x="connsiteX7608" y="connsiteY7608"/>
              </a:cxn>
              <a:cxn ang="0">
                <a:pos x="connsiteX7609" y="connsiteY7609"/>
              </a:cxn>
              <a:cxn ang="0">
                <a:pos x="connsiteX7610" y="connsiteY7610"/>
              </a:cxn>
              <a:cxn ang="0">
                <a:pos x="connsiteX7611" y="connsiteY7611"/>
              </a:cxn>
              <a:cxn ang="0">
                <a:pos x="connsiteX7612" y="connsiteY7612"/>
              </a:cxn>
              <a:cxn ang="0">
                <a:pos x="connsiteX7613" y="connsiteY7613"/>
              </a:cxn>
              <a:cxn ang="0">
                <a:pos x="connsiteX7614" y="connsiteY7614"/>
              </a:cxn>
              <a:cxn ang="0">
                <a:pos x="connsiteX7615" y="connsiteY7615"/>
              </a:cxn>
              <a:cxn ang="0">
                <a:pos x="connsiteX7616" y="connsiteY7616"/>
              </a:cxn>
              <a:cxn ang="0">
                <a:pos x="connsiteX7617" y="connsiteY7617"/>
              </a:cxn>
              <a:cxn ang="0">
                <a:pos x="connsiteX7618" y="connsiteY7618"/>
              </a:cxn>
              <a:cxn ang="0">
                <a:pos x="connsiteX7619" y="connsiteY7619"/>
              </a:cxn>
              <a:cxn ang="0">
                <a:pos x="connsiteX7620" y="connsiteY7620"/>
              </a:cxn>
              <a:cxn ang="0">
                <a:pos x="connsiteX7621" y="connsiteY7621"/>
              </a:cxn>
              <a:cxn ang="0">
                <a:pos x="connsiteX7622" y="connsiteY7622"/>
              </a:cxn>
              <a:cxn ang="0">
                <a:pos x="connsiteX7623" y="connsiteY7623"/>
              </a:cxn>
              <a:cxn ang="0">
                <a:pos x="connsiteX7624" y="connsiteY7624"/>
              </a:cxn>
              <a:cxn ang="0">
                <a:pos x="connsiteX7625" y="connsiteY7625"/>
              </a:cxn>
              <a:cxn ang="0">
                <a:pos x="connsiteX7626" y="connsiteY7626"/>
              </a:cxn>
              <a:cxn ang="0">
                <a:pos x="connsiteX7627" y="connsiteY7627"/>
              </a:cxn>
              <a:cxn ang="0">
                <a:pos x="connsiteX7628" y="connsiteY7628"/>
              </a:cxn>
              <a:cxn ang="0">
                <a:pos x="connsiteX7629" y="connsiteY7629"/>
              </a:cxn>
              <a:cxn ang="0">
                <a:pos x="connsiteX7630" y="connsiteY7630"/>
              </a:cxn>
              <a:cxn ang="0">
                <a:pos x="connsiteX7631" y="connsiteY7631"/>
              </a:cxn>
              <a:cxn ang="0">
                <a:pos x="connsiteX7632" y="connsiteY7632"/>
              </a:cxn>
              <a:cxn ang="0">
                <a:pos x="connsiteX7633" y="connsiteY7633"/>
              </a:cxn>
              <a:cxn ang="0">
                <a:pos x="connsiteX7634" y="connsiteY7634"/>
              </a:cxn>
              <a:cxn ang="0">
                <a:pos x="connsiteX7635" y="connsiteY7635"/>
              </a:cxn>
              <a:cxn ang="0">
                <a:pos x="connsiteX7636" y="connsiteY7636"/>
              </a:cxn>
              <a:cxn ang="0">
                <a:pos x="connsiteX7637" y="connsiteY7637"/>
              </a:cxn>
              <a:cxn ang="0">
                <a:pos x="connsiteX7638" y="connsiteY7638"/>
              </a:cxn>
              <a:cxn ang="0">
                <a:pos x="connsiteX7639" y="connsiteY7639"/>
              </a:cxn>
              <a:cxn ang="0">
                <a:pos x="connsiteX7640" y="connsiteY7640"/>
              </a:cxn>
              <a:cxn ang="0">
                <a:pos x="connsiteX7641" y="connsiteY7641"/>
              </a:cxn>
              <a:cxn ang="0">
                <a:pos x="connsiteX7642" y="connsiteY7642"/>
              </a:cxn>
              <a:cxn ang="0">
                <a:pos x="connsiteX7643" y="connsiteY7643"/>
              </a:cxn>
              <a:cxn ang="0">
                <a:pos x="connsiteX7644" y="connsiteY7644"/>
              </a:cxn>
              <a:cxn ang="0">
                <a:pos x="connsiteX7645" y="connsiteY7645"/>
              </a:cxn>
              <a:cxn ang="0">
                <a:pos x="connsiteX7646" y="connsiteY7646"/>
              </a:cxn>
              <a:cxn ang="0">
                <a:pos x="connsiteX7647" y="connsiteY7647"/>
              </a:cxn>
              <a:cxn ang="0">
                <a:pos x="connsiteX7648" y="connsiteY7648"/>
              </a:cxn>
              <a:cxn ang="0">
                <a:pos x="connsiteX7649" y="connsiteY7649"/>
              </a:cxn>
              <a:cxn ang="0">
                <a:pos x="connsiteX7650" y="connsiteY7650"/>
              </a:cxn>
              <a:cxn ang="0">
                <a:pos x="connsiteX7651" y="connsiteY7651"/>
              </a:cxn>
              <a:cxn ang="0">
                <a:pos x="connsiteX7652" y="connsiteY7652"/>
              </a:cxn>
              <a:cxn ang="0">
                <a:pos x="connsiteX7653" y="connsiteY7653"/>
              </a:cxn>
              <a:cxn ang="0">
                <a:pos x="connsiteX7654" y="connsiteY7654"/>
              </a:cxn>
              <a:cxn ang="0">
                <a:pos x="connsiteX7655" y="connsiteY7655"/>
              </a:cxn>
              <a:cxn ang="0">
                <a:pos x="connsiteX7656" y="connsiteY7656"/>
              </a:cxn>
              <a:cxn ang="0">
                <a:pos x="connsiteX7657" y="connsiteY7657"/>
              </a:cxn>
              <a:cxn ang="0">
                <a:pos x="connsiteX7658" y="connsiteY7658"/>
              </a:cxn>
              <a:cxn ang="0">
                <a:pos x="connsiteX7659" y="connsiteY7659"/>
              </a:cxn>
              <a:cxn ang="0">
                <a:pos x="connsiteX7660" y="connsiteY7660"/>
              </a:cxn>
              <a:cxn ang="0">
                <a:pos x="connsiteX7661" y="connsiteY7661"/>
              </a:cxn>
              <a:cxn ang="0">
                <a:pos x="connsiteX7662" y="connsiteY7662"/>
              </a:cxn>
              <a:cxn ang="0">
                <a:pos x="connsiteX7663" y="connsiteY7663"/>
              </a:cxn>
              <a:cxn ang="0">
                <a:pos x="connsiteX7664" y="connsiteY7664"/>
              </a:cxn>
              <a:cxn ang="0">
                <a:pos x="connsiteX7665" y="connsiteY7665"/>
              </a:cxn>
              <a:cxn ang="0">
                <a:pos x="connsiteX7666" y="connsiteY7666"/>
              </a:cxn>
              <a:cxn ang="0">
                <a:pos x="connsiteX7667" y="connsiteY7667"/>
              </a:cxn>
              <a:cxn ang="0">
                <a:pos x="connsiteX7668" y="connsiteY7668"/>
              </a:cxn>
              <a:cxn ang="0">
                <a:pos x="connsiteX7669" y="connsiteY7669"/>
              </a:cxn>
              <a:cxn ang="0">
                <a:pos x="connsiteX7670" y="connsiteY7670"/>
              </a:cxn>
              <a:cxn ang="0">
                <a:pos x="connsiteX7671" y="connsiteY7671"/>
              </a:cxn>
              <a:cxn ang="0">
                <a:pos x="connsiteX7672" y="connsiteY7672"/>
              </a:cxn>
              <a:cxn ang="0">
                <a:pos x="connsiteX7673" y="connsiteY7673"/>
              </a:cxn>
              <a:cxn ang="0">
                <a:pos x="connsiteX7674" y="connsiteY7674"/>
              </a:cxn>
              <a:cxn ang="0">
                <a:pos x="connsiteX7675" y="connsiteY7675"/>
              </a:cxn>
              <a:cxn ang="0">
                <a:pos x="connsiteX7676" y="connsiteY7676"/>
              </a:cxn>
              <a:cxn ang="0">
                <a:pos x="connsiteX7677" y="connsiteY7677"/>
              </a:cxn>
              <a:cxn ang="0">
                <a:pos x="connsiteX7678" y="connsiteY7678"/>
              </a:cxn>
              <a:cxn ang="0">
                <a:pos x="connsiteX7679" y="connsiteY7679"/>
              </a:cxn>
              <a:cxn ang="0">
                <a:pos x="connsiteX7680" y="connsiteY7680"/>
              </a:cxn>
              <a:cxn ang="0">
                <a:pos x="connsiteX7681" y="connsiteY7681"/>
              </a:cxn>
              <a:cxn ang="0">
                <a:pos x="connsiteX7682" y="connsiteY7682"/>
              </a:cxn>
              <a:cxn ang="0">
                <a:pos x="connsiteX7683" y="connsiteY7683"/>
              </a:cxn>
              <a:cxn ang="0">
                <a:pos x="connsiteX7684" y="connsiteY7684"/>
              </a:cxn>
              <a:cxn ang="0">
                <a:pos x="connsiteX7685" y="connsiteY7685"/>
              </a:cxn>
              <a:cxn ang="0">
                <a:pos x="connsiteX7686" y="connsiteY7686"/>
              </a:cxn>
              <a:cxn ang="0">
                <a:pos x="connsiteX7687" y="connsiteY7687"/>
              </a:cxn>
              <a:cxn ang="0">
                <a:pos x="connsiteX7688" y="connsiteY7688"/>
              </a:cxn>
              <a:cxn ang="0">
                <a:pos x="connsiteX7689" y="connsiteY7689"/>
              </a:cxn>
              <a:cxn ang="0">
                <a:pos x="connsiteX7690" y="connsiteY7690"/>
              </a:cxn>
              <a:cxn ang="0">
                <a:pos x="connsiteX7691" y="connsiteY7691"/>
              </a:cxn>
              <a:cxn ang="0">
                <a:pos x="connsiteX7692" y="connsiteY7692"/>
              </a:cxn>
              <a:cxn ang="0">
                <a:pos x="connsiteX7693" y="connsiteY7693"/>
              </a:cxn>
              <a:cxn ang="0">
                <a:pos x="connsiteX7694" y="connsiteY7694"/>
              </a:cxn>
              <a:cxn ang="0">
                <a:pos x="connsiteX7695" y="connsiteY7695"/>
              </a:cxn>
              <a:cxn ang="0">
                <a:pos x="connsiteX7696" y="connsiteY7696"/>
              </a:cxn>
              <a:cxn ang="0">
                <a:pos x="connsiteX7697" y="connsiteY7697"/>
              </a:cxn>
              <a:cxn ang="0">
                <a:pos x="connsiteX7698" y="connsiteY7698"/>
              </a:cxn>
              <a:cxn ang="0">
                <a:pos x="connsiteX7699" y="connsiteY7699"/>
              </a:cxn>
              <a:cxn ang="0">
                <a:pos x="connsiteX7700" y="connsiteY7700"/>
              </a:cxn>
              <a:cxn ang="0">
                <a:pos x="connsiteX7701" y="connsiteY7701"/>
              </a:cxn>
              <a:cxn ang="0">
                <a:pos x="connsiteX7702" y="connsiteY7702"/>
              </a:cxn>
              <a:cxn ang="0">
                <a:pos x="connsiteX7703" y="connsiteY7703"/>
              </a:cxn>
              <a:cxn ang="0">
                <a:pos x="connsiteX7704" y="connsiteY7704"/>
              </a:cxn>
              <a:cxn ang="0">
                <a:pos x="connsiteX7705" y="connsiteY7705"/>
              </a:cxn>
              <a:cxn ang="0">
                <a:pos x="connsiteX7706" y="connsiteY7706"/>
              </a:cxn>
              <a:cxn ang="0">
                <a:pos x="connsiteX7707" y="connsiteY7707"/>
              </a:cxn>
              <a:cxn ang="0">
                <a:pos x="connsiteX7708" y="connsiteY7708"/>
              </a:cxn>
              <a:cxn ang="0">
                <a:pos x="connsiteX7709" y="connsiteY7709"/>
              </a:cxn>
              <a:cxn ang="0">
                <a:pos x="connsiteX7710" y="connsiteY7710"/>
              </a:cxn>
              <a:cxn ang="0">
                <a:pos x="connsiteX7711" y="connsiteY7711"/>
              </a:cxn>
              <a:cxn ang="0">
                <a:pos x="connsiteX7712" y="connsiteY7712"/>
              </a:cxn>
              <a:cxn ang="0">
                <a:pos x="connsiteX7713" y="connsiteY7713"/>
              </a:cxn>
              <a:cxn ang="0">
                <a:pos x="connsiteX7714" y="connsiteY7714"/>
              </a:cxn>
              <a:cxn ang="0">
                <a:pos x="connsiteX7715" y="connsiteY7715"/>
              </a:cxn>
              <a:cxn ang="0">
                <a:pos x="connsiteX7716" y="connsiteY7716"/>
              </a:cxn>
              <a:cxn ang="0">
                <a:pos x="connsiteX7717" y="connsiteY7717"/>
              </a:cxn>
              <a:cxn ang="0">
                <a:pos x="connsiteX7718" y="connsiteY7718"/>
              </a:cxn>
              <a:cxn ang="0">
                <a:pos x="connsiteX7719" y="connsiteY7719"/>
              </a:cxn>
              <a:cxn ang="0">
                <a:pos x="connsiteX7720" y="connsiteY7720"/>
              </a:cxn>
              <a:cxn ang="0">
                <a:pos x="connsiteX7721" y="connsiteY7721"/>
              </a:cxn>
              <a:cxn ang="0">
                <a:pos x="connsiteX7722" y="connsiteY7722"/>
              </a:cxn>
              <a:cxn ang="0">
                <a:pos x="connsiteX7723" y="connsiteY7723"/>
              </a:cxn>
              <a:cxn ang="0">
                <a:pos x="connsiteX7724" y="connsiteY7724"/>
              </a:cxn>
              <a:cxn ang="0">
                <a:pos x="connsiteX7725" y="connsiteY7725"/>
              </a:cxn>
              <a:cxn ang="0">
                <a:pos x="connsiteX7726" y="connsiteY7726"/>
              </a:cxn>
              <a:cxn ang="0">
                <a:pos x="connsiteX7727" y="connsiteY7727"/>
              </a:cxn>
              <a:cxn ang="0">
                <a:pos x="connsiteX7728" y="connsiteY7728"/>
              </a:cxn>
              <a:cxn ang="0">
                <a:pos x="connsiteX7729" y="connsiteY7729"/>
              </a:cxn>
              <a:cxn ang="0">
                <a:pos x="connsiteX7730" y="connsiteY7730"/>
              </a:cxn>
              <a:cxn ang="0">
                <a:pos x="connsiteX7731" y="connsiteY7731"/>
              </a:cxn>
              <a:cxn ang="0">
                <a:pos x="connsiteX7732" y="connsiteY7732"/>
              </a:cxn>
              <a:cxn ang="0">
                <a:pos x="connsiteX7733" y="connsiteY7733"/>
              </a:cxn>
              <a:cxn ang="0">
                <a:pos x="connsiteX7734" y="connsiteY7734"/>
              </a:cxn>
              <a:cxn ang="0">
                <a:pos x="connsiteX7735" y="connsiteY7735"/>
              </a:cxn>
              <a:cxn ang="0">
                <a:pos x="connsiteX7736" y="connsiteY7736"/>
              </a:cxn>
              <a:cxn ang="0">
                <a:pos x="connsiteX7737" y="connsiteY7737"/>
              </a:cxn>
              <a:cxn ang="0">
                <a:pos x="connsiteX7738" y="connsiteY7738"/>
              </a:cxn>
              <a:cxn ang="0">
                <a:pos x="connsiteX7739" y="connsiteY7739"/>
              </a:cxn>
              <a:cxn ang="0">
                <a:pos x="connsiteX7740" y="connsiteY7740"/>
              </a:cxn>
              <a:cxn ang="0">
                <a:pos x="connsiteX7741" y="connsiteY7741"/>
              </a:cxn>
              <a:cxn ang="0">
                <a:pos x="connsiteX7742" y="connsiteY7742"/>
              </a:cxn>
              <a:cxn ang="0">
                <a:pos x="connsiteX7743" y="connsiteY7743"/>
              </a:cxn>
              <a:cxn ang="0">
                <a:pos x="connsiteX7744" y="connsiteY7744"/>
              </a:cxn>
              <a:cxn ang="0">
                <a:pos x="connsiteX7745" y="connsiteY7745"/>
              </a:cxn>
              <a:cxn ang="0">
                <a:pos x="connsiteX7746" y="connsiteY7746"/>
              </a:cxn>
              <a:cxn ang="0">
                <a:pos x="connsiteX7747" y="connsiteY7747"/>
              </a:cxn>
              <a:cxn ang="0">
                <a:pos x="connsiteX7748" y="connsiteY7748"/>
              </a:cxn>
              <a:cxn ang="0">
                <a:pos x="connsiteX7749" y="connsiteY7749"/>
              </a:cxn>
              <a:cxn ang="0">
                <a:pos x="connsiteX7750" y="connsiteY7750"/>
              </a:cxn>
              <a:cxn ang="0">
                <a:pos x="connsiteX7751" y="connsiteY7751"/>
              </a:cxn>
              <a:cxn ang="0">
                <a:pos x="connsiteX7752" y="connsiteY7752"/>
              </a:cxn>
              <a:cxn ang="0">
                <a:pos x="connsiteX7753" y="connsiteY7753"/>
              </a:cxn>
              <a:cxn ang="0">
                <a:pos x="connsiteX7754" y="connsiteY7754"/>
              </a:cxn>
              <a:cxn ang="0">
                <a:pos x="connsiteX7755" y="connsiteY7755"/>
              </a:cxn>
              <a:cxn ang="0">
                <a:pos x="connsiteX7756" y="connsiteY7756"/>
              </a:cxn>
              <a:cxn ang="0">
                <a:pos x="connsiteX7757" y="connsiteY7757"/>
              </a:cxn>
              <a:cxn ang="0">
                <a:pos x="connsiteX7758" y="connsiteY7758"/>
              </a:cxn>
              <a:cxn ang="0">
                <a:pos x="connsiteX7759" y="connsiteY7759"/>
              </a:cxn>
              <a:cxn ang="0">
                <a:pos x="connsiteX7760" y="connsiteY7760"/>
              </a:cxn>
              <a:cxn ang="0">
                <a:pos x="connsiteX7761" y="connsiteY7761"/>
              </a:cxn>
              <a:cxn ang="0">
                <a:pos x="connsiteX7762" y="connsiteY7762"/>
              </a:cxn>
              <a:cxn ang="0">
                <a:pos x="connsiteX7763" y="connsiteY7763"/>
              </a:cxn>
              <a:cxn ang="0">
                <a:pos x="connsiteX7764" y="connsiteY7764"/>
              </a:cxn>
              <a:cxn ang="0">
                <a:pos x="connsiteX7765" y="connsiteY7765"/>
              </a:cxn>
              <a:cxn ang="0">
                <a:pos x="connsiteX7766" y="connsiteY7766"/>
              </a:cxn>
              <a:cxn ang="0">
                <a:pos x="connsiteX7767" y="connsiteY7767"/>
              </a:cxn>
              <a:cxn ang="0">
                <a:pos x="connsiteX7768" y="connsiteY7768"/>
              </a:cxn>
              <a:cxn ang="0">
                <a:pos x="connsiteX7769" y="connsiteY7769"/>
              </a:cxn>
              <a:cxn ang="0">
                <a:pos x="connsiteX7770" y="connsiteY7770"/>
              </a:cxn>
              <a:cxn ang="0">
                <a:pos x="connsiteX7771" y="connsiteY7771"/>
              </a:cxn>
              <a:cxn ang="0">
                <a:pos x="connsiteX7772" y="connsiteY7772"/>
              </a:cxn>
              <a:cxn ang="0">
                <a:pos x="connsiteX7773" y="connsiteY7773"/>
              </a:cxn>
              <a:cxn ang="0">
                <a:pos x="connsiteX7774" y="connsiteY7774"/>
              </a:cxn>
              <a:cxn ang="0">
                <a:pos x="connsiteX7775" y="connsiteY7775"/>
              </a:cxn>
              <a:cxn ang="0">
                <a:pos x="connsiteX7776" y="connsiteY7776"/>
              </a:cxn>
              <a:cxn ang="0">
                <a:pos x="connsiteX7777" y="connsiteY7777"/>
              </a:cxn>
              <a:cxn ang="0">
                <a:pos x="connsiteX7778" y="connsiteY7778"/>
              </a:cxn>
              <a:cxn ang="0">
                <a:pos x="connsiteX7779" y="connsiteY7779"/>
              </a:cxn>
              <a:cxn ang="0">
                <a:pos x="connsiteX7780" y="connsiteY7780"/>
              </a:cxn>
              <a:cxn ang="0">
                <a:pos x="connsiteX7781" y="connsiteY7781"/>
              </a:cxn>
              <a:cxn ang="0">
                <a:pos x="connsiteX7782" y="connsiteY7782"/>
              </a:cxn>
              <a:cxn ang="0">
                <a:pos x="connsiteX7783" y="connsiteY7783"/>
              </a:cxn>
              <a:cxn ang="0">
                <a:pos x="connsiteX7784" y="connsiteY7784"/>
              </a:cxn>
              <a:cxn ang="0">
                <a:pos x="connsiteX7785" y="connsiteY7785"/>
              </a:cxn>
              <a:cxn ang="0">
                <a:pos x="connsiteX7786" y="connsiteY7786"/>
              </a:cxn>
              <a:cxn ang="0">
                <a:pos x="connsiteX7787" y="connsiteY7787"/>
              </a:cxn>
              <a:cxn ang="0">
                <a:pos x="connsiteX7788" y="connsiteY7788"/>
              </a:cxn>
              <a:cxn ang="0">
                <a:pos x="connsiteX7789" y="connsiteY7789"/>
              </a:cxn>
              <a:cxn ang="0">
                <a:pos x="connsiteX7790" y="connsiteY7790"/>
              </a:cxn>
              <a:cxn ang="0">
                <a:pos x="connsiteX7791" y="connsiteY7791"/>
              </a:cxn>
              <a:cxn ang="0">
                <a:pos x="connsiteX7792" y="connsiteY7792"/>
              </a:cxn>
              <a:cxn ang="0">
                <a:pos x="connsiteX7793" y="connsiteY7793"/>
              </a:cxn>
              <a:cxn ang="0">
                <a:pos x="connsiteX7794" y="connsiteY7794"/>
              </a:cxn>
              <a:cxn ang="0">
                <a:pos x="connsiteX7795" y="connsiteY7795"/>
              </a:cxn>
              <a:cxn ang="0">
                <a:pos x="connsiteX7796" y="connsiteY7796"/>
              </a:cxn>
              <a:cxn ang="0">
                <a:pos x="connsiteX7797" y="connsiteY7797"/>
              </a:cxn>
              <a:cxn ang="0">
                <a:pos x="connsiteX7798" y="connsiteY7798"/>
              </a:cxn>
              <a:cxn ang="0">
                <a:pos x="connsiteX7799" y="connsiteY7799"/>
              </a:cxn>
              <a:cxn ang="0">
                <a:pos x="connsiteX7800" y="connsiteY7800"/>
              </a:cxn>
              <a:cxn ang="0">
                <a:pos x="connsiteX7801" y="connsiteY7801"/>
              </a:cxn>
              <a:cxn ang="0">
                <a:pos x="connsiteX7802" y="connsiteY7802"/>
              </a:cxn>
              <a:cxn ang="0">
                <a:pos x="connsiteX7803" y="connsiteY7803"/>
              </a:cxn>
              <a:cxn ang="0">
                <a:pos x="connsiteX7804" y="connsiteY7804"/>
              </a:cxn>
              <a:cxn ang="0">
                <a:pos x="connsiteX7805" y="connsiteY7805"/>
              </a:cxn>
              <a:cxn ang="0">
                <a:pos x="connsiteX7806" y="connsiteY7806"/>
              </a:cxn>
              <a:cxn ang="0">
                <a:pos x="connsiteX7807" y="connsiteY7807"/>
              </a:cxn>
              <a:cxn ang="0">
                <a:pos x="connsiteX7808" y="connsiteY7808"/>
              </a:cxn>
              <a:cxn ang="0">
                <a:pos x="connsiteX7809" y="connsiteY7809"/>
              </a:cxn>
              <a:cxn ang="0">
                <a:pos x="connsiteX7810" y="connsiteY7810"/>
              </a:cxn>
              <a:cxn ang="0">
                <a:pos x="connsiteX7811" y="connsiteY7811"/>
              </a:cxn>
              <a:cxn ang="0">
                <a:pos x="connsiteX7812" y="connsiteY7812"/>
              </a:cxn>
              <a:cxn ang="0">
                <a:pos x="connsiteX7813" y="connsiteY7813"/>
              </a:cxn>
              <a:cxn ang="0">
                <a:pos x="connsiteX7814" y="connsiteY7814"/>
              </a:cxn>
              <a:cxn ang="0">
                <a:pos x="connsiteX7815" y="connsiteY7815"/>
              </a:cxn>
              <a:cxn ang="0">
                <a:pos x="connsiteX7816" y="connsiteY7816"/>
              </a:cxn>
              <a:cxn ang="0">
                <a:pos x="connsiteX7817" y="connsiteY7817"/>
              </a:cxn>
              <a:cxn ang="0">
                <a:pos x="connsiteX7818" y="connsiteY7818"/>
              </a:cxn>
              <a:cxn ang="0">
                <a:pos x="connsiteX7819" y="connsiteY7819"/>
              </a:cxn>
              <a:cxn ang="0">
                <a:pos x="connsiteX7820" y="connsiteY7820"/>
              </a:cxn>
              <a:cxn ang="0">
                <a:pos x="connsiteX7821" y="connsiteY7821"/>
              </a:cxn>
              <a:cxn ang="0">
                <a:pos x="connsiteX7822" y="connsiteY7822"/>
              </a:cxn>
              <a:cxn ang="0">
                <a:pos x="connsiteX7823" y="connsiteY7823"/>
              </a:cxn>
              <a:cxn ang="0">
                <a:pos x="connsiteX7824" y="connsiteY7824"/>
              </a:cxn>
              <a:cxn ang="0">
                <a:pos x="connsiteX7825" y="connsiteY7825"/>
              </a:cxn>
              <a:cxn ang="0">
                <a:pos x="connsiteX7826" y="connsiteY7826"/>
              </a:cxn>
              <a:cxn ang="0">
                <a:pos x="connsiteX7827" y="connsiteY7827"/>
              </a:cxn>
              <a:cxn ang="0">
                <a:pos x="connsiteX7828" y="connsiteY7828"/>
              </a:cxn>
              <a:cxn ang="0">
                <a:pos x="connsiteX7829" y="connsiteY7829"/>
              </a:cxn>
              <a:cxn ang="0">
                <a:pos x="connsiteX7830" y="connsiteY7830"/>
              </a:cxn>
              <a:cxn ang="0">
                <a:pos x="connsiteX7831" y="connsiteY7831"/>
              </a:cxn>
              <a:cxn ang="0">
                <a:pos x="connsiteX7832" y="connsiteY7832"/>
              </a:cxn>
              <a:cxn ang="0">
                <a:pos x="connsiteX7833" y="connsiteY7833"/>
              </a:cxn>
              <a:cxn ang="0">
                <a:pos x="connsiteX7834" y="connsiteY7834"/>
              </a:cxn>
              <a:cxn ang="0">
                <a:pos x="connsiteX7835" y="connsiteY7835"/>
              </a:cxn>
              <a:cxn ang="0">
                <a:pos x="connsiteX7836" y="connsiteY7836"/>
              </a:cxn>
              <a:cxn ang="0">
                <a:pos x="connsiteX7837" y="connsiteY7837"/>
              </a:cxn>
              <a:cxn ang="0">
                <a:pos x="connsiteX7838" y="connsiteY7838"/>
              </a:cxn>
              <a:cxn ang="0">
                <a:pos x="connsiteX7839" y="connsiteY7839"/>
              </a:cxn>
              <a:cxn ang="0">
                <a:pos x="connsiteX7840" y="connsiteY7840"/>
              </a:cxn>
              <a:cxn ang="0">
                <a:pos x="connsiteX7841" y="connsiteY7841"/>
              </a:cxn>
              <a:cxn ang="0">
                <a:pos x="connsiteX7842" y="connsiteY7842"/>
              </a:cxn>
              <a:cxn ang="0">
                <a:pos x="connsiteX7843" y="connsiteY7843"/>
              </a:cxn>
              <a:cxn ang="0">
                <a:pos x="connsiteX7844" y="connsiteY7844"/>
              </a:cxn>
              <a:cxn ang="0">
                <a:pos x="connsiteX7845" y="connsiteY7845"/>
              </a:cxn>
              <a:cxn ang="0">
                <a:pos x="connsiteX7846" y="connsiteY7846"/>
              </a:cxn>
              <a:cxn ang="0">
                <a:pos x="connsiteX7847" y="connsiteY7847"/>
              </a:cxn>
              <a:cxn ang="0">
                <a:pos x="connsiteX7848" y="connsiteY7848"/>
              </a:cxn>
              <a:cxn ang="0">
                <a:pos x="connsiteX7849" y="connsiteY7849"/>
              </a:cxn>
              <a:cxn ang="0">
                <a:pos x="connsiteX7850" y="connsiteY7850"/>
              </a:cxn>
              <a:cxn ang="0">
                <a:pos x="connsiteX7851" y="connsiteY7851"/>
              </a:cxn>
              <a:cxn ang="0">
                <a:pos x="connsiteX7852" y="connsiteY7852"/>
              </a:cxn>
              <a:cxn ang="0">
                <a:pos x="connsiteX7853" y="connsiteY7853"/>
              </a:cxn>
              <a:cxn ang="0">
                <a:pos x="connsiteX7854" y="connsiteY7854"/>
              </a:cxn>
              <a:cxn ang="0">
                <a:pos x="connsiteX7855" y="connsiteY7855"/>
              </a:cxn>
              <a:cxn ang="0">
                <a:pos x="connsiteX7856" y="connsiteY7856"/>
              </a:cxn>
              <a:cxn ang="0">
                <a:pos x="connsiteX7857" y="connsiteY7857"/>
              </a:cxn>
              <a:cxn ang="0">
                <a:pos x="connsiteX7858" y="connsiteY7858"/>
              </a:cxn>
              <a:cxn ang="0">
                <a:pos x="connsiteX7859" y="connsiteY7859"/>
              </a:cxn>
              <a:cxn ang="0">
                <a:pos x="connsiteX7860" y="connsiteY7860"/>
              </a:cxn>
              <a:cxn ang="0">
                <a:pos x="connsiteX7861" y="connsiteY7861"/>
              </a:cxn>
              <a:cxn ang="0">
                <a:pos x="connsiteX7862" y="connsiteY7862"/>
              </a:cxn>
              <a:cxn ang="0">
                <a:pos x="connsiteX7863" y="connsiteY7863"/>
              </a:cxn>
              <a:cxn ang="0">
                <a:pos x="connsiteX7864" y="connsiteY7864"/>
              </a:cxn>
              <a:cxn ang="0">
                <a:pos x="connsiteX7865" y="connsiteY7865"/>
              </a:cxn>
              <a:cxn ang="0">
                <a:pos x="connsiteX7866" y="connsiteY7866"/>
              </a:cxn>
              <a:cxn ang="0">
                <a:pos x="connsiteX7867" y="connsiteY7867"/>
              </a:cxn>
              <a:cxn ang="0">
                <a:pos x="connsiteX7868" y="connsiteY7868"/>
              </a:cxn>
              <a:cxn ang="0">
                <a:pos x="connsiteX7869" y="connsiteY7869"/>
              </a:cxn>
              <a:cxn ang="0">
                <a:pos x="connsiteX7870" y="connsiteY7870"/>
              </a:cxn>
              <a:cxn ang="0">
                <a:pos x="connsiteX7871" y="connsiteY7871"/>
              </a:cxn>
              <a:cxn ang="0">
                <a:pos x="connsiteX7872" y="connsiteY7872"/>
              </a:cxn>
              <a:cxn ang="0">
                <a:pos x="connsiteX7873" y="connsiteY7873"/>
              </a:cxn>
              <a:cxn ang="0">
                <a:pos x="connsiteX7874" y="connsiteY7874"/>
              </a:cxn>
              <a:cxn ang="0">
                <a:pos x="connsiteX7875" y="connsiteY7875"/>
              </a:cxn>
              <a:cxn ang="0">
                <a:pos x="connsiteX7876" y="connsiteY7876"/>
              </a:cxn>
              <a:cxn ang="0">
                <a:pos x="connsiteX7877" y="connsiteY7877"/>
              </a:cxn>
              <a:cxn ang="0">
                <a:pos x="connsiteX7878" y="connsiteY7878"/>
              </a:cxn>
              <a:cxn ang="0">
                <a:pos x="connsiteX7879" y="connsiteY7879"/>
              </a:cxn>
              <a:cxn ang="0">
                <a:pos x="connsiteX7880" y="connsiteY7880"/>
              </a:cxn>
              <a:cxn ang="0">
                <a:pos x="connsiteX7881" y="connsiteY7881"/>
              </a:cxn>
              <a:cxn ang="0">
                <a:pos x="connsiteX7882" y="connsiteY7882"/>
              </a:cxn>
              <a:cxn ang="0">
                <a:pos x="connsiteX7883" y="connsiteY7883"/>
              </a:cxn>
              <a:cxn ang="0">
                <a:pos x="connsiteX7884" y="connsiteY7884"/>
              </a:cxn>
              <a:cxn ang="0">
                <a:pos x="connsiteX7885" y="connsiteY7885"/>
              </a:cxn>
              <a:cxn ang="0">
                <a:pos x="connsiteX7886" y="connsiteY7886"/>
              </a:cxn>
              <a:cxn ang="0">
                <a:pos x="connsiteX7887" y="connsiteY7887"/>
              </a:cxn>
              <a:cxn ang="0">
                <a:pos x="connsiteX7888" y="connsiteY7888"/>
              </a:cxn>
              <a:cxn ang="0">
                <a:pos x="connsiteX7889" y="connsiteY7889"/>
              </a:cxn>
              <a:cxn ang="0">
                <a:pos x="connsiteX7890" y="connsiteY7890"/>
              </a:cxn>
              <a:cxn ang="0">
                <a:pos x="connsiteX7891" y="connsiteY7891"/>
              </a:cxn>
              <a:cxn ang="0">
                <a:pos x="connsiteX7892" y="connsiteY7892"/>
              </a:cxn>
              <a:cxn ang="0">
                <a:pos x="connsiteX7893" y="connsiteY7893"/>
              </a:cxn>
              <a:cxn ang="0">
                <a:pos x="connsiteX7894" y="connsiteY7894"/>
              </a:cxn>
              <a:cxn ang="0">
                <a:pos x="connsiteX7895" y="connsiteY7895"/>
              </a:cxn>
              <a:cxn ang="0">
                <a:pos x="connsiteX7896" y="connsiteY7896"/>
              </a:cxn>
              <a:cxn ang="0">
                <a:pos x="connsiteX7897" y="connsiteY7897"/>
              </a:cxn>
              <a:cxn ang="0">
                <a:pos x="connsiteX7898" y="connsiteY7898"/>
              </a:cxn>
              <a:cxn ang="0">
                <a:pos x="connsiteX7899" y="connsiteY7899"/>
              </a:cxn>
              <a:cxn ang="0">
                <a:pos x="connsiteX7900" y="connsiteY7900"/>
              </a:cxn>
              <a:cxn ang="0">
                <a:pos x="connsiteX7901" y="connsiteY7901"/>
              </a:cxn>
              <a:cxn ang="0">
                <a:pos x="connsiteX7902" y="connsiteY7902"/>
              </a:cxn>
              <a:cxn ang="0">
                <a:pos x="connsiteX7903" y="connsiteY7903"/>
              </a:cxn>
              <a:cxn ang="0">
                <a:pos x="connsiteX7904" y="connsiteY7904"/>
              </a:cxn>
              <a:cxn ang="0">
                <a:pos x="connsiteX7905" y="connsiteY7905"/>
              </a:cxn>
              <a:cxn ang="0">
                <a:pos x="connsiteX7906" y="connsiteY7906"/>
              </a:cxn>
              <a:cxn ang="0">
                <a:pos x="connsiteX7907" y="connsiteY7907"/>
              </a:cxn>
              <a:cxn ang="0">
                <a:pos x="connsiteX7908" y="connsiteY7908"/>
              </a:cxn>
              <a:cxn ang="0">
                <a:pos x="connsiteX7909" y="connsiteY7909"/>
              </a:cxn>
              <a:cxn ang="0">
                <a:pos x="connsiteX7910" y="connsiteY7910"/>
              </a:cxn>
              <a:cxn ang="0">
                <a:pos x="connsiteX7911" y="connsiteY7911"/>
              </a:cxn>
              <a:cxn ang="0">
                <a:pos x="connsiteX7912" y="connsiteY7912"/>
              </a:cxn>
              <a:cxn ang="0">
                <a:pos x="connsiteX7913" y="connsiteY7913"/>
              </a:cxn>
              <a:cxn ang="0">
                <a:pos x="connsiteX7914" y="connsiteY7914"/>
              </a:cxn>
              <a:cxn ang="0">
                <a:pos x="connsiteX7915" y="connsiteY7915"/>
              </a:cxn>
              <a:cxn ang="0">
                <a:pos x="connsiteX7916" y="connsiteY7916"/>
              </a:cxn>
              <a:cxn ang="0">
                <a:pos x="connsiteX7917" y="connsiteY7917"/>
              </a:cxn>
              <a:cxn ang="0">
                <a:pos x="connsiteX7918" y="connsiteY7918"/>
              </a:cxn>
              <a:cxn ang="0">
                <a:pos x="connsiteX7919" y="connsiteY7919"/>
              </a:cxn>
              <a:cxn ang="0">
                <a:pos x="connsiteX7920" y="connsiteY7920"/>
              </a:cxn>
              <a:cxn ang="0">
                <a:pos x="connsiteX7921" y="connsiteY7921"/>
              </a:cxn>
              <a:cxn ang="0">
                <a:pos x="connsiteX7922" y="connsiteY7922"/>
              </a:cxn>
              <a:cxn ang="0">
                <a:pos x="connsiteX7923" y="connsiteY7923"/>
              </a:cxn>
              <a:cxn ang="0">
                <a:pos x="connsiteX7924" y="connsiteY7924"/>
              </a:cxn>
              <a:cxn ang="0">
                <a:pos x="connsiteX7925" y="connsiteY7925"/>
              </a:cxn>
              <a:cxn ang="0">
                <a:pos x="connsiteX7926" y="connsiteY7926"/>
              </a:cxn>
              <a:cxn ang="0">
                <a:pos x="connsiteX7927" y="connsiteY7927"/>
              </a:cxn>
              <a:cxn ang="0">
                <a:pos x="connsiteX7928" y="connsiteY7928"/>
              </a:cxn>
              <a:cxn ang="0">
                <a:pos x="connsiteX7929" y="connsiteY7929"/>
              </a:cxn>
              <a:cxn ang="0">
                <a:pos x="connsiteX7930" y="connsiteY7930"/>
              </a:cxn>
              <a:cxn ang="0">
                <a:pos x="connsiteX7931" y="connsiteY7931"/>
              </a:cxn>
              <a:cxn ang="0">
                <a:pos x="connsiteX7932" y="connsiteY7932"/>
              </a:cxn>
              <a:cxn ang="0">
                <a:pos x="connsiteX7933" y="connsiteY7933"/>
              </a:cxn>
              <a:cxn ang="0">
                <a:pos x="connsiteX7934" y="connsiteY7934"/>
              </a:cxn>
              <a:cxn ang="0">
                <a:pos x="connsiteX7935" y="connsiteY7935"/>
              </a:cxn>
              <a:cxn ang="0">
                <a:pos x="connsiteX7936" y="connsiteY7936"/>
              </a:cxn>
              <a:cxn ang="0">
                <a:pos x="connsiteX7937" y="connsiteY7937"/>
              </a:cxn>
              <a:cxn ang="0">
                <a:pos x="connsiteX7938" y="connsiteY7938"/>
              </a:cxn>
              <a:cxn ang="0">
                <a:pos x="connsiteX7939" y="connsiteY7939"/>
              </a:cxn>
              <a:cxn ang="0">
                <a:pos x="connsiteX7940" y="connsiteY7940"/>
              </a:cxn>
              <a:cxn ang="0">
                <a:pos x="connsiteX7941" y="connsiteY7941"/>
              </a:cxn>
              <a:cxn ang="0">
                <a:pos x="connsiteX7942" y="connsiteY7942"/>
              </a:cxn>
              <a:cxn ang="0">
                <a:pos x="connsiteX7943" y="connsiteY7943"/>
              </a:cxn>
              <a:cxn ang="0">
                <a:pos x="connsiteX7944" y="connsiteY7944"/>
              </a:cxn>
              <a:cxn ang="0">
                <a:pos x="connsiteX7945" y="connsiteY7945"/>
              </a:cxn>
              <a:cxn ang="0">
                <a:pos x="connsiteX7946" y="connsiteY7946"/>
              </a:cxn>
              <a:cxn ang="0">
                <a:pos x="connsiteX7947" y="connsiteY7947"/>
              </a:cxn>
              <a:cxn ang="0">
                <a:pos x="connsiteX7948" y="connsiteY7948"/>
              </a:cxn>
              <a:cxn ang="0">
                <a:pos x="connsiteX7949" y="connsiteY7949"/>
              </a:cxn>
              <a:cxn ang="0">
                <a:pos x="connsiteX7950" y="connsiteY7950"/>
              </a:cxn>
              <a:cxn ang="0">
                <a:pos x="connsiteX7951" y="connsiteY7951"/>
              </a:cxn>
              <a:cxn ang="0">
                <a:pos x="connsiteX7952" y="connsiteY7952"/>
              </a:cxn>
              <a:cxn ang="0">
                <a:pos x="connsiteX7953" y="connsiteY7953"/>
              </a:cxn>
              <a:cxn ang="0">
                <a:pos x="connsiteX7954" y="connsiteY7954"/>
              </a:cxn>
              <a:cxn ang="0">
                <a:pos x="connsiteX7955" y="connsiteY7955"/>
              </a:cxn>
              <a:cxn ang="0">
                <a:pos x="connsiteX7956" y="connsiteY7956"/>
              </a:cxn>
              <a:cxn ang="0">
                <a:pos x="connsiteX7957" y="connsiteY7957"/>
              </a:cxn>
              <a:cxn ang="0">
                <a:pos x="connsiteX7958" y="connsiteY7958"/>
              </a:cxn>
              <a:cxn ang="0">
                <a:pos x="connsiteX7959" y="connsiteY7959"/>
              </a:cxn>
              <a:cxn ang="0">
                <a:pos x="connsiteX7960" y="connsiteY7960"/>
              </a:cxn>
              <a:cxn ang="0">
                <a:pos x="connsiteX7961" y="connsiteY7961"/>
              </a:cxn>
              <a:cxn ang="0">
                <a:pos x="connsiteX7962" y="connsiteY7962"/>
              </a:cxn>
              <a:cxn ang="0">
                <a:pos x="connsiteX7963" y="connsiteY7963"/>
              </a:cxn>
              <a:cxn ang="0">
                <a:pos x="connsiteX7964" y="connsiteY7964"/>
              </a:cxn>
              <a:cxn ang="0">
                <a:pos x="connsiteX7965" y="connsiteY7965"/>
              </a:cxn>
              <a:cxn ang="0">
                <a:pos x="connsiteX7966" y="connsiteY7966"/>
              </a:cxn>
              <a:cxn ang="0">
                <a:pos x="connsiteX7967" y="connsiteY7967"/>
              </a:cxn>
              <a:cxn ang="0">
                <a:pos x="connsiteX7968" y="connsiteY7968"/>
              </a:cxn>
              <a:cxn ang="0">
                <a:pos x="connsiteX7969" y="connsiteY7969"/>
              </a:cxn>
              <a:cxn ang="0">
                <a:pos x="connsiteX7970" y="connsiteY7970"/>
              </a:cxn>
              <a:cxn ang="0">
                <a:pos x="connsiteX7971" y="connsiteY7971"/>
              </a:cxn>
              <a:cxn ang="0">
                <a:pos x="connsiteX7972" y="connsiteY7972"/>
              </a:cxn>
              <a:cxn ang="0">
                <a:pos x="connsiteX7973" y="connsiteY7973"/>
              </a:cxn>
              <a:cxn ang="0">
                <a:pos x="connsiteX7974" y="connsiteY7974"/>
              </a:cxn>
              <a:cxn ang="0">
                <a:pos x="connsiteX7975" y="connsiteY7975"/>
              </a:cxn>
              <a:cxn ang="0">
                <a:pos x="connsiteX7976" y="connsiteY7976"/>
              </a:cxn>
              <a:cxn ang="0">
                <a:pos x="connsiteX7977" y="connsiteY7977"/>
              </a:cxn>
              <a:cxn ang="0">
                <a:pos x="connsiteX7978" y="connsiteY7978"/>
              </a:cxn>
              <a:cxn ang="0">
                <a:pos x="connsiteX7979" y="connsiteY7979"/>
              </a:cxn>
              <a:cxn ang="0">
                <a:pos x="connsiteX7980" y="connsiteY7980"/>
              </a:cxn>
              <a:cxn ang="0">
                <a:pos x="connsiteX7981" y="connsiteY7981"/>
              </a:cxn>
              <a:cxn ang="0">
                <a:pos x="connsiteX7982" y="connsiteY7982"/>
              </a:cxn>
              <a:cxn ang="0">
                <a:pos x="connsiteX7983" y="connsiteY7983"/>
              </a:cxn>
              <a:cxn ang="0">
                <a:pos x="connsiteX7984" y="connsiteY7984"/>
              </a:cxn>
              <a:cxn ang="0">
                <a:pos x="connsiteX7985" y="connsiteY7985"/>
              </a:cxn>
              <a:cxn ang="0">
                <a:pos x="connsiteX7986" y="connsiteY7986"/>
              </a:cxn>
              <a:cxn ang="0">
                <a:pos x="connsiteX7987" y="connsiteY7987"/>
              </a:cxn>
              <a:cxn ang="0">
                <a:pos x="connsiteX7988" y="connsiteY7988"/>
              </a:cxn>
              <a:cxn ang="0">
                <a:pos x="connsiteX7989" y="connsiteY7989"/>
              </a:cxn>
              <a:cxn ang="0">
                <a:pos x="connsiteX7990" y="connsiteY7990"/>
              </a:cxn>
              <a:cxn ang="0">
                <a:pos x="connsiteX7991" y="connsiteY7991"/>
              </a:cxn>
              <a:cxn ang="0">
                <a:pos x="connsiteX7992" y="connsiteY7992"/>
              </a:cxn>
              <a:cxn ang="0">
                <a:pos x="connsiteX7993" y="connsiteY7993"/>
              </a:cxn>
              <a:cxn ang="0">
                <a:pos x="connsiteX7994" y="connsiteY7994"/>
              </a:cxn>
              <a:cxn ang="0">
                <a:pos x="connsiteX7995" y="connsiteY7995"/>
              </a:cxn>
              <a:cxn ang="0">
                <a:pos x="connsiteX7996" y="connsiteY7996"/>
              </a:cxn>
              <a:cxn ang="0">
                <a:pos x="connsiteX7997" y="connsiteY7997"/>
              </a:cxn>
              <a:cxn ang="0">
                <a:pos x="connsiteX7998" y="connsiteY7998"/>
              </a:cxn>
              <a:cxn ang="0">
                <a:pos x="connsiteX7999" y="connsiteY7999"/>
              </a:cxn>
              <a:cxn ang="0">
                <a:pos x="connsiteX8000" y="connsiteY8000"/>
              </a:cxn>
              <a:cxn ang="0">
                <a:pos x="connsiteX8001" y="connsiteY8001"/>
              </a:cxn>
              <a:cxn ang="0">
                <a:pos x="connsiteX8002" y="connsiteY8002"/>
              </a:cxn>
              <a:cxn ang="0">
                <a:pos x="connsiteX8003" y="connsiteY8003"/>
              </a:cxn>
              <a:cxn ang="0">
                <a:pos x="connsiteX8004" y="connsiteY8004"/>
              </a:cxn>
              <a:cxn ang="0">
                <a:pos x="connsiteX8005" y="connsiteY8005"/>
              </a:cxn>
              <a:cxn ang="0">
                <a:pos x="connsiteX8006" y="connsiteY8006"/>
              </a:cxn>
              <a:cxn ang="0">
                <a:pos x="connsiteX8007" y="connsiteY8007"/>
              </a:cxn>
              <a:cxn ang="0">
                <a:pos x="connsiteX8008" y="connsiteY8008"/>
              </a:cxn>
              <a:cxn ang="0">
                <a:pos x="connsiteX8009" y="connsiteY8009"/>
              </a:cxn>
              <a:cxn ang="0">
                <a:pos x="connsiteX8010" y="connsiteY8010"/>
              </a:cxn>
              <a:cxn ang="0">
                <a:pos x="connsiteX8011" y="connsiteY8011"/>
              </a:cxn>
              <a:cxn ang="0">
                <a:pos x="connsiteX8012" y="connsiteY8012"/>
              </a:cxn>
              <a:cxn ang="0">
                <a:pos x="connsiteX8013" y="connsiteY8013"/>
              </a:cxn>
              <a:cxn ang="0">
                <a:pos x="connsiteX8014" y="connsiteY8014"/>
              </a:cxn>
              <a:cxn ang="0">
                <a:pos x="connsiteX8015" y="connsiteY8015"/>
              </a:cxn>
              <a:cxn ang="0">
                <a:pos x="connsiteX8016" y="connsiteY8016"/>
              </a:cxn>
              <a:cxn ang="0">
                <a:pos x="connsiteX8017" y="connsiteY8017"/>
              </a:cxn>
              <a:cxn ang="0">
                <a:pos x="connsiteX8018" y="connsiteY8018"/>
              </a:cxn>
              <a:cxn ang="0">
                <a:pos x="connsiteX8019" y="connsiteY8019"/>
              </a:cxn>
              <a:cxn ang="0">
                <a:pos x="connsiteX8020" y="connsiteY8020"/>
              </a:cxn>
              <a:cxn ang="0">
                <a:pos x="connsiteX8021" y="connsiteY8021"/>
              </a:cxn>
              <a:cxn ang="0">
                <a:pos x="connsiteX8022" y="connsiteY8022"/>
              </a:cxn>
              <a:cxn ang="0">
                <a:pos x="connsiteX8023" y="connsiteY8023"/>
              </a:cxn>
              <a:cxn ang="0">
                <a:pos x="connsiteX8024" y="connsiteY8024"/>
              </a:cxn>
              <a:cxn ang="0">
                <a:pos x="connsiteX8025" y="connsiteY8025"/>
              </a:cxn>
              <a:cxn ang="0">
                <a:pos x="connsiteX8026" y="connsiteY8026"/>
              </a:cxn>
              <a:cxn ang="0">
                <a:pos x="connsiteX8027" y="connsiteY8027"/>
              </a:cxn>
              <a:cxn ang="0">
                <a:pos x="connsiteX8028" y="connsiteY8028"/>
              </a:cxn>
              <a:cxn ang="0">
                <a:pos x="connsiteX8029" y="connsiteY8029"/>
              </a:cxn>
              <a:cxn ang="0">
                <a:pos x="connsiteX8030" y="connsiteY8030"/>
              </a:cxn>
              <a:cxn ang="0">
                <a:pos x="connsiteX8031" y="connsiteY8031"/>
              </a:cxn>
              <a:cxn ang="0">
                <a:pos x="connsiteX8032" y="connsiteY8032"/>
              </a:cxn>
              <a:cxn ang="0">
                <a:pos x="connsiteX8033" y="connsiteY8033"/>
              </a:cxn>
              <a:cxn ang="0">
                <a:pos x="connsiteX8034" y="connsiteY8034"/>
              </a:cxn>
              <a:cxn ang="0">
                <a:pos x="connsiteX8035" y="connsiteY8035"/>
              </a:cxn>
              <a:cxn ang="0">
                <a:pos x="connsiteX8036" y="connsiteY8036"/>
              </a:cxn>
              <a:cxn ang="0">
                <a:pos x="connsiteX8037" y="connsiteY8037"/>
              </a:cxn>
              <a:cxn ang="0">
                <a:pos x="connsiteX8038" y="connsiteY8038"/>
              </a:cxn>
              <a:cxn ang="0">
                <a:pos x="connsiteX8039" y="connsiteY8039"/>
              </a:cxn>
              <a:cxn ang="0">
                <a:pos x="connsiteX8040" y="connsiteY8040"/>
              </a:cxn>
              <a:cxn ang="0">
                <a:pos x="connsiteX8041" y="connsiteY8041"/>
              </a:cxn>
              <a:cxn ang="0">
                <a:pos x="connsiteX8042" y="connsiteY8042"/>
              </a:cxn>
              <a:cxn ang="0">
                <a:pos x="connsiteX8043" y="connsiteY8043"/>
              </a:cxn>
              <a:cxn ang="0">
                <a:pos x="connsiteX8044" y="connsiteY8044"/>
              </a:cxn>
              <a:cxn ang="0">
                <a:pos x="connsiteX8045" y="connsiteY8045"/>
              </a:cxn>
              <a:cxn ang="0">
                <a:pos x="connsiteX8046" y="connsiteY8046"/>
              </a:cxn>
              <a:cxn ang="0">
                <a:pos x="connsiteX8047" y="connsiteY8047"/>
              </a:cxn>
              <a:cxn ang="0">
                <a:pos x="connsiteX8048" y="connsiteY8048"/>
              </a:cxn>
              <a:cxn ang="0">
                <a:pos x="connsiteX8049" y="connsiteY8049"/>
              </a:cxn>
              <a:cxn ang="0">
                <a:pos x="connsiteX8050" y="connsiteY8050"/>
              </a:cxn>
              <a:cxn ang="0">
                <a:pos x="connsiteX8051" y="connsiteY8051"/>
              </a:cxn>
              <a:cxn ang="0">
                <a:pos x="connsiteX8052" y="connsiteY8052"/>
              </a:cxn>
              <a:cxn ang="0">
                <a:pos x="connsiteX8053" y="connsiteY8053"/>
              </a:cxn>
              <a:cxn ang="0">
                <a:pos x="connsiteX8054" y="connsiteY8054"/>
              </a:cxn>
              <a:cxn ang="0">
                <a:pos x="connsiteX8055" y="connsiteY8055"/>
              </a:cxn>
              <a:cxn ang="0">
                <a:pos x="connsiteX8056" y="connsiteY8056"/>
              </a:cxn>
              <a:cxn ang="0">
                <a:pos x="connsiteX8057" y="connsiteY8057"/>
              </a:cxn>
              <a:cxn ang="0">
                <a:pos x="connsiteX8058" y="connsiteY8058"/>
              </a:cxn>
              <a:cxn ang="0">
                <a:pos x="connsiteX8059" y="connsiteY8059"/>
              </a:cxn>
              <a:cxn ang="0">
                <a:pos x="connsiteX8060" y="connsiteY8060"/>
              </a:cxn>
              <a:cxn ang="0">
                <a:pos x="connsiteX8061" y="connsiteY8061"/>
              </a:cxn>
              <a:cxn ang="0">
                <a:pos x="connsiteX8062" y="connsiteY8062"/>
              </a:cxn>
              <a:cxn ang="0">
                <a:pos x="connsiteX8063" y="connsiteY8063"/>
              </a:cxn>
              <a:cxn ang="0">
                <a:pos x="connsiteX8064" y="connsiteY8064"/>
              </a:cxn>
              <a:cxn ang="0">
                <a:pos x="connsiteX8065" y="connsiteY8065"/>
              </a:cxn>
              <a:cxn ang="0">
                <a:pos x="connsiteX8066" y="connsiteY8066"/>
              </a:cxn>
              <a:cxn ang="0">
                <a:pos x="connsiteX8067" y="connsiteY8067"/>
              </a:cxn>
              <a:cxn ang="0">
                <a:pos x="connsiteX8068" y="connsiteY8068"/>
              </a:cxn>
              <a:cxn ang="0">
                <a:pos x="connsiteX8069" y="connsiteY8069"/>
              </a:cxn>
              <a:cxn ang="0">
                <a:pos x="connsiteX8070" y="connsiteY8070"/>
              </a:cxn>
              <a:cxn ang="0">
                <a:pos x="connsiteX8071" y="connsiteY8071"/>
              </a:cxn>
              <a:cxn ang="0">
                <a:pos x="connsiteX8072" y="connsiteY8072"/>
              </a:cxn>
              <a:cxn ang="0">
                <a:pos x="connsiteX8073" y="connsiteY8073"/>
              </a:cxn>
              <a:cxn ang="0">
                <a:pos x="connsiteX8074" y="connsiteY8074"/>
              </a:cxn>
              <a:cxn ang="0">
                <a:pos x="connsiteX8075" y="connsiteY8075"/>
              </a:cxn>
              <a:cxn ang="0">
                <a:pos x="connsiteX8076" y="connsiteY8076"/>
              </a:cxn>
              <a:cxn ang="0">
                <a:pos x="connsiteX8077" y="connsiteY8077"/>
              </a:cxn>
              <a:cxn ang="0">
                <a:pos x="connsiteX8078" y="connsiteY8078"/>
              </a:cxn>
              <a:cxn ang="0">
                <a:pos x="connsiteX8079" y="connsiteY8079"/>
              </a:cxn>
              <a:cxn ang="0">
                <a:pos x="connsiteX8080" y="connsiteY8080"/>
              </a:cxn>
              <a:cxn ang="0">
                <a:pos x="connsiteX8081" y="connsiteY8081"/>
              </a:cxn>
              <a:cxn ang="0">
                <a:pos x="connsiteX8082" y="connsiteY8082"/>
              </a:cxn>
              <a:cxn ang="0">
                <a:pos x="connsiteX8083" y="connsiteY8083"/>
              </a:cxn>
              <a:cxn ang="0">
                <a:pos x="connsiteX8084" y="connsiteY8084"/>
              </a:cxn>
              <a:cxn ang="0">
                <a:pos x="connsiteX8085" y="connsiteY8085"/>
              </a:cxn>
              <a:cxn ang="0">
                <a:pos x="connsiteX8086" y="connsiteY8086"/>
              </a:cxn>
              <a:cxn ang="0">
                <a:pos x="connsiteX8087" y="connsiteY8087"/>
              </a:cxn>
              <a:cxn ang="0">
                <a:pos x="connsiteX8088" y="connsiteY8088"/>
              </a:cxn>
              <a:cxn ang="0">
                <a:pos x="connsiteX8089" y="connsiteY8089"/>
              </a:cxn>
              <a:cxn ang="0">
                <a:pos x="connsiteX8090" y="connsiteY8090"/>
              </a:cxn>
              <a:cxn ang="0">
                <a:pos x="connsiteX8091" y="connsiteY8091"/>
              </a:cxn>
              <a:cxn ang="0">
                <a:pos x="connsiteX8092" y="connsiteY8092"/>
              </a:cxn>
              <a:cxn ang="0">
                <a:pos x="connsiteX8093" y="connsiteY8093"/>
              </a:cxn>
              <a:cxn ang="0">
                <a:pos x="connsiteX8094" y="connsiteY8094"/>
              </a:cxn>
              <a:cxn ang="0">
                <a:pos x="connsiteX8095" y="connsiteY8095"/>
              </a:cxn>
              <a:cxn ang="0">
                <a:pos x="connsiteX8096" y="connsiteY8096"/>
              </a:cxn>
              <a:cxn ang="0">
                <a:pos x="connsiteX8097" y="connsiteY8097"/>
              </a:cxn>
              <a:cxn ang="0">
                <a:pos x="connsiteX8098" y="connsiteY8098"/>
              </a:cxn>
              <a:cxn ang="0">
                <a:pos x="connsiteX8099" y="connsiteY8099"/>
              </a:cxn>
              <a:cxn ang="0">
                <a:pos x="connsiteX8100" y="connsiteY8100"/>
              </a:cxn>
              <a:cxn ang="0">
                <a:pos x="connsiteX8101" y="connsiteY8101"/>
              </a:cxn>
              <a:cxn ang="0">
                <a:pos x="connsiteX8102" y="connsiteY8102"/>
              </a:cxn>
              <a:cxn ang="0">
                <a:pos x="connsiteX8103" y="connsiteY8103"/>
              </a:cxn>
              <a:cxn ang="0">
                <a:pos x="connsiteX8104" y="connsiteY8104"/>
              </a:cxn>
              <a:cxn ang="0">
                <a:pos x="connsiteX8105" y="connsiteY8105"/>
              </a:cxn>
              <a:cxn ang="0">
                <a:pos x="connsiteX8106" y="connsiteY8106"/>
              </a:cxn>
              <a:cxn ang="0">
                <a:pos x="connsiteX8107" y="connsiteY8107"/>
              </a:cxn>
              <a:cxn ang="0">
                <a:pos x="connsiteX8108" y="connsiteY8108"/>
              </a:cxn>
              <a:cxn ang="0">
                <a:pos x="connsiteX8109" y="connsiteY8109"/>
              </a:cxn>
              <a:cxn ang="0">
                <a:pos x="connsiteX8110" y="connsiteY8110"/>
              </a:cxn>
              <a:cxn ang="0">
                <a:pos x="connsiteX8111" y="connsiteY8111"/>
              </a:cxn>
              <a:cxn ang="0">
                <a:pos x="connsiteX8112" y="connsiteY8112"/>
              </a:cxn>
              <a:cxn ang="0">
                <a:pos x="connsiteX8113" y="connsiteY8113"/>
              </a:cxn>
              <a:cxn ang="0">
                <a:pos x="connsiteX8114" y="connsiteY8114"/>
              </a:cxn>
              <a:cxn ang="0">
                <a:pos x="connsiteX8115" y="connsiteY8115"/>
              </a:cxn>
              <a:cxn ang="0">
                <a:pos x="connsiteX8116" y="connsiteY8116"/>
              </a:cxn>
              <a:cxn ang="0">
                <a:pos x="connsiteX8117" y="connsiteY8117"/>
              </a:cxn>
              <a:cxn ang="0">
                <a:pos x="connsiteX8118" y="connsiteY8118"/>
              </a:cxn>
              <a:cxn ang="0">
                <a:pos x="connsiteX8119" y="connsiteY8119"/>
              </a:cxn>
              <a:cxn ang="0">
                <a:pos x="connsiteX8120" y="connsiteY8120"/>
              </a:cxn>
              <a:cxn ang="0">
                <a:pos x="connsiteX8121" y="connsiteY8121"/>
              </a:cxn>
              <a:cxn ang="0">
                <a:pos x="connsiteX8122" y="connsiteY8122"/>
              </a:cxn>
              <a:cxn ang="0">
                <a:pos x="connsiteX8123" y="connsiteY8123"/>
              </a:cxn>
              <a:cxn ang="0">
                <a:pos x="connsiteX8124" y="connsiteY8124"/>
              </a:cxn>
              <a:cxn ang="0">
                <a:pos x="connsiteX8125" y="connsiteY8125"/>
              </a:cxn>
              <a:cxn ang="0">
                <a:pos x="connsiteX8126" y="connsiteY8126"/>
              </a:cxn>
              <a:cxn ang="0">
                <a:pos x="connsiteX8127" y="connsiteY8127"/>
              </a:cxn>
              <a:cxn ang="0">
                <a:pos x="connsiteX8128" y="connsiteY8128"/>
              </a:cxn>
              <a:cxn ang="0">
                <a:pos x="connsiteX8129" y="connsiteY8129"/>
              </a:cxn>
              <a:cxn ang="0">
                <a:pos x="connsiteX8130" y="connsiteY8130"/>
              </a:cxn>
              <a:cxn ang="0">
                <a:pos x="connsiteX8131" y="connsiteY8131"/>
              </a:cxn>
              <a:cxn ang="0">
                <a:pos x="connsiteX8132" y="connsiteY8132"/>
              </a:cxn>
              <a:cxn ang="0">
                <a:pos x="connsiteX8133" y="connsiteY8133"/>
              </a:cxn>
              <a:cxn ang="0">
                <a:pos x="connsiteX8134" y="connsiteY8134"/>
              </a:cxn>
              <a:cxn ang="0">
                <a:pos x="connsiteX8135" y="connsiteY8135"/>
              </a:cxn>
              <a:cxn ang="0">
                <a:pos x="connsiteX8136" y="connsiteY8136"/>
              </a:cxn>
              <a:cxn ang="0">
                <a:pos x="connsiteX8137" y="connsiteY8137"/>
              </a:cxn>
              <a:cxn ang="0">
                <a:pos x="connsiteX8138" y="connsiteY8138"/>
              </a:cxn>
              <a:cxn ang="0">
                <a:pos x="connsiteX8139" y="connsiteY8139"/>
              </a:cxn>
              <a:cxn ang="0">
                <a:pos x="connsiteX8140" y="connsiteY8140"/>
              </a:cxn>
              <a:cxn ang="0">
                <a:pos x="connsiteX8141" y="connsiteY8141"/>
              </a:cxn>
              <a:cxn ang="0">
                <a:pos x="connsiteX8142" y="connsiteY8142"/>
              </a:cxn>
              <a:cxn ang="0">
                <a:pos x="connsiteX8143" y="connsiteY8143"/>
              </a:cxn>
              <a:cxn ang="0">
                <a:pos x="connsiteX8144" y="connsiteY8144"/>
              </a:cxn>
              <a:cxn ang="0">
                <a:pos x="connsiteX8145" y="connsiteY8145"/>
              </a:cxn>
              <a:cxn ang="0">
                <a:pos x="connsiteX8146" y="connsiteY8146"/>
              </a:cxn>
              <a:cxn ang="0">
                <a:pos x="connsiteX8147" y="connsiteY8147"/>
              </a:cxn>
              <a:cxn ang="0">
                <a:pos x="connsiteX8148" y="connsiteY8148"/>
              </a:cxn>
              <a:cxn ang="0">
                <a:pos x="connsiteX8149" y="connsiteY8149"/>
              </a:cxn>
              <a:cxn ang="0">
                <a:pos x="connsiteX8150" y="connsiteY8150"/>
              </a:cxn>
              <a:cxn ang="0">
                <a:pos x="connsiteX8151" y="connsiteY8151"/>
              </a:cxn>
              <a:cxn ang="0">
                <a:pos x="connsiteX8152" y="connsiteY8152"/>
              </a:cxn>
              <a:cxn ang="0">
                <a:pos x="connsiteX8153" y="connsiteY8153"/>
              </a:cxn>
              <a:cxn ang="0">
                <a:pos x="connsiteX8154" y="connsiteY8154"/>
              </a:cxn>
              <a:cxn ang="0">
                <a:pos x="connsiteX8155" y="connsiteY8155"/>
              </a:cxn>
              <a:cxn ang="0">
                <a:pos x="connsiteX8156" y="connsiteY8156"/>
              </a:cxn>
              <a:cxn ang="0">
                <a:pos x="connsiteX8157" y="connsiteY8157"/>
              </a:cxn>
              <a:cxn ang="0">
                <a:pos x="connsiteX8158" y="connsiteY8158"/>
              </a:cxn>
              <a:cxn ang="0">
                <a:pos x="connsiteX8159" y="connsiteY8159"/>
              </a:cxn>
              <a:cxn ang="0">
                <a:pos x="connsiteX8160" y="connsiteY8160"/>
              </a:cxn>
              <a:cxn ang="0">
                <a:pos x="connsiteX8161" y="connsiteY8161"/>
              </a:cxn>
              <a:cxn ang="0">
                <a:pos x="connsiteX8162" y="connsiteY8162"/>
              </a:cxn>
              <a:cxn ang="0">
                <a:pos x="connsiteX8163" y="connsiteY8163"/>
              </a:cxn>
              <a:cxn ang="0">
                <a:pos x="connsiteX8164" y="connsiteY8164"/>
              </a:cxn>
              <a:cxn ang="0">
                <a:pos x="connsiteX8165" y="connsiteY8165"/>
              </a:cxn>
              <a:cxn ang="0">
                <a:pos x="connsiteX8166" y="connsiteY8166"/>
              </a:cxn>
              <a:cxn ang="0">
                <a:pos x="connsiteX8167" y="connsiteY8167"/>
              </a:cxn>
              <a:cxn ang="0">
                <a:pos x="connsiteX8168" y="connsiteY8168"/>
              </a:cxn>
              <a:cxn ang="0">
                <a:pos x="connsiteX8169" y="connsiteY8169"/>
              </a:cxn>
              <a:cxn ang="0">
                <a:pos x="connsiteX8170" y="connsiteY8170"/>
              </a:cxn>
              <a:cxn ang="0">
                <a:pos x="connsiteX8171" y="connsiteY8171"/>
              </a:cxn>
              <a:cxn ang="0">
                <a:pos x="connsiteX8172" y="connsiteY8172"/>
              </a:cxn>
              <a:cxn ang="0">
                <a:pos x="connsiteX8173" y="connsiteY8173"/>
              </a:cxn>
              <a:cxn ang="0">
                <a:pos x="connsiteX8174" y="connsiteY8174"/>
              </a:cxn>
              <a:cxn ang="0">
                <a:pos x="connsiteX8175" y="connsiteY8175"/>
              </a:cxn>
              <a:cxn ang="0">
                <a:pos x="connsiteX8176" y="connsiteY8176"/>
              </a:cxn>
              <a:cxn ang="0">
                <a:pos x="connsiteX8177" y="connsiteY8177"/>
              </a:cxn>
              <a:cxn ang="0">
                <a:pos x="connsiteX8178" y="connsiteY8178"/>
              </a:cxn>
              <a:cxn ang="0">
                <a:pos x="connsiteX8179" y="connsiteY8179"/>
              </a:cxn>
              <a:cxn ang="0">
                <a:pos x="connsiteX8180" y="connsiteY8180"/>
              </a:cxn>
              <a:cxn ang="0">
                <a:pos x="connsiteX8181" y="connsiteY8181"/>
              </a:cxn>
              <a:cxn ang="0">
                <a:pos x="connsiteX8182" y="connsiteY8182"/>
              </a:cxn>
              <a:cxn ang="0">
                <a:pos x="connsiteX8183" y="connsiteY8183"/>
              </a:cxn>
              <a:cxn ang="0">
                <a:pos x="connsiteX8184" y="connsiteY8184"/>
              </a:cxn>
              <a:cxn ang="0">
                <a:pos x="connsiteX8185" y="connsiteY8185"/>
              </a:cxn>
              <a:cxn ang="0">
                <a:pos x="connsiteX8186" y="connsiteY8186"/>
              </a:cxn>
              <a:cxn ang="0">
                <a:pos x="connsiteX8187" y="connsiteY8187"/>
              </a:cxn>
              <a:cxn ang="0">
                <a:pos x="connsiteX8188" y="connsiteY8188"/>
              </a:cxn>
              <a:cxn ang="0">
                <a:pos x="connsiteX8189" y="connsiteY8189"/>
              </a:cxn>
              <a:cxn ang="0">
                <a:pos x="connsiteX8190" y="connsiteY8190"/>
              </a:cxn>
              <a:cxn ang="0">
                <a:pos x="connsiteX8191" y="connsiteY8191"/>
              </a:cxn>
              <a:cxn ang="0">
                <a:pos x="connsiteX8192" y="connsiteY8192"/>
              </a:cxn>
              <a:cxn ang="0">
                <a:pos x="connsiteX8193" y="connsiteY8193"/>
              </a:cxn>
              <a:cxn ang="0">
                <a:pos x="connsiteX8194" y="connsiteY8194"/>
              </a:cxn>
              <a:cxn ang="0">
                <a:pos x="connsiteX8195" y="connsiteY8195"/>
              </a:cxn>
              <a:cxn ang="0">
                <a:pos x="connsiteX8196" y="connsiteY8196"/>
              </a:cxn>
              <a:cxn ang="0">
                <a:pos x="connsiteX8197" y="connsiteY8197"/>
              </a:cxn>
              <a:cxn ang="0">
                <a:pos x="connsiteX8198" y="connsiteY8198"/>
              </a:cxn>
              <a:cxn ang="0">
                <a:pos x="connsiteX8199" y="connsiteY8199"/>
              </a:cxn>
              <a:cxn ang="0">
                <a:pos x="connsiteX8200" y="connsiteY8200"/>
              </a:cxn>
              <a:cxn ang="0">
                <a:pos x="connsiteX8201" y="connsiteY8201"/>
              </a:cxn>
              <a:cxn ang="0">
                <a:pos x="connsiteX8202" y="connsiteY8202"/>
              </a:cxn>
              <a:cxn ang="0">
                <a:pos x="connsiteX8203" y="connsiteY8203"/>
              </a:cxn>
              <a:cxn ang="0">
                <a:pos x="connsiteX8204" y="connsiteY8204"/>
              </a:cxn>
              <a:cxn ang="0">
                <a:pos x="connsiteX8205" y="connsiteY8205"/>
              </a:cxn>
              <a:cxn ang="0">
                <a:pos x="connsiteX8206" y="connsiteY8206"/>
              </a:cxn>
              <a:cxn ang="0">
                <a:pos x="connsiteX8207" y="connsiteY8207"/>
              </a:cxn>
              <a:cxn ang="0">
                <a:pos x="connsiteX8208" y="connsiteY8208"/>
              </a:cxn>
              <a:cxn ang="0">
                <a:pos x="connsiteX8209" y="connsiteY8209"/>
              </a:cxn>
              <a:cxn ang="0">
                <a:pos x="connsiteX8210" y="connsiteY8210"/>
              </a:cxn>
              <a:cxn ang="0">
                <a:pos x="connsiteX8211" y="connsiteY8211"/>
              </a:cxn>
              <a:cxn ang="0">
                <a:pos x="connsiteX8212" y="connsiteY8212"/>
              </a:cxn>
              <a:cxn ang="0">
                <a:pos x="connsiteX8213" y="connsiteY8213"/>
              </a:cxn>
              <a:cxn ang="0">
                <a:pos x="connsiteX8214" y="connsiteY8214"/>
              </a:cxn>
              <a:cxn ang="0">
                <a:pos x="connsiteX8215" y="connsiteY8215"/>
              </a:cxn>
              <a:cxn ang="0">
                <a:pos x="connsiteX8216" y="connsiteY8216"/>
              </a:cxn>
              <a:cxn ang="0">
                <a:pos x="connsiteX8217" y="connsiteY8217"/>
              </a:cxn>
              <a:cxn ang="0">
                <a:pos x="connsiteX8218" y="connsiteY8218"/>
              </a:cxn>
              <a:cxn ang="0">
                <a:pos x="connsiteX8219" y="connsiteY8219"/>
              </a:cxn>
              <a:cxn ang="0">
                <a:pos x="connsiteX8220" y="connsiteY8220"/>
              </a:cxn>
              <a:cxn ang="0">
                <a:pos x="connsiteX8221" y="connsiteY8221"/>
              </a:cxn>
              <a:cxn ang="0">
                <a:pos x="connsiteX8222" y="connsiteY8222"/>
              </a:cxn>
              <a:cxn ang="0">
                <a:pos x="connsiteX8223" y="connsiteY8223"/>
              </a:cxn>
              <a:cxn ang="0">
                <a:pos x="connsiteX8224" y="connsiteY8224"/>
              </a:cxn>
              <a:cxn ang="0">
                <a:pos x="connsiteX8225" y="connsiteY8225"/>
              </a:cxn>
              <a:cxn ang="0">
                <a:pos x="connsiteX8226" y="connsiteY8226"/>
              </a:cxn>
              <a:cxn ang="0">
                <a:pos x="connsiteX8227" y="connsiteY8227"/>
              </a:cxn>
              <a:cxn ang="0">
                <a:pos x="connsiteX8228" y="connsiteY8228"/>
              </a:cxn>
              <a:cxn ang="0">
                <a:pos x="connsiteX8229" y="connsiteY8229"/>
              </a:cxn>
              <a:cxn ang="0">
                <a:pos x="connsiteX8230" y="connsiteY8230"/>
              </a:cxn>
              <a:cxn ang="0">
                <a:pos x="connsiteX8231" y="connsiteY8231"/>
              </a:cxn>
              <a:cxn ang="0">
                <a:pos x="connsiteX8232" y="connsiteY8232"/>
              </a:cxn>
              <a:cxn ang="0">
                <a:pos x="connsiteX8233" y="connsiteY8233"/>
              </a:cxn>
              <a:cxn ang="0">
                <a:pos x="connsiteX8234" y="connsiteY8234"/>
              </a:cxn>
              <a:cxn ang="0">
                <a:pos x="connsiteX8235" y="connsiteY8235"/>
              </a:cxn>
              <a:cxn ang="0">
                <a:pos x="connsiteX8236" y="connsiteY8236"/>
              </a:cxn>
              <a:cxn ang="0">
                <a:pos x="connsiteX8237" y="connsiteY8237"/>
              </a:cxn>
              <a:cxn ang="0">
                <a:pos x="connsiteX8238" y="connsiteY8238"/>
              </a:cxn>
              <a:cxn ang="0">
                <a:pos x="connsiteX8239" y="connsiteY8239"/>
              </a:cxn>
              <a:cxn ang="0">
                <a:pos x="connsiteX8240" y="connsiteY8240"/>
              </a:cxn>
              <a:cxn ang="0">
                <a:pos x="connsiteX8241" y="connsiteY8241"/>
              </a:cxn>
              <a:cxn ang="0">
                <a:pos x="connsiteX8242" y="connsiteY8242"/>
              </a:cxn>
              <a:cxn ang="0">
                <a:pos x="connsiteX8243" y="connsiteY8243"/>
              </a:cxn>
              <a:cxn ang="0">
                <a:pos x="connsiteX8244" y="connsiteY8244"/>
              </a:cxn>
              <a:cxn ang="0">
                <a:pos x="connsiteX8245" y="connsiteY8245"/>
              </a:cxn>
              <a:cxn ang="0">
                <a:pos x="connsiteX8246" y="connsiteY8246"/>
              </a:cxn>
              <a:cxn ang="0">
                <a:pos x="connsiteX8247" y="connsiteY8247"/>
              </a:cxn>
              <a:cxn ang="0">
                <a:pos x="connsiteX8248" y="connsiteY8248"/>
              </a:cxn>
              <a:cxn ang="0">
                <a:pos x="connsiteX8249" y="connsiteY8249"/>
              </a:cxn>
              <a:cxn ang="0">
                <a:pos x="connsiteX8250" y="connsiteY8250"/>
              </a:cxn>
              <a:cxn ang="0">
                <a:pos x="connsiteX8251" y="connsiteY8251"/>
              </a:cxn>
              <a:cxn ang="0">
                <a:pos x="connsiteX8252" y="connsiteY8252"/>
              </a:cxn>
              <a:cxn ang="0">
                <a:pos x="connsiteX8253" y="connsiteY8253"/>
              </a:cxn>
              <a:cxn ang="0">
                <a:pos x="connsiteX8254" y="connsiteY8254"/>
              </a:cxn>
              <a:cxn ang="0">
                <a:pos x="connsiteX8255" y="connsiteY8255"/>
              </a:cxn>
              <a:cxn ang="0">
                <a:pos x="connsiteX8256" y="connsiteY8256"/>
              </a:cxn>
              <a:cxn ang="0">
                <a:pos x="connsiteX8257" y="connsiteY8257"/>
              </a:cxn>
              <a:cxn ang="0">
                <a:pos x="connsiteX8258" y="connsiteY8258"/>
              </a:cxn>
              <a:cxn ang="0">
                <a:pos x="connsiteX8259" y="connsiteY8259"/>
              </a:cxn>
              <a:cxn ang="0">
                <a:pos x="connsiteX8260" y="connsiteY8260"/>
              </a:cxn>
              <a:cxn ang="0">
                <a:pos x="connsiteX8261" y="connsiteY8261"/>
              </a:cxn>
              <a:cxn ang="0">
                <a:pos x="connsiteX8262" y="connsiteY8262"/>
              </a:cxn>
              <a:cxn ang="0">
                <a:pos x="connsiteX8263" y="connsiteY8263"/>
              </a:cxn>
              <a:cxn ang="0">
                <a:pos x="connsiteX8264" y="connsiteY8264"/>
              </a:cxn>
              <a:cxn ang="0">
                <a:pos x="connsiteX8265" y="connsiteY8265"/>
              </a:cxn>
              <a:cxn ang="0">
                <a:pos x="connsiteX8266" y="connsiteY8266"/>
              </a:cxn>
              <a:cxn ang="0">
                <a:pos x="connsiteX8267" y="connsiteY8267"/>
              </a:cxn>
              <a:cxn ang="0">
                <a:pos x="connsiteX8268" y="connsiteY8268"/>
              </a:cxn>
              <a:cxn ang="0">
                <a:pos x="connsiteX8269" y="connsiteY8269"/>
              </a:cxn>
              <a:cxn ang="0">
                <a:pos x="connsiteX8270" y="connsiteY8270"/>
              </a:cxn>
              <a:cxn ang="0">
                <a:pos x="connsiteX8271" y="connsiteY8271"/>
              </a:cxn>
              <a:cxn ang="0">
                <a:pos x="connsiteX8272" y="connsiteY8272"/>
              </a:cxn>
              <a:cxn ang="0">
                <a:pos x="connsiteX8273" y="connsiteY8273"/>
              </a:cxn>
              <a:cxn ang="0">
                <a:pos x="connsiteX8274" y="connsiteY8274"/>
              </a:cxn>
              <a:cxn ang="0">
                <a:pos x="connsiteX8275" y="connsiteY8275"/>
              </a:cxn>
              <a:cxn ang="0">
                <a:pos x="connsiteX8276" y="connsiteY8276"/>
              </a:cxn>
              <a:cxn ang="0">
                <a:pos x="connsiteX8277" y="connsiteY8277"/>
              </a:cxn>
              <a:cxn ang="0">
                <a:pos x="connsiteX8278" y="connsiteY8278"/>
              </a:cxn>
              <a:cxn ang="0">
                <a:pos x="connsiteX8279" y="connsiteY8279"/>
              </a:cxn>
              <a:cxn ang="0">
                <a:pos x="connsiteX8280" y="connsiteY8280"/>
              </a:cxn>
              <a:cxn ang="0">
                <a:pos x="connsiteX8281" y="connsiteY8281"/>
              </a:cxn>
              <a:cxn ang="0">
                <a:pos x="connsiteX8282" y="connsiteY8282"/>
              </a:cxn>
              <a:cxn ang="0">
                <a:pos x="connsiteX8283" y="connsiteY8283"/>
              </a:cxn>
              <a:cxn ang="0">
                <a:pos x="connsiteX8284" y="connsiteY8284"/>
              </a:cxn>
              <a:cxn ang="0">
                <a:pos x="connsiteX8285" y="connsiteY8285"/>
              </a:cxn>
              <a:cxn ang="0">
                <a:pos x="connsiteX8286" y="connsiteY8286"/>
              </a:cxn>
              <a:cxn ang="0">
                <a:pos x="connsiteX8287" y="connsiteY8287"/>
              </a:cxn>
              <a:cxn ang="0">
                <a:pos x="connsiteX8288" y="connsiteY8288"/>
              </a:cxn>
              <a:cxn ang="0">
                <a:pos x="connsiteX8289" y="connsiteY8289"/>
              </a:cxn>
              <a:cxn ang="0">
                <a:pos x="connsiteX8290" y="connsiteY8290"/>
              </a:cxn>
              <a:cxn ang="0">
                <a:pos x="connsiteX8291" y="connsiteY8291"/>
              </a:cxn>
              <a:cxn ang="0">
                <a:pos x="connsiteX8292" y="connsiteY8292"/>
              </a:cxn>
              <a:cxn ang="0">
                <a:pos x="connsiteX8293" y="connsiteY8293"/>
              </a:cxn>
              <a:cxn ang="0">
                <a:pos x="connsiteX8294" y="connsiteY8294"/>
              </a:cxn>
              <a:cxn ang="0">
                <a:pos x="connsiteX8295" y="connsiteY8295"/>
              </a:cxn>
              <a:cxn ang="0">
                <a:pos x="connsiteX8296" y="connsiteY8296"/>
              </a:cxn>
              <a:cxn ang="0">
                <a:pos x="connsiteX8297" y="connsiteY8297"/>
              </a:cxn>
              <a:cxn ang="0">
                <a:pos x="connsiteX8298" y="connsiteY8298"/>
              </a:cxn>
              <a:cxn ang="0">
                <a:pos x="connsiteX8299" y="connsiteY8299"/>
              </a:cxn>
              <a:cxn ang="0">
                <a:pos x="connsiteX8300" y="connsiteY8300"/>
              </a:cxn>
              <a:cxn ang="0">
                <a:pos x="connsiteX8301" y="connsiteY8301"/>
              </a:cxn>
              <a:cxn ang="0">
                <a:pos x="connsiteX8302" y="connsiteY8302"/>
              </a:cxn>
              <a:cxn ang="0">
                <a:pos x="connsiteX8303" y="connsiteY8303"/>
              </a:cxn>
              <a:cxn ang="0">
                <a:pos x="connsiteX8304" y="connsiteY8304"/>
              </a:cxn>
              <a:cxn ang="0">
                <a:pos x="connsiteX8305" y="connsiteY8305"/>
              </a:cxn>
              <a:cxn ang="0">
                <a:pos x="connsiteX8306" y="connsiteY8306"/>
              </a:cxn>
              <a:cxn ang="0">
                <a:pos x="connsiteX8307" y="connsiteY8307"/>
              </a:cxn>
              <a:cxn ang="0">
                <a:pos x="connsiteX8308" y="connsiteY8308"/>
              </a:cxn>
              <a:cxn ang="0">
                <a:pos x="connsiteX8309" y="connsiteY8309"/>
              </a:cxn>
              <a:cxn ang="0">
                <a:pos x="connsiteX8310" y="connsiteY8310"/>
              </a:cxn>
              <a:cxn ang="0">
                <a:pos x="connsiteX8311" y="connsiteY8311"/>
              </a:cxn>
              <a:cxn ang="0">
                <a:pos x="connsiteX8312" y="connsiteY8312"/>
              </a:cxn>
              <a:cxn ang="0">
                <a:pos x="connsiteX8313" y="connsiteY8313"/>
              </a:cxn>
              <a:cxn ang="0">
                <a:pos x="connsiteX8314" y="connsiteY8314"/>
              </a:cxn>
              <a:cxn ang="0">
                <a:pos x="connsiteX8315" y="connsiteY8315"/>
              </a:cxn>
              <a:cxn ang="0">
                <a:pos x="connsiteX8316" y="connsiteY8316"/>
              </a:cxn>
              <a:cxn ang="0">
                <a:pos x="connsiteX8317" y="connsiteY8317"/>
              </a:cxn>
              <a:cxn ang="0">
                <a:pos x="connsiteX8318" y="connsiteY8318"/>
              </a:cxn>
              <a:cxn ang="0">
                <a:pos x="connsiteX8319" y="connsiteY8319"/>
              </a:cxn>
              <a:cxn ang="0">
                <a:pos x="connsiteX8320" y="connsiteY8320"/>
              </a:cxn>
              <a:cxn ang="0">
                <a:pos x="connsiteX8321" y="connsiteY8321"/>
              </a:cxn>
              <a:cxn ang="0">
                <a:pos x="connsiteX8322" y="connsiteY8322"/>
              </a:cxn>
              <a:cxn ang="0">
                <a:pos x="connsiteX8323" y="connsiteY8323"/>
              </a:cxn>
              <a:cxn ang="0">
                <a:pos x="connsiteX8324" y="connsiteY8324"/>
              </a:cxn>
              <a:cxn ang="0">
                <a:pos x="connsiteX8325" y="connsiteY8325"/>
              </a:cxn>
              <a:cxn ang="0">
                <a:pos x="connsiteX8326" y="connsiteY8326"/>
              </a:cxn>
              <a:cxn ang="0">
                <a:pos x="connsiteX8327" y="connsiteY8327"/>
              </a:cxn>
              <a:cxn ang="0">
                <a:pos x="connsiteX8328" y="connsiteY8328"/>
              </a:cxn>
              <a:cxn ang="0">
                <a:pos x="connsiteX8329" y="connsiteY8329"/>
              </a:cxn>
              <a:cxn ang="0">
                <a:pos x="connsiteX8330" y="connsiteY8330"/>
              </a:cxn>
              <a:cxn ang="0">
                <a:pos x="connsiteX8331" y="connsiteY8331"/>
              </a:cxn>
              <a:cxn ang="0">
                <a:pos x="connsiteX8332" y="connsiteY8332"/>
              </a:cxn>
              <a:cxn ang="0">
                <a:pos x="connsiteX8333" y="connsiteY8333"/>
              </a:cxn>
              <a:cxn ang="0">
                <a:pos x="connsiteX8334" y="connsiteY8334"/>
              </a:cxn>
              <a:cxn ang="0">
                <a:pos x="connsiteX8335" y="connsiteY8335"/>
              </a:cxn>
              <a:cxn ang="0">
                <a:pos x="connsiteX8336" y="connsiteY8336"/>
              </a:cxn>
              <a:cxn ang="0">
                <a:pos x="connsiteX8337" y="connsiteY8337"/>
              </a:cxn>
              <a:cxn ang="0">
                <a:pos x="connsiteX8338" y="connsiteY8338"/>
              </a:cxn>
              <a:cxn ang="0">
                <a:pos x="connsiteX8339" y="connsiteY8339"/>
              </a:cxn>
              <a:cxn ang="0">
                <a:pos x="connsiteX8340" y="connsiteY8340"/>
              </a:cxn>
              <a:cxn ang="0">
                <a:pos x="connsiteX8341" y="connsiteY8341"/>
              </a:cxn>
              <a:cxn ang="0">
                <a:pos x="connsiteX8342" y="connsiteY8342"/>
              </a:cxn>
              <a:cxn ang="0">
                <a:pos x="connsiteX8343" y="connsiteY8343"/>
              </a:cxn>
              <a:cxn ang="0">
                <a:pos x="connsiteX8344" y="connsiteY8344"/>
              </a:cxn>
              <a:cxn ang="0">
                <a:pos x="connsiteX8345" y="connsiteY8345"/>
              </a:cxn>
              <a:cxn ang="0">
                <a:pos x="connsiteX8346" y="connsiteY8346"/>
              </a:cxn>
              <a:cxn ang="0">
                <a:pos x="connsiteX8347" y="connsiteY8347"/>
              </a:cxn>
              <a:cxn ang="0">
                <a:pos x="connsiteX8348" y="connsiteY8348"/>
              </a:cxn>
              <a:cxn ang="0">
                <a:pos x="connsiteX8349" y="connsiteY8349"/>
              </a:cxn>
              <a:cxn ang="0">
                <a:pos x="connsiteX8350" y="connsiteY8350"/>
              </a:cxn>
              <a:cxn ang="0">
                <a:pos x="connsiteX8351" y="connsiteY8351"/>
              </a:cxn>
              <a:cxn ang="0">
                <a:pos x="connsiteX8352" y="connsiteY8352"/>
              </a:cxn>
              <a:cxn ang="0">
                <a:pos x="connsiteX8353" y="connsiteY8353"/>
              </a:cxn>
              <a:cxn ang="0">
                <a:pos x="connsiteX8354" y="connsiteY8354"/>
              </a:cxn>
              <a:cxn ang="0">
                <a:pos x="connsiteX8355" y="connsiteY8355"/>
              </a:cxn>
              <a:cxn ang="0">
                <a:pos x="connsiteX8356" y="connsiteY8356"/>
              </a:cxn>
              <a:cxn ang="0">
                <a:pos x="connsiteX8357" y="connsiteY8357"/>
              </a:cxn>
              <a:cxn ang="0">
                <a:pos x="connsiteX8358" y="connsiteY8358"/>
              </a:cxn>
              <a:cxn ang="0">
                <a:pos x="connsiteX8359" y="connsiteY8359"/>
              </a:cxn>
              <a:cxn ang="0">
                <a:pos x="connsiteX8360" y="connsiteY8360"/>
              </a:cxn>
              <a:cxn ang="0">
                <a:pos x="connsiteX8361" y="connsiteY8361"/>
              </a:cxn>
              <a:cxn ang="0">
                <a:pos x="connsiteX8362" y="connsiteY8362"/>
              </a:cxn>
              <a:cxn ang="0">
                <a:pos x="connsiteX8363" y="connsiteY8363"/>
              </a:cxn>
              <a:cxn ang="0">
                <a:pos x="connsiteX8364" y="connsiteY8364"/>
              </a:cxn>
              <a:cxn ang="0">
                <a:pos x="connsiteX8365" y="connsiteY8365"/>
              </a:cxn>
              <a:cxn ang="0">
                <a:pos x="connsiteX8366" y="connsiteY8366"/>
              </a:cxn>
              <a:cxn ang="0">
                <a:pos x="connsiteX8367" y="connsiteY8367"/>
              </a:cxn>
              <a:cxn ang="0">
                <a:pos x="connsiteX8368" y="connsiteY8368"/>
              </a:cxn>
              <a:cxn ang="0">
                <a:pos x="connsiteX8369" y="connsiteY8369"/>
              </a:cxn>
              <a:cxn ang="0">
                <a:pos x="connsiteX8370" y="connsiteY8370"/>
              </a:cxn>
              <a:cxn ang="0">
                <a:pos x="connsiteX8371" y="connsiteY8371"/>
              </a:cxn>
              <a:cxn ang="0">
                <a:pos x="connsiteX8372" y="connsiteY8372"/>
              </a:cxn>
              <a:cxn ang="0">
                <a:pos x="connsiteX8373" y="connsiteY8373"/>
              </a:cxn>
              <a:cxn ang="0">
                <a:pos x="connsiteX8374" y="connsiteY8374"/>
              </a:cxn>
              <a:cxn ang="0">
                <a:pos x="connsiteX8375" y="connsiteY8375"/>
              </a:cxn>
              <a:cxn ang="0">
                <a:pos x="connsiteX8376" y="connsiteY8376"/>
              </a:cxn>
              <a:cxn ang="0">
                <a:pos x="connsiteX8377" y="connsiteY8377"/>
              </a:cxn>
              <a:cxn ang="0">
                <a:pos x="connsiteX8378" y="connsiteY8378"/>
              </a:cxn>
              <a:cxn ang="0">
                <a:pos x="connsiteX8379" y="connsiteY8379"/>
              </a:cxn>
              <a:cxn ang="0">
                <a:pos x="connsiteX8380" y="connsiteY8380"/>
              </a:cxn>
              <a:cxn ang="0">
                <a:pos x="connsiteX8381" y="connsiteY8381"/>
              </a:cxn>
              <a:cxn ang="0">
                <a:pos x="connsiteX8382" y="connsiteY8382"/>
              </a:cxn>
              <a:cxn ang="0">
                <a:pos x="connsiteX8383" y="connsiteY8383"/>
              </a:cxn>
              <a:cxn ang="0">
                <a:pos x="connsiteX8384" y="connsiteY8384"/>
              </a:cxn>
              <a:cxn ang="0">
                <a:pos x="connsiteX8385" y="connsiteY8385"/>
              </a:cxn>
              <a:cxn ang="0">
                <a:pos x="connsiteX8386" y="connsiteY8386"/>
              </a:cxn>
              <a:cxn ang="0">
                <a:pos x="connsiteX8387" y="connsiteY8387"/>
              </a:cxn>
              <a:cxn ang="0">
                <a:pos x="connsiteX8388" y="connsiteY8388"/>
              </a:cxn>
              <a:cxn ang="0">
                <a:pos x="connsiteX8389" y="connsiteY8389"/>
              </a:cxn>
              <a:cxn ang="0">
                <a:pos x="connsiteX8390" y="connsiteY8390"/>
              </a:cxn>
              <a:cxn ang="0">
                <a:pos x="connsiteX8391" y="connsiteY8391"/>
              </a:cxn>
              <a:cxn ang="0">
                <a:pos x="connsiteX8392" y="connsiteY8392"/>
              </a:cxn>
              <a:cxn ang="0">
                <a:pos x="connsiteX8393" y="connsiteY8393"/>
              </a:cxn>
              <a:cxn ang="0">
                <a:pos x="connsiteX8394" y="connsiteY8394"/>
              </a:cxn>
              <a:cxn ang="0">
                <a:pos x="connsiteX8395" y="connsiteY8395"/>
              </a:cxn>
              <a:cxn ang="0">
                <a:pos x="connsiteX8396" y="connsiteY8396"/>
              </a:cxn>
              <a:cxn ang="0">
                <a:pos x="connsiteX8397" y="connsiteY8397"/>
              </a:cxn>
              <a:cxn ang="0">
                <a:pos x="connsiteX8398" y="connsiteY8398"/>
              </a:cxn>
              <a:cxn ang="0">
                <a:pos x="connsiteX8399" y="connsiteY8399"/>
              </a:cxn>
              <a:cxn ang="0">
                <a:pos x="connsiteX8400" y="connsiteY8400"/>
              </a:cxn>
              <a:cxn ang="0">
                <a:pos x="connsiteX8401" y="connsiteY8401"/>
              </a:cxn>
              <a:cxn ang="0">
                <a:pos x="connsiteX8402" y="connsiteY8402"/>
              </a:cxn>
              <a:cxn ang="0">
                <a:pos x="connsiteX8403" y="connsiteY8403"/>
              </a:cxn>
              <a:cxn ang="0">
                <a:pos x="connsiteX8404" y="connsiteY8404"/>
              </a:cxn>
              <a:cxn ang="0">
                <a:pos x="connsiteX8405" y="connsiteY8405"/>
              </a:cxn>
              <a:cxn ang="0">
                <a:pos x="connsiteX8406" y="connsiteY8406"/>
              </a:cxn>
              <a:cxn ang="0">
                <a:pos x="connsiteX8407" y="connsiteY8407"/>
              </a:cxn>
              <a:cxn ang="0">
                <a:pos x="connsiteX8408" y="connsiteY8408"/>
              </a:cxn>
              <a:cxn ang="0">
                <a:pos x="connsiteX8409" y="connsiteY8409"/>
              </a:cxn>
              <a:cxn ang="0">
                <a:pos x="connsiteX8410" y="connsiteY8410"/>
              </a:cxn>
              <a:cxn ang="0">
                <a:pos x="connsiteX8411" y="connsiteY8411"/>
              </a:cxn>
              <a:cxn ang="0">
                <a:pos x="connsiteX8412" y="connsiteY8412"/>
              </a:cxn>
              <a:cxn ang="0">
                <a:pos x="connsiteX8413" y="connsiteY8413"/>
              </a:cxn>
              <a:cxn ang="0">
                <a:pos x="connsiteX8414" y="connsiteY8414"/>
              </a:cxn>
              <a:cxn ang="0">
                <a:pos x="connsiteX8415" y="connsiteY8415"/>
              </a:cxn>
              <a:cxn ang="0">
                <a:pos x="connsiteX8416" y="connsiteY8416"/>
              </a:cxn>
              <a:cxn ang="0">
                <a:pos x="connsiteX8417" y="connsiteY8417"/>
              </a:cxn>
              <a:cxn ang="0">
                <a:pos x="connsiteX8418" y="connsiteY8418"/>
              </a:cxn>
              <a:cxn ang="0">
                <a:pos x="connsiteX8419" y="connsiteY8419"/>
              </a:cxn>
              <a:cxn ang="0">
                <a:pos x="connsiteX8420" y="connsiteY8420"/>
              </a:cxn>
              <a:cxn ang="0">
                <a:pos x="connsiteX8421" y="connsiteY8421"/>
              </a:cxn>
              <a:cxn ang="0">
                <a:pos x="connsiteX8422" y="connsiteY8422"/>
              </a:cxn>
              <a:cxn ang="0">
                <a:pos x="connsiteX8423" y="connsiteY8423"/>
              </a:cxn>
              <a:cxn ang="0">
                <a:pos x="connsiteX8424" y="connsiteY8424"/>
              </a:cxn>
              <a:cxn ang="0">
                <a:pos x="connsiteX8425" y="connsiteY8425"/>
              </a:cxn>
              <a:cxn ang="0">
                <a:pos x="connsiteX8426" y="connsiteY8426"/>
              </a:cxn>
              <a:cxn ang="0">
                <a:pos x="connsiteX8427" y="connsiteY8427"/>
              </a:cxn>
              <a:cxn ang="0">
                <a:pos x="connsiteX8428" y="connsiteY8428"/>
              </a:cxn>
              <a:cxn ang="0">
                <a:pos x="connsiteX8429" y="connsiteY8429"/>
              </a:cxn>
              <a:cxn ang="0">
                <a:pos x="connsiteX8430" y="connsiteY8430"/>
              </a:cxn>
              <a:cxn ang="0">
                <a:pos x="connsiteX8431" y="connsiteY8431"/>
              </a:cxn>
              <a:cxn ang="0">
                <a:pos x="connsiteX8432" y="connsiteY8432"/>
              </a:cxn>
              <a:cxn ang="0">
                <a:pos x="connsiteX8433" y="connsiteY8433"/>
              </a:cxn>
              <a:cxn ang="0">
                <a:pos x="connsiteX8434" y="connsiteY8434"/>
              </a:cxn>
              <a:cxn ang="0">
                <a:pos x="connsiteX8435" y="connsiteY8435"/>
              </a:cxn>
              <a:cxn ang="0">
                <a:pos x="connsiteX8436" y="connsiteY8436"/>
              </a:cxn>
              <a:cxn ang="0">
                <a:pos x="connsiteX8437" y="connsiteY8437"/>
              </a:cxn>
              <a:cxn ang="0">
                <a:pos x="connsiteX8438" y="connsiteY8438"/>
              </a:cxn>
              <a:cxn ang="0">
                <a:pos x="connsiteX8439" y="connsiteY8439"/>
              </a:cxn>
              <a:cxn ang="0">
                <a:pos x="connsiteX8440" y="connsiteY8440"/>
              </a:cxn>
              <a:cxn ang="0">
                <a:pos x="connsiteX8441" y="connsiteY8441"/>
              </a:cxn>
              <a:cxn ang="0">
                <a:pos x="connsiteX8442" y="connsiteY8442"/>
              </a:cxn>
              <a:cxn ang="0">
                <a:pos x="connsiteX8443" y="connsiteY8443"/>
              </a:cxn>
              <a:cxn ang="0">
                <a:pos x="connsiteX8444" y="connsiteY8444"/>
              </a:cxn>
              <a:cxn ang="0">
                <a:pos x="connsiteX8445" y="connsiteY8445"/>
              </a:cxn>
              <a:cxn ang="0">
                <a:pos x="connsiteX8446" y="connsiteY8446"/>
              </a:cxn>
              <a:cxn ang="0">
                <a:pos x="connsiteX8447" y="connsiteY8447"/>
              </a:cxn>
              <a:cxn ang="0">
                <a:pos x="connsiteX8448" y="connsiteY8448"/>
              </a:cxn>
              <a:cxn ang="0">
                <a:pos x="connsiteX8449" y="connsiteY8449"/>
              </a:cxn>
              <a:cxn ang="0">
                <a:pos x="connsiteX8450" y="connsiteY8450"/>
              </a:cxn>
              <a:cxn ang="0">
                <a:pos x="connsiteX8451" y="connsiteY8451"/>
              </a:cxn>
              <a:cxn ang="0">
                <a:pos x="connsiteX8452" y="connsiteY8452"/>
              </a:cxn>
              <a:cxn ang="0">
                <a:pos x="connsiteX8453" y="connsiteY8453"/>
              </a:cxn>
              <a:cxn ang="0">
                <a:pos x="connsiteX8454" y="connsiteY8454"/>
              </a:cxn>
            </a:cxnLst>
            <a:rect l="l" t="t" r="r" b="b"/>
            <a:pathLst>
              <a:path w="3505200" h="3505200">
                <a:moveTo>
                  <a:pt x="1600200" y="191"/>
                </a:moveTo>
                <a:cubicBezTo>
                  <a:pt x="1600200" y="95"/>
                  <a:pt x="1600295" y="0"/>
                  <a:pt x="1600391" y="0"/>
                </a:cubicBezTo>
                <a:cubicBezTo>
                  <a:pt x="1600486" y="0"/>
                  <a:pt x="1600581" y="95"/>
                  <a:pt x="1600581" y="191"/>
                </a:cubicBezTo>
                <a:cubicBezTo>
                  <a:pt x="1600581" y="286"/>
                  <a:pt x="1600486" y="381"/>
                  <a:pt x="1600391" y="381"/>
                </a:cubicBezTo>
                <a:cubicBezTo>
                  <a:pt x="1600295" y="381"/>
                  <a:pt x="1600200" y="286"/>
                  <a:pt x="1600200" y="191"/>
                </a:cubicBezTo>
                <a:close/>
                <a:moveTo>
                  <a:pt x="1676591" y="381"/>
                </a:moveTo>
                <a:cubicBezTo>
                  <a:pt x="1676686" y="381"/>
                  <a:pt x="1676781" y="286"/>
                  <a:pt x="1676781" y="191"/>
                </a:cubicBezTo>
                <a:cubicBezTo>
                  <a:pt x="1676781" y="95"/>
                  <a:pt x="1676686" y="0"/>
                  <a:pt x="1676591" y="0"/>
                </a:cubicBezTo>
                <a:cubicBezTo>
                  <a:pt x="1676495" y="0"/>
                  <a:pt x="1676400" y="95"/>
                  <a:pt x="1676400" y="191"/>
                </a:cubicBezTo>
                <a:cubicBezTo>
                  <a:pt x="1676400" y="286"/>
                  <a:pt x="1676495" y="381"/>
                  <a:pt x="1676591" y="381"/>
                </a:cubicBezTo>
                <a:close/>
                <a:moveTo>
                  <a:pt x="1752791" y="381"/>
                </a:moveTo>
                <a:cubicBezTo>
                  <a:pt x="1752886" y="381"/>
                  <a:pt x="1752981" y="286"/>
                  <a:pt x="1752981" y="191"/>
                </a:cubicBezTo>
                <a:cubicBezTo>
                  <a:pt x="1752981" y="95"/>
                  <a:pt x="1752886" y="0"/>
                  <a:pt x="1752791" y="0"/>
                </a:cubicBezTo>
                <a:cubicBezTo>
                  <a:pt x="1752695" y="0"/>
                  <a:pt x="1752600" y="95"/>
                  <a:pt x="1752600" y="191"/>
                </a:cubicBezTo>
                <a:cubicBezTo>
                  <a:pt x="1752600" y="286"/>
                  <a:pt x="1752695" y="381"/>
                  <a:pt x="1752791" y="381"/>
                </a:cubicBezTo>
                <a:close/>
                <a:moveTo>
                  <a:pt x="1828991" y="381"/>
                </a:moveTo>
                <a:cubicBezTo>
                  <a:pt x="1829086" y="381"/>
                  <a:pt x="1829181" y="286"/>
                  <a:pt x="1829181" y="191"/>
                </a:cubicBezTo>
                <a:cubicBezTo>
                  <a:pt x="1829181" y="95"/>
                  <a:pt x="1829086" y="0"/>
                  <a:pt x="1828991" y="0"/>
                </a:cubicBezTo>
                <a:cubicBezTo>
                  <a:pt x="1828895" y="0"/>
                  <a:pt x="1828800" y="95"/>
                  <a:pt x="1828800" y="191"/>
                </a:cubicBezTo>
                <a:cubicBezTo>
                  <a:pt x="1828800" y="286"/>
                  <a:pt x="1828895" y="381"/>
                  <a:pt x="1828991" y="381"/>
                </a:cubicBezTo>
                <a:close/>
                <a:moveTo>
                  <a:pt x="1905191" y="381"/>
                </a:moveTo>
                <a:cubicBezTo>
                  <a:pt x="1905286" y="381"/>
                  <a:pt x="1905381" y="286"/>
                  <a:pt x="1905381" y="191"/>
                </a:cubicBezTo>
                <a:cubicBezTo>
                  <a:pt x="1905381" y="95"/>
                  <a:pt x="1905286" y="0"/>
                  <a:pt x="1905191" y="0"/>
                </a:cubicBezTo>
                <a:cubicBezTo>
                  <a:pt x="1905095" y="0"/>
                  <a:pt x="1905000" y="95"/>
                  <a:pt x="1905000" y="191"/>
                </a:cubicBezTo>
                <a:cubicBezTo>
                  <a:pt x="1905000" y="286"/>
                  <a:pt x="1905095" y="381"/>
                  <a:pt x="1905191" y="381"/>
                </a:cubicBezTo>
                <a:close/>
                <a:moveTo>
                  <a:pt x="1219391" y="76581"/>
                </a:moveTo>
                <a:cubicBezTo>
                  <a:pt x="1219486" y="76581"/>
                  <a:pt x="1219581" y="76486"/>
                  <a:pt x="1219581" y="76391"/>
                </a:cubicBezTo>
                <a:cubicBezTo>
                  <a:pt x="1219581" y="76295"/>
                  <a:pt x="1219486" y="76200"/>
                  <a:pt x="1219391" y="76200"/>
                </a:cubicBezTo>
                <a:cubicBezTo>
                  <a:pt x="1219295" y="76200"/>
                  <a:pt x="1219200" y="76295"/>
                  <a:pt x="1219200" y="76391"/>
                </a:cubicBezTo>
                <a:cubicBezTo>
                  <a:pt x="1219200" y="76486"/>
                  <a:pt x="1219295" y="76581"/>
                  <a:pt x="1219391" y="76581"/>
                </a:cubicBezTo>
                <a:close/>
                <a:moveTo>
                  <a:pt x="1295591" y="76867"/>
                </a:moveTo>
                <a:cubicBezTo>
                  <a:pt x="1295781" y="76867"/>
                  <a:pt x="1295972" y="76676"/>
                  <a:pt x="1295972" y="76486"/>
                </a:cubicBezTo>
                <a:cubicBezTo>
                  <a:pt x="1295972" y="76295"/>
                  <a:pt x="1295781" y="76105"/>
                  <a:pt x="1295591" y="76105"/>
                </a:cubicBezTo>
                <a:cubicBezTo>
                  <a:pt x="1295400" y="76105"/>
                  <a:pt x="1295210" y="76295"/>
                  <a:pt x="1295210" y="76486"/>
                </a:cubicBezTo>
                <a:cubicBezTo>
                  <a:pt x="1295210" y="76676"/>
                  <a:pt x="1295400" y="76867"/>
                  <a:pt x="1295591" y="76867"/>
                </a:cubicBezTo>
                <a:close/>
                <a:moveTo>
                  <a:pt x="1371791" y="77057"/>
                </a:moveTo>
                <a:cubicBezTo>
                  <a:pt x="1372172" y="77057"/>
                  <a:pt x="1372457" y="76772"/>
                  <a:pt x="1372457" y="76391"/>
                </a:cubicBezTo>
                <a:cubicBezTo>
                  <a:pt x="1372457" y="76010"/>
                  <a:pt x="1372172" y="75724"/>
                  <a:pt x="1371791" y="75724"/>
                </a:cubicBezTo>
                <a:cubicBezTo>
                  <a:pt x="1371410" y="75724"/>
                  <a:pt x="1371124" y="76010"/>
                  <a:pt x="1371124" y="76391"/>
                </a:cubicBezTo>
                <a:cubicBezTo>
                  <a:pt x="1371219" y="76772"/>
                  <a:pt x="1371505" y="77057"/>
                  <a:pt x="1371791" y="77057"/>
                </a:cubicBezTo>
                <a:close/>
                <a:moveTo>
                  <a:pt x="1447991" y="77248"/>
                </a:moveTo>
                <a:cubicBezTo>
                  <a:pt x="1448467" y="77248"/>
                  <a:pt x="1448848" y="76867"/>
                  <a:pt x="1448848" y="76391"/>
                </a:cubicBezTo>
                <a:cubicBezTo>
                  <a:pt x="1448848" y="75914"/>
                  <a:pt x="1448467" y="75533"/>
                  <a:pt x="1447991" y="75533"/>
                </a:cubicBezTo>
                <a:cubicBezTo>
                  <a:pt x="1447514" y="75533"/>
                  <a:pt x="1447133" y="75914"/>
                  <a:pt x="1447133" y="76391"/>
                </a:cubicBezTo>
                <a:cubicBezTo>
                  <a:pt x="1447133" y="76867"/>
                  <a:pt x="1447514" y="77248"/>
                  <a:pt x="1447991" y="77248"/>
                </a:cubicBezTo>
                <a:close/>
                <a:moveTo>
                  <a:pt x="1524191" y="77438"/>
                </a:moveTo>
                <a:cubicBezTo>
                  <a:pt x="1524762" y="77438"/>
                  <a:pt x="1525238" y="76962"/>
                  <a:pt x="1525238" y="76391"/>
                </a:cubicBezTo>
                <a:cubicBezTo>
                  <a:pt x="1525238" y="75819"/>
                  <a:pt x="1524762" y="75343"/>
                  <a:pt x="1524191" y="75343"/>
                </a:cubicBezTo>
                <a:cubicBezTo>
                  <a:pt x="1523619" y="75343"/>
                  <a:pt x="1523143" y="75819"/>
                  <a:pt x="1523143" y="76391"/>
                </a:cubicBezTo>
                <a:cubicBezTo>
                  <a:pt x="1523143" y="76962"/>
                  <a:pt x="1523619" y="77438"/>
                  <a:pt x="1524191" y="77438"/>
                </a:cubicBezTo>
                <a:close/>
                <a:moveTo>
                  <a:pt x="1600391" y="77724"/>
                </a:moveTo>
                <a:cubicBezTo>
                  <a:pt x="1601057" y="77724"/>
                  <a:pt x="1601629" y="77153"/>
                  <a:pt x="1601629" y="76486"/>
                </a:cubicBezTo>
                <a:cubicBezTo>
                  <a:pt x="1601629" y="75819"/>
                  <a:pt x="1601057" y="75248"/>
                  <a:pt x="1600391" y="75248"/>
                </a:cubicBezTo>
                <a:cubicBezTo>
                  <a:pt x="1599724" y="75248"/>
                  <a:pt x="1599152" y="75819"/>
                  <a:pt x="1599152" y="76486"/>
                </a:cubicBezTo>
                <a:cubicBezTo>
                  <a:pt x="1599152" y="77153"/>
                  <a:pt x="1599724" y="77724"/>
                  <a:pt x="1600391" y="77724"/>
                </a:cubicBezTo>
                <a:close/>
                <a:moveTo>
                  <a:pt x="1676591" y="77724"/>
                </a:moveTo>
                <a:cubicBezTo>
                  <a:pt x="1677257" y="77724"/>
                  <a:pt x="1677829" y="77153"/>
                  <a:pt x="1677829" y="76486"/>
                </a:cubicBezTo>
                <a:cubicBezTo>
                  <a:pt x="1677829" y="75819"/>
                  <a:pt x="1677257" y="75248"/>
                  <a:pt x="1676591" y="75248"/>
                </a:cubicBezTo>
                <a:cubicBezTo>
                  <a:pt x="1675924" y="75248"/>
                  <a:pt x="1675352" y="75819"/>
                  <a:pt x="1675352" y="76486"/>
                </a:cubicBezTo>
                <a:cubicBezTo>
                  <a:pt x="1675352" y="77153"/>
                  <a:pt x="1675924" y="77724"/>
                  <a:pt x="1676591" y="77724"/>
                </a:cubicBezTo>
                <a:close/>
                <a:moveTo>
                  <a:pt x="1752791" y="77724"/>
                </a:moveTo>
                <a:cubicBezTo>
                  <a:pt x="1753457" y="77724"/>
                  <a:pt x="1754029" y="77153"/>
                  <a:pt x="1754029" y="76486"/>
                </a:cubicBezTo>
                <a:cubicBezTo>
                  <a:pt x="1754029" y="75819"/>
                  <a:pt x="1753457" y="75248"/>
                  <a:pt x="1752791" y="75248"/>
                </a:cubicBezTo>
                <a:cubicBezTo>
                  <a:pt x="1752124" y="75248"/>
                  <a:pt x="1751552" y="75819"/>
                  <a:pt x="1751552" y="76486"/>
                </a:cubicBezTo>
                <a:cubicBezTo>
                  <a:pt x="1751552" y="77153"/>
                  <a:pt x="1752124" y="77724"/>
                  <a:pt x="1752791" y="77724"/>
                </a:cubicBezTo>
                <a:close/>
                <a:moveTo>
                  <a:pt x="1828991" y="77724"/>
                </a:moveTo>
                <a:cubicBezTo>
                  <a:pt x="1829657" y="77724"/>
                  <a:pt x="1830229" y="77153"/>
                  <a:pt x="1830229" y="76486"/>
                </a:cubicBezTo>
                <a:cubicBezTo>
                  <a:pt x="1830229" y="75819"/>
                  <a:pt x="1829657" y="75248"/>
                  <a:pt x="1828991" y="75248"/>
                </a:cubicBezTo>
                <a:cubicBezTo>
                  <a:pt x="1828324" y="75248"/>
                  <a:pt x="1827752" y="75819"/>
                  <a:pt x="1827752" y="76486"/>
                </a:cubicBezTo>
                <a:cubicBezTo>
                  <a:pt x="1827752" y="77153"/>
                  <a:pt x="1828324" y="77724"/>
                  <a:pt x="1828991" y="77724"/>
                </a:cubicBezTo>
                <a:close/>
                <a:moveTo>
                  <a:pt x="1905191" y="77724"/>
                </a:moveTo>
                <a:cubicBezTo>
                  <a:pt x="1905857" y="77724"/>
                  <a:pt x="1906429" y="77153"/>
                  <a:pt x="1906429" y="76486"/>
                </a:cubicBezTo>
                <a:cubicBezTo>
                  <a:pt x="1906429" y="75819"/>
                  <a:pt x="1905857" y="75248"/>
                  <a:pt x="1905191" y="75248"/>
                </a:cubicBezTo>
                <a:cubicBezTo>
                  <a:pt x="1904524" y="75248"/>
                  <a:pt x="1903952" y="75819"/>
                  <a:pt x="1903952" y="76486"/>
                </a:cubicBezTo>
                <a:cubicBezTo>
                  <a:pt x="1903952" y="77153"/>
                  <a:pt x="1904524" y="77724"/>
                  <a:pt x="1905191" y="77724"/>
                </a:cubicBezTo>
                <a:close/>
                <a:moveTo>
                  <a:pt x="1981391" y="77438"/>
                </a:moveTo>
                <a:cubicBezTo>
                  <a:pt x="1981962" y="77438"/>
                  <a:pt x="1982438" y="76962"/>
                  <a:pt x="1982438" y="76391"/>
                </a:cubicBezTo>
                <a:cubicBezTo>
                  <a:pt x="1982438" y="75819"/>
                  <a:pt x="1981962" y="75343"/>
                  <a:pt x="1981391" y="75343"/>
                </a:cubicBezTo>
                <a:cubicBezTo>
                  <a:pt x="1980819" y="75343"/>
                  <a:pt x="1980343" y="75819"/>
                  <a:pt x="1980343" y="76391"/>
                </a:cubicBezTo>
                <a:cubicBezTo>
                  <a:pt x="1980343" y="76962"/>
                  <a:pt x="1980819" y="77438"/>
                  <a:pt x="1981391" y="77438"/>
                </a:cubicBezTo>
                <a:close/>
                <a:moveTo>
                  <a:pt x="2057591" y="77248"/>
                </a:moveTo>
                <a:cubicBezTo>
                  <a:pt x="2058067" y="77248"/>
                  <a:pt x="2058448" y="76867"/>
                  <a:pt x="2058448" y="76391"/>
                </a:cubicBezTo>
                <a:cubicBezTo>
                  <a:pt x="2058448" y="75914"/>
                  <a:pt x="2058067" y="75533"/>
                  <a:pt x="2057591" y="75533"/>
                </a:cubicBezTo>
                <a:cubicBezTo>
                  <a:pt x="2057114" y="75533"/>
                  <a:pt x="2056733" y="75914"/>
                  <a:pt x="2056733" y="76391"/>
                </a:cubicBezTo>
                <a:cubicBezTo>
                  <a:pt x="2056733" y="76867"/>
                  <a:pt x="2057114" y="77248"/>
                  <a:pt x="2057591" y="77248"/>
                </a:cubicBezTo>
                <a:close/>
                <a:moveTo>
                  <a:pt x="2133791" y="77057"/>
                </a:moveTo>
                <a:cubicBezTo>
                  <a:pt x="2134172" y="77057"/>
                  <a:pt x="2134457" y="76772"/>
                  <a:pt x="2134457" y="76391"/>
                </a:cubicBezTo>
                <a:cubicBezTo>
                  <a:pt x="2134457" y="76010"/>
                  <a:pt x="2134172" y="75724"/>
                  <a:pt x="2133791" y="75724"/>
                </a:cubicBezTo>
                <a:cubicBezTo>
                  <a:pt x="2133410" y="75724"/>
                  <a:pt x="2133124" y="76010"/>
                  <a:pt x="2133124" y="76391"/>
                </a:cubicBezTo>
                <a:cubicBezTo>
                  <a:pt x="2133219" y="76772"/>
                  <a:pt x="2133505" y="77057"/>
                  <a:pt x="2133791" y="77057"/>
                </a:cubicBezTo>
                <a:close/>
                <a:moveTo>
                  <a:pt x="2209991" y="76867"/>
                </a:moveTo>
                <a:cubicBezTo>
                  <a:pt x="2210181" y="76867"/>
                  <a:pt x="2210372" y="76676"/>
                  <a:pt x="2210372" y="76486"/>
                </a:cubicBezTo>
                <a:cubicBezTo>
                  <a:pt x="2210372" y="76295"/>
                  <a:pt x="2210181" y="76105"/>
                  <a:pt x="2209991" y="76105"/>
                </a:cubicBezTo>
                <a:cubicBezTo>
                  <a:pt x="2209800" y="76105"/>
                  <a:pt x="2209610" y="76295"/>
                  <a:pt x="2209610" y="76486"/>
                </a:cubicBezTo>
                <a:cubicBezTo>
                  <a:pt x="2209610" y="76676"/>
                  <a:pt x="2209800" y="76867"/>
                  <a:pt x="2209991" y="76867"/>
                </a:cubicBezTo>
                <a:close/>
                <a:moveTo>
                  <a:pt x="2286191" y="76581"/>
                </a:moveTo>
                <a:cubicBezTo>
                  <a:pt x="2286286" y="76581"/>
                  <a:pt x="2286381" y="76486"/>
                  <a:pt x="2286381" y="76391"/>
                </a:cubicBezTo>
                <a:cubicBezTo>
                  <a:pt x="2286381" y="76295"/>
                  <a:pt x="2286286" y="76200"/>
                  <a:pt x="2286191" y="76200"/>
                </a:cubicBezTo>
                <a:cubicBezTo>
                  <a:pt x="2286095" y="76200"/>
                  <a:pt x="2286000" y="76295"/>
                  <a:pt x="2286000" y="76391"/>
                </a:cubicBezTo>
                <a:cubicBezTo>
                  <a:pt x="2286000" y="76486"/>
                  <a:pt x="2286095" y="76581"/>
                  <a:pt x="2286191" y="76581"/>
                </a:cubicBezTo>
                <a:close/>
                <a:moveTo>
                  <a:pt x="1066991" y="153067"/>
                </a:moveTo>
                <a:cubicBezTo>
                  <a:pt x="1067181" y="153067"/>
                  <a:pt x="1067372" y="152876"/>
                  <a:pt x="1067372" y="152686"/>
                </a:cubicBezTo>
                <a:cubicBezTo>
                  <a:pt x="1067372" y="152495"/>
                  <a:pt x="1067181" y="152305"/>
                  <a:pt x="1066991" y="152305"/>
                </a:cubicBezTo>
                <a:cubicBezTo>
                  <a:pt x="1066800" y="152305"/>
                  <a:pt x="1066610" y="152495"/>
                  <a:pt x="1066610" y="152686"/>
                </a:cubicBezTo>
                <a:cubicBezTo>
                  <a:pt x="1066610" y="152876"/>
                  <a:pt x="1066800" y="153067"/>
                  <a:pt x="1066991" y="153067"/>
                </a:cubicBezTo>
                <a:close/>
                <a:moveTo>
                  <a:pt x="1143191" y="153257"/>
                </a:moveTo>
                <a:cubicBezTo>
                  <a:pt x="1143572" y="153257"/>
                  <a:pt x="1143857" y="152972"/>
                  <a:pt x="1143857" y="152591"/>
                </a:cubicBezTo>
                <a:cubicBezTo>
                  <a:pt x="1143857" y="152210"/>
                  <a:pt x="1143572" y="151924"/>
                  <a:pt x="1143191" y="151924"/>
                </a:cubicBezTo>
                <a:cubicBezTo>
                  <a:pt x="1142810" y="151924"/>
                  <a:pt x="1142524" y="152210"/>
                  <a:pt x="1142524" y="152591"/>
                </a:cubicBezTo>
                <a:cubicBezTo>
                  <a:pt x="1142619" y="152972"/>
                  <a:pt x="1142905" y="153257"/>
                  <a:pt x="1143191" y="153257"/>
                </a:cubicBezTo>
                <a:close/>
                <a:moveTo>
                  <a:pt x="1219391" y="153638"/>
                </a:moveTo>
                <a:cubicBezTo>
                  <a:pt x="1219962" y="153638"/>
                  <a:pt x="1220438" y="153162"/>
                  <a:pt x="1220438" y="152591"/>
                </a:cubicBezTo>
                <a:cubicBezTo>
                  <a:pt x="1220438" y="152019"/>
                  <a:pt x="1219962" y="151543"/>
                  <a:pt x="1219391" y="151543"/>
                </a:cubicBezTo>
                <a:cubicBezTo>
                  <a:pt x="1218819" y="151543"/>
                  <a:pt x="1218343" y="152019"/>
                  <a:pt x="1218343" y="152591"/>
                </a:cubicBezTo>
                <a:cubicBezTo>
                  <a:pt x="1218343" y="153162"/>
                  <a:pt x="1218819" y="153638"/>
                  <a:pt x="1219391" y="153638"/>
                </a:cubicBezTo>
                <a:close/>
                <a:moveTo>
                  <a:pt x="1295591" y="154115"/>
                </a:moveTo>
                <a:cubicBezTo>
                  <a:pt x="1296448" y="154115"/>
                  <a:pt x="1297114" y="153448"/>
                  <a:pt x="1297114" y="152591"/>
                </a:cubicBezTo>
                <a:cubicBezTo>
                  <a:pt x="1297114" y="151733"/>
                  <a:pt x="1296448" y="151067"/>
                  <a:pt x="1295591" y="151067"/>
                </a:cubicBezTo>
                <a:cubicBezTo>
                  <a:pt x="1294733" y="151067"/>
                  <a:pt x="1294067" y="151733"/>
                  <a:pt x="1294067" y="152591"/>
                </a:cubicBezTo>
                <a:cubicBezTo>
                  <a:pt x="1294162" y="153448"/>
                  <a:pt x="1294829" y="154115"/>
                  <a:pt x="1295591" y="154115"/>
                </a:cubicBezTo>
                <a:close/>
                <a:moveTo>
                  <a:pt x="1371791" y="154305"/>
                </a:moveTo>
                <a:cubicBezTo>
                  <a:pt x="1372743" y="154305"/>
                  <a:pt x="1373505" y="153543"/>
                  <a:pt x="1373505" y="152591"/>
                </a:cubicBezTo>
                <a:cubicBezTo>
                  <a:pt x="1373505" y="151638"/>
                  <a:pt x="1372743" y="150876"/>
                  <a:pt x="1371791" y="150876"/>
                </a:cubicBezTo>
                <a:cubicBezTo>
                  <a:pt x="1370838" y="150876"/>
                  <a:pt x="1370076" y="151638"/>
                  <a:pt x="1370076" y="152591"/>
                </a:cubicBezTo>
                <a:cubicBezTo>
                  <a:pt x="1370076" y="153543"/>
                  <a:pt x="1370838" y="154305"/>
                  <a:pt x="1371791" y="154305"/>
                </a:cubicBezTo>
                <a:close/>
                <a:moveTo>
                  <a:pt x="1447991" y="154496"/>
                </a:moveTo>
                <a:cubicBezTo>
                  <a:pt x="1449038" y="154496"/>
                  <a:pt x="1449896" y="153638"/>
                  <a:pt x="1449896" y="152591"/>
                </a:cubicBezTo>
                <a:cubicBezTo>
                  <a:pt x="1449896" y="151543"/>
                  <a:pt x="1449038" y="150686"/>
                  <a:pt x="1447991" y="150686"/>
                </a:cubicBezTo>
                <a:cubicBezTo>
                  <a:pt x="1446943" y="150686"/>
                  <a:pt x="1446086" y="151543"/>
                  <a:pt x="1446086" y="152591"/>
                </a:cubicBezTo>
                <a:cubicBezTo>
                  <a:pt x="1446086" y="153638"/>
                  <a:pt x="1446943" y="154496"/>
                  <a:pt x="1447991" y="154496"/>
                </a:cubicBezTo>
                <a:close/>
                <a:moveTo>
                  <a:pt x="1524191" y="154686"/>
                </a:moveTo>
                <a:cubicBezTo>
                  <a:pt x="1525334" y="154686"/>
                  <a:pt x="1526286" y="153734"/>
                  <a:pt x="1526286" y="152591"/>
                </a:cubicBezTo>
                <a:cubicBezTo>
                  <a:pt x="1526286" y="151448"/>
                  <a:pt x="1525334" y="150495"/>
                  <a:pt x="1524191" y="150495"/>
                </a:cubicBezTo>
                <a:cubicBezTo>
                  <a:pt x="1523048" y="150495"/>
                  <a:pt x="1522095" y="151448"/>
                  <a:pt x="1522095" y="152591"/>
                </a:cubicBezTo>
                <a:cubicBezTo>
                  <a:pt x="1522095" y="153734"/>
                  <a:pt x="1523048" y="154686"/>
                  <a:pt x="1524191" y="154686"/>
                </a:cubicBezTo>
                <a:close/>
                <a:moveTo>
                  <a:pt x="1600391" y="154972"/>
                </a:moveTo>
                <a:cubicBezTo>
                  <a:pt x="1601629" y="154972"/>
                  <a:pt x="1602677" y="153924"/>
                  <a:pt x="1602677" y="152686"/>
                </a:cubicBezTo>
                <a:cubicBezTo>
                  <a:pt x="1602677" y="151448"/>
                  <a:pt x="1601629" y="150400"/>
                  <a:pt x="1600391" y="150400"/>
                </a:cubicBezTo>
                <a:cubicBezTo>
                  <a:pt x="1599152" y="150400"/>
                  <a:pt x="1598105" y="151448"/>
                  <a:pt x="1598105" y="152686"/>
                </a:cubicBezTo>
                <a:cubicBezTo>
                  <a:pt x="1598105" y="153924"/>
                  <a:pt x="1599152" y="154972"/>
                  <a:pt x="1600391" y="154972"/>
                </a:cubicBezTo>
                <a:close/>
                <a:moveTo>
                  <a:pt x="1676591" y="154972"/>
                </a:moveTo>
                <a:cubicBezTo>
                  <a:pt x="1677829" y="154972"/>
                  <a:pt x="1678877" y="153924"/>
                  <a:pt x="1678877" y="152686"/>
                </a:cubicBezTo>
                <a:cubicBezTo>
                  <a:pt x="1678877" y="151448"/>
                  <a:pt x="1677829" y="150400"/>
                  <a:pt x="1676591" y="150400"/>
                </a:cubicBezTo>
                <a:cubicBezTo>
                  <a:pt x="1675352" y="150400"/>
                  <a:pt x="1674305" y="151448"/>
                  <a:pt x="1674305" y="152686"/>
                </a:cubicBezTo>
                <a:cubicBezTo>
                  <a:pt x="1674305" y="153924"/>
                  <a:pt x="1675352" y="154972"/>
                  <a:pt x="1676591" y="154972"/>
                </a:cubicBezTo>
                <a:close/>
                <a:moveTo>
                  <a:pt x="1752791" y="155162"/>
                </a:moveTo>
                <a:cubicBezTo>
                  <a:pt x="1754219" y="155162"/>
                  <a:pt x="1755362" y="154019"/>
                  <a:pt x="1755362" y="152591"/>
                </a:cubicBezTo>
                <a:cubicBezTo>
                  <a:pt x="1755362" y="151162"/>
                  <a:pt x="1754219" y="150019"/>
                  <a:pt x="1752791" y="150019"/>
                </a:cubicBezTo>
                <a:cubicBezTo>
                  <a:pt x="1751362" y="150019"/>
                  <a:pt x="1750219" y="151162"/>
                  <a:pt x="1750219" y="152591"/>
                </a:cubicBezTo>
                <a:cubicBezTo>
                  <a:pt x="1750314" y="154019"/>
                  <a:pt x="1751457" y="155162"/>
                  <a:pt x="1752791" y="155162"/>
                </a:cubicBezTo>
                <a:close/>
                <a:moveTo>
                  <a:pt x="1828991" y="154972"/>
                </a:moveTo>
                <a:cubicBezTo>
                  <a:pt x="1830229" y="154972"/>
                  <a:pt x="1831277" y="153924"/>
                  <a:pt x="1831277" y="152686"/>
                </a:cubicBezTo>
                <a:cubicBezTo>
                  <a:pt x="1831277" y="151448"/>
                  <a:pt x="1830229" y="150400"/>
                  <a:pt x="1828991" y="150400"/>
                </a:cubicBezTo>
                <a:cubicBezTo>
                  <a:pt x="1827752" y="150400"/>
                  <a:pt x="1826705" y="151448"/>
                  <a:pt x="1826705" y="152686"/>
                </a:cubicBezTo>
                <a:cubicBezTo>
                  <a:pt x="1826705" y="153924"/>
                  <a:pt x="1827752" y="154972"/>
                  <a:pt x="1828991" y="154972"/>
                </a:cubicBezTo>
                <a:close/>
                <a:moveTo>
                  <a:pt x="1905191" y="154972"/>
                </a:moveTo>
                <a:cubicBezTo>
                  <a:pt x="1906429" y="154972"/>
                  <a:pt x="1907477" y="153924"/>
                  <a:pt x="1907477" y="152686"/>
                </a:cubicBezTo>
                <a:cubicBezTo>
                  <a:pt x="1907477" y="151448"/>
                  <a:pt x="1906429" y="150400"/>
                  <a:pt x="1905191" y="150400"/>
                </a:cubicBezTo>
                <a:cubicBezTo>
                  <a:pt x="1903952" y="150400"/>
                  <a:pt x="1902905" y="151448"/>
                  <a:pt x="1902905" y="152686"/>
                </a:cubicBezTo>
                <a:cubicBezTo>
                  <a:pt x="1902905" y="153924"/>
                  <a:pt x="1903952" y="154972"/>
                  <a:pt x="1905191" y="154972"/>
                </a:cubicBezTo>
                <a:close/>
                <a:moveTo>
                  <a:pt x="1981391" y="154686"/>
                </a:moveTo>
                <a:cubicBezTo>
                  <a:pt x="1982534" y="154686"/>
                  <a:pt x="1983486" y="153734"/>
                  <a:pt x="1983486" y="152591"/>
                </a:cubicBezTo>
                <a:cubicBezTo>
                  <a:pt x="1983486" y="151448"/>
                  <a:pt x="1982534" y="150495"/>
                  <a:pt x="1981391" y="150495"/>
                </a:cubicBezTo>
                <a:cubicBezTo>
                  <a:pt x="1980248" y="150495"/>
                  <a:pt x="1979295" y="151448"/>
                  <a:pt x="1979295" y="152591"/>
                </a:cubicBezTo>
                <a:cubicBezTo>
                  <a:pt x="1979295" y="153734"/>
                  <a:pt x="1980248" y="154686"/>
                  <a:pt x="1981391" y="154686"/>
                </a:cubicBezTo>
                <a:close/>
                <a:moveTo>
                  <a:pt x="2057591" y="154686"/>
                </a:moveTo>
                <a:cubicBezTo>
                  <a:pt x="2058734" y="154686"/>
                  <a:pt x="2059686" y="153734"/>
                  <a:pt x="2059686" y="152591"/>
                </a:cubicBezTo>
                <a:cubicBezTo>
                  <a:pt x="2059686" y="151448"/>
                  <a:pt x="2058734" y="150495"/>
                  <a:pt x="2057591" y="150495"/>
                </a:cubicBezTo>
                <a:cubicBezTo>
                  <a:pt x="2056448" y="150495"/>
                  <a:pt x="2055495" y="151448"/>
                  <a:pt x="2055495" y="152591"/>
                </a:cubicBezTo>
                <a:cubicBezTo>
                  <a:pt x="2055495" y="153734"/>
                  <a:pt x="2056448" y="154686"/>
                  <a:pt x="2057591" y="154686"/>
                </a:cubicBezTo>
                <a:close/>
                <a:moveTo>
                  <a:pt x="2133791" y="154496"/>
                </a:moveTo>
                <a:cubicBezTo>
                  <a:pt x="2134838" y="154496"/>
                  <a:pt x="2135696" y="153638"/>
                  <a:pt x="2135696" y="152591"/>
                </a:cubicBezTo>
                <a:cubicBezTo>
                  <a:pt x="2135696" y="151543"/>
                  <a:pt x="2134838" y="150686"/>
                  <a:pt x="2133791" y="150686"/>
                </a:cubicBezTo>
                <a:cubicBezTo>
                  <a:pt x="2132743" y="150686"/>
                  <a:pt x="2131886" y="151543"/>
                  <a:pt x="2131886" y="152591"/>
                </a:cubicBezTo>
                <a:cubicBezTo>
                  <a:pt x="2131886" y="153638"/>
                  <a:pt x="2132743" y="154496"/>
                  <a:pt x="2133791" y="154496"/>
                </a:cubicBezTo>
                <a:close/>
                <a:moveTo>
                  <a:pt x="2209991" y="154115"/>
                </a:moveTo>
                <a:cubicBezTo>
                  <a:pt x="2210848" y="154115"/>
                  <a:pt x="2211515" y="153448"/>
                  <a:pt x="2211515" y="152591"/>
                </a:cubicBezTo>
                <a:cubicBezTo>
                  <a:pt x="2211515" y="151733"/>
                  <a:pt x="2210848" y="151067"/>
                  <a:pt x="2209991" y="151067"/>
                </a:cubicBezTo>
                <a:cubicBezTo>
                  <a:pt x="2209133" y="151067"/>
                  <a:pt x="2208467" y="151733"/>
                  <a:pt x="2208467" y="152591"/>
                </a:cubicBezTo>
                <a:cubicBezTo>
                  <a:pt x="2208562" y="153448"/>
                  <a:pt x="2209229" y="154115"/>
                  <a:pt x="2209991" y="154115"/>
                </a:cubicBezTo>
                <a:close/>
                <a:moveTo>
                  <a:pt x="2286191" y="153638"/>
                </a:moveTo>
                <a:cubicBezTo>
                  <a:pt x="2286762" y="153638"/>
                  <a:pt x="2287238" y="153162"/>
                  <a:pt x="2287238" y="152591"/>
                </a:cubicBezTo>
                <a:cubicBezTo>
                  <a:pt x="2287238" y="152019"/>
                  <a:pt x="2286762" y="151543"/>
                  <a:pt x="2286191" y="151543"/>
                </a:cubicBezTo>
                <a:cubicBezTo>
                  <a:pt x="2285619" y="151543"/>
                  <a:pt x="2285143" y="152019"/>
                  <a:pt x="2285143" y="152591"/>
                </a:cubicBezTo>
                <a:cubicBezTo>
                  <a:pt x="2285143" y="153162"/>
                  <a:pt x="2285619" y="153638"/>
                  <a:pt x="2286191" y="153638"/>
                </a:cubicBezTo>
                <a:close/>
                <a:moveTo>
                  <a:pt x="2362391" y="153448"/>
                </a:moveTo>
                <a:cubicBezTo>
                  <a:pt x="2362867" y="153448"/>
                  <a:pt x="2363248" y="153067"/>
                  <a:pt x="2363248" y="152591"/>
                </a:cubicBezTo>
                <a:cubicBezTo>
                  <a:pt x="2363248" y="152114"/>
                  <a:pt x="2362867" y="151733"/>
                  <a:pt x="2362391" y="151733"/>
                </a:cubicBezTo>
                <a:cubicBezTo>
                  <a:pt x="2361914" y="151733"/>
                  <a:pt x="2361533" y="152114"/>
                  <a:pt x="2361533" y="152591"/>
                </a:cubicBezTo>
                <a:cubicBezTo>
                  <a:pt x="2361533" y="153067"/>
                  <a:pt x="2361914" y="153448"/>
                  <a:pt x="2362391" y="153448"/>
                </a:cubicBezTo>
                <a:close/>
                <a:moveTo>
                  <a:pt x="2438591" y="153067"/>
                </a:moveTo>
                <a:cubicBezTo>
                  <a:pt x="2438781" y="153067"/>
                  <a:pt x="2438972" y="152876"/>
                  <a:pt x="2438972" y="152686"/>
                </a:cubicBezTo>
                <a:cubicBezTo>
                  <a:pt x="2438972" y="152495"/>
                  <a:pt x="2438781" y="152305"/>
                  <a:pt x="2438591" y="152305"/>
                </a:cubicBezTo>
                <a:cubicBezTo>
                  <a:pt x="2438400" y="152305"/>
                  <a:pt x="2438210" y="152495"/>
                  <a:pt x="2438210" y="152686"/>
                </a:cubicBezTo>
                <a:cubicBezTo>
                  <a:pt x="2438210" y="152876"/>
                  <a:pt x="2438400" y="153067"/>
                  <a:pt x="2438591" y="153067"/>
                </a:cubicBezTo>
                <a:close/>
                <a:moveTo>
                  <a:pt x="914590" y="229267"/>
                </a:moveTo>
                <a:cubicBezTo>
                  <a:pt x="914781" y="229267"/>
                  <a:pt x="914972" y="229076"/>
                  <a:pt x="914972" y="228886"/>
                </a:cubicBezTo>
                <a:cubicBezTo>
                  <a:pt x="914972" y="228695"/>
                  <a:pt x="914781" y="228505"/>
                  <a:pt x="914590" y="228505"/>
                </a:cubicBezTo>
                <a:cubicBezTo>
                  <a:pt x="914400" y="228505"/>
                  <a:pt x="914210" y="228695"/>
                  <a:pt x="914210" y="228886"/>
                </a:cubicBezTo>
                <a:cubicBezTo>
                  <a:pt x="914210" y="229076"/>
                  <a:pt x="914400" y="229267"/>
                  <a:pt x="914590" y="229267"/>
                </a:cubicBezTo>
                <a:close/>
                <a:moveTo>
                  <a:pt x="990790" y="229648"/>
                </a:moveTo>
                <a:cubicBezTo>
                  <a:pt x="991267" y="229648"/>
                  <a:pt x="991648" y="229267"/>
                  <a:pt x="991648" y="228791"/>
                </a:cubicBezTo>
                <a:cubicBezTo>
                  <a:pt x="991648" y="228314"/>
                  <a:pt x="991267" y="227933"/>
                  <a:pt x="990790" y="227933"/>
                </a:cubicBezTo>
                <a:cubicBezTo>
                  <a:pt x="990314" y="227933"/>
                  <a:pt x="989933" y="228314"/>
                  <a:pt x="989933" y="228791"/>
                </a:cubicBezTo>
                <a:cubicBezTo>
                  <a:pt x="989933" y="229267"/>
                  <a:pt x="990314" y="229648"/>
                  <a:pt x="990790" y="229648"/>
                </a:cubicBezTo>
                <a:close/>
                <a:moveTo>
                  <a:pt x="1066991" y="230124"/>
                </a:moveTo>
                <a:cubicBezTo>
                  <a:pt x="1067657" y="230124"/>
                  <a:pt x="1068229" y="229553"/>
                  <a:pt x="1068229" y="228886"/>
                </a:cubicBezTo>
                <a:cubicBezTo>
                  <a:pt x="1068229" y="228219"/>
                  <a:pt x="1067657" y="227648"/>
                  <a:pt x="1066991" y="227648"/>
                </a:cubicBezTo>
                <a:cubicBezTo>
                  <a:pt x="1066324" y="227648"/>
                  <a:pt x="1065752" y="228219"/>
                  <a:pt x="1065752" y="228886"/>
                </a:cubicBezTo>
                <a:cubicBezTo>
                  <a:pt x="1065752" y="229553"/>
                  <a:pt x="1066324" y="230124"/>
                  <a:pt x="1066991" y="230124"/>
                </a:cubicBezTo>
                <a:close/>
                <a:moveTo>
                  <a:pt x="1143191" y="230696"/>
                </a:moveTo>
                <a:cubicBezTo>
                  <a:pt x="1144238" y="230696"/>
                  <a:pt x="1145096" y="229838"/>
                  <a:pt x="1145096" y="228791"/>
                </a:cubicBezTo>
                <a:cubicBezTo>
                  <a:pt x="1145096" y="227743"/>
                  <a:pt x="1144238" y="226886"/>
                  <a:pt x="1143191" y="226886"/>
                </a:cubicBezTo>
                <a:cubicBezTo>
                  <a:pt x="1142143" y="226886"/>
                  <a:pt x="1141286" y="227743"/>
                  <a:pt x="1141286" y="228791"/>
                </a:cubicBezTo>
                <a:cubicBezTo>
                  <a:pt x="1141286" y="229838"/>
                  <a:pt x="1142143" y="230696"/>
                  <a:pt x="1143191" y="230696"/>
                </a:cubicBezTo>
                <a:close/>
                <a:moveTo>
                  <a:pt x="1219391" y="230886"/>
                </a:moveTo>
                <a:cubicBezTo>
                  <a:pt x="1220534" y="230886"/>
                  <a:pt x="1221486" y="229934"/>
                  <a:pt x="1221486" y="228791"/>
                </a:cubicBezTo>
                <a:cubicBezTo>
                  <a:pt x="1221486" y="227648"/>
                  <a:pt x="1220534" y="226695"/>
                  <a:pt x="1219391" y="226695"/>
                </a:cubicBezTo>
                <a:cubicBezTo>
                  <a:pt x="1218248" y="226695"/>
                  <a:pt x="1217295" y="227648"/>
                  <a:pt x="1217295" y="228791"/>
                </a:cubicBezTo>
                <a:cubicBezTo>
                  <a:pt x="1217295" y="229934"/>
                  <a:pt x="1218248" y="230886"/>
                  <a:pt x="1219391" y="230886"/>
                </a:cubicBezTo>
                <a:close/>
                <a:moveTo>
                  <a:pt x="1295591" y="231362"/>
                </a:moveTo>
                <a:cubicBezTo>
                  <a:pt x="1297019" y="231362"/>
                  <a:pt x="1298162" y="230219"/>
                  <a:pt x="1298162" y="228791"/>
                </a:cubicBezTo>
                <a:cubicBezTo>
                  <a:pt x="1298162" y="227362"/>
                  <a:pt x="1297019" y="226219"/>
                  <a:pt x="1295591" y="226219"/>
                </a:cubicBezTo>
                <a:cubicBezTo>
                  <a:pt x="1294162" y="226219"/>
                  <a:pt x="1293019" y="227362"/>
                  <a:pt x="1293019" y="228791"/>
                </a:cubicBezTo>
                <a:cubicBezTo>
                  <a:pt x="1293114" y="230219"/>
                  <a:pt x="1294257" y="231362"/>
                  <a:pt x="1295591" y="231362"/>
                </a:cubicBezTo>
                <a:close/>
                <a:moveTo>
                  <a:pt x="1371791" y="231743"/>
                </a:moveTo>
                <a:cubicBezTo>
                  <a:pt x="1373410" y="231743"/>
                  <a:pt x="1374743" y="230410"/>
                  <a:pt x="1374743" y="228791"/>
                </a:cubicBezTo>
                <a:cubicBezTo>
                  <a:pt x="1374743" y="227171"/>
                  <a:pt x="1373410" y="225838"/>
                  <a:pt x="1371791" y="225838"/>
                </a:cubicBezTo>
                <a:cubicBezTo>
                  <a:pt x="1370171" y="225838"/>
                  <a:pt x="1368838" y="227171"/>
                  <a:pt x="1368838" y="228791"/>
                </a:cubicBezTo>
                <a:cubicBezTo>
                  <a:pt x="1368838" y="230410"/>
                  <a:pt x="1370171" y="231743"/>
                  <a:pt x="1371791" y="231743"/>
                </a:cubicBezTo>
                <a:close/>
                <a:moveTo>
                  <a:pt x="1447991" y="231934"/>
                </a:moveTo>
                <a:cubicBezTo>
                  <a:pt x="1449705" y="231934"/>
                  <a:pt x="1451134" y="230505"/>
                  <a:pt x="1451134" y="228791"/>
                </a:cubicBezTo>
                <a:cubicBezTo>
                  <a:pt x="1451134" y="227076"/>
                  <a:pt x="1449705" y="225647"/>
                  <a:pt x="1447991" y="225647"/>
                </a:cubicBezTo>
                <a:cubicBezTo>
                  <a:pt x="1446276" y="225647"/>
                  <a:pt x="1444847" y="227076"/>
                  <a:pt x="1444847" y="228791"/>
                </a:cubicBezTo>
                <a:cubicBezTo>
                  <a:pt x="1444847" y="230505"/>
                  <a:pt x="1446276" y="231934"/>
                  <a:pt x="1447991" y="231934"/>
                </a:cubicBezTo>
                <a:close/>
                <a:moveTo>
                  <a:pt x="1524191" y="232219"/>
                </a:moveTo>
                <a:cubicBezTo>
                  <a:pt x="1526096" y="232219"/>
                  <a:pt x="1527524" y="230696"/>
                  <a:pt x="1527524" y="228886"/>
                </a:cubicBezTo>
                <a:cubicBezTo>
                  <a:pt x="1527524" y="226981"/>
                  <a:pt x="1526000" y="225552"/>
                  <a:pt x="1524191" y="225552"/>
                </a:cubicBezTo>
                <a:cubicBezTo>
                  <a:pt x="1522381" y="225552"/>
                  <a:pt x="1520857" y="227076"/>
                  <a:pt x="1520857" y="228886"/>
                </a:cubicBezTo>
                <a:cubicBezTo>
                  <a:pt x="1520857" y="230696"/>
                  <a:pt x="1522381" y="232219"/>
                  <a:pt x="1524191" y="232219"/>
                </a:cubicBezTo>
                <a:close/>
                <a:moveTo>
                  <a:pt x="1600391" y="232410"/>
                </a:moveTo>
                <a:cubicBezTo>
                  <a:pt x="1602391" y="232410"/>
                  <a:pt x="1604010" y="230791"/>
                  <a:pt x="1604010" y="228791"/>
                </a:cubicBezTo>
                <a:cubicBezTo>
                  <a:pt x="1604010" y="226790"/>
                  <a:pt x="1602391" y="225171"/>
                  <a:pt x="1600391" y="225171"/>
                </a:cubicBezTo>
                <a:cubicBezTo>
                  <a:pt x="1598390" y="225171"/>
                  <a:pt x="1596771" y="226790"/>
                  <a:pt x="1596771" y="228791"/>
                </a:cubicBezTo>
                <a:cubicBezTo>
                  <a:pt x="1596771" y="230791"/>
                  <a:pt x="1598390" y="232410"/>
                  <a:pt x="1600391" y="232410"/>
                </a:cubicBezTo>
                <a:close/>
                <a:moveTo>
                  <a:pt x="1676591" y="232410"/>
                </a:moveTo>
                <a:cubicBezTo>
                  <a:pt x="1678591" y="232410"/>
                  <a:pt x="1680210" y="230791"/>
                  <a:pt x="1680210" y="228791"/>
                </a:cubicBezTo>
                <a:cubicBezTo>
                  <a:pt x="1680210" y="226790"/>
                  <a:pt x="1678591" y="225171"/>
                  <a:pt x="1676591" y="225171"/>
                </a:cubicBezTo>
                <a:cubicBezTo>
                  <a:pt x="1674590" y="225171"/>
                  <a:pt x="1672971" y="226790"/>
                  <a:pt x="1672971" y="228791"/>
                </a:cubicBezTo>
                <a:cubicBezTo>
                  <a:pt x="1672971" y="230791"/>
                  <a:pt x="1674590" y="232410"/>
                  <a:pt x="1676591" y="232410"/>
                </a:cubicBezTo>
                <a:close/>
                <a:moveTo>
                  <a:pt x="1752791" y="232410"/>
                </a:moveTo>
                <a:cubicBezTo>
                  <a:pt x="1754791" y="232410"/>
                  <a:pt x="1756410" y="230791"/>
                  <a:pt x="1756410" y="228791"/>
                </a:cubicBezTo>
                <a:cubicBezTo>
                  <a:pt x="1756410" y="226790"/>
                  <a:pt x="1754791" y="225171"/>
                  <a:pt x="1752791" y="225171"/>
                </a:cubicBezTo>
                <a:cubicBezTo>
                  <a:pt x="1750790" y="225171"/>
                  <a:pt x="1749171" y="226790"/>
                  <a:pt x="1749171" y="228791"/>
                </a:cubicBezTo>
                <a:cubicBezTo>
                  <a:pt x="1749171" y="230791"/>
                  <a:pt x="1750790" y="232410"/>
                  <a:pt x="1752791" y="232410"/>
                </a:cubicBezTo>
                <a:close/>
                <a:moveTo>
                  <a:pt x="1828991" y="232410"/>
                </a:moveTo>
                <a:cubicBezTo>
                  <a:pt x="1830991" y="232410"/>
                  <a:pt x="1832610" y="230791"/>
                  <a:pt x="1832610" y="228791"/>
                </a:cubicBezTo>
                <a:cubicBezTo>
                  <a:pt x="1832610" y="226790"/>
                  <a:pt x="1830991" y="225171"/>
                  <a:pt x="1828991" y="225171"/>
                </a:cubicBezTo>
                <a:cubicBezTo>
                  <a:pt x="1826990" y="225171"/>
                  <a:pt x="1825371" y="226790"/>
                  <a:pt x="1825371" y="228791"/>
                </a:cubicBezTo>
                <a:cubicBezTo>
                  <a:pt x="1825371" y="230791"/>
                  <a:pt x="1826990" y="232410"/>
                  <a:pt x="1828991" y="232410"/>
                </a:cubicBezTo>
                <a:close/>
                <a:moveTo>
                  <a:pt x="1905191" y="232410"/>
                </a:moveTo>
                <a:cubicBezTo>
                  <a:pt x="1907191" y="232410"/>
                  <a:pt x="1908810" y="230791"/>
                  <a:pt x="1908810" y="228791"/>
                </a:cubicBezTo>
                <a:cubicBezTo>
                  <a:pt x="1908810" y="226790"/>
                  <a:pt x="1907191" y="225171"/>
                  <a:pt x="1905191" y="225171"/>
                </a:cubicBezTo>
                <a:cubicBezTo>
                  <a:pt x="1903190" y="225171"/>
                  <a:pt x="1901571" y="226790"/>
                  <a:pt x="1901571" y="228791"/>
                </a:cubicBezTo>
                <a:cubicBezTo>
                  <a:pt x="1901571" y="230791"/>
                  <a:pt x="1903190" y="232410"/>
                  <a:pt x="1905191" y="232410"/>
                </a:cubicBezTo>
                <a:close/>
                <a:moveTo>
                  <a:pt x="1981391" y="232219"/>
                </a:moveTo>
                <a:cubicBezTo>
                  <a:pt x="1983296" y="232219"/>
                  <a:pt x="1984724" y="230696"/>
                  <a:pt x="1984724" y="228886"/>
                </a:cubicBezTo>
                <a:cubicBezTo>
                  <a:pt x="1984724" y="226981"/>
                  <a:pt x="1983200" y="225552"/>
                  <a:pt x="1981391" y="225552"/>
                </a:cubicBezTo>
                <a:cubicBezTo>
                  <a:pt x="1979581" y="225552"/>
                  <a:pt x="1978057" y="227076"/>
                  <a:pt x="1978057" y="228886"/>
                </a:cubicBezTo>
                <a:cubicBezTo>
                  <a:pt x="1978057" y="230696"/>
                  <a:pt x="1979581" y="232219"/>
                  <a:pt x="1981391" y="232219"/>
                </a:cubicBezTo>
                <a:close/>
                <a:moveTo>
                  <a:pt x="2057591" y="231934"/>
                </a:moveTo>
                <a:cubicBezTo>
                  <a:pt x="2059305" y="231934"/>
                  <a:pt x="2060734" y="230505"/>
                  <a:pt x="2060734" y="228791"/>
                </a:cubicBezTo>
                <a:cubicBezTo>
                  <a:pt x="2060734" y="227076"/>
                  <a:pt x="2059305" y="225647"/>
                  <a:pt x="2057591" y="225647"/>
                </a:cubicBezTo>
                <a:cubicBezTo>
                  <a:pt x="2055876" y="225647"/>
                  <a:pt x="2054447" y="227076"/>
                  <a:pt x="2054447" y="228791"/>
                </a:cubicBezTo>
                <a:cubicBezTo>
                  <a:pt x="2054447" y="230505"/>
                  <a:pt x="2055876" y="231934"/>
                  <a:pt x="2057591" y="231934"/>
                </a:cubicBezTo>
                <a:close/>
                <a:moveTo>
                  <a:pt x="2133791" y="231743"/>
                </a:moveTo>
                <a:cubicBezTo>
                  <a:pt x="2135410" y="231743"/>
                  <a:pt x="2136743" y="230410"/>
                  <a:pt x="2136743" y="228791"/>
                </a:cubicBezTo>
                <a:cubicBezTo>
                  <a:pt x="2136743" y="227171"/>
                  <a:pt x="2135410" y="225838"/>
                  <a:pt x="2133791" y="225838"/>
                </a:cubicBezTo>
                <a:cubicBezTo>
                  <a:pt x="2132171" y="225838"/>
                  <a:pt x="2130838" y="227171"/>
                  <a:pt x="2130838" y="228791"/>
                </a:cubicBezTo>
                <a:cubicBezTo>
                  <a:pt x="2130838" y="230410"/>
                  <a:pt x="2132171" y="231743"/>
                  <a:pt x="2133791" y="231743"/>
                </a:cubicBezTo>
                <a:close/>
                <a:moveTo>
                  <a:pt x="2209991" y="231362"/>
                </a:moveTo>
                <a:cubicBezTo>
                  <a:pt x="2211419" y="231362"/>
                  <a:pt x="2212562" y="230219"/>
                  <a:pt x="2212562" y="228791"/>
                </a:cubicBezTo>
                <a:cubicBezTo>
                  <a:pt x="2212562" y="227362"/>
                  <a:pt x="2211419" y="226219"/>
                  <a:pt x="2209991" y="226219"/>
                </a:cubicBezTo>
                <a:cubicBezTo>
                  <a:pt x="2208562" y="226219"/>
                  <a:pt x="2207419" y="227362"/>
                  <a:pt x="2207419" y="228791"/>
                </a:cubicBezTo>
                <a:cubicBezTo>
                  <a:pt x="2207514" y="230219"/>
                  <a:pt x="2208657" y="231362"/>
                  <a:pt x="2209991" y="231362"/>
                </a:cubicBezTo>
                <a:close/>
                <a:moveTo>
                  <a:pt x="2286191" y="231172"/>
                </a:moveTo>
                <a:cubicBezTo>
                  <a:pt x="2287429" y="231172"/>
                  <a:pt x="2288477" y="230124"/>
                  <a:pt x="2288477" y="228886"/>
                </a:cubicBezTo>
                <a:cubicBezTo>
                  <a:pt x="2288477" y="227648"/>
                  <a:pt x="2287429" y="226600"/>
                  <a:pt x="2286191" y="226600"/>
                </a:cubicBezTo>
                <a:cubicBezTo>
                  <a:pt x="2284952" y="226600"/>
                  <a:pt x="2283905" y="227648"/>
                  <a:pt x="2283905" y="228886"/>
                </a:cubicBezTo>
                <a:cubicBezTo>
                  <a:pt x="2283905" y="230124"/>
                  <a:pt x="2284952" y="231172"/>
                  <a:pt x="2286191" y="231172"/>
                </a:cubicBezTo>
                <a:close/>
                <a:moveTo>
                  <a:pt x="2362391" y="230696"/>
                </a:moveTo>
                <a:cubicBezTo>
                  <a:pt x="2363438" y="230696"/>
                  <a:pt x="2364296" y="229838"/>
                  <a:pt x="2364296" y="228791"/>
                </a:cubicBezTo>
                <a:cubicBezTo>
                  <a:pt x="2364296" y="227743"/>
                  <a:pt x="2363438" y="226886"/>
                  <a:pt x="2362391" y="226886"/>
                </a:cubicBezTo>
                <a:cubicBezTo>
                  <a:pt x="2361343" y="226886"/>
                  <a:pt x="2360486" y="227743"/>
                  <a:pt x="2360486" y="228791"/>
                </a:cubicBezTo>
                <a:cubicBezTo>
                  <a:pt x="2360486" y="229838"/>
                  <a:pt x="2361343" y="230696"/>
                  <a:pt x="2362391" y="230696"/>
                </a:cubicBezTo>
                <a:close/>
                <a:moveTo>
                  <a:pt x="2438591" y="230315"/>
                </a:moveTo>
                <a:cubicBezTo>
                  <a:pt x="2439448" y="230315"/>
                  <a:pt x="2440115" y="229648"/>
                  <a:pt x="2440115" y="228791"/>
                </a:cubicBezTo>
                <a:cubicBezTo>
                  <a:pt x="2440115" y="227933"/>
                  <a:pt x="2439448" y="227267"/>
                  <a:pt x="2438591" y="227267"/>
                </a:cubicBezTo>
                <a:cubicBezTo>
                  <a:pt x="2437733" y="227267"/>
                  <a:pt x="2437067" y="227933"/>
                  <a:pt x="2437067" y="228791"/>
                </a:cubicBezTo>
                <a:cubicBezTo>
                  <a:pt x="2437067" y="229648"/>
                  <a:pt x="2437829" y="230315"/>
                  <a:pt x="2438591" y="230315"/>
                </a:cubicBezTo>
                <a:close/>
                <a:moveTo>
                  <a:pt x="2514791" y="229648"/>
                </a:moveTo>
                <a:cubicBezTo>
                  <a:pt x="2515267" y="229648"/>
                  <a:pt x="2515648" y="229267"/>
                  <a:pt x="2515648" y="228791"/>
                </a:cubicBezTo>
                <a:cubicBezTo>
                  <a:pt x="2515648" y="228314"/>
                  <a:pt x="2515267" y="227933"/>
                  <a:pt x="2514791" y="227933"/>
                </a:cubicBezTo>
                <a:cubicBezTo>
                  <a:pt x="2514314" y="227933"/>
                  <a:pt x="2513933" y="228314"/>
                  <a:pt x="2513933" y="228791"/>
                </a:cubicBezTo>
                <a:cubicBezTo>
                  <a:pt x="2513933" y="229267"/>
                  <a:pt x="2514314" y="229648"/>
                  <a:pt x="2514791" y="229648"/>
                </a:cubicBezTo>
                <a:close/>
                <a:moveTo>
                  <a:pt x="2590991" y="229267"/>
                </a:moveTo>
                <a:cubicBezTo>
                  <a:pt x="2591181" y="229267"/>
                  <a:pt x="2591372" y="229076"/>
                  <a:pt x="2591372" y="228886"/>
                </a:cubicBezTo>
                <a:cubicBezTo>
                  <a:pt x="2591372" y="228695"/>
                  <a:pt x="2591181" y="228505"/>
                  <a:pt x="2590991" y="228505"/>
                </a:cubicBezTo>
                <a:cubicBezTo>
                  <a:pt x="2590800" y="228505"/>
                  <a:pt x="2590610" y="228695"/>
                  <a:pt x="2590610" y="228886"/>
                </a:cubicBezTo>
                <a:cubicBezTo>
                  <a:pt x="2590610" y="229076"/>
                  <a:pt x="2590800" y="229267"/>
                  <a:pt x="2590991" y="229267"/>
                </a:cubicBezTo>
                <a:close/>
                <a:moveTo>
                  <a:pt x="762190" y="305181"/>
                </a:moveTo>
                <a:cubicBezTo>
                  <a:pt x="762286" y="305181"/>
                  <a:pt x="762381" y="305086"/>
                  <a:pt x="762381" y="304991"/>
                </a:cubicBezTo>
                <a:cubicBezTo>
                  <a:pt x="762381" y="304895"/>
                  <a:pt x="762286" y="304800"/>
                  <a:pt x="762190" y="304800"/>
                </a:cubicBezTo>
                <a:cubicBezTo>
                  <a:pt x="762095" y="304800"/>
                  <a:pt x="762000" y="304895"/>
                  <a:pt x="762000" y="304991"/>
                </a:cubicBezTo>
                <a:cubicBezTo>
                  <a:pt x="762000" y="305086"/>
                  <a:pt x="762095" y="305181"/>
                  <a:pt x="762190" y="305181"/>
                </a:cubicBezTo>
                <a:close/>
                <a:moveTo>
                  <a:pt x="838390" y="305657"/>
                </a:moveTo>
                <a:cubicBezTo>
                  <a:pt x="838772" y="305657"/>
                  <a:pt x="839057" y="305372"/>
                  <a:pt x="839057" y="304991"/>
                </a:cubicBezTo>
                <a:cubicBezTo>
                  <a:pt x="839057" y="304610"/>
                  <a:pt x="838772" y="304324"/>
                  <a:pt x="838390" y="304324"/>
                </a:cubicBezTo>
                <a:cubicBezTo>
                  <a:pt x="838010" y="304324"/>
                  <a:pt x="837724" y="304610"/>
                  <a:pt x="837724" y="304991"/>
                </a:cubicBezTo>
                <a:cubicBezTo>
                  <a:pt x="837819" y="305372"/>
                  <a:pt x="838105" y="305657"/>
                  <a:pt x="838390" y="305657"/>
                </a:cubicBezTo>
                <a:close/>
                <a:moveTo>
                  <a:pt x="914590" y="306324"/>
                </a:moveTo>
                <a:cubicBezTo>
                  <a:pt x="915257" y="306324"/>
                  <a:pt x="915829" y="305753"/>
                  <a:pt x="915829" y="305086"/>
                </a:cubicBezTo>
                <a:cubicBezTo>
                  <a:pt x="915829" y="304419"/>
                  <a:pt x="915257" y="303848"/>
                  <a:pt x="914590" y="303848"/>
                </a:cubicBezTo>
                <a:cubicBezTo>
                  <a:pt x="913924" y="303848"/>
                  <a:pt x="913352" y="304419"/>
                  <a:pt x="913352" y="305086"/>
                </a:cubicBezTo>
                <a:cubicBezTo>
                  <a:pt x="913352" y="305753"/>
                  <a:pt x="913924" y="306324"/>
                  <a:pt x="914590" y="306324"/>
                </a:cubicBezTo>
                <a:close/>
                <a:moveTo>
                  <a:pt x="990790" y="306896"/>
                </a:moveTo>
                <a:cubicBezTo>
                  <a:pt x="991838" y="306896"/>
                  <a:pt x="992696" y="306038"/>
                  <a:pt x="992696" y="304991"/>
                </a:cubicBezTo>
                <a:cubicBezTo>
                  <a:pt x="992696" y="303943"/>
                  <a:pt x="991838" y="303086"/>
                  <a:pt x="990790" y="303086"/>
                </a:cubicBezTo>
                <a:cubicBezTo>
                  <a:pt x="989743" y="303086"/>
                  <a:pt x="988886" y="303943"/>
                  <a:pt x="988886" y="304991"/>
                </a:cubicBezTo>
                <a:cubicBezTo>
                  <a:pt x="988886" y="306038"/>
                  <a:pt x="989743" y="306896"/>
                  <a:pt x="990790" y="306896"/>
                </a:cubicBezTo>
                <a:close/>
                <a:moveTo>
                  <a:pt x="1066991" y="307372"/>
                </a:moveTo>
                <a:cubicBezTo>
                  <a:pt x="1068229" y="307372"/>
                  <a:pt x="1069277" y="306324"/>
                  <a:pt x="1069277" y="305086"/>
                </a:cubicBezTo>
                <a:cubicBezTo>
                  <a:pt x="1069277" y="303848"/>
                  <a:pt x="1068229" y="302800"/>
                  <a:pt x="1066991" y="302800"/>
                </a:cubicBezTo>
                <a:cubicBezTo>
                  <a:pt x="1065752" y="302800"/>
                  <a:pt x="1064705" y="303848"/>
                  <a:pt x="1064705" y="305086"/>
                </a:cubicBezTo>
                <a:cubicBezTo>
                  <a:pt x="1064705" y="306324"/>
                  <a:pt x="1065752" y="307372"/>
                  <a:pt x="1066991" y="307372"/>
                </a:cubicBezTo>
                <a:close/>
                <a:moveTo>
                  <a:pt x="1143191" y="307943"/>
                </a:moveTo>
                <a:cubicBezTo>
                  <a:pt x="1144810" y="307943"/>
                  <a:pt x="1146143" y="306610"/>
                  <a:pt x="1146143" y="304991"/>
                </a:cubicBezTo>
                <a:cubicBezTo>
                  <a:pt x="1146143" y="303371"/>
                  <a:pt x="1144810" y="302038"/>
                  <a:pt x="1143191" y="302038"/>
                </a:cubicBezTo>
                <a:cubicBezTo>
                  <a:pt x="1141571" y="302038"/>
                  <a:pt x="1140238" y="303371"/>
                  <a:pt x="1140238" y="304991"/>
                </a:cubicBezTo>
                <a:cubicBezTo>
                  <a:pt x="1140238" y="306610"/>
                  <a:pt x="1141571" y="307943"/>
                  <a:pt x="1143191" y="307943"/>
                </a:cubicBezTo>
                <a:close/>
                <a:moveTo>
                  <a:pt x="1219391" y="308420"/>
                </a:moveTo>
                <a:cubicBezTo>
                  <a:pt x="1221296" y="308420"/>
                  <a:pt x="1222724" y="306896"/>
                  <a:pt x="1222724" y="305086"/>
                </a:cubicBezTo>
                <a:cubicBezTo>
                  <a:pt x="1222724" y="303181"/>
                  <a:pt x="1221200" y="301657"/>
                  <a:pt x="1219391" y="301657"/>
                </a:cubicBezTo>
                <a:cubicBezTo>
                  <a:pt x="1217581" y="301657"/>
                  <a:pt x="1215962" y="303181"/>
                  <a:pt x="1215962" y="305086"/>
                </a:cubicBezTo>
                <a:cubicBezTo>
                  <a:pt x="1216057" y="306896"/>
                  <a:pt x="1217581" y="308420"/>
                  <a:pt x="1219391" y="308420"/>
                </a:cubicBezTo>
                <a:close/>
                <a:moveTo>
                  <a:pt x="1295591" y="308610"/>
                </a:moveTo>
                <a:cubicBezTo>
                  <a:pt x="1297591" y="308610"/>
                  <a:pt x="1299210" y="306991"/>
                  <a:pt x="1299210" y="304991"/>
                </a:cubicBezTo>
                <a:cubicBezTo>
                  <a:pt x="1299210" y="302990"/>
                  <a:pt x="1297591" y="301371"/>
                  <a:pt x="1295591" y="301371"/>
                </a:cubicBezTo>
                <a:cubicBezTo>
                  <a:pt x="1293590" y="301371"/>
                  <a:pt x="1291971" y="302990"/>
                  <a:pt x="1291971" y="304991"/>
                </a:cubicBezTo>
                <a:cubicBezTo>
                  <a:pt x="1292066" y="306991"/>
                  <a:pt x="1293590" y="308610"/>
                  <a:pt x="1295591" y="308610"/>
                </a:cubicBezTo>
                <a:close/>
                <a:moveTo>
                  <a:pt x="1371791" y="308991"/>
                </a:moveTo>
                <a:cubicBezTo>
                  <a:pt x="1373981" y="308991"/>
                  <a:pt x="1375791" y="307181"/>
                  <a:pt x="1375791" y="304991"/>
                </a:cubicBezTo>
                <a:cubicBezTo>
                  <a:pt x="1375791" y="302800"/>
                  <a:pt x="1373981" y="300990"/>
                  <a:pt x="1371791" y="300990"/>
                </a:cubicBezTo>
                <a:cubicBezTo>
                  <a:pt x="1369600" y="300990"/>
                  <a:pt x="1367790" y="302800"/>
                  <a:pt x="1367790" y="304991"/>
                </a:cubicBezTo>
                <a:cubicBezTo>
                  <a:pt x="1367790" y="307276"/>
                  <a:pt x="1369600" y="308991"/>
                  <a:pt x="1371791" y="308991"/>
                </a:cubicBezTo>
                <a:close/>
                <a:moveTo>
                  <a:pt x="1447991" y="309277"/>
                </a:moveTo>
                <a:cubicBezTo>
                  <a:pt x="1450277" y="309277"/>
                  <a:pt x="1452182" y="307372"/>
                  <a:pt x="1452182" y="305086"/>
                </a:cubicBezTo>
                <a:cubicBezTo>
                  <a:pt x="1452182" y="302705"/>
                  <a:pt x="1450277" y="300895"/>
                  <a:pt x="1447991" y="300895"/>
                </a:cubicBezTo>
                <a:cubicBezTo>
                  <a:pt x="1445609" y="300895"/>
                  <a:pt x="1443800" y="302800"/>
                  <a:pt x="1443800" y="305086"/>
                </a:cubicBezTo>
                <a:cubicBezTo>
                  <a:pt x="1443800" y="307372"/>
                  <a:pt x="1445705" y="309277"/>
                  <a:pt x="1447991" y="309277"/>
                </a:cubicBezTo>
                <a:close/>
                <a:moveTo>
                  <a:pt x="1524191" y="309467"/>
                </a:moveTo>
                <a:cubicBezTo>
                  <a:pt x="1526667" y="309467"/>
                  <a:pt x="1528667" y="307467"/>
                  <a:pt x="1528667" y="304991"/>
                </a:cubicBezTo>
                <a:cubicBezTo>
                  <a:pt x="1528667" y="302514"/>
                  <a:pt x="1526667" y="300514"/>
                  <a:pt x="1524191" y="300514"/>
                </a:cubicBezTo>
                <a:cubicBezTo>
                  <a:pt x="1521714" y="300514"/>
                  <a:pt x="1519714" y="302514"/>
                  <a:pt x="1519714" y="304991"/>
                </a:cubicBezTo>
                <a:cubicBezTo>
                  <a:pt x="1519809" y="307467"/>
                  <a:pt x="1521714" y="309467"/>
                  <a:pt x="1524191" y="309467"/>
                </a:cubicBezTo>
                <a:close/>
                <a:moveTo>
                  <a:pt x="1600391" y="309658"/>
                </a:moveTo>
                <a:cubicBezTo>
                  <a:pt x="1602962" y="309658"/>
                  <a:pt x="1605058" y="307562"/>
                  <a:pt x="1605058" y="304991"/>
                </a:cubicBezTo>
                <a:cubicBezTo>
                  <a:pt x="1605058" y="302419"/>
                  <a:pt x="1602962" y="300323"/>
                  <a:pt x="1600391" y="300323"/>
                </a:cubicBezTo>
                <a:cubicBezTo>
                  <a:pt x="1597819" y="300323"/>
                  <a:pt x="1595723" y="302419"/>
                  <a:pt x="1595723" y="304991"/>
                </a:cubicBezTo>
                <a:cubicBezTo>
                  <a:pt x="1595723" y="307562"/>
                  <a:pt x="1597819" y="309658"/>
                  <a:pt x="1600391" y="309658"/>
                </a:cubicBezTo>
                <a:close/>
                <a:moveTo>
                  <a:pt x="1676591" y="309658"/>
                </a:moveTo>
                <a:cubicBezTo>
                  <a:pt x="1679162" y="309658"/>
                  <a:pt x="1681258" y="307562"/>
                  <a:pt x="1681258" y="304991"/>
                </a:cubicBezTo>
                <a:cubicBezTo>
                  <a:pt x="1681258" y="302419"/>
                  <a:pt x="1679162" y="300323"/>
                  <a:pt x="1676591" y="300323"/>
                </a:cubicBezTo>
                <a:cubicBezTo>
                  <a:pt x="1674019" y="300323"/>
                  <a:pt x="1671923" y="302419"/>
                  <a:pt x="1671923" y="304991"/>
                </a:cubicBezTo>
                <a:cubicBezTo>
                  <a:pt x="1671923" y="307562"/>
                  <a:pt x="1674019" y="309658"/>
                  <a:pt x="1676591" y="309658"/>
                </a:cubicBezTo>
                <a:close/>
                <a:moveTo>
                  <a:pt x="1752791" y="309848"/>
                </a:moveTo>
                <a:cubicBezTo>
                  <a:pt x="1755458" y="309848"/>
                  <a:pt x="1757648" y="307658"/>
                  <a:pt x="1757648" y="304991"/>
                </a:cubicBezTo>
                <a:cubicBezTo>
                  <a:pt x="1757648" y="302324"/>
                  <a:pt x="1755458" y="300133"/>
                  <a:pt x="1752791" y="300133"/>
                </a:cubicBezTo>
                <a:cubicBezTo>
                  <a:pt x="1750124" y="300133"/>
                  <a:pt x="1747933" y="302324"/>
                  <a:pt x="1747933" y="304991"/>
                </a:cubicBezTo>
                <a:cubicBezTo>
                  <a:pt x="1747933" y="307658"/>
                  <a:pt x="1750124" y="309848"/>
                  <a:pt x="1752791" y="309848"/>
                </a:cubicBezTo>
                <a:close/>
                <a:moveTo>
                  <a:pt x="1828991" y="309658"/>
                </a:moveTo>
                <a:cubicBezTo>
                  <a:pt x="1831562" y="309658"/>
                  <a:pt x="1833658" y="307562"/>
                  <a:pt x="1833658" y="304991"/>
                </a:cubicBezTo>
                <a:cubicBezTo>
                  <a:pt x="1833658" y="302419"/>
                  <a:pt x="1831562" y="300323"/>
                  <a:pt x="1828991" y="300323"/>
                </a:cubicBezTo>
                <a:cubicBezTo>
                  <a:pt x="1826419" y="300323"/>
                  <a:pt x="1824323" y="302419"/>
                  <a:pt x="1824323" y="304991"/>
                </a:cubicBezTo>
                <a:cubicBezTo>
                  <a:pt x="1824323" y="307562"/>
                  <a:pt x="1826419" y="309658"/>
                  <a:pt x="1828991" y="309658"/>
                </a:cubicBezTo>
                <a:close/>
                <a:moveTo>
                  <a:pt x="1905191" y="309658"/>
                </a:moveTo>
                <a:cubicBezTo>
                  <a:pt x="1907762" y="309658"/>
                  <a:pt x="1909858" y="307562"/>
                  <a:pt x="1909858" y="304991"/>
                </a:cubicBezTo>
                <a:cubicBezTo>
                  <a:pt x="1909858" y="302419"/>
                  <a:pt x="1907762" y="300323"/>
                  <a:pt x="1905191" y="300323"/>
                </a:cubicBezTo>
                <a:cubicBezTo>
                  <a:pt x="1902619" y="300323"/>
                  <a:pt x="1900523" y="302419"/>
                  <a:pt x="1900523" y="304991"/>
                </a:cubicBezTo>
                <a:cubicBezTo>
                  <a:pt x="1900523" y="307562"/>
                  <a:pt x="1902619" y="309658"/>
                  <a:pt x="1905191" y="309658"/>
                </a:cubicBezTo>
                <a:close/>
                <a:moveTo>
                  <a:pt x="1981391" y="309467"/>
                </a:moveTo>
                <a:cubicBezTo>
                  <a:pt x="1983867" y="309467"/>
                  <a:pt x="1985867" y="307467"/>
                  <a:pt x="1985867" y="304991"/>
                </a:cubicBezTo>
                <a:cubicBezTo>
                  <a:pt x="1985867" y="302514"/>
                  <a:pt x="1983867" y="300514"/>
                  <a:pt x="1981391" y="300514"/>
                </a:cubicBezTo>
                <a:cubicBezTo>
                  <a:pt x="1978914" y="300514"/>
                  <a:pt x="1976914" y="302514"/>
                  <a:pt x="1976914" y="304991"/>
                </a:cubicBezTo>
                <a:cubicBezTo>
                  <a:pt x="1977009" y="307467"/>
                  <a:pt x="1978914" y="309467"/>
                  <a:pt x="1981391" y="309467"/>
                </a:cubicBezTo>
                <a:close/>
                <a:moveTo>
                  <a:pt x="2057591" y="309277"/>
                </a:moveTo>
                <a:cubicBezTo>
                  <a:pt x="2059877" y="309277"/>
                  <a:pt x="2061782" y="307372"/>
                  <a:pt x="2061782" y="305086"/>
                </a:cubicBezTo>
                <a:cubicBezTo>
                  <a:pt x="2061782" y="302705"/>
                  <a:pt x="2059877" y="300895"/>
                  <a:pt x="2057591" y="300895"/>
                </a:cubicBezTo>
                <a:cubicBezTo>
                  <a:pt x="2055209" y="300895"/>
                  <a:pt x="2053400" y="302800"/>
                  <a:pt x="2053400" y="305086"/>
                </a:cubicBezTo>
                <a:cubicBezTo>
                  <a:pt x="2053400" y="307372"/>
                  <a:pt x="2055305" y="309277"/>
                  <a:pt x="2057591" y="309277"/>
                </a:cubicBezTo>
                <a:close/>
                <a:moveTo>
                  <a:pt x="2133791" y="308991"/>
                </a:moveTo>
                <a:cubicBezTo>
                  <a:pt x="2135981" y="308991"/>
                  <a:pt x="2137791" y="307181"/>
                  <a:pt x="2137791" y="304991"/>
                </a:cubicBezTo>
                <a:cubicBezTo>
                  <a:pt x="2137791" y="302800"/>
                  <a:pt x="2135981" y="300990"/>
                  <a:pt x="2133791" y="300990"/>
                </a:cubicBezTo>
                <a:cubicBezTo>
                  <a:pt x="2131600" y="300990"/>
                  <a:pt x="2129790" y="302800"/>
                  <a:pt x="2129790" y="304991"/>
                </a:cubicBezTo>
                <a:cubicBezTo>
                  <a:pt x="2129790" y="307276"/>
                  <a:pt x="2131600" y="308991"/>
                  <a:pt x="2133791" y="308991"/>
                </a:cubicBezTo>
                <a:close/>
                <a:moveTo>
                  <a:pt x="2209991" y="308800"/>
                </a:moveTo>
                <a:cubicBezTo>
                  <a:pt x="2212086" y="308800"/>
                  <a:pt x="2213801" y="307086"/>
                  <a:pt x="2213801" y="304991"/>
                </a:cubicBezTo>
                <a:cubicBezTo>
                  <a:pt x="2213801" y="302895"/>
                  <a:pt x="2212086" y="301181"/>
                  <a:pt x="2209991" y="301181"/>
                </a:cubicBezTo>
                <a:cubicBezTo>
                  <a:pt x="2207895" y="301181"/>
                  <a:pt x="2206181" y="302895"/>
                  <a:pt x="2206181" y="304991"/>
                </a:cubicBezTo>
                <a:cubicBezTo>
                  <a:pt x="2206181" y="307086"/>
                  <a:pt x="2207895" y="308800"/>
                  <a:pt x="2209991" y="308800"/>
                </a:cubicBezTo>
                <a:close/>
                <a:moveTo>
                  <a:pt x="2286191" y="308420"/>
                </a:moveTo>
                <a:cubicBezTo>
                  <a:pt x="2288096" y="308420"/>
                  <a:pt x="2289524" y="306896"/>
                  <a:pt x="2289524" y="305086"/>
                </a:cubicBezTo>
                <a:cubicBezTo>
                  <a:pt x="2289524" y="303181"/>
                  <a:pt x="2288000" y="301657"/>
                  <a:pt x="2286191" y="301657"/>
                </a:cubicBezTo>
                <a:cubicBezTo>
                  <a:pt x="2284381" y="301657"/>
                  <a:pt x="2282857" y="303181"/>
                  <a:pt x="2282857" y="305086"/>
                </a:cubicBezTo>
                <a:cubicBezTo>
                  <a:pt x="2282857" y="306896"/>
                  <a:pt x="2284381" y="308420"/>
                  <a:pt x="2286191" y="308420"/>
                </a:cubicBezTo>
                <a:close/>
                <a:moveTo>
                  <a:pt x="2362391" y="307943"/>
                </a:moveTo>
                <a:cubicBezTo>
                  <a:pt x="2364010" y="307943"/>
                  <a:pt x="2365343" y="306610"/>
                  <a:pt x="2365343" y="304991"/>
                </a:cubicBezTo>
                <a:cubicBezTo>
                  <a:pt x="2365343" y="303371"/>
                  <a:pt x="2364010" y="302038"/>
                  <a:pt x="2362391" y="302038"/>
                </a:cubicBezTo>
                <a:cubicBezTo>
                  <a:pt x="2360771" y="302038"/>
                  <a:pt x="2359438" y="303371"/>
                  <a:pt x="2359438" y="304991"/>
                </a:cubicBezTo>
                <a:cubicBezTo>
                  <a:pt x="2359438" y="306610"/>
                  <a:pt x="2360771" y="307943"/>
                  <a:pt x="2362391" y="307943"/>
                </a:cubicBezTo>
                <a:close/>
                <a:moveTo>
                  <a:pt x="2438591" y="307562"/>
                </a:moveTo>
                <a:cubicBezTo>
                  <a:pt x="2440020" y="307562"/>
                  <a:pt x="2441162" y="306419"/>
                  <a:pt x="2441162" y="304991"/>
                </a:cubicBezTo>
                <a:cubicBezTo>
                  <a:pt x="2441162" y="303562"/>
                  <a:pt x="2440020" y="302419"/>
                  <a:pt x="2438591" y="302419"/>
                </a:cubicBezTo>
                <a:cubicBezTo>
                  <a:pt x="2437162" y="302419"/>
                  <a:pt x="2436019" y="303562"/>
                  <a:pt x="2436019" y="304991"/>
                </a:cubicBezTo>
                <a:cubicBezTo>
                  <a:pt x="2436114" y="306419"/>
                  <a:pt x="2437257" y="307562"/>
                  <a:pt x="2438591" y="307562"/>
                </a:cubicBezTo>
                <a:close/>
                <a:moveTo>
                  <a:pt x="2514791" y="306896"/>
                </a:moveTo>
                <a:cubicBezTo>
                  <a:pt x="2515838" y="306896"/>
                  <a:pt x="2516696" y="306038"/>
                  <a:pt x="2516696" y="304991"/>
                </a:cubicBezTo>
                <a:cubicBezTo>
                  <a:pt x="2516696" y="303943"/>
                  <a:pt x="2515838" y="303086"/>
                  <a:pt x="2514791" y="303086"/>
                </a:cubicBezTo>
                <a:cubicBezTo>
                  <a:pt x="2513743" y="303086"/>
                  <a:pt x="2512886" y="303943"/>
                  <a:pt x="2512886" y="304991"/>
                </a:cubicBezTo>
                <a:cubicBezTo>
                  <a:pt x="2512886" y="306038"/>
                  <a:pt x="2513743" y="306896"/>
                  <a:pt x="2514791" y="306896"/>
                </a:cubicBezTo>
                <a:close/>
                <a:moveTo>
                  <a:pt x="2590991" y="306324"/>
                </a:moveTo>
                <a:cubicBezTo>
                  <a:pt x="2591657" y="306324"/>
                  <a:pt x="2592229" y="305753"/>
                  <a:pt x="2592229" y="305086"/>
                </a:cubicBezTo>
                <a:cubicBezTo>
                  <a:pt x="2592229" y="304419"/>
                  <a:pt x="2591657" y="303848"/>
                  <a:pt x="2590991" y="303848"/>
                </a:cubicBezTo>
                <a:cubicBezTo>
                  <a:pt x="2590324" y="303848"/>
                  <a:pt x="2589753" y="304419"/>
                  <a:pt x="2589753" y="305086"/>
                </a:cubicBezTo>
                <a:cubicBezTo>
                  <a:pt x="2589753" y="305753"/>
                  <a:pt x="2590324" y="306324"/>
                  <a:pt x="2590991" y="306324"/>
                </a:cubicBezTo>
                <a:close/>
                <a:moveTo>
                  <a:pt x="2667191" y="305848"/>
                </a:moveTo>
                <a:cubicBezTo>
                  <a:pt x="2667667" y="305848"/>
                  <a:pt x="2668048" y="305467"/>
                  <a:pt x="2668048" y="304991"/>
                </a:cubicBezTo>
                <a:cubicBezTo>
                  <a:pt x="2668048" y="304514"/>
                  <a:pt x="2667667" y="304133"/>
                  <a:pt x="2667191" y="304133"/>
                </a:cubicBezTo>
                <a:cubicBezTo>
                  <a:pt x="2666714" y="304133"/>
                  <a:pt x="2666333" y="304514"/>
                  <a:pt x="2666333" y="304991"/>
                </a:cubicBezTo>
                <a:cubicBezTo>
                  <a:pt x="2666333" y="305467"/>
                  <a:pt x="2666714" y="305848"/>
                  <a:pt x="2667191" y="305848"/>
                </a:cubicBezTo>
                <a:close/>
                <a:moveTo>
                  <a:pt x="2743391" y="305181"/>
                </a:moveTo>
                <a:cubicBezTo>
                  <a:pt x="2743486" y="305181"/>
                  <a:pt x="2743581" y="305086"/>
                  <a:pt x="2743581" y="304991"/>
                </a:cubicBezTo>
                <a:cubicBezTo>
                  <a:pt x="2743581" y="304895"/>
                  <a:pt x="2743486" y="304800"/>
                  <a:pt x="2743391" y="304800"/>
                </a:cubicBezTo>
                <a:cubicBezTo>
                  <a:pt x="2743295" y="304800"/>
                  <a:pt x="2743200" y="304895"/>
                  <a:pt x="2743200" y="304991"/>
                </a:cubicBezTo>
                <a:cubicBezTo>
                  <a:pt x="2743200" y="305086"/>
                  <a:pt x="2743295" y="305181"/>
                  <a:pt x="2743391" y="305181"/>
                </a:cubicBezTo>
                <a:close/>
                <a:moveTo>
                  <a:pt x="685990" y="381667"/>
                </a:moveTo>
                <a:cubicBezTo>
                  <a:pt x="686181" y="381667"/>
                  <a:pt x="686372" y="381476"/>
                  <a:pt x="686372" y="381286"/>
                </a:cubicBezTo>
                <a:cubicBezTo>
                  <a:pt x="686372" y="381095"/>
                  <a:pt x="686181" y="380905"/>
                  <a:pt x="685990" y="380905"/>
                </a:cubicBezTo>
                <a:cubicBezTo>
                  <a:pt x="685800" y="380905"/>
                  <a:pt x="685610" y="381095"/>
                  <a:pt x="685610" y="381286"/>
                </a:cubicBezTo>
                <a:cubicBezTo>
                  <a:pt x="685610" y="381476"/>
                  <a:pt x="685800" y="381667"/>
                  <a:pt x="685990" y="381667"/>
                </a:cubicBezTo>
                <a:close/>
                <a:moveTo>
                  <a:pt x="762190" y="382238"/>
                </a:moveTo>
                <a:cubicBezTo>
                  <a:pt x="762762" y="382238"/>
                  <a:pt x="763238" y="381762"/>
                  <a:pt x="763238" y="381191"/>
                </a:cubicBezTo>
                <a:cubicBezTo>
                  <a:pt x="763238" y="380619"/>
                  <a:pt x="762762" y="380143"/>
                  <a:pt x="762190" y="380143"/>
                </a:cubicBezTo>
                <a:cubicBezTo>
                  <a:pt x="761619" y="380143"/>
                  <a:pt x="761143" y="380619"/>
                  <a:pt x="761143" y="381191"/>
                </a:cubicBezTo>
                <a:cubicBezTo>
                  <a:pt x="761143" y="381762"/>
                  <a:pt x="761619" y="382238"/>
                  <a:pt x="762190" y="382238"/>
                </a:cubicBezTo>
                <a:close/>
                <a:moveTo>
                  <a:pt x="838390" y="382905"/>
                </a:moveTo>
                <a:cubicBezTo>
                  <a:pt x="839343" y="382905"/>
                  <a:pt x="840105" y="382143"/>
                  <a:pt x="840105" y="381191"/>
                </a:cubicBezTo>
                <a:cubicBezTo>
                  <a:pt x="840105" y="380238"/>
                  <a:pt x="839343" y="379476"/>
                  <a:pt x="838390" y="379476"/>
                </a:cubicBezTo>
                <a:cubicBezTo>
                  <a:pt x="837438" y="379476"/>
                  <a:pt x="836676" y="380238"/>
                  <a:pt x="836676" y="381191"/>
                </a:cubicBezTo>
                <a:cubicBezTo>
                  <a:pt x="836676" y="382143"/>
                  <a:pt x="837438" y="382905"/>
                  <a:pt x="838390" y="382905"/>
                </a:cubicBezTo>
                <a:close/>
                <a:moveTo>
                  <a:pt x="914590" y="383572"/>
                </a:moveTo>
                <a:cubicBezTo>
                  <a:pt x="915829" y="383572"/>
                  <a:pt x="916877" y="382524"/>
                  <a:pt x="916877" y="381286"/>
                </a:cubicBezTo>
                <a:cubicBezTo>
                  <a:pt x="916877" y="380048"/>
                  <a:pt x="915829" y="379000"/>
                  <a:pt x="914590" y="379000"/>
                </a:cubicBezTo>
                <a:cubicBezTo>
                  <a:pt x="913352" y="379000"/>
                  <a:pt x="912305" y="380048"/>
                  <a:pt x="912305" y="381286"/>
                </a:cubicBezTo>
                <a:cubicBezTo>
                  <a:pt x="912305" y="382524"/>
                  <a:pt x="913352" y="383572"/>
                  <a:pt x="914590" y="383572"/>
                </a:cubicBezTo>
                <a:close/>
                <a:moveTo>
                  <a:pt x="990790" y="384143"/>
                </a:moveTo>
                <a:cubicBezTo>
                  <a:pt x="992410" y="384143"/>
                  <a:pt x="993743" y="382810"/>
                  <a:pt x="993743" y="381191"/>
                </a:cubicBezTo>
                <a:cubicBezTo>
                  <a:pt x="993743" y="379571"/>
                  <a:pt x="992410" y="378238"/>
                  <a:pt x="990790" y="378238"/>
                </a:cubicBezTo>
                <a:cubicBezTo>
                  <a:pt x="989171" y="378238"/>
                  <a:pt x="987838" y="379571"/>
                  <a:pt x="987838" y="381191"/>
                </a:cubicBezTo>
                <a:cubicBezTo>
                  <a:pt x="987838" y="382810"/>
                  <a:pt x="989171" y="384143"/>
                  <a:pt x="990790" y="384143"/>
                </a:cubicBezTo>
                <a:close/>
                <a:moveTo>
                  <a:pt x="1066991" y="384620"/>
                </a:moveTo>
                <a:cubicBezTo>
                  <a:pt x="1068896" y="384620"/>
                  <a:pt x="1070324" y="383096"/>
                  <a:pt x="1070324" y="381286"/>
                </a:cubicBezTo>
                <a:cubicBezTo>
                  <a:pt x="1070324" y="379381"/>
                  <a:pt x="1068800" y="377857"/>
                  <a:pt x="1066991" y="377857"/>
                </a:cubicBezTo>
                <a:cubicBezTo>
                  <a:pt x="1065181" y="377857"/>
                  <a:pt x="1063562" y="379381"/>
                  <a:pt x="1063562" y="381286"/>
                </a:cubicBezTo>
                <a:cubicBezTo>
                  <a:pt x="1063657" y="383096"/>
                  <a:pt x="1065181" y="384620"/>
                  <a:pt x="1066991" y="384620"/>
                </a:cubicBezTo>
                <a:close/>
                <a:moveTo>
                  <a:pt x="1143191" y="385191"/>
                </a:moveTo>
                <a:cubicBezTo>
                  <a:pt x="1145381" y="385191"/>
                  <a:pt x="1147191" y="383381"/>
                  <a:pt x="1147191" y="381191"/>
                </a:cubicBezTo>
                <a:cubicBezTo>
                  <a:pt x="1147191" y="379000"/>
                  <a:pt x="1145381" y="377190"/>
                  <a:pt x="1143191" y="377190"/>
                </a:cubicBezTo>
                <a:cubicBezTo>
                  <a:pt x="1141000" y="377190"/>
                  <a:pt x="1139190" y="379000"/>
                  <a:pt x="1139190" y="381191"/>
                </a:cubicBezTo>
                <a:cubicBezTo>
                  <a:pt x="1139190" y="383476"/>
                  <a:pt x="1141000" y="385191"/>
                  <a:pt x="1143191" y="385191"/>
                </a:cubicBezTo>
                <a:close/>
                <a:moveTo>
                  <a:pt x="1219391" y="385667"/>
                </a:moveTo>
                <a:cubicBezTo>
                  <a:pt x="1221867" y="385667"/>
                  <a:pt x="1223867" y="383667"/>
                  <a:pt x="1223867" y="381191"/>
                </a:cubicBezTo>
                <a:cubicBezTo>
                  <a:pt x="1223867" y="378714"/>
                  <a:pt x="1221867" y="376714"/>
                  <a:pt x="1219391" y="376714"/>
                </a:cubicBezTo>
                <a:cubicBezTo>
                  <a:pt x="1216914" y="376714"/>
                  <a:pt x="1214914" y="378714"/>
                  <a:pt x="1214914" y="381191"/>
                </a:cubicBezTo>
                <a:cubicBezTo>
                  <a:pt x="1215009" y="383667"/>
                  <a:pt x="1216914" y="385667"/>
                  <a:pt x="1219391" y="385667"/>
                </a:cubicBezTo>
                <a:close/>
                <a:moveTo>
                  <a:pt x="1295591" y="386048"/>
                </a:moveTo>
                <a:cubicBezTo>
                  <a:pt x="1298258" y="386048"/>
                  <a:pt x="1300448" y="383858"/>
                  <a:pt x="1300448" y="381191"/>
                </a:cubicBezTo>
                <a:cubicBezTo>
                  <a:pt x="1300448" y="378524"/>
                  <a:pt x="1298258" y="376333"/>
                  <a:pt x="1295591" y="376333"/>
                </a:cubicBezTo>
                <a:cubicBezTo>
                  <a:pt x="1292924" y="376333"/>
                  <a:pt x="1290733" y="378524"/>
                  <a:pt x="1290733" y="381191"/>
                </a:cubicBezTo>
                <a:cubicBezTo>
                  <a:pt x="1290733" y="383858"/>
                  <a:pt x="1292924" y="386048"/>
                  <a:pt x="1295591" y="386048"/>
                </a:cubicBezTo>
                <a:close/>
                <a:moveTo>
                  <a:pt x="1371791" y="386239"/>
                </a:moveTo>
                <a:cubicBezTo>
                  <a:pt x="1374553" y="386239"/>
                  <a:pt x="1376839" y="383953"/>
                  <a:pt x="1376839" y="381191"/>
                </a:cubicBezTo>
                <a:cubicBezTo>
                  <a:pt x="1376839" y="378428"/>
                  <a:pt x="1374553" y="376142"/>
                  <a:pt x="1371791" y="376142"/>
                </a:cubicBezTo>
                <a:cubicBezTo>
                  <a:pt x="1369028" y="376142"/>
                  <a:pt x="1366742" y="378428"/>
                  <a:pt x="1366742" y="381191"/>
                </a:cubicBezTo>
                <a:cubicBezTo>
                  <a:pt x="1366742" y="384048"/>
                  <a:pt x="1369028" y="386239"/>
                  <a:pt x="1371791" y="386239"/>
                </a:cubicBezTo>
                <a:close/>
                <a:moveTo>
                  <a:pt x="1447991" y="386715"/>
                </a:moveTo>
                <a:cubicBezTo>
                  <a:pt x="1451039" y="386715"/>
                  <a:pt x="1453515" y="384239"/>
                  <a:pt x="1453515" y="381191"/>
                </a:cubicBezTo>
                <a:cubicBezTo>
                  <a:pt x="1453515" y="378143"/>
                  <a:pt x="1451039" y="375666"/>
                  <a:pt x="1447991" y="375666"/>
                </a:cubicBezTo>
                <a:cubicBezTo>
                  <a:pt x="1444943" y="375666"/>
                  <a:pt x="1442466" y="378143"/>
                  <a:pt x="1442466" y="381191"/>
                </a:cubicBezTo>
                <a:cubicBezTo>
                  <a:pt x="1442561" y="384239"/>
                  <a:pt x="1444943" y="386715"/>
                  <a:pt x="1447991" y="386715"/>
                </a:cubicBezTo>
                <a:close/>
                <a:moveTo>
                  <a:pt x="1524191" y="386906"/>
                </a:moveTo>
                <a:cubicBezTo>
                  <a:pt x="1527334" y="386906"/>
                  <a:pt x="1529906" y="384334"/>
                  <a:pt x="1529906" y="381191"/>
                </a:cubicBezTo>
                <a:cubicBezTo>
                  <a:pt x="1529906" y="378047"/>
                  <a:pt x="1527334" y="375475"/>
                  <a:pt x="1524191" y="375475"/>
                </a:cubicBezTo>
                <a:cubicBezTo>
                  <a:pt x="1521047" y="375475"/>
                  <a:pt x="1518476" y="378047"/>
                  <a:pt x="1518476" y="381191"/>
                </a:cubicBezTo>
                <a:cubicBezTo>
                  <a:pt x="1518476" y="384334"/>
                  <a:pt x="1521047" y="386906"/>
                  <a:pt x="1524191" y="386906"/>
                </a:cubicBezTo>
                <a:close/>
                <a:moveTo>
                  <a:pt x="1600391" y="387096"/>
                </a:moveTo>
                <a:cubicBezTo>
                  <a:pt x="1603629" y="387096"/>
                  <a:pt x="1606296" y="384429"/>
                  <a:pt x="1606296" y="381191"/>
                </a:cubicBezTo>
                <a:cubicBezTo>
                  <a:pt x="1606296" y="377952"/>
                  <a:pt x="1603629" y="375285"/>
                  <a:pt x="1600391" y="375285"/>
                </a:cubicBezTo>
                <a:cubicBezTo>
                  <a:pt x="1597152" y="375285"/>
                  <a:pt x="1594485" y="377952"/>
                  <a:pt x="1594485" y="381191"/>
                </a:cubicBezTo>
                <a:cubicBezTo>
                  <a:pt x="1594485" y="384524"/>
                  <a:pt x="1597152" y="387096"/>
                  <a:pt x="1600391" y="387096"/>
                </a:cubicBezTo>
                <a:close/>
                <a:moveTo>
                  <a:pt x="1676591" y="387096"/>
                </a:moveTo>
                <a:cubicBezTo>
                  <a:pt x="1679829" y="387096"/>
                  <a:pt x="1682496" y="384429"/>
                  <a:pt x="1682496" y="381191"/>
                </a:cubicBezTo>
                <a:cubicBezTo>
                  <a:pt x="1682496" y="377952"/>
                  <a:pt x="1679829" y="375285"/>
                  <a:pt x="1676591" y="375285"/>
                </a:cubicBezTo>
                <a:cubicBezTo>
                  <a:pt x="1673352" y="375285"/>
                  <a:pt x="1670685" y="377952"/>
                  <a:pt x="1670685" y="381191"/>
                </a:cubicBezTo>
                <a:cubicBezTo>
                  <a:pt x="1670685" y="384524"/>
                  <a:pt x="1673352" y="387096"/>
                  <a:pt x="1676591" y="387096"/>
                </a:cubicBezTo>
                <a:close/>
                <a:moveTo>
                  <a:pt x="1752791" y="387096"/>
                </a:moveTo>
                <a:cubicBezTo>
                  <a:pt x="1756029" y="387096"/>
                  <a:pt x="1758696" y="384429"/>
                  <a:pt x="1758696" y="381191"/>
                </a:cubicBezTo>
                <a:cubicBezTo>
                  <a:pt x="1758696" y="377952"/>
                  <a:pt x="1756029" y="375285"/>
                  <a:pt x="1752791" y="375285"/>
                </a:cubicBezTo>
                <a:cubicBezTo>
                  <a:pt x="1749552" y="375285"/>
                  <a:pt x="1746885" y="377952"/>
                  <a:pt x="1746885" y="381191"/>
                </a:cubicBezTo>
                <a:cubicBezTo>
                  <a:pt x="1746885" y="384524"/>
                  <a:pt x="1749552" y="387096"/>
                  <a:pt x="1752791" y="387096"/>
                </a:cubicBezTo>
                <a:close/>
                <a:moveTo>
                  <a:pt x="1828991" y="387096"/>
                </a:moveTo>
                <a:cubicBezTo>
                  <a:pt x="1832229" y="387096"/>
                  <a:pt x="1834896" y="384429"/>
                  <a:pt x="1834896" y="381191"/>
                </a:cubicBezTo>
                <a:cubicBezTo>
                  <a:pt x="1834896" y="377952"/>
                  <a:pt x="1832229" y="375285"/>
                  <a:pt x="1828991" y="375285"/>
                </a:cubicBezTo>
                <a:cubicBezTo>
                  <a:pt x="1825752" y="375285"/>
                  <a:pt x="1823085" y="377952"/>
                  <a:pt x="1823085" y="381191"/>
                </a:cubicBezTo>
                <a:cubicBezTo>
                  <a:pt x="1823085" y="384524"/>
                  <a:pt x="1825752" y="387096"/>
                  <a:pt x="1828991" y="387096"/>
                </a:cubicBezTo>
                <a:close/>
                <a:moveTo>
                  <a:pt x="1905191" y="387096"/>
                </a:moveTo>
                <a:cubicBezTo>
                  <a:pt x="1908429" y="387096"/>
                  <a:pt x="1911096" y="384429"/>
                  <a:pt x="1911096" y="381191"/>
                </a:cubicBezTo>
                <a:cubicBezTo>
                  <a:pt x="1911096" y="377952"/>
                  <a:pt x="1908429" y="375285"/>
                  <a:pt x="1905191" y="375285"/>
                </a:cubicBezTo>
                <a:cubicBezTo>
                  <a:pt x="1901952" y="375285"/>
                  <a:pt x="1899285" y="377952"/>
                  <a:pt x="1899285" y="381191"/>
                </a:cubicBezTo>
                <a:cubicBezTo>
                  <a:pt x="1899285" y="384524"/>
                  <a:pt x="1901952" y="387096"/>
                  <a:pt x="1905191" y="387096"/>
                </a:cubicBezTo>
                <a:close/>
                <a:moveTo>
                  <a:pt x="1981391" y="386906"/>
                </a:moveTo>
                <a:cubicBezTo>
                  <a:pt x="1984534" y="386906"/>
                  <a:pt x="1987106" y="384334"/>
                  <a:pt x="1987106" y="381191"/>
                </a:cubicBezTo>
                <a:cubicBezTo>
                  <a:pt x="1987106" y="378047"/>
                  <a:pt x="1984534" y="375475"/>
                  <a:pt x="1981391" y="375475"/>
                </a:cubicBezTo>
                <a:cubicBezTo>
                  <a:pt x="1978247" y="375475"/>
                  <a:pt x="1975676" y="378047"/>
                  <a:pt x="1975676" y="381191"/>
                </a:cubicBezTo>
                <a:cubicBezTo>
                  <a:pt x="1975676" y="384334"/>
                  <a:pt x="1978247" y="386906"/>
                  <a:pt x="1981391" y="386906"/>
                </a:cubicBezTo>
                <a:close/>
                <a:moveTo>
                  <a:pt x="2057591" y="386715"/>
                </a:moveTo>
                <a:cubicBezTo>
                  <a:pt x="2060639" y="386715"/>
                  <a:pt x="2063115" y="384239"/>
                  <a:pt x="2063115" y="381191"/>
                </a:cubicBezTo>
                <a:cubicBezTo>
                  <a:pt x="2063115" y="378143"/>
                  <a:pt x="2060639" y="375666"/>
                  <a:pt x="2057591" y="375666"/>
                </a:cubicBezTo>
                <a:cubicBezTo>
                  <a:pt x="2054543" y="375666"/>
                  <a:pt x="2052066" y="378143"/>
                  <a:pt x="2052066" y="381191"/>
                </a:cubicBezTo>
                <a:cubicBezTo>
                  <a:pt x="2052161" y="384239"/>
                  <a:pt x="2054543" y="386715"/>
                  <a:pt x="2057591" y="386715"/>
                </a:cubicBezTo>
                <a:close/>
                <a:moveTo>
                  <a:pt x="2133791" y="386525"/>
                </a:moveTo>
                <a:cubicBezTo>
                  <a:pt x="2136743" y="386525"/>
                  <a:pt x="2139029" y="384143"/>
                  <a:pt x="2139029" y="381286"/>
                </a:cubicBezTo>
                <a:cubicBezTo>
                  <a:pt x="2139029" y="378333"/>
                  <a:pt x="2136648" y="376047"/>
                  <a:pt x="2133791" y="376047"/>
                </a:cubicBezTo>
                <a:cubicBezTo>
                  <a:pt x="2130933" y="376047"/>
                  <a:pt x="2128552" y="378428"/>
                  <a:pt x="2128552" y="381286"/>
                </a:cubicBezTo>
                <a:cubicBezTo>
                  <a:pt x="2128552" y="384143"/>
                  <a:pt x="2130933" y="386525"/>
                  <a:pt x="2133791" y="386525"/>
                </a:cubicBezTo>
                <a:close/>
                <a:moveTo>
                  <a:pt x="2209991" y="386048"/>
                </a:moveTo>
                <a:cubicBezTo>
                  <a:pt x="2212658" y="386048"/>
                  <a:pt x="2214848" y="383858"/>
                  <a:pt x="2214848" y="381191"/>
                </a:cubicBezTo>
                <a:cubicBezTo>
                  <a:pt x="2214848" y="378524"/>
                  <a:pt x="2212658" y="376333"/>
                  <a:pt x="2209991" y="376333"/>
                </a:cubicBezTo>
                <a:cubicBezTo>
                  <a:pt x="2207324" y="376333"/>
                  <a:pt x="2205133" y="378524"/>
                  <a:pt x="2205133" y="381191"/>
                </a:cubicBezTo>
                <a:cubicBezTo>
                  <a:pt x="2205133" y="383858"/>
                  <a:pt x="2207324" y="386048"/>
                  <a:pt x="2209991" y="386048"/>
                </a:cubicBezTo>
                <a:close/>
                <a:moveTo>
                  <a:pt x="2286191" y="385667"/>
                </a:moveTo>
                <a:cubicBezTo>
                  <a:pt x="2288667" y="385667"/>
                  <a:pt x="2290667" y="383667"/>
                  <a:pt x="2290667" y="381191"/>
                </a:cubicBezTo>
                <a:cubicBezTo>
                  <a:pt x="2290667" y="378714"/>
                  <a:pt x="2288667" y="376714"/>
                  <a:pt x="2286191" y="376714"/>
                </a:cubicBezTo>
                <a:cubicBezTo>
                  <a:pt x="2283714" y="376714"/>
                  <a:pt x="2281714" y="378714"/>
                  <a:pt x="2281714" y="381191"/>
                </a:cubicBezTo>
                <a:cubicBezTo>
                  <a:pt x="2281809" y="383667"/>
                  <a:pt x="2283714" y="385667"/>
                  <a:pt x="2286191" y="385667"/>
                </a:cubicBezTo>
                <a:close/>
                <a:moveTo>
                  <a:pt x="2362391" y="385191"/>
                </a:moveTo>
                <a:cubicBezTo>
                  <a:pt x="2364581" y="385191"/>
                  <a:pt x="2366391" y="383381"/>
                  <a:pt x="2366391" y="381191"/>
                </a:cubicBezTo>
                <a:cubicBezTo>
                  <a:pt x="2366391" y="379000"/>
                  <a:pt x="2364581" y="377190"/>
                  <a:pt x="2362391" y="377190"/>
                </a:cubicBezTo>
                <a:cubicBezTo>
                  <a:pt x="2360200" y="377190"/>
                  <a:pt x="2358390" y="379000"/>
                  <a:pt x="2358390" y="381191"/>
                </a:cubicBezTo>
                <a:cubicBezTo>
                  <a:pt x="2358390" y="383476"/>
                  <a:pt x="2360200" y="385191"/>
                  <a:pt x="2362391" y="385191"/>
                </a:cubicBezTo>
                <a:close/>
                <a:moveTo>
                  <a:pt x="2438591" y="384810"/>
                </a:moveTo>
                <a:cubicBezTo>
                  <a:pt x="2440591" y="384810"/>
                  <a:pt x="2442210" y="383191"/>
                  <a:pt x="2442210" y="381191"/>
                </a:cubicBezTo>
                <a:cubicBezTo>
                  <a:pt x="2442210" y="379190"/>
                  <a:pt x="2440591" y="377571"/>
                  <a:pt x="2438591" y="377571"/>
                </a:cubicBezTo>
                <a:cubicBezTo>
                  <a:pt x="2436590" y="377571"/>
                  <a:pt x="2434971" y="379190"/>
                  <a:pt x="2434971" y="381191"/>
                </a:cubicBezTo>
                <a:cubicBezTo>
                  <a:pt x="2435066" y="383191"/>
                  <a:pt x="2436590" y="384810"/>
                  <a:pt x="2438591" y="384810"/>
                </a:cubicBezTo>
                <a:close/>
                <a:moveTo>
                  <a:pt x="2514791" y="384143"/>
                </a:moveTo>
                <a:cubicBezTo>
                  <a:pt x="2516410" y="384143"/>
                  <a:pt x="2517743" y="382810"/>
                  <a:pt x="2517743" y="381191"/>
                </a:cubicBezTo>
                <a:cubicBezTo>
                  <a:pt x="2517743" y="379571"/>
                  <a:pt x="2516410" y="378238"/>
                  <a:pt x="2514791" y="378238"/>
                </a:cubicBezTo>
                <a:cubicBezTo>
                  <a:pt x="2513171" y="378238"/>
                  <a:pt x="2511838" y="379571"/>
                  <a:pt x="2511838" y="381191"/>
                </a:cubicBezTo>
                <a:cubicBezTo>
                  <a:pt x="2511838" y="382810"/>
                  <a:pt x="2513171" y="384143"/>
                  <a:pt x="2514791" y="384143"/>
                </a:cubicBezTo>
                <a:close/>
                <a:moveTo>
                  <a:pt x="2590991" y="383572"/>
                </a:moveTo>
                <a:cubicBezTo>
                  <a:pt x="2592229" y="383572"/>
                  <a:pt x="2593277" y="382524"/>
                  <a:pt x="2593277" y="381286"/>
                </a:cubicBezTo>
                <a:cubicBezTo>
                  <a:pt x="2593277" y="380048"/>
                  <a:pt x="2592229" y="379000"/>
                  <a:pt x="2590991" y="379000"/>
                </a:cubicBezTo>
                <a:cubicBezTo>
                  <a:pt x="2589753" y="379000"/>
                  <a:pt x="2588705" y="380048"/>
                  <a:pt x="2588705" y="381286"/>
                </a:cubicBezTo>
                <a:cubicBezTo>
                  <a:pt x="2588705" y="382524"/>
                  <a:pt x="2589753" y="383572"/>
                  <a:pt x="2590991" y="383572"/>
                </a:cubicBezTo>
                <a:close/>
                <a:moveTo>
                  <a:pt x="2667191" y="382905"/>
                </a:moveTo>
                <a:cubicBezTo>
                  <a:pt x="2668143" y="382905"/>
                  <a:pt x="2668905" y="382143"/>
                  <a:pt x="2668905" y="381191"/>
                </a:cubicBezTo>
                <a:cubicBezTo>
                  <a:pt x="2668905" y="380238"/>
                  <a:pt x="2668143" y="379476"/>
                  <a:pt x="2667191" y="379476"/>
                </a:cubicBezTo>
                <a:cubicBezTo>
                  <a:pt x="2666238" y="379476"/>
                  <a:pt x="2665476" y="380238"/>
                  <a:pt x="2665476" y="381191"/>
                </a:cubicBezTo>
                <a:cubicBezTo>
                  <a:pt x="2665476" y="382143"/>
                  <a:pt x="2666238" y="382905"/>
                  <a:pt x="2667191" y="382905"/>
                </a:cubicBezTo>
                <a:close/>
                <a:moveTo>
                  <a:pt x="2743391" y="382238"/>
                </a:moveTo>
                <a:cubicBezTo>
                  <a:pt x="2743962" y="382238"/>
                  <a:pt x="2744438" y="381762"/>
                  <a:pt x="2744438" y="381191"/>
                </a:cubicBezTo>
                <a:cubicBezTo>
                  <a:pt x="2744438" y="380619"/>
                  <a:pt x="2743962" y="380143"/>
                  <a:pt x="2743391" y="380143"/>
                </a:cubicBezTo>
                <a:cubicBezTo>
                  <a:pt x="2742819" y="380143"/>
                  <a:pt x="2742343" y="380619"/>
                  <a:pt x="2742343" y="381191"/>
                </a:cubicBezTo>
                <a:cubicBezTo>
                  <a:pt x="2742343" y="381762"/>
                  <a:pt x="2742819" y="382238"/>
                  <a:pt x="2743391" y="382238"/>
                </a:cubicBezTo>
                <a:close/>
                <a:moveTo>
                  <a:pt x="2819591" y="381667"/>
                </a:moveTo>
                <a:cubicBezTo>
                  <a:pt x="2819781" y="381667"/>
                  <a:pt x="2819972" y="381476"/>
                  <a:pt x="2819972" y="381286"/>
                </a:cubicBezTo>
                <a:cubicBezTo>
                  <a:pt x="2819972" y="381095"/>
                  <a:pt x="2819781" y="380905"/>
                  <a:pt x="2819591" y="380905"/>
                </a:cubicBezTo>
                <a:cubicBezTo>
                  <a:pt x="2819400" y="380905"/>
                  <a:pt x="2819210" y="381095"/>
                  <a:pt x="2819210" y="381286"/>
                </a:cubicBezTo>
                <a:cubicBezTo>
                  <a:pt x="2819210" y="381476"/>
                  <a:pt x="2819400" y="381667"/>
                  <a:pt x="2819591" y="381667"/>
                </a:cubicBezTo>
                <a:close/>
                <a:moveTo>
                  <a:pt x="609790" y="457867"/>
                </a:moveTo>
                <a:cubicBezTo>
                  <a:pt x="609981" y="457867"/>
                  <a:pt x="610172" y="457676"/>
                  <a:pt x="610172" y="457486"/>
                </a:cubicBezTo>
                <a:cubicBezTo>
                  <a:pt x="610172" y="457295"/>
                  <a:pt x="609981" y="457105"/>
                  <a:pt x="609790" y="457105"/>
                </a:cubicBezTo>
                <a:cubicBezTo>
                  <a:pt x="609600" y="457105"/>
                  <a:pt x="609410" y="457295"/>
                  <a:pt x="609410" y="457486"/>
                </a:cubicBezTo>
                <a:cubicBezTo>
                  <a:pt x="609410" y="457676"/>
                  <a:pt x="609600" y="457867"/>
                  <a:pt x="609790" y="457867"/>
                </a:cubicBezTo>
                <a:close/>
                <a:moveTo>
                  <a:pt x="685990" y="458724"/>
                </a:moveTo>
                <a:cubicBezTo>
                  <a:pt x="686657" y="458724"/>
                  <a:pt x="687229" y="458153"/>
                  <a:pt x="687229" y="457486"/>
                </a:cubicBezTo>
                <a:cubicBezTo>
                  <a:pt x="687229" y="456819"/>
                  <a:pt x="686657" y="456248"/>
                  <a:pt x="685990" y="456248"/>
                </a:cubicBezTo>
                <a:cubicBezTo>
                  <a:pt x="685324" y="456248"/>
                  <a:pt x="684752" y="456819"/>
                  <a:pt x="684752" y="457486"/>
                </a:cubicBezTo>
                <a:cubicBezTo>
                  <a:pt x="684752" y="458153"/>
                  <a:pt x="685324" y="458724"/>
                  <a:pt x="685990" y="458724"/>
                </a:cubicBezTo>
                <a:close/>
                <a:moveTo>
                  <a:pt x="762190" y="459296"/>
                </a:moveTo>
                <a:cubicBezTo>
                  <a:pt x="763238" y="459296"/>
                  <a:pt x="764096" y="458438"/>
                  <a:pt x="764096" y="457391"/>
                </a:cubicBezTo>
                <a:cubicBezTo>
                  <a:pt x="764096" y="456343"/>
                  <a:pt x="763238" y="455486"/>
                  <a:pt x="762190" y="455486"/>
                </a:cubicBezTo>
                <a:cubicBezTo>
                  <a:pt x="761143" y="455486"/>
                  <a:pt x="760286" y="456343"/>
                  <a:pt x="760286" y="457391"/>
                </a:cubicBezTo>
                <a:cubicBezTo>
                  <a:pt x="760286" y="458438"/>
                  <a:pt x="761143" y="459296"/>
                  <a:pt x="762190" y="459296"/>
                </a:cubicBezTo>
                <a:close/>
                <a:moveTo>
                  <a:pt x="838390" y="460153"/>
                </a:moveTo>
                <a:cubicBezTo>
                  <a:pt x="839915" y="460153"/>
                  <a:pt x="841153" y="458915"/>
                  <a:pt x="841153" y="457391"/>
                </a:cubicBezTo>
                <a:cubicBezTo>
                  <a:pt x="841153" y="455867"/>
                  <a:pt x="839915" y="454628"/>
                  <a:pt x="838390" y="454628"/>
                </a:cubicBezTo>
                <a:cubicBezTo>
                  <a:pt x="836867" y="454628"/>
                  <a:pt x="835628" y="455867"/>
                  <a:pt x="835628" y="457391"/>
                </a:cubicBezTo>
                <a:cubicBezTo>
                  <a:pt x="835628" y="458915"/>
                  <a:pt x="836867" y="460153"/>
                  <a:pt x="838390" y="460153"/>
                </a:cubicBezTo>
                <a:close/>
                <a:moveTo>
                  <a:pt x="914590" y="460820"/>
                </a:moveTo>
                <a:cubicBezTo>
                  <a:pt x="916496" y="460820"/>
                  <a:pt x="917924" y="459296"/>
                  <a:pt x="917924" y="457486"/>
                </a:cubicBezTo>
                <a:cubicBezTo>
                  <a:pt x="917924" y="455581"/>
                  <a:pt x="916400" y="454057"/>
                  <a:pt x="914590" y="454057"/>
                </a:cubicBezTo>
                <a:cubicBezTo>
                  <a:pt x="912781" y="454057"/>
                  <a:pt x="911162" y="455581"/>
                  <a:pt x="911162" y="457486"/>
                </a:cubicBezTo>
                <a:cubicBezTo>
                  <a:pt x="911257" y="459296"/>
                  <a:pt x="912781" y="460820"/>
                  <a:pt x="914590" y="460820"/>
                </a:cubicBezTo>
                <a:close/>
                <a:moveTo>
                  <a:pt x="990790" y="461391"/>
                </a:moveTo>
                <a:cubicBezTo>
                  <a:pt x="992981" y="461391"/>
                  <a:pt x="994791" y="459581"/>
                  <a:pt x="994791" y="457391"/>
                </a:cubicBezTo>
                <a:cubicBezTo>
                  <a:pt x="994791" y="455200"/>
                  <a:pt x="992981" y="453390"/>
                  <a:pt x="990790" y="453390"/>
                </a:cubicBezTo>
                <a:cubicBezTo>
                  <a:pt x="988600" y="453390"/>
                  <a:pt x="986790" y="455200"/>
                  <a:pt x="986790" y="457391"/>
                </a:cubicBezTo>
                <a:cubicBezTo>
                  <a:pt x="986790" y="459676"/>
                  <a:pt x="988600" y="461391"/>
                  <a:pt x="990790" y="461391"/>
                </a:cubicBezTo>
                <a:close/>
                <a:moveTo>
                  <a:pt x="1066991" y="461867"/>
                </a:moveTo>
                <a:cubicBezTo>
                  <a:pt x="1069467" y="461867"/>
                  <a:pt x="1071467" y="459867"/>
                  <a:pt x="1071467" y="457391"/>
                </a:cubicBezTo>
                <a:cubicBezTo>
                  <a:pt x="1071467" y="454914"/>
                  <a:pt x="1069467" y="452914"/>
                  <a:pt x="1066991" y="452914"/>
                </a:cubicBezTo>
                <a:cubicBezTo>
                  <a:pt x="1064514" y="452914"/>
                  <a:pt x="1062514" y="454914"/>
                  <a:pt x="1062514" y="457391"/>
                </a:cubicBezTo>
                <a:cubicBezTo>
                  <a:pt x="1062609" y="459867"/>
                  <a:pt x="1064514" y="461867"/>
                  <a:pt x="1066991" y="461867"/>
                </a:cubicBezTo>
                <a:close/>
                <a:moveTo>
                  <a:pt x="1143191" y="462439"/>
                </a:moveTo>
                <a:cubicBezTo>
                  <a:pt x="1145953" y="462439"/>
                  <a:pt x="1148239" y="460153"/>
                  <a:pt x="1148239" y="457391"/>
                </a:cubicBezTo>
                <a:cubicBezTo>
                  <a:pt x="1148239" y="454628"/>
                  <a:pt x="1145953" y="452342"/>
                  <a:pt x="1143191" y="452342"/>
                </a:cubicBezTo>
                <a:cubicBezTo>
                  <a:pt x="1140428" y="452342"/>
                  <a:pt x="1138142" y="454628"/>
                  <a:pt x="1138142" y="457391"/>
                </a:cubicBezTo>
                <a:cubicBezTo>
                  <a:pt x="1138142" y="460248"/>
                  <a:pt x="1140428" y="462439"/>
                  <a:pt x="1143191" y="462439"/>
                </a:cubicBezTo>
                <a:close/>
                <a:moveTo>
                  <a:pt x="1219391" y="462915"/>
                </a:moveTo>
                <a:cubicBezTo>
                  <a:pt x="1222439" y="462915"/>
                  <a:pt x="1224915" y="460439"/>
                  <a:pt x="1224915" y="457391"/>
                </a:cubicBezTo>
                <a:cubicBezTo>
                  <a:pt x="1224915" y="454343"/>
                  <a:pt x="1222439" y="451866"/>
                  <a:pt x="1219391" y="451866"/>
                </a:cubicBezTo>
                <a:cubicBezTo>
                  <a:pt x="1216343" y="451866"/>
                  <a:pt x="1213866" y="454343"/>
                  <a:pt x="1213866" y="457391"/>
                </a:cubicBezTo>
                <a:cubicBezTo>
                  <a:pt x="1213961" y="460439"/>
                  <a:pt x="1216343" y="462915"/>
                  <a:pt x="1219391" y="462915"/>
                </a:cubicBezTo>
                <a:close/>
                <a:moveTo>
                  <a:pt x="1295591" y="463296"/>
                </a:moveTo>
                <a:cubicBezTo>
                  <a:pt x="1298829" y="463296"/>
                  <a:pt x="1301496" y="460629"/>
                  <a:pt x="1301496" y="457391"/>
                </a:cubicBezTo>
                <a:cubicBezTo>
                  <a:pt x="1301496" y="454152"/>
                  <a:pt x="1298829" y="451485"/>
                  <a:pt x="1295591" y="451485"/>
                </a:cubicBezTo>
                <a:cubicBezTo>
                  <a:pt x="1292352" y="451485"/>
                  <a:pt x="1289685" y="454152"/>
                  <a:pt x="1289685" y="457391"/>
                </a:cubicBezTo>
                <a:cubicBezTo>
                  <a:pt x="1289685" y="460724"/>
                  <a:pt x="1292352" y="463296"/>
                  <a:pt x="1295591" y="463296"/>
                </a:cubicBezTo>
                <a:close/>
                <a:moveTo>
                  <a:pt x="1371791" y="463772"/>
                </a:moveTo>
                <a:cubicBezTo>
                  <a:pt x="1375315" y="463772"/>
                  <a:pt x="1378172" y="460915"/>
                  <a:pt x="1378172" y="457391"/>
                </a:cubicBezTo>
                <a:cubicBezTo>
                  <a:pt x="1378172" y="453866"/>
                  <a:pt x="1375315" y="451009"/>
                  <a:pt x="1371791" y="451009"/>
                </a:cubicBezTo>
                <a:cubicBezTo>
                  <a:pt x="1368266" y="451009"/>
                  <a:pt x="1365409" y="453866"/>
                  <a:pt x="1365409" y="457391"/>
                </a:cubicBezTo>
                <a:cubicBezTo>
                  <a:pt x="1365504" y="460915"/>
                  <a:pt x="1368266" y="463772"/>
                  <a:pt x="1371791" y="463772"/>
                </a:cubicBezTo>
                <a:close/>
                <a:moveTo>
                  <a:pt x="1447991" y="463963"/>
                </a:moveTo>
                <a:cubicBezTo>
                  <a:pt x="1451610" y="463963"/>
                  <a:pt x="1454563" y="461010"/>
                  <a:pt x="1454563" y="457391"/>
                </a:cubicBezTo>
                <a:cubicBezTo>
                  <a:pt x="1454563" y="453771"/>
                  <a:pt x="1451610" y="450818"/>
                  <a:pt x="1447991" y="450818"/>
                </a:cubicBezTo>
                <a:cubicBezTo>
                  <a:pt x="1444371" y="450818"/>
                  <a:pt x="1441418" y="453771"/>
                  <a:pt x="1441418" y="457391"/>
                </a:cubicBezTo>
                <a:cubicBezTo>
                  <a:pt x="1441418" y="461010"/>
                  <a:pt x="1444371" y="463963"/>
                  <a:pt x="1447991" y="463963"/>
                </a:cubicBezTo>
                <a:close/>
                <a:moveTo>
                  <a:pt x="1524191" y="464153"/>
                </a:moveTo>
                <a:cubicBezTo>
                  <a:pt x="1527905" y="464153"/>
                  <a:pt x="1530953" y="461105"/>
                  <a:pt x="1530953" y="457391"/>
                </a:cubicBezTo>
                <a:cubicBezTo>
                  <a:pt x="1530953" y="453676"/>
                  <a:pt x="1527905" y="450628"/>
                  <a:pt x="1524191" y="450628"/>
                </a:cubicBezTo>
                <a:cubicBezTo>
                  <a:pt x="1520476" y="450628"/>
                  <a:pt x="1517428" y="453676"/>
                  <a:pt x="1517428" y="457391"/>
                </a:cubicBezTo>
                <a:cubicBezTo>
                  <a:pt x="1517428" y="461105"/>
                  <a:pt x="1520476" y="464153"/>
                  <a:pt x="1524191" y="464153"/>
                </a:cubicBezTo>
                <a:close/>
                <a:moveTo>
                  <a:pt x="1600391" y="464344"/>
                </a:moveTo>
                <a:cubicBezTo>
                  <a:pt x="1604201" y="464344"/>
                  <a:pt x="1607344" y="461200"/>
                  <a:pt x="1607344" y="457391"/>
                </a:cubicBezTo>
                <a:cubicBezTo>
                  <a:pt x="1607344" y="453581"/>
                  <a:pt x="1604201" y="450437"/>
                  <a:pt x="1600391" y="450437"/>
                </a:cubicBezTo>
                <a:cubicBezTo>
                  <a:pt x="1596581" y="450437"/>
                  <a:pt x="1593437" y="453581"/>
                  <a:pt x="1593437" y="457391"/>
                </a:cubicBezTo>
                <a:cubicBezTo>
                  <a:pt x="1593437" y="461296"/>
                  <a:pt x="1596581" y="464344"/>
                  <a:pt x="1600391" y="464344"/>
                </a:cubicBezTo>
                <a:close/>
                <a:moveTo>
                  <a:pt x="1676591" y="464344"/>
                </a:moveTo>
                <a:cubicBezTo>
                  <a:pt x="1680401" y="464344"/>
                  <a:pt x="1683544" y="461200"/>
                  <a:pt x="1683544" y="457391"/>
                </a:cubicBezTo>
                <a:cubicBezTo>
                  <a:pt x="1683544" y="453581"/>
                  <a:pt x="1680401" y="450437"/>
                  <a:pt x="1676591" y="450437"/>
                </a:cubicBezTo>
                <a:cubicBezTo>
                  <a:pt x="1672781" y="450437"/>
                  <a:pt x="1669637" y="453581"/>
                  <a:pt x="1669637" y="457391"/>
                </a:cubicBezTo>
                <a:cubicBezTo>
                  <a:pt x="1669637" y="461296"/>
                  <a:pt x="1672781" y="464344"/>
                  <a:pt x="1676591" y="464344"/>
                </a:cubicBezTo>
                <a:close/>
                <a:moveTo>
                  <a:pt x="1752791" y="464630"/>
                </a:moveTo>
                <a:cubicBezTo>
                  <a:pt x="1756791" y="464630"/>
                  <a:pt x="1759934" y="461391"/>
                  <a:pt x="1759934" y="457486"/>
                </a:cubicBezTo>
                <a:cubicBezTo>
                  <a:pt x="1759934" y="453485"/>
                  <a:pt x="1756696" y="450342"/>
                  <a:pt x="1752791" y="450342"/>
                </a:cubicBezTo>
                <a:cubicBezTo>
                  <a:pt x="1748790" y="450342"/>
                  <a:pt x="1745647" y="453581"/>
                  <a:pt x="1745647" y="457486"/>
                </a:cubicBezTo>
                <a:cubicBezTo>
                  <a:pt x="1745647" y="461391"/>
                  <a:pt x="1748885" y="464630"/>
                  <a:pt x="1752791" y="464630"/>
                </a:cubicBezTo>
                <a:close/>
                <a:moveTo>
                  <a:pt x="1828991" y="464344"/>
                </a:moveTo>
                <a:cubicBezTo>
                  <a:pt x="1832801" y="464344"/>
                  <a:pt x="1835944" y="461200"/>
                  <a:pt x="1835944" y="457391"/>
                </a:cubicBezTo>
                <a:cubicBezTo>
                  <a:pt x="1835944" y="453581"/>
                  <a:pt x="1832801" y="450437"/>
                  <a:pt x="1828991" y="450437"/>
                </a:cubicBezTo>
                <a:cubicBezTo>
                  <a:pt x="1825181" y="450437"/>
                  <a:pt x="1822037" y="453581"/>
                  <a:pt x="1822037" y="457391"/>
                </a:cubicBezTo>
                <a:cubicBezTo>
                  <a:pt x="1822037" y="461296"/>
                  <a:pt x="1825181" y="464344"/>
                  <a:pt x="1828991" y="464344"/>
                </a:cubicBezTo>
                <a:close/>
                <a:moveTo>
                  <a:pt x="1905191" y="464344"/>
                </a:moveTo>
                <a:cubicBezTo>
                  <a:pt x="1909001" y="464344"/>
                  <a:pt x="1912144" y="461200"/>
                  <a:pt x="1912144" y="457391"/>
                </a:cubicBezTo>
                <a:cubicBezTo>
                  <a:pt x="1912144" y="453581"/>
                  <a:pt x="1909001" y="450437"/>
                  <a:pt x="1905191" y="450437"/>
                </a:cubicBezTo>
                <a:cubicBezTo>
                  <a:pt x="1901381" y="450437"/>
                  <a:pt x="1898237" y="453581"/>
                  <a:pt x="1898237" y="457391"/>
                </a:cubicBezTo>
                <a:cubicBezTo>
                  <a:pt x="1898237" y="461296"/>
                  <a:pt x="1901381" y="464344"/>
                  <a:pt x="1905191" y="464344"/>
                </a:cubicBezTo>
                <a:close/>
                <a:moveTo>
                  <a:pt x="1981391" y="464153"/>
                </a:moveTo>
                <a:cubicBezTo>
                  <a:pt x="1985105" y="464153"/>
                  <a:pt x="1988153" y="461105"/>
                  <a:pt x="1988153" y="457391"/>
                </a:cubicBezTo>
                <a:cubicBezTo>
                  <a:pt x="1988153" y="453676"/>
                  <a:pt x="1985105" y="450628"/>
                  <a:pt x="1981391" y="450628"/>
                </a:cubicBezTo>
                <a:cubicBezTo>
                  <a:pt x="1977676" y="450628"/>
                  <a:pt x="1974628" y="453676"/>
                  <a:pt x="1974628" y="457391"/>
                </a:cubicBezTo>
                <a:cubicBezTo>
                  <a:pt x="1974628" y="461105"/>
                  <a:pt x="1977676" y="464153"/>
                  <a:pt x="1981391" y="464153"/>
                </a:cubicBezTo>
                <a:close/>
                <a:moveTo>
                  <a:pt x="2057591" y="463963"/>
                </a:moveTo>
                <a:cubicBezTo>
                  <a:pt x="2061210" y="463963"/>
                  <a:pt x="2064163" y="461010"/>
                  <a:pt x="2064163" y="457391"/>
                </a:cubicBezTo>
                <a:cubicBezTo>
                  <a:pt x="2064163" y="453771"/>
                  <a:pt x="2061210" y="450818"/>
                  <a:pt x="2057591" y="450818"/>
                </a:cubicBezTo>
                <a:cubicBezTo>
                  <a:pt x="2053971" y="450818"/>
                  <a:pt x="2051018" y="453771"/>
                  <a:pt x="2051018" y="457391"/>
                </a:cubicBezTo>
                <a:cubicBezTo>
                  <a:pt x="2051018" y="461010"/>
                  <a:pt x="2053971" y="463963"/>
                  <a:pt x="2057591" y="463963"/>
                </a:cubicBezTo>
                <a:close/>
                <a:moveTo>
                  <a:pt x="2133791" y="463772"/>
                </a:moveTo>
                <a:cubicBezTo>
                  <a:pt x="2137315" y="463772"/>
                  <a:pt x="2140172" y="460915"/>
                  <a:pt x="2140172" y="457391"/>
                </a:cubicBezTo>
                <a:cubicBezTo>
                  <a:pt x="2140172" y="453866"/>
                  <a:pt x="2137315" y="451009"/>
                  <a:pt x="2133791" y="451009"/>
                </a:cubicBezTo>
                <a:cubicBezTo>
                  <a:pt x="2130266" y="451009"/>
                  <a:pt x="2127409" y="453866"/>
                  <a:pt x="2127409" y="457391"/>
                </a:cubicBezTo>
                <a:cubicBezTo>
                  <a:pt x="2127504" y="460915"/>
                  <a:pt x="2130266" y="463772"/>
                  <a:pt x="2133791" y="463772"/>
                </a:cubicBezTo>
                <a:close/>
                <a:moveTo>
                  <a:pt x="2209991" y="463296"/>
                </a:moveTo>
                <a:cubicBezTo>
                  <a:pt x="2213229" y="463296"/>
                  <a:pt x="2215896" y="460629"/>
                  <a:pt x="2215896" y="457391"/>
                </a:cubicBezTo>
                <a:cubicBezTo>
                  <a:pt x="2215896" y="454152"/>
                  <a:pt x="2213229" y="451485"/>
                  <a:pt x="2209991" y="451485"/>
                </a:cubicBezTo>
                <a:cubicBezTo>
                  <a:pt x="2206752" y="451485"/>
                  <a:pt x="2204085" y="454152"/>
                  <a:pt x="2204085" y="457391"/>
                </a:cubicBezTo>
                <a:cubicBezTo>
                  <a:pt x="2204085" y="460724"/>
                  <a:pt x="2206752" y="463296"/>
                  <a:pt x="2209991" y="463296"/>
                </a:cubicBezTo>
                <a:close/>
                <a:moveTo>
                  <a:pt x="2286191" y="462915"/>
                </a:moveTo>
                <a:cubicBezTo>
                  <a:pt x="2289239" y="462915"/>
                  <a:pt x="2291715" y="460439"/>
                  <a:pt x="2291715" y="457391"/>
                </a:cubicBezTo>
                <a:cubicBezTo>
                  <a:pt x="2291715" y="454343"/>
                  <a:pt x="2289239" y="451866"/>
                  <a:pt x="2286191" y="451866"/>
                </a:cubicBezTo>
                <a:cubicBezTo>
                  <a:pt x="2283143" y="451866"/>
                  <a:pt x="2280666" y="454343"/>
                  <a:pt x="2280666" y="457391"/>
                </a:cubicBezTo>
                <a:cubicBezTo>
                  <a:pt x="2280761" y="460439"/>
                  <a:pt x="2283143" y="462915"/>
                  <a:pt x="2286191" y="462915"/>
                </a:cubicBezTo>
                <a:close/>
                <a:moveTo>
                  <a:pt x="2362391" y="462439"/>
                </a:moveTo>
                <a:cubicBezTo>
                  <a:pt x="2365153" y="462439"/>
                  <a:pt x="2367439" y="460153"/>
                  <a:pt x="2367439" y="457391"/>
                </a:cubicBezTo>
                <a:cubicBezTo>
                  <a:pt x="2367439" y="454628"/>
                  <a:pt x="2365153" y="452342"/>
                  <a:pt x="2362391" y="452342"/>
                </a:cubicBezTo>
                <a:cubicBezTo>
                  <a:pt x="2359628" y="452342"/>
                  <a:pt x="2357342" y="454628"/>
                  <a:pt x="2357342" y="457391"/>
                </a:cubicBezTo>
                <a:cubicBezTo>
                  <a:pt x="2357342" y="460248"/>
                  <a:pt x="2359628" y="462439"/>
                  <a:pt x="2362391" y="462439"/>
                </a:cubicBezTo>
                <a:close/>
                <a:moveTo>
                  <a:pt x="2438591" y="461867"/>
                </a:moveTo>
                <a:cubicBezTo>
                  <a:pt x="2441067" y="461867"/>
                  <a:pt x="2443067" y="459867"/>
                  <a:pt x="2443067" y="457391"/>
                </a:cubicBezTo>
                <a:cubicBezTo>
                  <a:pt x="2443067" y="454914"/>
                  <a:pt x="2441067" y="452914"/>
                  <a:pt x="2438591" y="452914"/>
                </a:cubicBezTo>
                <a:cubicBezTo>
                  <a:pt x="2436114" y="452914"/>
                  <a:pt x="2434114" y="454914"/>
                  <a:pt x="2434114" y="457391"/>
                </a:cubicBezTo>
                <a:cubicBezTo>
                  <a:pt x="2434209" y="459867"/>
                  <a:pt x="2436114" y="461867"/>
                  <a:pt x="2438591" y="461867"/>
                </a:cubicBezTo>
                <a:close/>
                <a:moveTo>
                  <a:pt x="2514791" y="461391"/>
                </a:moveTo>
                <a:cubicBezTo>
                  <a:pt x="2516981" y="461391"/>
                  <a:pt x="2518791" y="459581"/>
                  <a:pt x="2518791" y="457391"/>
                </a:cubicBezTo>
                <a:cubicBezTo>
                  <a:pt x="2518791" y="455200"/>
                  <a:pt x="2516981" y="453390"/>
                  <a:pt x="2514791" y="453390"/>
                </a:cubicBezTo>
                <a:cubicBezTo>
                  <a:pt x="2512600" y="453390"/>
                  <a:pt x="2510790" y="455200"/>
                  <a:pt x="2510790" y="457391"/>
                </a:cubicBezTo>
                <a:cubicBezTo>
                  <a:pt x="2510790" y="459676"/>
                  <a:pt x="2512600" y="461391"/>
                  <a:pt x="2514791" y="461391"/>
                </a:cubicBezTo>
                <a:close/>
                <a:moveTo>
                  <a:pt x="2590991" y="460820"/>
                </a:moveTo>
                <a:cubicBezTo>
                  <a:pt x="2592896" y="460820"/>
                  <a:pt x="2594324" y="459296"/>
                  <a:pt x="2594324" y="457486"/>
                </a:cubicBezTo>
                <a:cubicBezTo>
                  <a:pt x="2594324" y="455581"/>
                  <a:pt x="2592800" y="454057"/>
                  <a:pt x="2590991" y="454057"/>
                </a:cubicBezTo>
                <a:cubicBezTo>
                  <a:pt x="2589086" y="454057"/>
                  <a:pt x="2587657" y="455581"/>
                  <a:pt x="2587657" y="457486"/>
                </a:cubicBezTo>
                <a:cubicBezTo>
                  <a:pt x="2587657" y="459296"/>
                  <a:pt x="2589181" y="460820"/>
                  <a:pt x="2590991" y="460820"/>
                </a:cubicBezTo>
                <a:close/>
                <a:moveTo>
                  <a:pt x="2667191" y="460153"/>
                </a:moveTo>
                <a:cubicBezTo>
                  <a:pt x="2668715" y="460153"/>
                  <a:pt x="2669953" y="458915"/>
                  <a:pt x="2669953" y="457391"/>
                </a:cubicBezTo>
                <a:cubicBezTo>
                  <a:pt x="2669953" y="455867"/>
                  <a:pt x="2668715" y="454628"/>
                  <a:pt x="2667191" y="454628"/>
                </a:cubicBezTo>
                <a:cubicBezTo>
                  <a:pt x="2665666" y="454628"/>
                  <a:pt x="2664428" y="455867"/>
                  <a:pt x="2664428" y="457391"/>
                </a:cubicBezTo>
                <a:cubicBezTo>
                  <a:pt x="2664428" y="458915"/>
                  <a:pt x="2665666" y="460153"/>
                  <a:pt x="2667191" y="460153"/>
                </a:cubicBezTo>
                <a:close/>
                <a:moveTo>
                  <a:pt x="2743391" y="459486"/>
                </a:moveTo>
                <a:cubicBezTo>
                  <a:pt x="2744534" y="459486"/>
                  <a:pt x="2745486" y="458534"/>
                  <a:pt x="2745486" y="457391"/>
                </a:cubicBezTo>
                <a:cubicBezTo>
                  <a:pt x="2745486" y="456248"/>
                  <a:pt x="2744534" y="455295"/>
                  <a:pt x="2743391" y="455295"/>
                </a:cubicBezTo>
                <a:cubicBezTo>
                  <a:pt x="2742248" y="455295"/>
                  <a:pt x="2741295" y="456248"/>
                  <a:pt x="2741295" y="457391"/>
                </a:cubicBezTo>
                <a:cubicBezTo>
                  <a:pt x="2741295" y="458534"/>
                  <a:pt x="2742248" y="459486"/>
                  <a:pt x="2743391" y="459486"/>
                </a:cubicBezTo>
                <a:close/>
                <a:moveTo>
                  <a:pt x="2819591" y="458724"/>
                </a:moveTo>
                <a:cubicBezTo>
                  <a:pt x="2820257" y="458724"/>
                  <a:pt x="2820829" y="458153"/>
                  <a:pt x="2820829" y="457486"/>
                </a:cubicBezTo>
                <a:cubicBezTo>
                  <a:pt x="2820829" y="456819"/>
                  <a:pt x="2820257" y="456248"/>
                  <a:pt x="2819591" y="456248"/>
                </a:cubicBezTo>
                <a:cubicBezTo>
                  <a:pt x="2818924" y="456248"/>
                  <a:pt x="2818353" y="456819"/>
                  <a:pt x="2818353" y="457486"/>
                </a:cubicBezTo>
                <a:cubicBezTo>
                  <a:pt x="2818353" y="458153"/>
                  <a:pt x="2818924" y="458724"/>
                  <a:pt x="2819591" y="458724"/>
                </a:cubicBezTo>
                <a:close/>
                <a:moveTo>
                  <a:pt x="2895791" y="458057"/>
                </a:moveTo>
                <a:cubicBezTo>
                  <a:pt x="2896172" y="458057"/>
                  <a:pt x="2896457" y="457772"/>
                  <a:pt x="2896457" y="457391"/>
                </a:cubicBezTo>
                <a:cubicBezTo>
                  <a:pt x="2896457" y="457010"/>
                  <a:pt x="2896172" y="456724"/>
                  <a:pt x="2895791" y="456724"/>
                </a:cubicBezTo>
                <a:cubicBezTo>
                  <a:pt x="2895410" y="456724"/>
                  <a:pt x="2895124" y="457010"/>
                  <a:pt x="2895124" y="457391"/>
                </a:cubicBezTo>
                <a:cubicBezTo>
                  <a:pt x="2895219" y="457772"/>
                  <a:pt x="2895505" y="458057"/>
                  <a:pt x="2895791" y="458057"/>
                </a:cubicBezTo>
                <a:close/>
                <a:moveTo>
                  <a:pt x="533591" y="534257"/>
                </a:moveTo>
                <a:cubicBezTo>
                  <a:pt x="533972" y="534257"/>
                  <a:pt x="534257" y="533972"/>
                  <a:pt x="534257" y="533591"/>
                </a:cubicBezTo>
                <a:cubicBezTo>
                  <a:pt x="534257" y="533210"/>
                  <a:pt x="533972" y="532924"/>
                  <a:pt x="533591" y="532924"/>
                </a:cubicBezTo>
                <a:cubicBezTo>
                  <a:pt x="533210" y="532924"/>
                  <a:pt x="532924" y="533210"/>
                  <a:pt x="532924" y="533591"/>
                </a:cubicBezTo>
                <a:cubicBezTo>
                  <a:pt x="533019" y="533972"/>
                  <a:pt x="533305" y="534257"/>
                  <a:pt x="533591" y="534257"/>
                </a:cubicBezTo>
                <a:close/>
                <a:moveTo>
                  <a:pt x="609790" y="534924"/>
                </a:moveTo>
                <a:cubicBezTo>
                  <a:pt x="610457" y="534924"/>
                  <a:pt x="611029" y="534353"/>
                  <a:pt x="611029" y="533686"/>
                </a:cubicBezTo>
                <a:cubicBezTo>
                  <a:pt x="611029" y="533019"/>
                  <a:pt x="610457" y="532448"/>
                  <a:pt x="609790" y="532448"/>
                </a:cubicBezTo>
                <a:cubicBezTo>
                  <a:pt x="609124" y="532448"/>
                  <a:pt x="608552" y="533019"/>
                  <a:pt x="608552" y="533686"/>
                </a:cubicBezTo>
                <a:cubicBezTo>
                  <a:pt x="608552" y="534353"/>
                  <a:pt x="609124" y="534924"/>
                  <a:pt x="609790" y="534924"/>
                </a:cubicBezTo>
                <a:close/>
                <a:moveTo>
                  <a:pt x="685990" y="535686"/>
                </a:moveTo>
                <a:cubicBezTo>
                  <a:pt x="687134" y="535686"/>
                  <a:pt x="688086" y="534734"/>
                  <a:pt x="688086" y="533591"/>
                </a:cubicBezTo>
                <a:cubicBezTo>
                  <a:pt x="688086" y="532448"/>
                  <a:pt x="687134" y="531495"/>
                  <a:pt x="685990" y="531495"/>
                </a:cubicBezTo>
                <a:cubicBezTo>
                  <a:pt x="684848" y="531495"/>
                  <a:pt x="683895" y="532448"/>
                  <a:pt x="683895" y="533591"/>
                </a:cubicBezTo>
                <a:cubicBezTo>
                  <a:pt x="683895" y="534734"/>
                  <a:pt x="684848" y="535686"/>
                  <a:pt x="685990" y="535686"/>
                </a:cubicBezTo>
                <a:close/>
                <a:moveTo>
                  <a:pt x="762190" y="536543"/>
                </a:moveTo>
                <a:cubicBezTo>
                  <a:pt x="763810" y="536543"/>
                  <a:pt x="765143" y="535210"/>
                  <a:pt x="765143" y="533591"/>
                </a:cubicBezTo>
                <a:cubicBezTo>
                  <a:pt x="765143" y="531971"/>
                  <a:pt x="763810" y="530638"/>
                  <a:pt x="762190" y="530638"/>
                </a:cubicBezTo>
                <a:cubicBezTo>
                  <a:pt x="760571" y="530638"/>
                  <a:pt x="759238" y="531971"/>
                  <a:pt x="759238" y="533591"/>
                </a:cubicBezTo>
                <a:cubicBezTo>
                  <a:pt x="759238" y="535210"/>
                  <a:pt x="760571" y="536543"/>
                  <a:pt x="762190" y="536543"/>
                </a:cubicBezTo>
                <a:close/>
                <a:moveTo>
                  <a:pt x="838390" y="537210"/>
                </a:moveTo>
                <a:cubicBezTo>
                  <a:pt x="840391" y="537210"/>
                  <a:pt x="842010" y="535591"/>
                  <a:pt x="842010" y="533591"/>
                </a:cubicBezTo>
                <a:cubicBezTo>
                  <a:pt x="842010" y="531590"/>
                  <a:pt x="840391" y="529971"/>
                  <a:pt x="838390" y="529971"/>
                </a:cubicBezTo>
                <a:cubicBezTo>
                  <a:pt x="836390" y="529971"/>
                  <a:pt x="834771" y="531590"/>
                  <a:pt x="834771" y="533591"/>
                </a:cubicBezTo>
                <a:cubicBezTo>
                  <a:pt x="834866" y="535591"/>
                  <a:pt x="836390" y="537210"/>
                  <a:pt x="838390" y="537210"/>
                </a:cubicBezTo>
                <a:close/>
                <a:moveTo>
                  <a:pt x="914590" y="537877"/>
                </a:moveTo>
                <a:cubicBezTo>
                  <a:pt x="916877" y="537877"/>
                  <a:pt x="918782" y="535972"/>
                  <a:pt x="918782" y="533686"/>
                </a:cubicBezTo>
                <a:cubicBezTo>
                  <a:pt x="918782" y="531305"/>
                  <a:pt x="916877" y="529495"/>
                  <a:pt x="914590" y="529495"/>
                </a:cubicBezTo>
                <a:cubicBezTo>
                  <a:pt x="912209" y="529495"/>
                  <a:pt x="910400" y="531400"/>
                  <a:pt x="910400" y="533686"/>
                </a:cubicBezTo>
                <a:cubicBezTo>
                  <a:pt x="910400" y="535972"/>
                  <a:pt x="912305" y="537877"/>
                  <a:pt x="914590" y="537877"/>
                </a:cubicBezTo>
                <a:close/>
                <a:moveTo>
                  <a:pt x="990790" y="538448"/>
                </a:moveTo>
                <a:cubicBezTo>
                  <a:pt x="993458" y="538448"/>
                  <a:pt x="995648" y="536258"/>
                  <a:pt x="995648" y="533591"/>
                </a:cubicBezTo>
                <a:cubicBezTo>
                  <a:pt x="995648" y="530924"/>
                  <a:pt x="993458" y="528733"/>
                  <a:pt x="990790" y="528733"/>
                </a:cubicBezTo>
                <a:cubicBezTo>
                  <a:pt x="988124" y="528733"/>
                  <a:pt x="985933" y="530924"/>
                  <a:pt x="985933" y="533591"/>
                </a:cubicBezTo>
                <a:cubicBezTo>
                  <a:pt x="985933" y="536258"/>
                  <a:pt x="988124" y="538448"/>
                  <a:pt x="990790" y="538448"/>
                </a:cubicBezTo>
                <a:close/>
                <a:moveTo>
                  <a:pt x="1066991" y="539115"/>
                </a:moveTo>
                <a:cubicBezTo>
                  <a:pt x="1070039" y="539115"/>
                  <a:pt x="1072515" y="536639"/>
                  <a:pt x="1072515" y="533591"/>
                </a:cubicBezTo>
                <a:cubicBezTo>
                  <a:pt x="1072515" y="530543"/>
                  <a:pt x="1070039" y="528066"/>
                  <a:pt x="1066991" y="528066"/>
                </a:cubicBezTo>
                <a:cubicBezTo>
                  <a:pt x="1063943" y="528066"/>
                  <a:pt x="1061466" y="530543"/>
                  <a:pt x="1061466" y="533591"/>
                </a:cubicBezTo>
                <a:cubicBezTo>
                  <a:pt x="1061561" y="536639"/>
                  <a:pt x="1063943" y="539115"/>
                  <a:pt x="1066991" y="539115"/>
                </a:cubicBezTo>
                <a:close/>
                <a:moveTo>
                  <a:pt x="1143191" y="539782"/>
                </a:moveTo>
                <a:cubicBezTo>
                  <a:pt x="1146620" y="539782"/>
                  <a:pt x="1149287" y="537020"/>
                  <a:pt x="1149287" y="533686"/>
                </a:cubicBezTo>
                <a:cubicBezTo>
                  <a:pt x="1149287" y="530257"/>
                  <a:pt x="1146524" y="527590"/>
                  <a:pt x="1143191" y="527590"/>
                </a:cubicBezTo>
                <a:cubicBezTo>
                  <a:pt x="1139857" y="527590"/>
                  <a:pt x="1137095" y="530352"/>
                  <a:pt x="1137095" y="533686"/>
                </a:cubicBezTo>
                <a:cubicBezTo>
                  <a:pt x="1137095" y="537020"/>
                  <a:pt x="1139857" y="539782"/>
                  <a:pt x="1143191" y="539782"/>
                </a:cubicBezTo>
                <a:close/>
                <a:moveTo>
                  <a:pt x="1219391" y="540163"/>
                </a:moveTo>
                <a:cubicBezTo>
                  <a:pt x="1223010" y="540163"/>
                  <a:pt x="1225963" y="537210"/>
                  <a:pt x="1225963" y="533591"/>
                </a:cubicBezTo>
                <a:cubicBezTo>
                  <a:pt x="1225963" y="529971"/>
                  <a:pt x="1223010" y="527018"/>
                  <a:pt x="1219391" y="527018"/>
                </a:cubicBezTo>
                <a:cubicBezTo>
                  <a:pt x="1215771" y="527018"/>
                  <a:pt x="1212818" y="529971"/>
                  <a:pt x="1212818" y="533591"/>
                </a:cubicBezTo>
                <a:cubicBezTo>
                  <a:pt x="1212818" y="537210"/>
                  <a:pt x="1215771" y="540163"/>
                  <a:pt x="1219391" y="540163"/>
                </a:cubicBezTo>
                <a:close/>
                <a:moveTo>
                  <a:pt x="1295591" y="540544"/>
                </a:moveTo>
                <a:cubicBezTo>
                  <a:pt x="1299401" y="540544"/>
                  <a:pt x="1302544" y="537401"/>
                  <a:pt x="1302544" y="533591"/>
                </a:cubicBezTo>
                <a:cubicBezTo>
                  <a:pt x="1302544" y="529781"/>
                  <a:pt x="1299401" y="526637"/>
                  <a:pt x="1295591" y="526637"/>
                </a:cubicBezTo>
                <a:cubicBezTo>
                  <a:pt x="1291781" y="526637"/>
                  <a:pt x="1288637" y="529781"/>
                  <a:pt x="1288637" y="533591"/>
                </a:cubicBezTo>
                <a:cubicBezTo>
                  <a:pt x="1288637" y="537496"/>
                  <a:pt x="1291781" y="540544"/>
                  <a:pt x="1295591" y="540544"/>
                </a:cubicBezTo>
                <a:close/>
                <a:moveTo>
                  <a:pt x="1371791" y="541020"/>
                </a:moveTo>
                <a:cubicBezTo>
                  <a:pt x="1375886" y="541020"/>
                  <a:pt x="1379220" y="537686"/>
                  <a:pt x="1379220" y="533591"/>
                </a:cubicBezTo>
                <a:cubicBezTo>
                  <a:pt x="1379220" y="529495"/>
                  <a:pt x="1375886" y="526161"/>
                  <a:pt x="1371791" y="526161"/>
                </a:cubicBezTo>
                <a:cubicBezTo>
                  <a:pt x="1367695" y="526161"/>
                  <a:pt x="1364361" y="529495"/>
                  <a:pt x="1364361" y="533591"/>
                </a:cubicBezTo>
                <a:cubicBezTo>
                  <a:pt x="1364456" y="537686"/>
                  <a:pt x="1367695" y="541020"/>
                  <a:pt x="1371791" y="541020"/>
                </a:cubicBezTo>
                <a:close/>
                <a:moveTo>
                  <a:pt x="1447991" y="541401"/>
                </a:moveTo>
                <a:cubicBezTo>
                  <a:pt x="1452277" y="541401"/>
                  <a:pt x="1455801" y="537877"/>
                  <a:pt x="1455801" y="533591"/>
                </a:cubicBezTo>
                <a:cubicBezTo>
                  <a:pt x="1455801" y="529304"/>
                  <a:pt x="1452277" y="525780"/>
                  <a:pt x="1447991" y="525780"/>
                </a:cubicBezTo>
                <a:cubicBezTo>
                  <a:pt x="1443704" y="525780"/>
                  <a:pt x="1440180" y="529304"/>
                  <a:pt x="1440180" y="533591"/>
                </a:cubicBezTo>
                <a:cubicBezTo>
                  <a:pt x="1440180" y="537972"/>
                  <a:pt x="1443704" y="541401"/>
                  <a:pt x="1447991" y="541401"/>
                </a:cubicBezTo>
                <a:close/>
                <a:moveTo>
                  <a:pt x="1524191" y="541687"/>
                </a:moveTo>
                <a:cubicBezTo>
                  <a:pt x="1528667" y="541687"/>
                  <a:pt x="1532192" y="538067"/>
                  <a:pt x="1532192" y="533686"/>
                </a:cubicBezTo>
                <a:cubicBezTo>
                  <a:pt x="1532192" y="529209"/>
                  <a:pt x="1528572" y="525685"/>
                  <a:pt x="1524191" y="525685"/>
                </a:cubicBezTo>
                <a:cubicBezTo>
                  <a:pt x="1519714" y="525685"/>
                  <a:pt x="1516189" y="529304"/>
                  <a:pt x="1516189" y="533686"/>
                </a:cubicBezTo>
                <a:cubicBezTo>
                  <a:pt x="1516189" y="538067"/>
                  <a:pt x="1519809" y="541687"/>
                  <a:pt x="1524191" y="541687"/>
                </a:cubicBezTo>
                <a:close/>
                <a:moveTo>
                  <a:pt x="1600391" y="541687"/>
                </a:moveTo>
                <a:cubicBezTo>
                  <a:pt x="1604867" y="541687"/>
                  <a:pt x="1608392" y="538067"/>
                  <a:pt x="1608392" y="533686"/>
                </a:cubicBezTo>
                <a:cubicBezTo>
                  <a:pt x="1608392" y="529209"/>
                  <a:pt x="1604772" y="525685"/>
                  <a:pt x="1600391" y="525685"/>
                </a:cubicBezTo>
                <a:cubicBezTo>
                  <a:pt x="1595914" y="525685"/>
                  <a:pt x="1592389" y="529304"/>
                  <a:pt x="1592389" y="533686"/>
                </a:cubicBezTo>
                <a:cubicBezTo>
                  <a:pt x="1592389" y="538067"/>
                  <a:pt x="1596009" y="541687"/>
                  <a:pt x="1600391" y="541687"/>
                </a:cubicBezTo>
                <a:close/>
                <a:moveTo>
                  <a:pt x="1676591" y="541877"/>
                </a:moveTo>
                <a:cubicBezTo>
                  <a:pt x="1681163" y="541877"/>
                  <a:pt x="1684877" y="538163"/>
                  <a:pt x="1684877" y="533591"/>
                </a:cubicBezTo>
                <a:cubicBezTo>
                  <a:pt x="1684877" y="529019"/>
                  <a:pt x="1681163" y="525304"/>
                  <a:pt x="1676591" y="525304"/>
                </a:cubicBezTo>
                <a:cubicBezTo>
                  <a:pt x="1672018" y="525304"/>
                  <a:pt x="1668304" y="529019"/>
                  <a:pt x="1668304" y="533591"/>
                </a:cubicBezTo>
                <a:cubicBezTo>
                  <a:pt x="1668399" y="538163"/>
                  <a:pt x="1672018" y="541877"/>
                  <a:pt x="1676591" y="541877"/>
                </a:cubicBezTo>
                <a:close/>
                <a:moveTo>
                  <a:pt x="1752791" y="541877"/>
                </a:moveTo>
                <a:cubicBezTo>
                  <a:pt x="1757363" y="541877"/>
                  <a:pt x="1761077" y="538163"/>
                  <a:pt x="1761077" y="533591"/>
                </a:cubicBezTo>
                <a:cubicBezTo>
                  <a:pt x="1761077" y="529019"/>
                  <a:pt x="1757363" y="525304"/>
                  <a:pt x="1752791" y="525304"/>
                </a:cubicBezTo>
                <a:cubicBezTo>
                  <a:pt x="1748218" y="525304"/>
                  <a:pt x="1744504" y="529019"/>
                  <a:pt x="1744504" y="533591"/>
                </a:cubicBezTo>
                <a:cubicBezTo>
                  <a:pt x="1744599" y="538163"/>
                  <a:pt x="1748218" y="541877"/>
                  <a:pt x="1752791" y="541877"/>
                </a:cubicBezTo>
                <a:close/>
                <a:moveTo>
                  <a:pt x="1828991" y="541877"/>
                </a:moveTo>
                <a:cubicBezTo>
                  <a:pt x="1833563" y="541877"/>
                  <a:pt x="1837277" y="538163"/>
                  <a:pt x="1837277" y="533591"/>
                </a:cubicBezTo>
                <a:cubicBezTo>
                  <a:pt x="1837277" y="529019"/>
                  <a:pt x="1833563" y="525304"/>
                  <a:pt x="1828991" y="525304"/>
                </a:cubicBezTo>
                <a:cubicBezTo>
                  <a:pt x="1824418" y="525304"/>
                  <a:pt x="1820704" y="529019"/>
                  <a:pt x="1820704" y="533591"/>
                </a:cubicBezTo>
                <a:cubicBezTo>
                  <a:pt x="1820799" y="538163"/>
                  <a:pt x="1824418" y="541877"/>
                  <a:pt x="1828991" y="541877"/>
                </a:cubicBezTo>
                <a:close/>
                <a:moveTo>
                  <a:pt x="1905191" y="541687"/>
                </a:moveTo>
                <a:cubicBezTo>
                  <a:pt x="1909667" y="541687"/>
                  <a:pt x="1913192" y="538067"/>
                  <a:pt x="1913192" y="533686"/>
                </a:cubicBezTo>
                <a:cubicBezTo>
                  <a:pt x="1913192" y="529209"/>
                  <a:pt x="1909572" y="525685"/>
                  <a:pt x="1905191" y="525685"/>
                </a:cubicBezTo>
                <a:cubicBezTo>
                  <a:pt x="1900714" y="525685"/>
                  <a:pt x="1897189" y="529304"/>
                  <a:pt x="1897189" y="533686"/>
                </a:cubicBezTo>
                <a:cubicBezTo>
                  <a:pt x="1897189" y="538067"/>
                  <a:pt x="1900809" y="541687"/>
                  <a:pt x="1905191" y="541687"/>
                </a:cubicBezTo>
                <a:close/>
                <a:moveTo>
                  <a:pt x="1981391" y="541687"/>
                </a:moveTo>
                <a:cubicBezTo>
                  <a:pt x="1985867" y="541687"/>
                  <a:pt x="1989392" y="538067"/>
                  <a:pt x="1989392" y="533686"/>
                </a:cubicBezTo>
                <a:cubicBezTo>
                  <a:pt x="1989392" y="529209"/>
                  <a:pt x="1985772" y="525685"/>
                  <a:pt x="1981391" y="525685"/>
                </a:cubicBezTo>
                <a:cubicBezTo>
                  <a:pt x="1976914" y="525685"/>
                  <a:pt x="1973389" y="529304"/>
                  <a:pt x="1973389" y="533686"/>
                </a:cubicBezTo>
                <a:cubicBezTo>
                  <a:pt x="1973389" y="538067"/>
                  <a:pt x="1977009" y="541687"/>
                  <a:pt x="1981391" y="541687"/>
                </a:cubicBezTo>
                <a:close/>
                <a:moveTo>
                  <a:pt x="2057591" y="541401"/>
                </a:moveTo>
                <a:cubicBezTo>
                  <a:pt x="2061877" y="541401"/>
                  <a:pt x="2065401" y="537877"/>
                  <a:pt x="2065401" y="533591"/>
                </a:cubicBezTo>
                <a:cubicBezTo>
                  <a:pt x="2065401" y="529304"/>
                  <a:pt x="2061877" y="525780"/>
                  <a:pt x="2057591" y="525780"/>
                </a:cubicBezTo>
                <a:cubicBezTo>
                  <a:pt x="2053304" y="525780"/>
                  <a:pt x="2049780" y="529304"/>
                  <a:pt x="2049780" y="533591"/>
                </a:cubicBezTo>
                <a:cubicBezTo>
                  <a:pt x="2049780" y="537972"/>
                  <a:pt x="2053304" y="541401"/>
                  <a:pt x="2057591" y="541401"/>
                </a:cubicBezTo>
                <a:close/>
                <a:moveTo>
                  <a:pt x="2133791" y="541020"/>
                </a:moveTo>
                <a:cubicBezTo>
                  <a:pt x="2137886" y="541020"/>
                  <a:pt x="2141220" y="537686"/>
                  <a:pt x="2141220" y="533591"/>
                </a:cubicBezTo>
                <a:cubicBezTo>
                  <a:pt x="2141220" y="529495"/>
                  <a:pt x="2137886" y="526161"/>
                  <a:pt x="2133791" y="526161"/>
                </a:cubicBezTo>
                <a:cubicBezTo>
                  <a:pt x="2129695" y="526161"/>
                  <a:pt x="2126361" y="529495"/>
                  <a:pt x="2126361" y="533591"/>
                </a:cubicBezTo>
                <a:cubicBezTo>
                  <a:pt x="2126456" y="537686"/>
                  <a:pt x="2129695" y="541020"/>
                  <a:pt x="2133791" y="541020"/>
                </a:cubicBezTo>
                <a:close/>
                <a:moveTo>
                  <a:pt x="2209991" y="540544"/>
                </a:moveTo>
                <a:cubicBezTo>
                  <a:pt x="2213801" y="540544"/>
                  <a:pt x="2216944" y="537401"/>
                  <a:pt x="2216944" y="533591"/>
                </a:cubicBezTo>
                <a:cubicBezTo>
                  <a:pt x="2216944" y="529781"/>
                  <a:pt x="2213801" y="526637"/>
                  <a:pt x="2209991" y="526637"/>
                </a:cubicBezTo>
                <a:cubicBezTo>
                  <a:pt x="2206181" y="526637"/>
                  <a:pt x="2203037" y="529781"/>
                  <a:pt x="2203037" y="533591"/>
                </a:cubicBezTo>
                <a:cubicBezTo>
                  <a:pt x="2203037" y="537496"/>
                  <a:pt x="2206181" y="540544"/>
                  <a:pt x="2209991" y="540544"/>
                </a:cubicBezTo>
                <a:close/>
                <a:moveTo>
                  <a:pt x="2286191" y="540163"/>
                </a:moveTo>
                <a:cubicBezTo>
                  <a:pt x="2289810" y="540163"/>
                  <a:pt x="2292763" y="537210"/>
                  <a:pt x="2292763" y="533591"/>
                </a:cubicBezTo>
                <a:cubicBezTo>
                  <a:pt x="2292763" y="529971"/>
                  <a:pt x="2289810" y="527018"/>
                  <a:pt x="2286191" y="527018"/>
                </a:cubicBezTo>
                <a:cubicBezTo>
                  <a:pt x="2282571" y="527018"/>
                  <a:pt x="2279618" y="529971"/>
                  <a:pt x="2279618" y="533591"/>
                </a:cubicBezTo>
                <a:cubicBezTo>
                  <a:pt x="2279618" y="537210"/>
                  <a:pt x="2282571" y="540163"/>
                  <a:pt x="2286191" y="540163"/>
                </a:cubicBezTo>
                <a:close/>
                <a:moveTo>
                  <a:pt x="2362391" y="539782"/>
                </a:moveTo>
                <a:cubicBezTo>
                  <a:pt x="2365820" y="539782"/>
                  <a:pt x="2368487" y="537020"/>
                  <a:pt x="2368487" y="533686"/>
                </a:cubicBezTo>
                <a:cubicBezTo>
                  <a:pt x="2368487" y="530257"/>
                  <a:pt x="2365724" y="527590"/>
                  <a:pt x="2362391" y="527590"/>
                </a:cubicBezTo>
                <a:cubicBezTo>
                  <a:pt x="2359057" y="527590"/>
                  <a:pt x="2356295" y="530352"/>
                  <a:pt x="2356295" y="533686"/>
                </a:cubicBezTo>
                <a:cubicBezTo>
                  <a:pt x="2356295" y="537020"/>
                  <a:pt x="2359057" y="539782"/>
                  <a:pt x="2362391" y="539782"/>
                </a:cubicBezTo>
                <a:close/>
                <a:moveTo>
                  <a:pt x="2438591" y="539115"/>
                </a:moveTo>
                <a:cubicBezTo>
                  <a:pt x="2441639" y="539115"/>
                  <a:pt x="2444115" y="536639"/>
                  <a:pt x="2444115" y="533591"/>
                </a:cubicBezTo>
                <a:cubicBezTo>
                  <a:pt x="2444115" y="530543"/>
                  <a:pt x="2441639" y="528066"/>
                  <a:pt x="2438591" y="528066"/>
                </a:cubicBezTo>
                <a:cubicBezTo>
                  <a:pt x="2435543" y="528066"/>
                  <a:pt x="2433066" y="530543"/>
                  <a:pt x="2433066" y="533591"/>
                </a:cubicBezTo>
                <a:cubicBezTo>
                  <a:pt x="2433161" y="536639"/>
                  <a:pt x="2435543" y="539115"/>
                  <a:pt x="2438591" y="539115"/>
                </a:cubicBezTo>
                <a:close/>
                <a:moveTo>
                  <a:pt x="2514791" y="538639"/>
                </a:moveTo>
                <a:cubicBezTo>
                  <a:pt x="2517553" y="538639"/>
                  <a:pt x="2519839" y="536353"/>
                  <a:pt x="2519839" y="533591"/>
                </a:cubicBezTo>
                <a:cubicBezTo>
                  <a:pt x="2519839" y="530828"/>
                  <a:pt x="2517553" y="528542"/>
                  <a:pt x="2514791" y="528542"/>
                </a:cubicBezTo>
                <a:cubicBezTo>
                  <a:pt x="2512028" y="528542"/>
                  <a:pt x="2509742" y="530828"/>
                  <a:pt x="2509742" y="533591"/>
                </a:cubicBezTo>
                <a:cubicBezTo>
                  <a:pt x="2509742" y="536448"/>
                  <a:pt x="2512028" y="538639"/>
                  <a:pt x="2514791" y="538639"/>
                </a:cubicBezTo>
                <a:close/>
                <a:moveTo>
                  <a:pt x="2590991" y="538067"/>
                </a:moveTo>
                <a:cubicBezTo>
                  <a:pt x="2593467" y="538067"/>
                  <a:pt x="2595467" y="536067"/>
                  <a:pt x="2595467" y="533591"/>
                </a:cubicBezTo>
                <a:cubicBezTo>
                  <a:pt x="2595467" y="531114"/>
                  <a:pt x="2593467" y="529114"/>
                  <a:pt x="2590991" y="529114"/>
                </a:cubicBezTo>
                <a:cubicBezTo>
                  <a:pt x="2588514" y="529114"/>
                  <a:pt x="2586514" y="531114"/>
                  <a:pt x="2586514" y="533591"/>
                </a:cubicBezTo>
                <a:cubicBezTo>
                  <a:pt x="2586609" y="536067"/>
                  <a:pt x="2588514" y="538067"/>
                  <a:pt x="2590991" y="538067"/>
                </a:cubicBezTo>
                <a:close/>
                <a:moveTo>
                  <a:pt x="2667191" y="537210"/>
                </a:moveTo>
                <a:cubicBezTo>
                  <a:pt x="2669191" y="537210"/>
                  <a:pt x="2670810" y="535591"/>
                  <a:pt x="2670810" y="533591"/>
                </a:cubicBezTo>
                <a:cubicBezTo>
                  <a:pt x="2670810" y="531590"/>
                  <a:pt x="2669191" y="529971"/>
                  <a:pt x="2667191" y="529971"/>
                </a:cubicBezTo>
                <a:cubicBezTo>
                  <a:pt x="2665190" y="529971"/>
                  <a:pt x="2663571" y="531590"/>
                  <a:pt x="2663571" y="533591"/>
                </a:cubicBezTo>
                <a:cubicBezTo>
                  <a:pt x="2663666" y="535591"/>
                  <a:pt x="2665190" y="537210"/>
                  <a:pt x="2667191" y="537210"/>
                </a:cubicBezTo>
                <a:close/>
                <a:moveTo>
                  <a:pt x="2743391" y="536543"/>
                </a:moveTo>
                <a:cubicBezTo>
                  <a:pt x="2745010" y="536543"/>
                  <a:pt x="2746343" y="535210"/>
                  <a:pt x="2746343" y="533591"/>
                </a:cubicBezTo>
                <a:cubicBezTo>
                  <a:pt x="2746343" y="531971"/>
                  <a:pt x="2745010" y="530638"/>
                  <a:pt x="2743391" y="530638"/>
                </a:cubicBezTo>
                <a:cubicBezTo>
                  <a:pt x="2741771" y="530638"/>
                  <a:pt x="2740438" y="531971"/>
                  <a:pt x="2740438" y="533591"/>
                </a:cubicBezTo>
                <a:cubicBezTo>
                  <a:pt x="2740438" y="535210"/>
                  <a:pt x="2741771" y="536543"/>
                  <a:pt x="2743391" y="536543"/>
                </a:cubicBezTo>
                <a:close/>
                <a:moveTo>
                  <a:pt x="2819591" y="535686"/>
                </a:moveTo>
                <a:cubicBezTo>
                  <a:pt x="2820734" y="535686"/>
                  <a:pt x="2821686" y="534734"/>
                  <a:pt x="2821686" y="533591"/>
                </a:cubicBezTo>
                <a:cubicBezTo>
                  <a:pt x="2821686" y="532448"/>
                  <a:pt x="2820734" y="531495"/>
                  <a:pt x="2819591" y="531495"/>
                </a:cubicBezTo>
                <a:cubicBezTo>
                  <a:pt x="2818448" y="531495"/>
                  <a:pt x="2817495" y="532448"/>
                  <a:pt x="2817495" y="533591"/>
                </a:cubicBezTo>
                <a:cubicBezTo>
                  <a:pt x="2817495" y="534734"/>
                  <a:pt x="2818448" y="535686"/>
                  <a:pt x="2819591" y="535686"/>
                </a:cubicBezTo>
                <a:close/>
                <a:moveTo>
                  <a:pt x="2895791" y="535115"/>
                </a:moveTo>
                <a:cubicBezTo>
                  <a:pt x="2896648" y="535115"/>
                  <a:pt x="2897315" y="534448"/>
                  <a:pt x="2897315" y="533591"/>
                </a:cubicBezTo>
                <a:cubicBezTo>
                  <a:pt x="2897315" y="532733"/>
                  <a:pt x="2896648" y="532067"/>
                  <a:pt x="2895791" y="532067"/>
                </a:cubicBezTo>
                <a:cubicBezTo>
                  <a:pt x="2894933" y="532067"/>
                  <a:pt x="2894266" y="532733"/>
                  <a:pt x="2894266" y="533591"/>
                </a:cubicBezTo>
                <a:cubicBezTo>
                  <a:pt x="2894266" y="534448"/>
                  <a:pt x="2895029" y="535115"/>
                  <a:pt x="2895791" y="535115"/>
                </a:cubicBezTo>
                <a:close/>
                <a:moveTo>
                  <a:pt x="2971991" y="534257"/>
                </a:moveTo>
                <a:cubicBezTo>
                  <a:pt x="2972372" y="534257"/>
                  <a:pt x="2972657" y="533972"/>
                  <a:pt x="2972657" y="533591"/>
                </a:cubicBezTo>
                <a:cubicBezTo>
                  <a:pt x="2972657" y="533210"/>
                  <a:pt x="2972372" y="532924"/>
                  <a:pt x="2971991" y="532924"/>
                </a:cubicBezTo>
                <a:cubicBezTo>
                  <a:pt x="2971610" y="532924"/>
                  <a:pt x="2971324" y="533210"/>
                  <a:pt x="2971324" y="533591"/>
                </a:cubicBezTo>
                <a:cubicBezTo>
                  <a:pt x="2971419" y="533972"/>
                  <a:pt x="2971705" y="534257"/>
                  <a:pt x="2971991" y="534257"/>
                </a:cubicBezTo>
                <a:close/>
                <a:moveTo>
                  <a:pt x="457391" y="610267"/>
                </a:moveTo>
                <a:cubicBezTo>
                  <a:pt x="457581" y="610267"/>
                  <a:pt x="457772" y="610076"/>
                  <a:pt x="457772" y="609886"/>
                </a:cubicBezTo>
                <a:cubicBezTo>
                  <a:pt x="457772" y="609695"/>
                  <a:pt x="457581" y="609505"/>
                  <a:pt x="457391" y="609505"/>
                </a:cubicBezTo>
                <a:cubicBezTo>
                  <a:pt x="457200" y="609505"/>
                  <a:pt x="457010" y="609695"/>
                  <a:pt x="457010" y="609886"/>
                </a:cubicBezTo>
                <a:cubicBezTo>
                  <a:pt x="457010" y="610076"/>
                  <a:pt x="457200" y="610267"/>
                  <a:pt x="457391" y="610267"/>
                </a:cubicBezTo>
                <a:close/>
                <a:moveTo>
                  <a:pt x="533591" y="611124"/>
                </a:moveTo>
                <a:cubicBezTo>
                  <a:pt x="534257" y="611124"/>
                  <a:pt x="534829" y="610553"/>
                  <a:pt x="534829" y="609886"/>
                </a:cubicBezTo>
                <a:cubicBezTo>
                  <a:pt x="534829" y="609219"/>
                  <a:pt x="534257" y="608648"/>
                  <a:pt x="533591" y="608648"/>
                </a:cubicBezTo>
                <a:cubicBezTo>
                  <a:pt x="532924" y="608648"/>
                  <a:pt x="532352" y="609219"/>
                  <a:pt x="532352" y="609886"/>
                </a:cubicBezTo>
                <a:cubicBezTo>
                  <a:pt x="532352" y="610553"/>
                  <a:pt x="532924" y="611124"/>
                  <a:pt x="533591" y="611124"/>
                </a:cubicBezTo>
                <a:close/>
                <a:moveTo>
                  <a:pt x="609790" y="611886"/>
                </a:moveTo>
                <a:cubicBezTo>
                  <a:pt x="610934" y="611886"/>
                  <a:pt x="611886" y="610934"/>
                  <a:pt x="611886" y="609790"/>
                </a:cubicBezTo>
                <a:cubicBezTo>
                  <a:pt x="611886" y="608648"/>
                  <a:pt x="610934" y="607695"/>
                  <a:pt x="609790" y="607695"/>
                </a:cubicBezTo>
                <a:cubicBezTo>
                  <a:pt x="608648" y="607695"/>
                  <a:pt x="607695" y="608648"/>
                  <a:pt x="607695" y="609790"/>
                </a:cubicBezTo>
                <a:cubicBezTo>
                  <a:pt x="607695" y="610934"/>
                  <a:pt x="608648" y="611886"/>
                  <a:pt x="609790" y="611886"/>
                </a:cubicBezTo>
                <a:close/>
                <a:moveTo>
                  <a:pt x="685990" y="612743"/>
                </a:moveTo>
                <a:cubicBezTo>
                  <a:pt x="687610" y="612743"/>
                  <a:pt x="688943" y="611410"/>
                  <a:pt x="688943" y="609790"/>
                </a:cubicBezTo>
                <a:cubicBezTo>
                  <a:pt x="688943" y="608171"/>
                  <a:pt x="687610" y="606838"/>
                  <a:pt x="685990" y="606838"/>
                </a:cubicBezTo>
                <a:cubicBezTo>
                  <a:pt x="684371" y="606838"/>
                  <a:pt x="683038" y="608171"/>
                  <a:pt x="683038" y="609790"/>
                </a:cubicBezTo>
                <a:cubicBezTo>
                  <a:pt x="683038" y="611410"/>
                  <a:pt x="684371" y="612743"/>
                  <a:pt x="685990" y="612743"/>
                </a:cubicBezTo>
                <a:close/>
                <a:moveTo>
                  <a:pt x="762190" y="613601"/>
                </a:moveTo>
                <a:cubicBezTo>
                  <a:pt x="764286" y="613601"/>
                  <a:pt x="766001" y="611886"/>
                  <a:pt x="766001" y="609790"/>
                </a:cubicBezTo>
                <a:cubicBezTo>
                  <a:pt x="766001" y="607695"/>
                  <a:pt x="764286" y="605981"/>
                  <a:pt x="762190" y="605981"/>
                </a:cubicBezTo>
                <a:cubicBezTo>
                  <a:pt x="760095" y="605981"/>
                  <a:pt x="758381" y="607695"/>
                  <a:pt x="758381" y="609790"/>
                </a:cubicBezTo>
                <a:cubicBezTo>
                  <a:pt x="758381" y="611886"/>
                  <a:pt x="760095" y="613601"/>
                  <a:pt x="762190" y="613601"/>
                </a:cubicBezTo>
                <a:close/>
                <a:moveTo>
                  <a:pt x="838390" y="614267"/>
                </a:moveTo>
                <a:cubicBezTo>
                  <a:pt x="840867" y="614267"/>
                  <a:pt x="842867" y="612267"/>
                  <a:pt x="842867" y="609790"/>
                </a:cubicBezTo>
                <a:cubicBezTo>
                  <a:pt x="842867" y="607314"/>
                  <a:pt x="840867" y="605314"/>
                  <a:pt x="838390" y="605314"/>
                </a:cubicBezTo>
                <a:cubicBezTo>
                  <a:pt x="835914" y="605314"/>
                  <a:pt x="833914" y="607314"/>
                  <a:pt x="833914" y="609790"/>
                </a:cubicBezTo>
                <a:cubicBezTo>
                  <a:pt x="833914" y="612267"/>
                  <a:pt x="835914" y="614267"/>
                  <a:pt x="838390" y="614267"/>
                </a:cubicBezTo>
                <a:close/>
                <a:moveTo>
                  <a:pt x="914590" y="615125"/>
                </a:moveTo>
                <a:cubicBezTo>
                  <a:pt x="917543" y="615125"/>
                  <a:pt x="919829" y="612743"/>
                  <a:pt x="919829" y="609886"/>
                </a:cubicBezTo>
                <a:cubicBezTo>
                  <a:pt x="919829" y="606933"/>
                  <a:pt x="917448" y="604647"/>
                  <a:pt x="914590" y="604647"/>
                </a:cubicBezTo>
                <a:cubicBezTo>
                  <a:pt x="911638" y="604647"/>
                  <a:pt x="909352" y="607028"/>
                  <a:pt x="909352" y="609886"/>
                </a:cubicBezTo>
                <a:cubicBezTo>
                  <a:pt x="909352" y="612743"/>
                  <a:pt x="911733" y="615125"/>
                  <a:pt x="914590" y="615125"/>
                </a:cubicBezTo>
                <a:close/>
                <a:moveTo>
                  <a:pt x="990790" y="615696"/>
                </a:moveTo>
                <a:cubicBezTo>
                  <a:pt x="994029" y="615696"/>
                  <a:pt x="996696" y="613029"/>
                  <a:pt x="996696" y="609790"/>
                </a:cubicBezTo>
                <a:cubicBezTo>
                  <a:pt x="996696" y="606552"/>
                  <a:pt x="994029" y="603885"/>
                  <a:pt x="990790" y="603885"/>
                </a:cubicBezTo>
                <a:cubicBezTo>
                  <a:pt x="987552" y="603885"/>
                  <a:pt x="984885" y="606552"/>
                  <a:pt x="984885" y="609790"/>
                </a:cubicBezTo>
                <a:cubicBezTo>
                  <a:pt x="984885" y="613124"/>
                  <a:pt x="987552" y="615696"/>
                  <a:pt x="990790" y="615696"/>
                </a:cubicBezTo>
                <a:close/>
                <a:moveTo>
                  <a:pt x="1066991" y="616363"/>
                </a:moveTo>
                <a:cubicBezTo>
                  <a:pt x="1070610" y="616363"/>
                  <a:pt x="1073563" y="613410"/>
                  <a:pt x="1073563" y="609790"/>
                </a:cubicBezTo>
                <a:cubicBezTo>
                  <a:pt x="1073563" y="606171"/>
                  <a:pt x="1070610" y="603218"/>
                  <a:pt x="1066991" y="603218"/>
                </a:cubicBezTo>
                <a:cubicBezTo>
                  <a:pt x="1063371" y="603218"/>
                  <a:pt x="1060418" y="606171"/>
                  <a:pt x="1060418" y="609790"/>
                </a:cubicBezTo>
                <a:cubicBezTo>
                  <a:pt x="1060418" y="613410"/>
                  <a:pt x="1063371" y="616363"/>
                  <a:pt x="1066991" y="616363"/>
                </a:cubicBezTo>
                <a:close/>
                <a:moveTo>
                  <a:pt x="1143191" y="617030"/>
                </a:moveTo>
                <a:cubicBezTo>
                  <a:pt x="1147191" y="617030"/>
                  <a:pt x="1150334" y="613791"/>
                  <a:pt x="1150334" y="609886"/>
                </a:cubicBezTo>
                <a:cubicBezTo>
                  <a:pt x="1150334" y="605885"/>
                  <a:pt x="1147096" y="602742"/>
                  <a:pt x="1143191" y="602742"/>
                </a:cubicBezTo>
                <a:cubicBezTo>
                  <a:pt x="1139190" y="602742"/>
                  <a:pt x="1136047" y="605981"/>
                  <a:pt x="1136047" y="609886"/>
                </a:cubicBezTo>
                <a:cubicBezTo>
                  <a:pt x="1136047" y="613791"/>
                  <a:pt x="1139285" y="617030"/>
                  <a:pt x="1143191" y="617030"/>
                </a:cubicBezTo>
                <a:close/>
                <a:moveTo>
                  <a:pt x="1219391" y="617411"/>
                </a:moveTo>
                <a:cubicBezTo>
                  <a:pt x="1223582" y="617411"/>
                  <a:pt x="1227011" y="613982"/>
                  <a:pt x="1227011" y="609790"/>
                </a:cubicBezTo>
                <a:cubicBezTo>
                  <a:pt x="1227011" y="605600"/>
                  <a:pt x="1223582" y="602171"/>
                  <a:pt x="1219391" y="602171"/>
                </a:cubicBezTo>
                <a:cubicBezTo>
                  <a:pt x="1215200" y="602171"/>
                  <a:pt x="1211771" y="605600"/>
                  <a:pt x="1211771" y="609790"/>
                </a:cubicBezTo>
                <a:cubicBezTo>
                  <a:pt x="1211771" y="613982"/>
                  <a:pt x="1215200" y="617411"/>
                  <a:pt x="1219391" y="617411"/>
                </a:cubicBezTo>
                <a:close/>
                <a:moveTo>
                  <a:pt x="1295591" y="617887"/>
                </a:moveTo>
                <a:cubicBezTo>
                  <a:pt x="1300067" y="617887"/>
                  <a:pt x="1303592" y="614267"/>
                  <a:pt x="1303592" y="609886"/>
                </a:cubicBezTo>
                <a:cubicBezTo>
                  <a:pt x="1303592" y="605409"/>
                  <a:pt x="1299972" y="601885"/>
                  <a:pt x="1295591" y="601885"/>
                </a:cubicBezTo>
                <a:cubicBezTo>
                  <a:pt x="1291114" y="601885"/>
                  <a:pt x="1287589" y="605504"/>
                  <a:pt x="1287589" y="609886"/>
                </a:cubicBezTo>
                <a:cubicBezTo>
                  <a:pt x="1287589" y="614267"/>
                  <a:pt x="1291209" y="617887"/>
                  <a:pt x="1295591" y="617887"/>
                </a:cubicBezTo>
                <a:close/>
                <a:moveTo>
                  <a:pt x="1371791" y="618268"/>
                </a:moveTo>
                <a:cubicBezTo>
                  <a:pt x="1376458" y="618268"/>
                  <a:pt x="1380268" y="614458"/>
                  <a:pt x="1380268" y="609790"/>
                </a:cubicBezTo>
                <a:cubicBezTo>
                  <a:pt x="1380268" y="605123"/>
                  <a:pt x="1376458" y="601313"/>
                  <a:pt x="1371791" y="601313"/>
                </a:cubicBezTo>
                <a:cubicBezTo>
                  <a:pt x="1367123" y="601313"/>
                  <a:pt x="1363313" y="605123"/>
                  <a:pt x="1363313" y="609790"/>
                </a:cubicBezTo>
                <a:cubicBezTo>
                  <a:pt x="1363313" y="614458"/>
                  <a:pt x="1367123" y="618268"/>
                  <a:pt x="1371791" y="618268"/>
                </a:cubicBezTo>
                <a:close/>
                <a:moveTo>
                  <a:pt x="1447991" y="618649"/>
                </a:moveTo>
                <a:cubicBezTo>
                  <a:pt x="1452848" y="618649"/>
                  <a:pt x="1456849" y="614648"/>
                  <a:pt x="1456849" y="609790"/>
                </a:cubicBezTo>
                <a:cubicBezTo>
                  <a:pt x="1456849" y="604933"/>
                  <a:pt x="1452848" y="600932"/>
                  <a:pt x="1447991" y="600932"/>
                </a:cubicBezTo>
                <a:cubicBezTo>
                  <a:pt x="1443133" y="600932"/>
                  <a:pt x="1439132" y="604933"/>
                  <a:pt x="1439132" y="609790"/>
                </a:cubicBezTo>
                <a:cubicBezTo>
                  <a:pt x="1439132" y="614744"/>
                  <a:pt x="1443133" y="618649"/>
                  <a:pt x="1447991" y="618649"/>
                </a:cubicBezTo>
                <a:close/>
                <a:moveTo>
                  <a:pt x="1524191" y="618935"/>
                </a:moveTo>
                <a:cubicBezTo>
                  <a:pt x="1529239" y="618935"/>
                  <a:pt x="1533239" y="614839"/>
                  <a:pt x="1533239" y="609886"/>
                </a:cubicBezTo>
                <a:cubicBezTo>
                  <a:pt x="1533239" y="604933"/>
                  <a:pt x="1529143" y="600837"/>
                  <a:pt x="1524191" y="600837"/>
                </a:cubicBezTo>
                <a:cubicBezTo>
                  <a:pt x="1519238" y="600837"/>
                  <a:pt x="1515142" y="604933"/>
                  <a:pt x="1515142" y="609886"/>
                </a:cubicBezTo>
                <a:cubicBezTo>
                  <a:pt x="1515142" y="614839"/>
                  <a:pt x="1519238" y="618935"/>
                  <a:pt x="1524191" y="618935"/>
                </a:cubicBezTo>
                <a:close/>
                <a:moveTo>
                  <a:pt x="1600391" y="619125"/>
                </a:moveTo>
                <a:cubicBezTo>
                  <a:pt x="1605534" y="619125"/>
                  <a:pt x="1609725" y="614934"/>
                  <a:pt x="1609725" y="609790"/>
                </a:cubicBezTo>
                <a:cubicBezTo>
                  <a:pt x="1609725" y="604647"/>
                  <a:pt x="1605534" y="600456"/>
                  <a:pt x="1600391" y="600456"/>
                </a:cubicBezTo>
                <a:cubicBezTo>
                  <a:pt x="1595247" y="600456"/>
                  <a:pt x="1591056" y="604647"/>
                  <a:pt x="1591056" y="609790"/>
                </a:cubicBezTo>
                <a:cubicBezTo>
                  <a:pt x="1591056" y="614934"/>
                  <a:pt x="1595247" y="619125"/>
                  <a:pt x="1600391" y="619125"/>
                </a:cubicBezTo>
                <a:close/>
                <a:moveTo>
                  <a:pt x="1676591" y="619315"/>
                </a:moveTo>
                <a:cubicBezTo>
                  <a:pt x="1681829" y="619315"/>
                  <a:pt x="1686116" y="615029"/>
                  <a:pt x="1686116" y="609790"/>
                </a:cubicBezTo>
                <a:cubicBezTo>
                  <a:pt x="1686116" y="604552"/>
                  <a:pt x="1681829" y="600266"/>
                  <a:pt x="1676591" y="600266"/>
                </a:cubicBezTo>
                <a:cubicBezTo>
                  <a:pt x="1671352" y="600266"/>
                  <a:pt x="1667066" y="604552"/>
                  <a:pt x="1667066" y="609790"/>
                </a:cubicBezTo>
                <a:cubicBezTo>
                  <a:pt x="1667066" y="615029"/>
                  <a:pt x="1671352" y="619315"/>
                  <a:pt x="1676591" y="619315"/>
                </a:cubicBezTo>
                <a:close/>
                <a:moveTo>
                  <a:pt x="1752791" y="619315"/>
                </a:moveTo>
                <a:cubicBezTo>
                  <a:pt x="1758029" y="619315"/>
                  <a:pt x="1762316" y="615029"/>
                  <a:pt x="1762316" y="609790"/>
                </a:cubicBezTo>
                <a:cubicBezTo>
                  <a:pt x="1762316" y="604552"/>
                  <a:pt x="1758029" y="600266"/>
                  <a:pt x="1752791" y="600266"/>
                </a:cubicBezTo>
                <a:cubicBezTo>
                  <a:pt x="1747552" y="600266"/>
                  <a:pt x="1743266" y="604552"/>
                  <a:pt x="1743266" y="609790"/>
                </a:cubicBezTo>
                <a:cubicBezTo>
                  <a:pt x="1743266" y="615029"/>
                  <a:pt x="1747552" y="619315"/>
                  <a:pt x="1752791" y="619315"/>
                </a:cubicBezTo>
                <a:close/>
                <a:moveTo>
                  <a:pt x="1828991" y="619315"/>
                </a:moveTo>
                <a:cubicBezTo>
                  <a:pt x="1834229" y="619315"/>
                  <a:pt x="1838516" y="615029"/>
                  <a:pt x="1838516" y="609790"/>
                </a:cubicBezTo>
                <a:cubicBezTo>
                  <a:pt x="1838516" y="604552"/>
                  <a:pt x="1834229" y="600266"/>
                  <a:pt x="1828991" y="600266"/>
                </a:cubicBezTo>
                <a:cubicBezTo>
                  <a:pt x="1823752" y="600266"/>
                  <a:pt x="1819466" y="604552"/>
                  <a:pt x="1819466" y="609790"/>
                </a:cubicBezTo>
                <a:cubicBezTo>
                  <a:pt x="1819466" y="615029"/>
                  <a:pt x="1823752" y="619315"/>
                  <a:pt x="1828991" y="619315"/>
                </a:cubicBezTo>
                <a:close/>
                <a:moveTo>
                  <a:pt x="1905191" y="619125"/>
                </a:moveTo>
                <a:cubicBezTo>
                  <a:pt x="1910334" y="619125"/>
                  <a:pt x="1914525" y="614934"/>
                  <a:pt x="1914525" y="609790"/>
                </a:cubicBezTo>
                <a:cubicBezTo>
                  <a:pt x="1914525" y="604647"/>
                  <a:pt x="1910334" y="600456"/>
                  <a:pt x="1905191" y="600456"/>
                </a:cubicBezTo>
                <a:cubicBezTo>
                  <a:pt x="1900047" y="600456"/>
                  <a:pt x="1895856" y="604647"/>
                  <a:pt x="1895856" y="609790"/>
                </a:cubicBezTo>
                <a:cubicBezTo>
                  <a:pt x="1895856" y="614934"/>
                  <a:pt x="1900047" y="619125"/>
                  <a:pt x="1905191" y="619125"/>
                </a:cubicBezTo>
                <a:close/>
                <a:moveTo>
                  <a:pt x="1981391" y="618935"/>
                </a:moveTo>
                <a:cubicBezTo>
                  <a:pt x="1986439" y="618935"/>
                  <a:pt x="1990439" y="614839"/>
                  <a:pt x="1990439" y="609886"/>
                </a:cubicBezTo>
                <a:cubicBezTo>
                  <a:pt x="1990439" y="604933"/>
                  <a:pt x="1986343" y="600837"/>
                  <a:pt x="1981391" y="600837"/>
                </a:cubicBezTo>
                <a:cubicBezTo>
                  <a:pt x="1976438" y="600837"/>
                  <a:pt x="1972342" y="604933"/>
                  <a:pt x="1972342" y="609886"/>
                </a:cubicBezTo>
                <a:cubicBezTo>
                  <a:pt x="1972342" y="614839"/>
                  <a:pt x="1976438" y="618935"/>
                  <a:pt x="1981391" y="618935"/>
                </a:cubicBezTo>
                <a:close/>
                <a:moveTo>
                  <a:pt x="2057591" y="618649"/>
                </a:moveTo>
                <a:cubicBezTo>
                  <a:pt x="2062448" y="618649"/>
                  <a:pt x="2066449" y="614648"/>
                  <a:pt x="2066449" y="609790"/>
                </a:cubicBezTo>
                <a:cubicBezTo>
                  <a:pt x="2066449" y="604933"/>
                  <a:pt x="2062448" y="600932"/>
                  <a:pt x="2057591" y="600932"/>
                </a:cubicBezTo>
                <a:cubicBezTo>
                  <a:pt x="2052733" y="600932"/>
                  <a:pt x="2048732" y="604933"/>
                  <a:pt x="2048732" y="609790"/>
                </a:cubicBezTo>
                <a:cubicBezTo>
                  <a:pt x="2048732" y="614744"/>
                  <a:pt x="2052733" y="618649"/>
                  <a:pt x="2057591" y="618649"/>
                </a:cubicBezTo>
                <a:close/>
                <a:moveTo>
                  <a:pt x="2133791" y="618268"/>
                </a:moveTo>
                <a:cubicBezTo>
                  <a:pt x="2138458" y="618268"/>
                  <a:pt x="2142268" y="614458"/>
                  <a:pt x="2142268" y="609790"/>
                </a:cubicBezTo>
                <a:cubicBezTo>
                  <a:pt x="2142268" y="605123"/>
                  <a:pt x="2138458" y="601313"/>
                  <a:pt x="2133791" y="601313"/>
                </a:cubicBezTo>
                <a:cubicBezTo>
                  <a:pt x="2129123" y="601313"/>
                  <a:pt x="2125313" y="605123"/>
                  <a:pt x="2125313" y="609790"/>
                </a:cubicBezTo>
                <a:cubicBezTo>
                  <a:pt x="2125313" y="614458"/>
                  <a:pt x="2129123" y="618268"/>
                  <a:pt x="2133791" y="618268"/>
                </a:cubicBezTo>
                <a:close/>
                <a:moveTo>
                  <a:pt x="2209991" y="617887"/>
                </a:moveTo>
                <a:cubicBezTo>
                  <a:pt x="2214467" y="617887"/>
                  <a:pt x="2217992" y="614267"/>
                  <a:pt x="2217992" y="609886"/>
                </a:cubicBezTo>
                <a:cubicBezTo>
                  <a:pt x="2217992" y="605409"/>
                  <a:pt x="2214372" y="601885"/>
                  <a:pt x="2209991" y="601885"/>
                </a:cubicBezTo>
                <a:cubicBezTo>
                  <a:pt x="2205514" y="601885"/>
                  <a:pt x="2201990" y="605504"/>
                  <a:pt x="2201990" y="609886"/>
                </a:cubicBezTo>
                <a:cubicBezTo>
                  <a:pt x="2201990" y="614267"/>
                  <a:pt x="2205609" y="617887"/>
                  <a:pt x="2209991" y="617887"/>
                </a:cubicBezTo>
                <a:close/>
                <a:moveTo>
                  <a:pt x="2286191" y="617411"/>
                </a:moveTo>
                <a:cubicBezTo>
                  <a:pt x="2290382" y="617411"/>
                  <a:pt x="2293811" y="613982"/>
                  <a:pt x="2293811" y="609790"/>
                </a:cubicBezTo>
                <a:cubicBezTo>
                  <a:pt x="2293811" y="605600"/>
                  <a:pt x="2290382" y="602171"/>
                  <a:pt x="2286191" y="602171"/>
                </a:cubicBezTo>
                <a:cubicBezTo>
                  <a:pt x="2282000" y="602171"/>
                  <a:pt x="2278571" y="605600"/>
                  <a:pt x="2278571" y="609790"/>
                </a:cubicBezTo>
                <a:cubicBezTo>
                  <a:pt x="2278571" y="613982"/>
                  <a:pt x="2282000" y="617411"/>
                  <a:pt x="2286191" y="617411"/>
                </a:cubicBezTo>
                <a:close/>
                <a:moveTo>
                  <a:pt x="2362391" y="617030"/>
                </a:moveTo>
                <a:cubicBezTo>
                  <a:pt x="2366391" y="617030"/>
                  <a:pt x="2369534" y="613791"/>
                  <a:pt x="2369534" y="609886"/>
                </a:cubicBezTo>
                <a:cubicBezTo>
                  <a:pt x="2369534" y="605885"/>
                  <a:pt x="2366296" y="602742"/>
                  <a:pt x="2362391" y="602742"/>
                </a:cubicBezTo>
                <a:cubicBezTo>
                  <a:pt x="2358390" y="602742"/>
                  <a:pt x="2355247" y="605981"/>
                  <a:pt x="2355247" y="609886"/>
                </a:cubicBezTo>
                <a:cubicBezTo>
                  <a:pt x="2355247" y="613791"/>
                  <a:pt x="2358485" y="617030"/>
                  <a:pt x="2362391" y="617030"/>
                </a:cubicBezTo>
                <a:close/>
                <a:moveTo>
                  <a:pt x="2438591" y="616363"/>
                </a:moveTo>
                <a:cubicBezTo>
                  <a:pt x="2442210" y="616363"/>
                  <a:pt x="2445163" y="613410"/>
                  <a:pt x="2445163" y="609790"/>
                </a:cubicBezTo>
                <a:cubicBezTo>
                  <a:pt x="2445163" y="606171"/>
                  <a:pt x="2442210" y="603218"/>
                  <a:pt x="2438591" y="603218"/>
                </a:cubicBezTo>
                <a:cubicBezTo>
                  <a:pt x="2434971" y="603218"/>
                  <a:pt x="2432018" y="606171"/>
                  <a:pt x="2432018" y="609790"/>
                </a:cubicBezTo>
                <a:cubicBezTo>
                  <a:pt x="2432018" y="613410"/>
                  <a:pt x="2434971" y="616363"/>
                  <a:pt x="2438591" y="616363"/>
                </a:cubicBezTo>
                <a:close/>
                <a:moveTo>
                  <a:pt x="2514791" y="615696"/>
                </a:moveTo>
                <a:cubicBezTo>
                  <a:pt x="2518029" y="615696"/>
                  <a:pt x="2520696" y="613029"/>
                  <a:pt x="2520696" y="609790"/>
                </a:cubicBezTo>
                <a:cubicBezTo>
                  <a:pt x="2520696" y="606552"/>
                  <a:pt x="2518029" y="603885"/>
                  <a:pt x="2514791" y="603885"/>
                </a:cubicBezTo>
                <a:cubicBezTo>
                  <a:pt x="2511552" y="603885"/>
                  <a:pt x="2508885" y="606552"/>
                  <a:pt x="2508885" y="609790"/>
                </a:cubicBezTo>
                <a:cubicBezTo>
                  <a:pt x="2508885" y="613124"/>
                  <a:pt x="2511552" y="615696"/>
                  <a:pt x="2514791" y="615696"/>
                </a:cubicBezTo>
                <a:close/>
                <a:moveTo>
                  <a:pt x="2590991" y="615125"/>
                </a:moveTo>
                <a:cubicBezTo>
                  <a:pt x="2593943" y="615125"/>
                  <a:pt x="2596229" y="612743"/>
                  <a:pt x="2596229" y="609886"/>
                </a:cubicBezTo>
                <a:cubicBezTo>
                  <a:pt x="2596229" y="606933"/>
                  <a:pt x="2593848" y="604647"/>
                  <a:pt x="2590991" y="604647"/>
                </a:cubicBezTo>
                <a:cubicBezTo>
                  <a:pt x="2588038" y="604647"/>
                  <a:pt x="2585752" y="607028"/>
                  <a:pt x="2585752" y="609886"/>
                </a:cubicBezTo>
                <a:cubicBezTo>
                  <a:pt x="2585752" y="612743"/>
                  <a:pt x="2588133" y="615125"/>
                  <a:pt x="2590991" y="615125"/>
                </a:cubicBezTo>
                <a:close/>
                <a:moveTo>
                  <a:pt x="2667191" y="614458"/>
                </a:moveTo>
                <a:cubicBezTo>
                  <a:pt x="2669762" y="614458"/>
                  <a:pt x="2671858" y="612362"/>
                  <a:pt x="2671858" y="609790"/>
                </a:cubicBezTo>
                <a:cubicBezTo>
                  <a:pt x="2671858" y="607219"/>
                  <a:pt x="2669762" y="605123"/>
                  <a:pt x="2667191" y="605123"/>
                </a:cubicBezTo>
                <a:cubicBezTo>
                  <a:pt x="2664619" y="605123"/>
                  <a:pt x="2662523" y="607219"/>
                  <a:pt x="2662523" y="609790"/>
                </a:cubicBezTo>
                <a:cubicBezTo>
                  <a:pt x="2662523" y="612362"/>
                  <a:pt x="2664619" y="614458"/>
                  <a:pt x="2667191" y="614458"/>
                </a:cubicBezTo>
                <a:close/>
                <a:moveTo>
                  <a:pt x="2743391" y="613601"/>
                </a:moveTo>
                <a:cubicBezTo>
                  <a:pt x="2745486" y="613601"/>
                  <a:pt x="2747201" y="611886"/>
                  <a:pt x="2747201" y="609790"/>
                </a:cubicBezTo>
                <a:cubicBezTo>
                  <a:pt x="2747201" y="607695"/>
                  <a:pt x="2745486" y="605981"/>
                  <a:pt x="2743391" y="605981"/>
                </a:cubicBezTo>
                <a:cubicBezTo>
                  <a:pt x="2741295" y="605981"/>
                  <a:pt x="2739581" y="607695"/>
                  <a:pt x="2739581" y="609790"/>
                </a:cubicBezTo>
                <a:cubicBezTo>
                  <a:pt x="2739581" y="611886"/>
                  <a:pt x="2741295" y="613601"/>
                  <a:pt x="2743391" y="613601"/>
                </a:cubicBezTo>
                <a:close/>
                <a:moveTo>
                  <a:pt x="2819591" y="612934"/>
                </a:moveTo>
                <a:cubicBezTo>
                  <a:pt x="2821305" y="612934"/>
                  <a:pt x="2822734" y="611505"/>
                  <a:pt x="2822734" y="609790"/>
                </a:cubicBezTo>
                <a:cubicBezTo>
                  <a:pt x="2822734" y="608076"/>
                  <a:pt x="2821305" y="606647"/>
                  <a:pt x="2819591" y="606647"/>
                </a:cubicBezTo>
                <a:cubicBezTo>
                  <a:pt x="2817876" y="606647"/>
                  <a:pt x="2816447" y="608076"/>
                  <a:pt x="2816447" y="609790"/>
                </a:cubicBezTo>
                <a:cubicBezTo>
                  <a:pt x="2816447" y="611505"/>
                  <a:pt x="2817876" y="612934"/>
                  <a:pt x="2819591" y="612934"/>
                </a:cubicBezTo>
                <a:close/>
                <a:moveTo>
                  <a:pt x="2895791" y="612172"/>
                </a:moveTo>
                <a:cubicBezTo>
                  <a:pt x="2897029" y="612172"/>
                  <a:pt x="2898077" y="611124"/>
                  <a:pt x="2898077" y="609886"/>
                </a:cubicBezTo>
                <a:cubicBezTo>
                  <a:pt x="2898077" y="608648"/>
                  <a:pt x="2897029" y="607600"/>
                  <a:pt x="2895791" y="607600"/>
                </a:cubicBezTo>
                <a:cubicBezTo>
                  <a:pt x="2894553" y="607600"/>
                  <a:pt x="2893505" y="608648"/>
                  <a:pt x="2893505" y="609886"/>
                </a:cubicBezTo>
                <a:cubicBezTo>
                  <a:pt x="2893505" y="611124"/>
                  <a:pt x="2894553" y="612172"/>
                  <a:pt x="2895791" y="612172"/>
                </a:cubicBezTo>
                <a:close/>
                <a:moveTo>
                  <a:pt x="2971991" y="611315"/>
                </a:moveTo>
                <a:cubicBezTo>
                  <a:pt x="2972848" y="611315"/>
                  <a:pt x="2973515" y="610648"/>
                  <a:pt x="2973515" y="609790"/>
                </a:cubicBezTo>
                <a:cubicBezTo>
                  <a:pt x="2973515" y="608933"/>
                  <a:pt x="2972848" y="608267"/>
                  <a:pt x="2971991" y="608267"/>
                </a:cubicBezTo>
                <a:cubicBezTo>
                  <a:pt x="2971133" y="608267"/>
                  <a:pt x="2970466" y="608933"/>
                  <a:pt x="2970466" y="609790"/>
                </a:cubicBezTo>
                <a:cubicBezTo>
                  <a:pt x="2970466" y="610648"/>
                  <a:pt x="2971229" y="611315"/>
                  <a:pt x="2971991" y="611315"/>
                </a:cubicBezTo>
                <a:close/>
                <a:moveTo>
                  <a:pt x="3048191" y="610457"/>
                </a:moveTo>
                <a:cubicBezTo>
                  <a:pt x="3048572" y="610457"/>
                  <a:pt x="3048857" y="610172"/>
                  <a:pt x="3048857" y="609790"/>
                </a:cubicBezTo>
                <a:cubicBezTo>
                  <a:pt x="3048857" y="609410"/>
                  <a:pt x="3048572" y="609124"/>
                  <a:pt x="3048191" y="609124"/>
                </a:cubicBezTo>
                <a:cubicBezTo>
                  <a:pt x="3047810" y="609124"/>
                  <a:pt x="3047524" y="609410"/>
                  <a:pt x="3047524" y="609790"/>
                </a:cubicBezTo>
                <a:cubicBezTo>
                  <a:pt x="3047619" y="610172"/>
                  <a:pt x="3047905" y="610457"/>
                  <a:pt x="3048191" y="610457"/>
                </a:cubicBezTo>
                <a:close/>
                <a:moveTo>
                  <a:pt x="381191" y="686467"/>
                </a:moveTo>
                <a:cubicBezTo>
                  <a:pt x="381381" y="686467"/>
                  <a:pt x="381572" y="686276"/>
                  <a:pt x="381572" y="686086"/>
                </a:cubicBezTo>
                <a:cubicBezTo>
                  <a:pt x="381572" y="685895"/>
                  <a:pt x="381381" y="685705"/>
                  <a:pt x="381191" y="685705"/>
                </a:cubicBezTo>
                <a:cubicBezTo>
                  <a:pt x="381000" y="685705"/>
                  <a:pt x="380810" y="685895"/>
                  <a:pt x="380810" y="686086"/>
                </a:cubicBezTo>
                <a:cubicBezTo>
                  <a:pt x="380810" y="686276"/>
                  <a:pt x="381000" y="686467"/>
                  <a:pt x="381191" y="686467"/>
                </a:cubicBezTo>
                <a:close/>
                <a:moveTo>
                  <a:pt x="457391" y="687324"/>
                </a:moveTo>
                <a:cubicBezTo>
                  <a:pt x="458057" y="687324"/>
                  <a:pt x="458629" y="686753"/>
                  <a:pt x="458629" y="686086"/>
                </a:cubicBezTo>
                <a:cubicBezTo>
                  <a:pt x="458629" y="685419"/>
                  <a:pt x="458057" y="684848"/>
                  <a:pt x="457391" y="684848"/>
                </a:cubicBezTo>
                <a:cubicBezTo>
                  <a:pt x="456724" y="684848"/>
                  <a:pt x="456152" y="685419"/>
                  <a:pt x="456152" y="686086"/>
                </a:cubicBezTo>
                <a:cubicBezTo>
                  <a:pt x="456152" y="686753"/>
                  <a:pt x="456724" y="687324"/>
                  <a:pt x="457391" y="687324"/>
                </a:cubicBezTo>
                <a:close/>
                <a:moveTo>
                  <a:pt x="533591" y="688086"/>
                </a:moveTo>
                <a:cubicBezTo>
                  <a:pt x="534734" y="688086"/>
                  <a:pt x="535686" y="687134"/>
                  <a:pt x="535686" y="685990"/>
                </a:cubicBezTo>
                <a:cubicBezTo>
                  <a:pt x="535686" y="684848"/>
                  <a:pt x="534734" y="683895"/>
                  <a:pt x="533591" y="683895"/>
                </a:cubicBezTo>
                <a:cubicBezTo>
                  <a:pt x="532448" y="683895"/>
                  <a:pt x="531495" y="684848"/>
                  <a:pt x="531495" y="685990"/>
                </a:cubicBezTo>
                <a:cubicBezTo>
                  <a:pt x="531495" y="687134"/>
                  <a:pt x="532448" y="688086"/>
                  <a:pt x="533591" y="688086"/>
                </a:cubicBezTo>
                <a:close/>
                <a:moveTo>
                  <a:pt x="609790" y="688943"/>
                </a:moveTo>
                <a:cubicBezTo>
                  <a:pt x="611410" y="688943"/>
                  <a:pt x="612743" y="687610"/>
                  <a:pt x="612743" y="685990"/>
                </a:cubicBezTo>
                <a:cubicBezTo>
                  <a:pt x="612743" y="684371"/>
                  <a:pt x="611410" y="683038"/>
                  <a:pt x="609790" y="683038"/>
                </a:cubicBezTo>
                <a:cubicBezTo>
                  <a:pt x="608171" y="683038"/>
                  <a:pt x="606838" y="684371"/>
                  <a:pt x="606838" y="685990"/>
                </a:cubicBezTo>
                <a:cubicBezTo>
                  <a:pt x="606838" y="687610"/>
                  <a:pt x="608171" y="688943"/>
                  <a:pt x="609790" y="688943"/>
                </a:cubicBezTo>
                <a:close/>
                <a:moveTo>
                  <a:pt x="685990" y="689801"/>
                </a:moveTo>
                <a:cubicBezTo>
                  <a:pt x="688086" y="689801"/>
                  <a:pt x="689801" y="688086"/>
                  <a:pt x="689801" y="685990"/>
                </a:cubicBezTo>
                <a:cubicBezTo>
                  <a:pt x="689801" y="683895"/>
                  <a:pt x="688086" y="682181"/>
                  <a:pt x="685990" y="682181"/>
                </a:cubicBezTo>
                <a:cubicBezTo>
                  <a:pt x="683895" y="682181"/>
                  <a:pt x="682181" y="683895"/>
                  <a:pt x="682181" y="685990"/>
                </a:cubicBezTo>
                <a:cubicBezTo>
                  <a:pt x="682181" y="688086"/>
                  <a:pt x="683895" y="689801"/>
                  <a:pt x="685990" y="689801"/>
                </a:cubicBezTo>
                <a:close/>
                <a:moveTo>
                  <a:pt x="762190" y="690658"/>
                </a:moveTo>
                <a:cubicBezTo>
                  <a:pt x="764762" y="690658"/>
                  <a:pt x="766858" y="688562"/>
                  <a:pt x="766858" y="685990"/>
                </a:cubicBezTo>
                <a:cubicBezTo>
                  <a:pt x="766858" y="683419"/>
                  <a:pt x="764762" y="681323"/>
                  <a:pt x="762190" y="681323"/>
                </a:cubicBezTo>
                <a:cubicBezTo>
                  <a:pt x="759619" y="681323"/>
                  <a:pt x="757523" y="683419"/>
                  <a:pt x="757523" y="685990"/>
                </a:cubicBezTo>
                <a:cubicBezTo>
                  <a:pt x="757523" y="688562"/>
                  <a:pt x="759619" y="690658"/>
                  <a:pt x="762190" y="690658"/>
                </a:cubicBezTo>
                <a:close/>
                <a:moveTo>
                  <a:pt x="838390" y="691515"/>
                </a:moveTo>
                <a:cubicBezTo>
                  <a:pt x="841438" y="691515"/>
                  <a:pt x="843915" y="689038"/>
                  <a:pt x="843915" y="685990"/>
                </a:cubicBezTo>
                <a:cubicBezTo>
                  <a:pt x="843915" y="682943"/>
                  <a:pt x="841438" y="680466"/>
                  <a:pt x="838390" y="680466"/>
                </a:cubicBezTo>
                <a:cubicBezTo>
                  <a:pt x="835343" y="680466"/>
                  <a:pt x="832866" y="682943"/>
                  <a:pt x="832866" y="685990"/>
                </a:cubicBezTo>
                <a:cubicBezTo>
                  <a:pt x="832961" y="689038"/>
                  <a:pt x="835343" y="691515"/>
                  <a:pt x="838390" y="691515"/>
                </a:cubicBezTo>
                <a:close/>
                <a:moveTo>
                  <a:pt x="914590" y="692182"/>
                </a:moveTo>
                <a:cubicBezTo>
                  <a:pt x="918020" y="692182"/>
                  <a:pt x="920687" y="689420"/>
                  <a:pt x="920687" y="686086"/>
                </a:cubicBezTo>
                <a:cubicBezTo>
                  <a:pt x="920687" y="682752"/>
                  <a:pt x="917924" y="679990"/>
                  <a:pt x="914590" y="679990"/>
                </a:cubicBezTo>
                <a:cubicBezTo>
                  <a:pt x="911257" y="679990"/>
                  <a:pt x="908495" y="682752"/>
                  <a:pt x="908495" y="686086"/>
                </a:cubicBezTo>
                <a:cubicBezTo>
                  <a:pt x="908495" y="689420"/>
                  <a:pt x="911257" y="692182"/>
                  <a:pt x="914590" y="692182"/>
                </a:cubicBezTo>
                <a:close/>
                <a:moveTo>
                  <a:pt x="990790" y="692753"/>
                </a:moveTo>
                <a:cubicBezTo>
                  <a:pt x="994505" y="692753"/>
                  <a:pt x="997553" y="689705"/>
                  <a:pt x="997553" y="685990"/>
                </a:cubicBezTo>
                <a:cubicBezTo>
                  <a:pt x="997553" y="682276"/>
                  <a:pt x="994505" y="679228"/>
                  <a:pt x="990790" y="679228"/>
                </a:cubicBezTo>
                <a:cubicBezTo>
                  <a:pt x="987076" y="679228"/>
                  <a:pt x="984028" y="682276"/>
                  <a:pt x="984028" y="685990"/>
                </a:cubicBezTo>
                <a:cubicBezTo>
                  <a:pt x="984028" y="689705"/>
                  <a:pt x="987076" y="692753"/>
                  <a:pt x="990790" y="692753"/>
                </a:cubicBezTo>
                <a:close/>
                <a:moveTo>
                  <a:pt x="1066991" y="693611"/>
                </a:moveTo>
                <a:cubicBezTo>
                  <a:pt x="1071182" y="693611"/>
                  <a:pt x="1074611" y="690182"/>
                  <a:pt x="1074611" y="685990"/>
                </a:cubicBezTo>
                <a:cubicBezTo>
                  <a:pt x="1074611" y="681800"/>
                  <a:pt x="1071182" y="678371"/>
                  <a:pt x="1066991" y="678371"/>
                </a:cubicBezTo>
                <a:cubicBezTo>
                  <a:pt x="1062800" y="678371"/>
                  <a:pt x="1059371" y="681800"/>
                  <a:pt x="1059371" y="685990"/>
                </a:cubicBezTo>
                <a:cubicBezTo>
                  <a:pt x="1059371" y="690182"/>
                  <a:pt x="1062800" y="693611"/>
                  <a:pt x="1066991" y="693611"/>
                </a:cubicBezTo>
                <a:close/>
                <a:moveTo>
                  <a:pt x="1143191" y="694087"/>
                </a:moveTo>
                <a:cubicBezTo>
                  <a:pt x="1147667" y="694087"/>
                  <a:pt x="1151192" y="690467"/>
                  <a:pt x="1151192" y="686086"/>
                </a:cubicBezTo>
                <a:cubicBezTo>
                  <a:pt x="1151192" y="681704"/>
                  <a:pt x="1147572" y="678085"/>
                  <a:pt x="1143191" y="678085"/>
                </a:cubicBezTo>
                <a:cubicBezTo>
                  <a:pt x="1138714" y="678085"/>
                  <a:pt x="1135190" y="681704"/>
                  <a:pt x="1135190" y="686086"/>
                </a:cubicBezTo>
                <a:cubicBezTo>
                  <a:pt x="1135190" y="690467"/>
                  <a:pt x="1138809" y="694087"/>
                  <a:pt x="1143191" y="694087"/>
                </a:cubicBezTo>
                <a:close/>
                <a:moveTo>
                  <a:pt x="1219391" y="694658"/>
                </a:moveTo>
                <a:cubicBezTo>
                  <a:pt x="1224153" y="694658"/>
                  <a:pt x="1228058" y="690753"/>
                  <a:pt x="1228058" y="685990"/>
                </a:cubicBezTo>
                <a:cubicBezTo>
                  <a:pt x="1228058" y="681228"/>
                  <a:pt x="1224153" y="677323"/>
                  <a:pt x="1219391" y="677323"/>
                </a:cubicBezTo>
                <a:cubicBezTo>
                  <a:pt x="1214628" y="677323"/>
                  <a:pt x="1210723" y="681228"/>
                  <a:pt x="1210723" y="685990"/>
                </a:cubicBezTo>
                <a:cubicBezTo>
                  <a:pt x="1210723" y="690753"/>
                  <a:pt x="1214628" y="694658"/>
                  <a:pt x="1219391" y="694658"/>
                </a:cubicBezTo>
                <a:close/>
                <a:moveTo>
                  <a:pt x="1295591" y="695325"/>
                </a:moveTo>
                <a:cubicBezTo>
                  <a:pt x="1300734" y="695325"/>
                  <a:pt x="1304925" y="691134"/>
                  <a:pt x="1304925" y="685990"/>
                </a:cubicBezTo>
                <a:cubicBezTo>
                  <a:pt x="1304925" y="680847"/>
                  <a:pt x="1300734" y="676656"/>
                  <a:pt x="1295591" y="676656"/>
                </a:cubicBezTo>
                <a:cubicBezTo>
                  <a:pt x="1290447" y="676656"/>
                  <a:pt x="1286256" y="680847"/>
                  <a:pt x="1286256" y="685990"/>
                </a:cubicBezTo>
                <a:cubicBezTo>
                  <a:pt x="1286256" y="691134"/>
                  <a:pt x="1290447" y="695325"/>
                  <a:pt x="1295591" y="695325"/>
                </a:cubicBezTo>
                <a:close/>
                <a:moveTo>
                  <a:pt x="1371791" y="695706"/>
                </a:moveTo>
                <a:cubicBezTo>
                  <a:pt x="1377125" y="695706"/>
                  <a:pt x="1381506" y="691325"/>
                  <a:pt x="1381506" y="685990"/>
                </a:cubicBezTo>
                <a:cubicBezTo>
                  <a:pt x="1381506" y="680657"/>
                  <a:pt x="1377220" y="676275"/>
                  <a:pt x="1371791" y="676275"/>
                </a:cubicBezTo>
                <a:cubicBezTo>
                  <a:pt x="1366361" y="676275"/>
                  <a:pt x="1362075" y="680657"/>
                  <a:pt x="1362075" y="685990"/>
                </a:cubicBezTo>
                <a:cubicBezTo>
                  <a:pt x="1362075" y="691325"/>
                  <a:pt x="1366457" y="695706"/>
                  <a:pt x="1371791" y="695706"/>
                </a:cubicBezTo>
                <a:close/>
                <a:moveTo>
                  <a:pt x="1447991" y="696182"/>
                </a:moveTo>
                <a:cubicBezTo>
                  <a:pt x="1453610" y="696182"/>
                  <a:pt x="1458087" y="691610"/>
                  <a:pt x="1458087" y="686086"/>
                </a:cubicBezTo>
                <a:cubicBezTo>
                  <a:pt x="1458087" y="680466"/>
                  <a:pt x="1453515" y="675989"/>
                  <a:pt x="1447991" y="675989"/>
                </a:cubicBezTo>
                <a:cubicBezTo>
                  <a:pt x="1442466" y="675989"/>
                  <a:pt x="1437894" y="680561"/>
                  <a:pt x="1437894" y="686086"/>
                </a:cubicBezTo>
                <a:cubicBezTo>
                  <a:pt x="1437894" y="691610"/>
                  <a:pt x="1442371" y="696182"/>
                  <a:pt x="1447991" y="696182"/>
                </a:cubicBezTo>
                <a:close/>
                <a:moveTo>
                  <a:pt x="1524191" y="696373"/>
                </a:moveTo>
                <a:cubicBezTo>
                  <a:pt x="1529906" y="696373"/>
                  <a:pt x="1534573" y="691706"/>
                  <a:pt x="1534573" y="685990"/>
                </a:cubicBezTo>
                <a:cubicBezTo>
                  <a:pt x="1534573" y="680276"/>
                  <a:pt x="1529906" y="675608"/>
                  <a:pt x="1524191" y="675608"/>
                </a:cubicBezTo>
                <a:cubicBezTo>
                  <a:pt x="1518476" y="675608"/>
                  <a:pt x="1513808" y="680276"/>
                  <a:pt x="1513808" y="685990"/>
                </a:cubicBezTo>
                <a:cubicBezTo>
                  <a:pt x="1513904" y="691706"/>
                  <a:pt x="1518476" y="696373"/>
                  <a:pt x="1524191" y="696373"/>
                </a:cubicBezTo>
                <a:close/>
                <a:moveTo>
                  <a:pt x="1600391" y="696563"/>
                </a:moveTo>
                <a:cubicBezTo>
                  <a:pt x="1606201" y="696563"/>
                  <a:pt x="1610963" y="691801"/>
                  <a:pt x="1610963" y="685990"/>
                </a:cubicBezTo>
                <a:cubicBezTo>
                  <a:pt x="1610963" y="680180"/>
                  <a:pt x="1606201" y="675418"/>
                  <a:pt x="1600391" y="675418"/>
                </a:cubicBezTo>
                <a:cubicBezTo>
                  <a:pt x="1594580" y="675418"/>
                  <a:pt x="1589818" y="680180"/>
                  <a:pt x="1589818" y="685990"/>
                </a:cubicBezTo>
                <a:cubicBezTo>
                  <a:pt x="1589818" y="691801"/>
                  <a:pt x="1594580" y="696563"/>
                  <a:pt x="1600391" y="696563"/>
                </a:cubicBezTo>
                <a:close/>
                <a:moveTo>
                  <a:pt x="1676591" y="696563"/>
                </a:moveTo>
                <a:cubicBezTo>
                  <a:pt x="1682401" y="696563"/>
                  <a:pt x="1687163" y="691801"/>
                  <a:pt x="1687163" y="685990"/>
                </a:cubicBezTo>
                <a:cubicBezTo>
                  <a:pt x="1687163" y="680180"/>
                  <a:pt x="1682401" y="675418"/>
                  <a:pt x="1676591" y="675418"/>
                </a:cubicBezTo>
                <a:cubicBezTo>
                  <a:pt x="1670780" y="675418"/>
                  <a:pt x="1666018" y="680180"/>
                  <a:pt x="1666018" y="685990"/>
                </a:cubicBezTo>
                <a:cubicBezTo>
                  <a:pt x="1666018" y="691801"/>
                  <a:pt x="1670780" y="696563"/>
                  <a:pt x="1676591" y="696563"/>
                </a:cubicBezTo>
                <a:close/>
                <a:moveTo>
                  <a:pt x="1752791" y="696754"/>
                </a:moveTo>
                <a:cubicBezTo>
                  <a:pt x="1758696" y="696754"/>
                  <a:pt x="1763554" y="691896"/>
                  <a:pt x="1763554" y="685990"/>
                </a:cubicBezTo>
                <a:cubicBezTo>
                  <a:pt x="1763554" y="680085"/>
                  <a:pt x="1758696" y="675227"/>
                  <a:pt x="1752791" y="675227"/>
                </a:cubicBezTo>
                <a:cubicBezTo>
                  <a:pt x="1746885" y="675227"/>
                  <a:pt x="1742027" y="680085"/>
                  <a:pt x="1742027" y="685990"/>
                </a:cubicBezTo>
                <a:cubicBezTo>
                  <a:pt x="1742027" y="691896"/>
                  <a:pt x="1746885" y="696754"/>
                  <a:pt x="1752791" y="696754"/>
                </a:cubicBezTo>
                <a:close/>
                <a:moveTo>
                  <a:pt x="1828991" y="696754"/>
                </a:moveTo>
                <a:cubicBezTo>
                  <a:pt x="1834896" y="696754"/>
                  <a:pt x="1839754" y="691896"/>
                  <a:pt x="1839754" y="685990"/>
                </a:cubicBezTo>
                <a:cubicBezTo>
                  <a:pt x="1839754" y="680085"/>
                  <a:pt x="1834896" y="675227"/>
                  <a:pt x="1828991" y="675227"/>
                </a:cubicBezTo>
                <a:cubicBezTo>
                  <a:pt x="1823085" y="675227"/>
                  <a:pt x="1818227" y="680085"/>
                  <a:pt x="1818227" y="685990"/>
                </a:cubicBezTo>
                <a:cubicBezTo>
                  <a:pt x="1818227" y="691896"/>
                  <a:pt x="1823085" y="696754"/>
                  <a:pt x="1828991" y="696754"/>
                </a:cubicBezTo>
                <a:close/>
                <a:moveTo>
                  <a:pt x="1905191" y="696563"/>
                </a:moveTo>
                <a:cubicBezTo>
                  <a:pt x="1911001" y="696563"/>
                  <a:pt x="1915763" y="691801"/>
                  <a:pt x="1915763" y="685990"/>
                </a:cubicBezTo>
                <a:cubicBezTo>
                  <a:pt x="1915763" y="680180"/>
                  <a:pt x="1911001" y="675418"/>
                  <a:pt x="1905191" y="675418"/>
                </a:cubicBezTo>
                <a:cubicBezTo>
                  <a:pt x="1899380" y="675418"/>
                  <a:pt x="1894618" y="680180"/>
                  <a:pt x="1894618" y="685990"/>
                </a:cubicBezTo>
                <a:cubicBezTo>
                  <a:pt x="1894618" y="691801"/>
                  <a:pt x="1899380" y="696563"/>
                  <a:pt x="1905191" y="696563"/>
                </a:cubicBezTo>
                <a:close/>
                <a:moveTo>
                  <a:pt x="1981391" y="696373"/>
                </a:moveTo>
                <a:cubicBezTo>
                  <a:pt x="1987106" y="696373"/>
                  <a:pt x="1991773" y="691706"/>
                  <a:pt x="1991773" y="685990"/>
                </a:cubicBezTo>
                <a:cubicBezTo>
                  <a:pt x="1991773" y="680276"/>
                  <a:pt x="1987106" y="675608"/>
                  <a:pt x="1981391" y="675608"/>
                </a:cubicBezTo>
                <a:cubicBezTo>
                  <a:pt x="1975676" y="675608"/>
                  <a:pt x="1971008" y="680276"/>
                  <a:pt x="1971008" y="685990"/>
                </a:cubicBezTo>
                <a:cubicBezTo>
                  <a:pt x="1971104" y="691706"/>
                  <a:pt x="1975676" y="696373"/>
                  <a:pt x="1981391" y="696373"/>
                </a:cubicBezTo>
                <a:close/>
                <a:moveTo>
                  <a:pt x="2057591" y="696182"/>
                </a:moveTo>
                <a:cubicBezTo>
                  <a:pt x="2063210" y="696182"/>
                  <a:pt x="2067687" y="691610"/>
                  <a:pt x="2067687" y="686086"/>
                </a:cubicBezTo>
                <a:cubicBezTo>
                  <a:pt x="2067687" y="680466"/>
                  <a:pt x="2063115" y="675989"/>
                  <a:pt x="2057591" y="675989"/>
                </a:cubicBezTo>
                <a:cubicBezTo>
                  <a:pt x="2052066" y="675989"/>
                  <a:pt x="2047494" y="680561"/>
                  <a:pt x="2047494" y="686086"/>
                </a:cubicBezTo>
                <a:cubicBezTo>
                  <a:pt x="2047494" y="691610"/>
                  <a:pt x="2051971" y="696182"/>
                  <a:pt x="2057591" y="696182"/>
                </a:cubicBezTo>
                <a:close/>
                <a:moveTo>
                  <a:pt x="2133791" y="695706"/>
                </a:moveTo>
                <a:cubicBezTo>
                  <a:pt x="2139125" y="695706"/>
                  <a:pt x="2143506" y="691325"/>
                  <a:pt x="2143506" y="685990"/>
                </a:cubicBezTo>
                <a:cubicBezTo>
                  <a:pt x="2143506" y="680657"/>
                  <a:pt x="2139220" y="676275"/>
                  <a:pt x="2133791" y="676275"/>
                </a:cubicBezTo>
                <a:cubicBezTo>
                  <a:pt x="2128361" y="676275"/>
                  <a:pt x="2124075" y="680657"/>
                  <a:pt x="2124075" y="685990"/>
                </a:cubicBezTo>
                <a:cubicBezTo>
                  <a:pt x="2124075" y="691325"/>
                  <a:pt x="2128457" y="695706"/>
                  <a:pt x="2133791" y="695706"/>
                </a:cubicBezTo>
                <a:close/>
                <a:moveTo>
                  <a:pt x="2209991" y="695325"/>
                </a:moveTo>
                <a:cubicBezTo>
                  <a:pt x="2215134" y="695325"/>
                  <a:pt x="2219325" y="691134"/>
                  <a:pt x="2219325" y="685990"/>
                </a:cubicBezTo>
                <a:cubicBezTo>
                  <a:pt x="2219325" y="680847"/>
                  <a:pt x="2215134" y="676656"/>
                  <a:pt x="2209991" y="676656"/>
                </a:cubicBezTo>
                <a:cubicBezTo>
                  <a:pt x="2204847" y="676656"/>
                  <a:pt x="2200656" y="680847"/>
                  <a:pt x="2200656" y="685990"/>
                </a:cubicBezTo>
                <a:cubicBezTo>
                  <a:pt x="2200656" y="691134"/>
                  <a:pt x="2204847" y="695325"/>
                  <a:pt x="2209991" y="695325"/>
                </a:cubicBezTo>
                <a:close/>
                <a:moveTo>
                  <a:pt x="2286191" y="694658"/>
                </a:moveTo>
                <a:cubicBezTo>
                  <a:pt x="2290953" y="694658"/>
                  <a:pt x="2294858" y="690753"/>
                  <a:pt x="2294858" y="685990"/>
                </a:cubicBezTo>
                <a:cubicBezTo>
                  <a:pt x="2294858" y="681228"/>
                  <a:pt x="2290953" y="677323"/>
                  <a:pt x="2286191" y="677323"/>
                </a:cubicBezTo>
                <a:cubicBezTo>
                  <a:pt x="2281428" y="677323"/>
                  <a:pt x="2277523" y="681228"/>
                  <a:pt x="2277523" y="685990"/>
                </a:cubicBezTo>
                <a:cubicBezTo>
                  <a:pt x="2277523" y="690753"/>
                  <a:pt x="2281428" y="694658"/>
                  <a:pt x="2286191" y="694658"/>
                </a:cubicBezTo>
                <a:close/>
                <a:moveTo>
                  <a:pt x="2362391" y="694277"/>
                </a:moveTo>
                <a:cubicBezTo>
                  <a:pt x="2366963" y="694277"/>
                  <a:pt x="2370677" y="690563"/>
                  <a:pt x="2370677" y="685990"/>
                </a:cubicBezTo>
                <a:cubicBezTo>
                  <a:pt x="2370677" y="681419"/>
                  <a:pt x="2366963" y="677704"/>
                  <a:pt x="2362391" y="677704"/>
                </a:cubicBezTo>
                <a:cubicBezTo>
                  <a:pt x="2357819" y="677704"/>
                  <a:pt x="2354104" y="681419"/>
                  <a:pt x="2354104" y="685990"/>
                </a:cubicBezTo>
                <a:cubicBezTo>
                  <a:pt x="2354104" y="690563"/>
                  <a:pt x="2357819" y="694277"/>
                  <a:pt x="2362391" y="694277"/>
                </a:cubicBezTo>
                <a:close/>
                <a:moveTo>
                  <a:pt x="2438591" y="693611"/>
                </a:moveTo>
                <a:cubicBezTo>
                  <a:pt x="2442782" y="693611"/>
                  <a:pt x="2446211" y="690182"/>
                  <a:pt x="2446211" y="685990"/>
                </a:cubicBezTo>
                <a:cubicBezTo>
                  <a:pt x="2446211" y="681800"/>
                  <a:pt x="2442782" y="678371"/>
                  <a:pt x="2438591" y="678371"/>
                </a:cubicBezTo>
                <a:cubicBezTo>
                  <a:pt x="2434400" y="678371"/>
                  <a:pt x="2430971" y="681800"/>
                  <a:pt x="2430971" y="685990"/>
                </a:cubicBezTo>
                <a:cubicBezTo>
                  <a:pt x="2430971" y="690182"/>
                  <a:pt x="2434400" y="693611"/>
                  <a:pt x="2438591" y="693611"/>
                </a:cubicBezTo>
                <a:close/>
                <a:moveTo>
                  <a:pt x="2514791" y="692944"/>
                </a:moveTo>
                <a:cubicBezTo>
                  <a:pt x="2518601" y="692944"/>
                  <a:pt x="2521744" y="689801"/>
                  <a:pt x="2521744" y="685990"/>
                </a:cubicBezTo>
                <a:cubicBezTo>
                  <a:pt x="2521744" y="682181"/>
                  <a:pt x="2518601" y="679037"/>
                  <a:pt x="2514791" y="679037"/>
                </a:cubicBezTo>
                <a:cubicBezTo>
                  <a:pt x="2510981" y="679037"/>
                  <a:pt x="2507837" y="682181"/>
                  <a:pt x="2507837" y="685990"/>
                </a:cubicBezTo>
                <a:cubicBezTo>
                  <a:pt x="2507837" y="689896"/>
                  <a:pt x="2510981" y="692944"/>
                  <a:pt x="2514791" y="692944"/>
                </a:cubicBezTo>
                <a:close/>
                <a:moveTo>
                  <a:pt x="2590991" y="692182"/>
                </a:moveTo>
                <a:cubicBezTo>
                  <a:pt x="2594420" y="692182"/>
                  <a:pt x="2597087" y="689420"/>
                  <a:pt x="2597087" y="686086"/>
                </a:cubicBezTo>
                <a:cubicBezTo>
                  <a:pt x="2597087" y="682752"/>
                  <a:pt x="2594324" y="679990"/>
                  <a:pt x="2590991" y="679990"/>
                </a:cubicBezTo>
                <a:cubicBezTo>
                  <a:pt x="2587562" y="679990"/>
                  <a:pt x="2584895" y="682752"/>
                  <a:pt x="2584895" y="686086"/>
                </a:cubicBezTo>
                <a:cubicBezTo>
                  <a:pt x="2584895" y="689420"/>
                  <a:pt x="2587657" y="692182"/>
                  <a:pt x="2590991" y="692182"/>
                </a:cubicBezTo>
                <a:close/>
                <a:moveTo>
                  <a:pt x="2667191" y="691515"/>
                </a:moveTo>
                <a:cubicBezTo>
                  <a:pt x="2670239" y="691515"/>
                  <a:pt x="2672715" y="689038"/>
                  <a:pt x="2672715" y="685990"/>
                </a:cubicBezTo>
                <a:cubicBezTo>
                  <a:pt x="2672715" y="682943"/>
                  <a:pt x="2670239" y="680466"/>
                  <a:pt x="2667191" y="680466"/>
                </a:cubicBezTo>
                <a:cubicBezTo>
                  <a:pt x="2664143" y="680466"/>
                  <a:pt x="2661666" y="682943"/>
                  <a:pt x="2661666" y="685990"/>
                </a:cubicBezTo>
                <a:cubicBezTo>
                  <a:pt x="2661761" y="689038"/>
                  <a:pt x="2664143" y="691515"/>
                  <a:pt x="2667191" y="691515"/>
                </a:cubicBezTo>
                <a:close/>
                <a:moveTo>
                  <a:pt x="2743391" y="690658"/>
                </a:moveTo>
                <a:cubicBezTo>
                  <a:pt x="2745962" y="690658"/>
                  <a:pt x="2748058" y="688562"/>
                  <a:pt x="2748058" y="685990"/>
                </a:cubicBezTo>
                <a:cubicBezTo>
                  <a:pt x="2748058" y="683419"/>
                  <a:pt x="2745962" y="681323"/>
                  <a:pt x="2743391" y="681323"/>
                </a:cubicBezTo>
                <a:cubicBezTo>
                  <a:pt x="2740819" y="681323"/>
                  <a:pt x="2738723" y="683419"/>
                  <a:pt x="2738723" y="685990"/>
                </a:cubicBezTo>
                <a:cubicBezTo>
                  <a:pt x="2738723" y="688562"/>
                  <a:pt x="2740819" y="690658"/>
                  <a:pt x="2743391" y="690658"/>
                </a:cubicBezTo>
                <a:close/>
                <a:moveTo>
                  <a:pt x="2819591" y="689991"/>
                </a:moveTo>
                <a:cubicBezTo>
                  <a:pt x="2821781" y="689991"/>
                  <a:pt x="2823591" y="688181"/>
                  <a:pt x="2823591" y="685990"/>
                </a:cubicBezTo>
                <a:cubicBezTo>
                  <a:pt x="2823591" y="683800"/>
                  <a:pt x="2821781" y="681990"/>
                  <a:pt x="2819591" y="681990"/>
                </a:cubicBezTo>
                <a:cubicBezTo>
                  <a:pt x="2817400" y="681990"/>
                  <a:pt x="2815590" y="683800"/>
                  <a:pt x="2815590" y="685990"/>
                </a:cubicBezTo>
                <a:cubicBezTo>
                  <a:pt x="2815590" y="688181"/>
                  <a:pt x="2817400" y="689991"/>
                  <a:pt x="2819591" y="689991"/>
                </a:cubicBezTo>
                <a:close/>
                <a:moveTo>
                  <a:pt x="2895791" y="689134"/>
                </a:moveTo>
                <a:cubicBezTo>
                  <a:pt x="2897505" y="689134"/>
                  <a:pt x="2898934" y="687705"/>
                  <a:pt x="2898934" y="685990"/>
                </a:cubicBezTo>
                <a:cubicBezTo>
                  <a:pt x="2898934" y="684276"/>
                  <a:pt x="2897505" y="682847"/>
                  <a:pt x="2895791" y="682847"/>
                </a:cubicBezTo>
                <a:cubicBezTo>
                  <a:pt x="2894076" y="682847"/>
                  <a:pt x="2892647" y="684276"/>
                  <a:pt x="2892647" y="685990"/>
                </a:cubicBezTo>
                <a:cubicBezTo>
                  <a:pt x="2892647" y="687705"/>
                  <a:pt x="2894076" y="689134"/>
                  <a:pt x="2895791" y="689134"/>
                </a:cubicBezTo>
                <a:close/>
                <a:moveTo>
                  <a:pt x="2971991" y="688086"/>
                </a:moveTo>
                <a:cubicBezTo>
                  <a:pt x="2973134" y="688086"/>
                  <a:pt x="2974086" y="687134"/>
                  <a:pt x="2974086" y="685990"/>
                </a:cubicBezTo>
                <a:cubicBezTo>
                  <a:pt x="2974086" y="684848"/>
                  <a:pt x="2973134" y="683895"/>
                  <a:pt x="2971991" y="683895"/>
                </a:cubicBezTo>
                <a:cubicBezTo>
                  <a:pt x="2970848" y="683895"/>
                  <a:pt x="2969895" y="684848"/>
                  <a:pt x="2969895" y="685990"/>
                </a:cubicBezTo>
                <a:cubicBezTo>
                  <a:pt x="2969895" y="687134"/>
                  <a:pt x="2970848" y="688086"/>
                  <a:pt x="2971991" y="688086"/>
                </a:cubicBezTo>
                <a:close/>
                <a:moveTo>
                  <a:pt x="3048191" y="687324"/>
                </a:moveTo>
                <a:cubicBezTo>
                  <a:pt x="3048857" y="687324"/>
                  <a:pt x="3049429" y="686753"/>
                  <a:pt x="3049429" y="686086"/>
                </a:cubicBezTo>
                <a:cubicBezTo>
                  <a:pt x="3049429" y="685419"/>
                  <a:pt x="3048857" y="684848"/>
                  <a:pt x="3048191" y="684848"/>
                </a:cubicBezTo>
                <a:cubicBezTo>
                  <a:pt x="3047524" y="684848"/>
                  <a:pt x="3046953" y="685419"/>
                  <a:pt x="3046953" y="686086"/>
                </a:cubicBezTo>
                <a:cubicBezTo>
                  <a:pt x="3046953" y="686753"/>
                  <a:pt x="3047524" y="687324"/>
                  <a:pt x="3048191" y="687324"/>
                </a:cubicBezTo>
                <a:close/>
                <a:moveTo>
                  <a:pt x="3124391" y="686467"/>
                </a:moveTo>
                <a:cubicBezTo>
                  <a:pt x="3124581" y="686467"/>
                  <a:pt x="3124772" y="686276"/>
                  <a:pt x="3124772" y="686086"/>
                </a:cubicBezTo>
                <a:cubicBezTo>
                  <a:pt x="3124772" y="685895"/>
                  <a:pt x="3124581" y="685705"/>
                  <a:pt x="3124391" y="685705"/>
                </a:cubicBezTo>
                <a:cubicBezTo>
                  <a:pt x="3124200" y="685705"/>
                  <a:pt x="3124010" y="685895"/>
                  <a:pt x="3124010" y="686086"/>
                </a:cubicBezTo>
                <a:cubicBezTo>
                  <a:pt x="3124010" y="686276"/>
                  <a:pt x="3124200" y="686467"/>
                  <a:pt x="3124391" y="686467"/>
                </a:cubicBezTo>
                <a:close/>
                <a:moveTo>
                  <a:pt x="304991" y="762381"/>
                </a:moveTo>
                <a:cubicBezTo>
                  <a:pt x="305086" y="762381"/>
                  <a:pt x="305181" y="762286"/>
                  <a:pt x="305181" y="762190"/>
                </a:cubicBezTo>
                <a:cubicBezTo>
                  <a:pt x="305181" y="762095"/>
                  <a:pt x="305086" y="762000"/>
                  <a:pt x="304991" y="762000"/>
                </a:cubicBezTo>
                <a:cubicBezTo>
                  <a:pt x="304895" y="762000"/>
                  <a:pt x="304800" y="762095"/>
                  <a:pt x="304800" y="762190"/>
                </a:cubicBezTo>
                <a:cubicBezTo>
                  <a:pt x="304800" y="762286"/>
                  <a:pt x="304895" y="762381"/>
                  <a:pt x="304991" y="762381"/>
                </a:cubicBezTo>
                <a:close/>
                <a:moveTo>
                  <a:pt x="381191" y="763238"/>
                </a:moveTo>
                <a:cubicBezTo>
                  <a:pt x="381762" y="763238"/>
                  <a:pt x="382238" y="762762"/>
                  <a:pt x="382238" y="762190"/>
                </a:cubicBezTo>
                <a:cubicBezTo>
                  <a:pt x="382238" y="761619"/>
                  <a:pt x="381762" y="761143"/>
                  <a:pt x="381191" y="761143"/>
                </a:cubicBezTo>
                <a:cubicBezTo>
                  <a:pt x="380619" y="761143"/>
                  <a:pt x="380143" y="761619"/>
                  <a:pt x="380143" y="762190"/>
                </a:cubicBezTo>
                <a:cubicBezTo>
                  <a:pt x="380143" y="762762"/>
                  <a:pt x="380619" y="763238"/>
                  <a:pt x="381191" y="763238"/>
                </a:cubicBezTo>
                <a:close/>
                <a:moveTo>
                  <a:pt x="457391" y="764096"/>
                </a:moveTo>
                <a:cubicBezTo>
                  <a:pt x="458438" y="764096"/>
                  <a:pt x="459296" y="763238"/>
                  <a:pt x="459296" y="762190"/>
                </a:cubicBezTo>
                <a:cubicBezTo>
                  <a:pt x="459296" y="761143"/>
                  <a:pt x="458438" y="760286"/>
                  <a:pt x="457391" y="760286"/>
                </a:cubicBezTo>
                <a:cubicBezTo>
                  <a:pt x="456343" y="760286"/>
                  <a:pt x="455486" y="761143"/>
                  <a:pt x="455486" y="762190"/>
                </a:cubicBezTo>
                <a:cubicBezTo>
                  <a:pt x="455486" y="763238"/>
                  <a:pt x="456343" y="764096"/>
                  <a:pt x="457391" y="764096"/>
                </a:cubicBezTo>
                <a:close/>
                <a:moveTo>
                  <a:pt x="533591" y="765143"/>
                </a:moveTo>
                <a:cubicBezTo>
                  <a:pt x="535210" y="765143"/>
                  <a:pt x="536543" y="763810"/>
                  <a:pt x="536543" y="762190"/>
                </a:cubicBezTo>
                <a:cubicBezTo>
                  <a:pt x="536543" y="760571"/>
                  <a:pt x="535210" y="759238"/>
                  <a:pt x="533591" y="759238"/>
                </a:cubicBezTo>
                <a:cubicBezTo>
                  <a:pt x="531971" y="759238"/>
                  <a:pt x="530638" y="760571"/>
                  <a:pt x="530638" y="762190"/>
                </a:cubicBezTo>
                <a:cubicBezTo>
                  <a:pt x="530638" y="763810"/>
                  <a:pt x="531971" y="765143"/>
                  <a:pt x="533591" y="765143"/>
                </a:cubicBezTo>
                <a:close/>
                <a:moveTo>
                  <a:pt x="609790" y="766001"/>
                </a:moveTo>
                <a:cubicBezTo>
                  <a:pt x="611886" y="766001"/>
                  <a:pt x="613601" y="764286"/>
                  <a:pt x="613601" y="762190"/>
                </a:cubicBezTo>
                <a:cubicBezTo>
                  <a:pt x="613601" y="760095"/>
                  <a:pt x="611886" y="758381"/>
                  <a:pt x="609790" y="758381"/>
                </a:cubicBezTo>
                <a:cubicBezTo>
                  <a:pt x="607695" y="758381"/>
                  <a:pt x="605981" y="760095"/>
                  <a:pt x="605981" y="762190"/>
                </a:cubicBezTo>
                <a:cubicBezTo>
                  <a:pt x="605981" y="764286"/>
                  <a:pt x="607695" y="766001"/>
                  <a:pt x="609790" y="766001"/>
                </a:cubicBezTo>
                <a:close/>
                <a:moveTo>
                  <a:pt x="685990" y="766858"/>
                </a:moveTo>
                <a:cubicBezTo>
                  <a:pt x="688562" y="766858"/>
                  <a:pt x="690658" y="764762"/>
                  <a:pt x="690658" y="762190"/>
                </a:cubicBezTo>
                <a:cubicBezTo>
                  <a:pt x="690658" y="759619"/>
                  <a:pt x="688562" y="757523"/>
                  <a:pt x="685990" y="757523"/>
                </a:cubicBezTo>
                <a:cubicBezTo>
                  <a:pt x="683419" y="757523"/>
                  <a:pt x="681323" y="759619"/>
                  <a:pt x="681323" y="762190"/>
                </a:cubicBezTo>
                <a:cubicBezTo>
                  <a:pt x="681323" y="764762"/>
                  <a:pt x="683419" y="766858"/>
                  <a:pt x="685990" y="766858"/>
                </a:cubicBezTo>
                <a:close/>
                <a:moveTo>
                  <a:pt x="762190" y="767715"/>
                </a:moveTo>
                <a:cubicBezTo>
                  <a:pt x="765238" y="767715"/>
                  <a:pt x="767715" y="765238"/>
                  <a:pt x="767715" y="762190"/>
                </a:cubicBezTo>
                <a:cubicBezTo>
                  <a:pt x="767715" y="759143"/>
                  <a:pt x="765238" y="756666"/>
                  <a:pt x="762190" y="756666"/>
                </a:cubicBezTo>
                <a:cubicBezTo>
                  <a:pt x="759143" y="756666"/>
                  <a:pt x="756666" y="759143"/>
                  <a:pt x="756666" y="762190"/>
                </a:cubicBezTo>
                <a:cubicBezTo>
                  <a:pt x="756761" y="765238"/>
                  <a:pt x="759143" y="767715"/>
                  <a:pt x="762190" y="767715"/>
                </a:cubicBezTo>
                <a:close/>
                <a:moveTo>
                  <a:pt x="838390" y="768572"/>
                </a:moveTo>
                <a:cubicBezTo>
                  <a:pt x="841915" y="768572"/>
                  <a:pt x="844772" y="765715"/>
                  <a:pt x="844772" y="762190"/>
                </a:cubicBezTo>
                <a:cubicBezTo>
                  <a:pt x="844772" y="758666"/>
                  <a:pt x="841915" y="755809"/>
                  <a:pt x="838390" y="755809"/>
                </a:cubicBezTo>
                <a:cubicBezTo>
                  <a:pt x="834866" y="755809"/>
                  <a:pt x="832009" y="758666"/>
                  <a:pt x="832009" y="762190"/>
                </a:cubicBezTo>
                <a:cubicBezTo>
                  <a:pt x="832104" y="765715"/>
                  <a:pt x="834866" y="768572"/>
                  <a:pt x="838390" y="768572"/>
                </a:cubicBezTo>
                <a:close/>
                <a:moveTo>
                  <a:pt x="914590" y="769144"/>
                </a:moveTo>
                <a:cubicBezTo>
                  <a:pt x="918401" y="769144"/>
                  <a:pt x="921544" y="766001"/>
                  <a:pt x="921544" y="762190"/>
                </a:cubicBezTo>
                <a:cubicBezTo>
                  <a:pt x="921544" y="758381"/>
                  <a:pt x="918401" y="755237"/>
                  <a:pt x="914590" y="755237"/>
                </a:cubicBezTo>
                <a:cubicBezTo>
                  <a:pt x="910781" y="755237"/>
                  <a:pt x="907637" y="758381"/>
                  <a:pt x="907637" y="762190"/>
                </a:cubicBezTo>
                <a:cubicBezTo>
                  <a:pt x="907637" y="766096"/>
                  <a:pt x="910781" y="769144"/>
                  <a:pt x="914590" y="769144"/>
                </a:cubicBezTo>
                <a:close/>
                <a:moveTo>
                  <a:pt x="990790" y="770001"/>
                </a:moveTo>
                <a:cubicBezTo>
                  <a:pt x="995077" y="770001"/>
                  <a:pt x="998601" y="766477"/>
                  <a:pt x="998601" y="762190"/>
                </a:cubicBezTo>
                <a:cubicBezTo>
                  <a:pt x="998601" y="757904"/>
                  <a:pt x="995077" y="754380"/>
                  <a:pt x="990790" y="754380"/>
                </a:cubicBezTo>
                <a:cubicBezTo>
                  <a:pt x="986504" y="754380"/>
                  <a:pt x="982980" y="757904"/>
                  <a:pt x="982980" y="762190"/>
                </a:cubicBezTo>
                <a:cubicBezTo>
                  <a:pt x="982980" y="766477"/>
                  <a:pt x="986504" y="770001"/>
                  <a:pt x="990790" y="770001"/>
                </a:cubicBezTo>
                <a:close/>
                <a:moveTo>
                  <a:pt x="1066991" y="770668"/>
                </a:moveTo>
                <a:cubicBezTo>
                  <a:pt x="1071658" y="770668"/>
                  <a:pt x="1075468" y="766858"/>
                  <a:pt x="1075468" y="762190"/>
                </a:cubicBezTo>
                <a:cubicBezTo>
                  <a:pt x="1075468" y="757523"/>
                  <a:pt x="1071658" y="753713"/>
                  <a:pt x="1066991" y="753713"/>
                </a:cubicBezTo>
                <a:cubicBezTo>
                  <a:pt x="1062323" y="753713"/>
                  <a:pt x="1058513" y="757523"/>
                  <a:pt x="1058513" y="762190"/>
                </a:cubicBezTo>
                <a:cubicBezTo>
                  <a:pt x="1058513" y="766858"/>
                  <a:pt x="1062323" y="770668"/>
                  <a:pt x="1066991" y="770668"/>
                </a:cubicBezTo>
                <a:close/>
                <a:moveTo>
                  <a:pt x="1143191" y="771335"/>
                </a:moveTo>
                <a:cubicBezTo>
                  <a:pt x="1148239" y="771335"/>
                  <a:pt x="1152239" y="767239"/>
                  <a:pt x="1152239" y="762286"/>
                </a:cubicBezTo>
                <a:cubicBezTo>
                  <a:pt x="1152239" y="757333"/>
                  <a:pt x="1148144" y="753237"/>
                  <a:pt x="1143191" y="753237"/>
                </a:cubicBezTo>
                <a:cubicBezTo>
                  <a:pt x="1138238" y="753237"/>
                  <a:pt x="1134142" y="757333"/>
                  <a:pt x="1134142" y="762286"/>
                </a:cubicBezTo>
                <a:cubicBezTo>
                  <a:pt x="1134142" y="767239"/>
                  <a:pt x="1138238" y="771335"/>
                  <a:pt x="1143191" y="771335"/>
                </a:cubicBezTo>
                <a:close/>
                <a:moveTo>
                  <a:pt x="1219391" y="771906"/>
                </a:moveTo>
                <a:cubicBezTo>
                  <a:pt x="1224725" y="771906"/>
                  <a:pt x="1229106" y="767525"/>
                  <a:pt x="1229106" y="762190"/>
                </a:cubicBezTo>
                <a:cubicBezTo>
                  <a:pt x="1229106" y="756857"/>
                  <a:pt x="1224820" y="752475"/>
                  <a:pt x="1219391" y="752475"/>
                </a:cubicBezTo>
                <a:cubicBezTo>
                  <a:pt x="1213961" y="752475"/>
                  <a:pt x="1209675" y="756857"/>
                  <a:pt x="1209675" y="762190"/>
                </a:cubicBezTo>
                <a:cubicBezTo>
                  <a:pt x="1209675" y="767525"/>
                  <a:pt x="1214057" y="771906"/>
                  <a:pt x="1219391" y="771906"/>
                </a:cubicBezTo>
                <a:close/>
                <a:moveTo>
                  <a:pt x="1295591" y="772573"/>
                </a:moveTo>
                <a:cubicBezTo>
                  <a:pt x="1301306" y="772573"/>
                  <a:pt x="1305973" y="767906"/>
                  <a:pt x="1305973" y="762190"/>
                </a:cubicBezTo>
                <a:cubicBezTo>
                  <a:pt x="1305973" y="756476"/>
                  <a:pt x="1301306" y="751808"/>
                  <a:pt x="1295591" y="751808"/>
                </a:cubicBezTo>
                <a:cubicBezTo>
                  <a:pt x="1289876" y="751808"/>
                  <a:pt x="1285208" y="756476"/>
                  <a:pt x="1285208" y="762190"/>
                </a:cubicBezTo>
                <a:cubicBezTo>
                  <a:pt x="1285304" y="767906"/>
                  <a:pt x="1289876" y="772573"/>
                  <a:pt x="1295591" y="772573"/>
                </a:cubicBezTo>
                <a:close/>
                <a:moveTo>
                  <a:pt x="1371791" y="772954"/>
                </a:moveTo>
                <a:cubicBezTo>
                  <a:pt x="1377696" y="772954"/>
                  <a:pt x="1382554" y="768096"/>
                  <a:pt x="1382554" y="762190"/>
                </a:cubicBezTo>
                <a:cubicBezTo>
                  <a:pt x="1382554" y="756285"/>
                  <a:pt x="1377696" y="751427"/>
                  <a:pt x="1371791" y="751427"/>
                </a:cubicBezTo>
                <a:cubicBezTo>
                  <a:pt x="1365885" y="751427"/>
                  <a:pt x="1361027" y="756285"/>
                  <a:pt x="1361027" y="762190"/>
                </a:cubicBezTo>
                <a:cubicBezTo>
                  <a:pt x="1361027" y="768096"/>
                  <a:pt x="1365885" y="772954"/>
                  <a:pt x="1371791" y="772954"/>
                </a:cubicBezTo>
                <a:close/>
                <a:moveTo>
                  <a:pt x="1447991" y="773430"/>
                </a:moveTo>
                <a:cubicBezTo>
                  <a:pt x="1454182" y="773430"/>
                  <a:pt x="1459230" y="768382"/>
                  <a:pt x="1459230" y="762190"/>
                </a:cubicBezTo>
                <a:cubicBezTo>
                  <a:pt x="1459230" y="755999"/>
                  <a:pt x="1454182" y="750951"/>
                  <a:pt x="1447991" y="750951"/>
                </a:cubicBezTo>
                <a:cubicBezTo>
                  <a:pt x="1441799" y="750951"/>
                  <a:pt x="1436751" y="755999"/>
                  <a:pt x="1436751" y="762190"/>
                </a:cubicBezTo>
                <a:cubicBezTo>
                  <a:pt x="1436846" y="768382"/>
                  <a:pt x="1441799" y="773430"/>
                  <a:pt x="1447991" y="773430"/>
                </a:cubicBezTo>
                <a:close/>
                <a:moveTo>
                  <a:pt x="1524191" y="773621"/>
                </a:moveTo>
                <a:cubicBezTo>
                  <a:pt x="1530477" y="773621"/>
                  <a:pt x="1535621" y="768477"/>
                  <a:pt x="1535621" y="762190"/>
                </a:cubicBezTo>
                <a:cubicBezTo>
                  <a:pt x="1535621" y="755904"/>
                  <a:pt x="1530477" y="750761"/>
                  <a:pt x="1524191" y="750761"/>
                </a:cubicBezTo>
                <a:cubicBezTo>
                  <a:pt x="1517904" y="750761"/>
                  <a:pt x="1512761" y="755904"/>
                  <a:pt x="1512761" y="762190"/>
                </a:cubicBezTo>
                <a:cubicBezTo>
                  <a:pt x="1512761" y="768477"/>
                  <a:pt x="1517904" y="773621"/>
                  <a:pt x="1524191" y="773621"/>
                </a:cubicBezTo>
                <a:close/>
                <a:moveTo>
                  <a:pt x="1600391" y="773811"/>
                </a:moveTo>
                <a:cubicBezTo>
                  <a:pt x="1606772" y="773811"/>
                  <a:pt x="1612011" y="768572"/>
                  <a:pt x="1612011" y="762190"/>
                </a:cubicBezTo>
                <a:cubicBezTo>
                  <a:pt x="1612011" y="755809"/>
                  <a:pt x="1606772" y="750570"/>
                  <a:pt x="1600391" y="750570"/>
                </a:cubicBezTo>
                <a:cubicBezTo>
                  <a:pt x="1594009" y="750570"/>
                  <a:pt x="1588770" y="755809"/>
                  <a:pt x="1588770" y="762190"/>
                </a:cubicBezTo>
                <a:cubicBezTo>
                  <a:pt x="1588770" y="768668"/>
                  <a:pt x="1594009" y="773811"/>
                  <a:pt x="1600391" y="773811"/>
                </a:cubicBezTo>
                <a:close/>
                <a:moveTo>
                  <a:pt x="1676591" y="774002"/>
                </a:moveTo>
                <a:cubicBezTo>
                  <a:pt x="1683163" y="774002"/>
                  <a:pt x="1688402" y="768668"/>
                  <a:pt x="1688402" y="762190"/>
                </a:cubicBezTo>
                <a:cubicBezTo>
                  <a:pt x="1688402" y="755618"/>
                  <a:pt x="1683068" y="750380"/>
                  <a:pt x="1676591" y="750380"/>
                </a:cubicBezTo>
                <a:cubicBezTo>
                  <a:pt x="1670114" y="750380"/>
                  <a:pt x="1664780" y="755713"/>
                  <a:pt x="1664780" y="762190"/>
                </a:cubicBezTo>
                <a:cubicBezTo>
                  <a:pt x="1664780" y="768763"/>
                  <a:pt x="1670114" y="774002"/>
                  <a:pt x="1676591" y="774002"/>
                </a:cubicBezTo>
                <a:close/>
                <a:moveTo>
                  <a:pt x="1752791" y="774002"/>
                </a:moveTo>
                <a:cubicBezTo>
                  <a:pt x="1759363" y="774002"/>
                  <a:pt x="1764602" y="768668"/>
                  <a:pt x="1764602" y="762190"/>
                </a:cubicBezTo>
                <a:cubicBezTo>
                  <a:pt x="1764602" y="755618"/>
                  <a:pt x="1759268" y="750380"/>
                  <a:pt x="1752791" y="750380"/>
                </a:cubicBezTo>
                <a:cubicBezTo>
                  <a:pt x="1746314" y="750380"/>
                  <a:pt x="1740980" y="755713"/>
                  <a:pt x="1740980" y="762190"/>
                </a:cubicBezTo>
                <a:cubicBezTo>
                  <a:pt x="1740980" y="768763"/>
                  <a:pt x="1746314" y="774002"/>
                  <a:pt x="1752791" y="774002"/>
                </a:cubicBezTo>
                <a:close/>
                <a:moveTo>
                  <a:pt x="1828991" y="774002"/>
                </a:moveTo>
                <a:cubicBezTo>
                  <a:pt x="1835563" y="774002"/>
                  <a:pt x="1840802" y="768668"/>
                  <a:pt x="1840802" y="762190"/>
                </a:cubicBezTo>
                <a:cubicBezTo>
                  <a:pt x="1840802" y="755618"/>
                  <a:pt x="1835468" y="750380"/>
                  <a:pt x="1828991" y="750380"/>
                </a:cubicBezTo>
                <a:cubicBezTo>
                  <a:pt x="1822514" y="750380"/>
                  <a:pt x="1817180" y="755713"/>
                  <a:pt x="1817180" y="762190"/>
                </a:cubicBezTo>
                <a:cubicBezTo>
                  <a:pt x="1817180" y="768763"/>
                  <a:pt x="1822514" y="774002"/>
                  <a:pt x="1828991" y="774002"/>
                </a:cubicBezTo>
                <a:close/>
                <a:moveTo>
                  <a:pt x="1905191" y="773811"/>
                </a:moveTo>
                <a:cubicBezTo>
                  <a:pt x="1911572" y="773811"/>
                  <a:pt x="1916811" y="768572"/>
                  <a:pt x="1916811" y="762190"/>
                </a:cubicBezTo>
                <a:cubicBezTo>
                  <a:pt x="1916811" y="755809"/>
                  <a:pt x="1911572" y="750570"/>
                  <a:pt x="1905191" y="750570"/>
                </a:cubicBezTo>
                <a:cubicBezTo>
                  <a:pt x="1898809" y="750570"/>
                  <a:pt x="1893570" y="755809"/>
                  <a:pt x="1893570" y="762190"/>
                </a:cubicBezTo>
                <a:cubicBezTo>
                  <a:pt x="1893570" y="768668"/>
                  <a:pt x="1898809" y="773811"/>
                  <a:pt x="1905191" y="773811"/>
                </a:cubicBezTo>
                <a:close/>
                <a:moveTo>
                  <a:pt x="1981391" y="773621"/>
                </a:moveTo>
                <a:cubicBezTo>
                  <a:pt x="1987677" y="773621"/>
                  <a:pt x="1992821" y="768477"/>
                  <a:pt x="1992821" y="762190"/>
                </a:cubicBezTo>
                <a:cubicBezTo>
                  <a:pt x="1992821" y="755904"/>
                  <a:pt x="1987677" y="750761"/>
                  <a:pt x="1981391" y="750761"/>
                </a:cubicBezTo>
                <a:cubicBezTo>
                  <a:pt x="1975104" y="750761"/>
                  <a:pt x="1969961" y="755904"/>
                  <a:pt x="1969961" y="762190"/>
                </a:cubicBezTo>
                <a:cubicBezTo>
                  <a:pt x="1969961" y="768477"/>
                  <a:pt x="1975104" y="773621"/>
                  <a:pt x="1981391" y="773621"/>
                </a:cubicBezTo>
                <a:close/>
                <a:moveTo>
                  <a:pt x="2057591" y="773430"/>
                </a:moveTo>
                <a:cubicBezTo>
                  <a:pt x="2063782" y="773430"/>
                  <a:pt x="2068830" y="768382"/>
                  <a:pt x="2068830" y="762190"/>
                </a:cubicBezTo>
                <a:cubicBezTo>
                  <a:pt x="2068830" y="755999"/>
                  <a:pt x="2063782" y="750951"/>
                  <a:pt x="2057591" y="750951"/>
                </a:cubicBezTo>
                <a:cubicBezTo>
                  <a:pt x="2051399" y="750951"/>
                  <a:pt x="2046351" y="755999"/>
                  <a:pt x="2046351" y="762190"/>
                </a:cubicBezTo>
                <a:cubicBezTo>
                  <a:pt x="2046446" y="768382"/>
                  <a:pt x="2051399" y="773430"/>
                  <a:pt x="2057591" y="773430"/>
                </a:cubicBezTo>
                <a:close/>
                <a:moveTo>
                  <a:pt x="2133791" y="772954"/>
                </a:moveTo>
                <a:cubicBezTo>
                  <a:pt x="2139696" y="772954"/>
                  <a:pt x="2144554" y="768096"/>
                  <a:pt x="2144554" y="762190"/>
                </a:cubicBezTo>
                <a:cubicBezTo>
                  <a:pt x="2144554" y="756285"/>
                  <a:pt x="2139696" y="751427"/>
                  <a:pt x="2133791" y="751427"/>
                </a:cubicBezTo>
                <a:cubicBezTo>
                  <a:pt x="2127885" y="751427"/>
                  <a:pt x="2123027" y="756285"/>
                  <a:pt x="2123027" y="762190"/>
                </a:cubicBezTo>
                <a:cubicBezTo>
                  <a:pt x="2123027" y="768096"/>
                  <a:pt x="2127885" y="772954"/>
                  <a:pt x="2133791" y="772954"/>
                </a:cubicBezTo>
                <a:close/>
                <a:moveTo>
                  <a:pt x="2209991" y="772573"/>
                </a:moveTo>
                <a:cubicBezTo>
                  <a:pt x="2215706" y="772573"/>
                  <a:pt x="2220373" y="767906"/>
                  <a:pt x="2220373" y="762190"/>
                </a:cubicBezTo>
                <a:cubicBezTo>
                  <a:pt x="2220373" y="756476"/>
                  <a:pt x="2215706" y="751808"/>
                  <a:pt x="2209991" y="751808"/>
                </a:cubicBezTo>
                <a:cubicBezTo>
                  <a:pt x="2204276" y="751808"/>
                  <a:pt x="2199608" y="756476"/>
                  <a:pt x="2199608" y="762190"/>
                </a:cubicBezTo>
                <a:cubicBezTo>
                  <a:pt x="2199704" y="767906"/>
                  <a:pt x="2204276" y="772573"/>
                  <a:pt x="2209991" y="772573"/>
                </a:cubicBezTo>
                <a:close/>
                <a:moveTo>
                  <a:pt x="2286191" y="772097"/>
                </a:moveTo>
                <a:cubicBezTo>
                  <a:pt x="2291715" y="772097"/>
                  <a:pt x="2296097" y="767620"/>
                  <a:pt x="2296097" y="762190"/>
                </a:cubicBezTo>
                <a:cubicBezTo>
                  <a:pt x="2296097" y="756761"/>
                  <a:pt x="2291620" y="752285"/>
                  <a:pt x="2286191" y="752285"/>
                </a:cubicBezTo>
                <a:cubicBezTo>
                  <a:pt x="2280761" y="752285"/>
                  <a:pt x="2276285" y="756761"/>
                  <a:pt x="2276285" y="762190"/>
                </a:cubicBezTo>
                <a:cubicBezTo>
                  <a:pt x="2276285" y="767620"/>
                  <a:pt x="2280761" y="772097"/>
                  <a:pt x="2286191" y="772097"/>
                </a:cubicBezTo>
                <a:close/>
                <a:moveTo>
                  <a:pt x="2362391" y="771525"/>
                </a:moveTo>
                <a:cubicBezTo>
                  <a:pt x="2367534" y="771525"/>
                  <a:pt x="2371725" y="767334"/>
                  <a:pt x="2371725" y="762190"/>
                </a:cubicBezTo>
                <a:cubicBezTo>
                  <a:pt x="2371725" y="757047"/>
                  <a:pt x="2367534" y="752856"/>
                  <a:pt x="2362391" y="752856"/>
                </a:cubicBezTo>
                <a:cubicBezTo>
                  <a:pt x="2357247" y="752856"/>
                  <a:pt x="2353056" y="757047"/>
                  <a:pt x="2353056" y="762190"/>
                </a:cubicBezTo>
                <a:cubicBezTo>
                  <a:pt x="2353056" y="767334"/>
                  <a:pt x="2357247" y="771525"/>
                  <a:pt x="2362391" y="771525"/>
                </a:cubicBezTo>
                <a:close/>
                <a:moveTo>
                  <a:pt x="2438591" y="770858"/>
                </a:moveTo>
                <a:cubicBezTo>
                  <a:pt x="2443353" y="770858"/>
                  <a:pt x="2447258" y="766953"/>
                  <a:pt x="2447258" y="762190"/>
                </a:cubicBezTo>
                <a:cubicBezTo>
                  <a:pt x="2447258" y="757428"/>
                  <a:pt x="2443353" y="753523"/>
                  <a:pt x="2438591" y="753523"/>
                </a:cubicBezTo>
                <a:cubicBezTo>
                  <a:pt x="2433828" y="753523"/>
                  <a:pt x="2429923" y="757428"/>
                  <a:pt x="2429923" y="762190"/>
                </a:cubicBezTo>
                <a:cubicBezTo>
                  <a:pt x="2429923" y="766953"/>
                  <a:pt x="2433828" y="770858"/>
                  <a:pt x="2438591" y="770858"/>
                </a:cubicBezTo>
                <a:close/>
                <a:moveTo>
                  <a:pt x="2514791" y="770001"/>
                </a:moveTo>
                <a:cubicBezTo>
                  <a:pt x="2519077" y="770001"/>
                  <a:pt x="2522601" y="766477"/>
                  <a:pt x="2522601" y="762190"/>
                </a:cubicBezTo>
                <a:cubicBezTo>
                  <a:pt x="2522601" y="757904"/>
                  <a:pt x="2519077" y="754380"/>
                  <a:pt x="2514791" y="754380"/>
                </a:cubicBezTo>
                <a:cubicBezTo>
                  <a:pt x="2510504" y="754380"/>
                  <a:pt x="2506980" y="757904"/>
                  <a:pt x="2506980" y="762190"/>
                </a:cubicBezTo>
                <a:cubicBezTo>
                  <a:pt x="2506980" y="766477"/>
                  <a:pt x="2510504" y="770001"/>
                  <a:pt x="2514791" y="770001"/>
                </a:cubicBezTo>
                <a:close/>
                <a:moveTo>
                  <a:pt x="2590991" y="769430"/>
                </a:moveTo>
                <a:cubicBezTo>
                  <a:pt x="2594991" y="769430"/>
                  <a:pt x="2598134" y="766191"/>
                  <a:pt x="2598134" y="762286"/>
                </a:cubicBezTo>
                <a:cubicBezTo>
                  <a:pt x="2598134" y="758285"/>
                  <a:pt x="2594896" y="755142"/>
                  <a:pt x="2590991" y="755142"/>
                </a:cubicBezTo>
                <a:cubicBezTo>
                  <a:pt x="2586990" y="755142"/>
                  <a:pt x="2583847" y="758381"/>
                  <a:pt x="2583847" y="762286"/>
                </a:cubicBezTo>
                <a:cubicBezTo>
                  <a:pt x="2583847" y="766191"/>
                  <a:pt x="2587085" y="769430"/>
                  <a:pt x="2590991" y="769430"/>
                </a:cubicBezTo>
                <a:close/>
                <a:moveTo>
                  <a:pt x="2667191" y="768572"/>
                </a:moveTo>
                <a:cubicBezTo>
                  <a:pt x="2670715" y="768572"/>
                  <a:pt x="2673572" y="765715"/>
                  <a:pt x="2673572" y="762190"/>
                </a:cubicBezTo>
                <a:cubicBezTo>
                  <a:pt x="2673572" y="758666"/>
                  <a:pt x="2670715" y="755809"/>
                  <a:pt x="2667191" y="755809"/>
                </a:cubicBezTo>
                <a:cubicBezTo>
                  <a:pt x="2663666" y="755809"/>
                  <a:pt x="2660809" y="758666"/>
                  <a:pt x="2660809" y="762190"/>
                </a:cubicBezTo>
                <a:cubicBezTo>
                  <a:pt x="2660904" y="765715"/>
                  <a:pt x="2663666" y="768572"/>
                  <a:pt x="2667191" y="768572"/>
                </a:cubicBezTo>
                <a:close/>
                <a:moveTo>
                  <a:pt x="2743391" y="767715"/>
                </a:moveTo>
                <a:cubicBezTo>
                  <a:pt x="2746439" y="767715"/>
                  <a:pt x="2748915" y="765238"/>
                  <a:pt x="2748915" y="762190"/>
                </a:cubicBezTo>
                <a:cubicBezTo>
                  <a:pt x="2748915" y="759143"/>
                  <a:pt x="2746439" y="756666"/>
                  <a:pt x="2743391" y="756666"/>
                </a:cubicBezTo>
                <a:cubicBezTo>
                  <a:pt x="2740343" y="756666"/>
                  <a:pt x="2737866" y="759143"/>
                  <a:pt x="2737866" y="762190"/>
                </a:cubicBezTo>
                <a:cubicBezTo>
                  <a:pt x="2737961" y="765238"/>
                  <a:pt x="2740343" y="767715"/>
                  <a:pt x="2743391" y="767715"/>
                </a:cubicBezTo>
                <a:close/>
                <a:moveTo>
                  <a:pt x="2819591" y="766858"/>
                </a:moveTo>
                <a:cubicBezTo>
                  <a:pt x="2822162" y="766858"/>
                  <a:pt x="2824258" y="764762"/>
                  <a:pt x="2824258" y="762190"/>
                </a:cubicBezTo>
                <a:cubicBezTo>
                  <a:pt x="2824258" y="759619"/>
                  <a:pt x="2822162" y="757523"/>
                  <a:pt x="2819591" y="757523"/>
                </a:cubicBezTo>
                <a:cubicBezTo>
                  <a:pt x="2817019" y="757523"/>
                  <a:pt x="2814923" y="759619"/>
                  <a:pt x="2814923" y="762190"/>
                </a:cubicBezTo>
                <a:cubicBezTo>
                  <a:pt x="2814923" y="764762"/>
                  <a:pt x="2817019" y="766858"/>
                  <a:pt x="2819591" y="766858"/>
                </a:cubicBezTo>
                <a:close/>
                <a:moveTo>
                  <a:pt x="2895791" y="766001"/>
                </a:moveTo>
                <a:cubicBezTo>
                  <a:pt x="2897886" y="766001"/>
                  <a:pt x="2899601" y="764286"/>
                  <a:pt x="2899601" y="762190"/>
                </a:cubicBezTo>
                <a:cubicBezTo>
                  <a:pt x="2899601" y="760095"/>
                  <a:pt x="2897886" y="758381"/>
                  <a:pt x="2895791" y="758381"/>
                </a:cubicBezTo>
                <a:cubicBezTo>
                  <a:pt x="2893695" y="758381"/>
                  <a:pt x="2891981" y="760095"/>
                  <a:pt x="2891981" y="762190"/>
                </a:cubicBezTo>
                <a:cubicBezTo>
                  <a:pt x="2891981" y="764286"/>
                  <a:pt x="2893695" y="766001"/>
                  <a:pt x="2895791" y="766001"/>
                </a:cubicBezTo>
                <a:close/>
                <a:moveTo>
                  <a:pt x="2971991" y="765143"/>
                </a:moveTo>
                <a:cubicBezTo>
                  <a:pt x="2973610" y="765143"/>
                  <a:pt x="2974943" y="763810"/>
                  <a:pt x="2974943" y="762190"/>
                </a:cubicBezTo>
                <a:cubicBezTo>
                  <a:pt x="2974943" y="760571"/>
                  <a:pt x="2973610" y="759238"/>
                  <a:pt x="2971991" y="759238"/>
                </a:cubicBezTo>
                <a:cubicBezTo>
                  <a:pt x="2970371" y="759238"/>
                  <a:pt x="2969038" y="760571"/>
                  <a:pt x="2969038" y="762190"/>
                </a:cubicBezTo>
                <a:cubicBezTo>
                  <a:pt x="2969038" y="763810"/>
                  <a:pt x="2970371" y="765143"/>
                  <a:pt x="2971991" y="765143"/>
                </a:cubicBezTo>
                <a:close/>
                <a:moveTo>
                  <a:pt x="3048191" y="764286"/>
                </a:moveTo>
                <a:cubicBezTo>
                  <a:pt x="3049334" y="764286"/>
                  <a:pt x="3050286" y="763334"/>
                  <a:pt x="3050286" y="762190"/>
                </a:cubicBezTo>
                <a:cubicBezTo>
                  <a:pt x="3050286" y="761048"/>
                  <a:pt x="3049334" y="760095"/>
                  <a:pt x="3048191" y="760095"/>
                </a:cubicBezTo>
                <a:cubicBezTo>
                  <a:pt x="3047048" y="760095"/>
                  <a:pt x="3046095" y="761048"/>
                  <a:pt x="3046095" y="762190"/>
                </a:cubicBezTo>
                <a:cubicBezTo>
                  <a:pt x="3046095" y="763334"/>
                  <a:pt x="3047048" y="764286"/>
                  <a:pt x="3048191" y="764286"/>
                </a:cubicBezTo>
                <a:close/>
                <a:moveTo>
                  <a:pt x="3124391" y="763238"/>
                </a:moveTo>
                <a:cubicBezTo>
                  <a:pt x="3124962" y="763238"/>
                  <a:pt x="3125438" y="762762"/>
                  <a:pt x="3125438" y="762190"/>
                </a:cubicBezTo>
                <a:cubicBezTo>
                  <a:pt x="3125438" y="761619"/>
                  <a:pt x="3124962" y="761143"/>
                  <a:pt x="3124391" y="761143"/>
                </a:cubicBezTo>
                <a:cubicBezTo>
                  <a:pt x="3123819" y="761143"/>
                  <a:pt x="3123343" y="761619"/>
                  <a:pt x="3123343" y="762190"/>
                </a:cubicBezTo>
                <a:cubicBezTo>
                  <a:pt x="3123343" y="762762"/>
                  <a:pt x="3123819" y="763238"/>
                  <a:pt x="3124391" y="763238"/>
                </a:cubicBezTo>
                <a:close/>
                <a:moveTo>
                  <a:pt x="3200591" y="762381"/>
                </a:moveTo>
                <a:cubicBezTo>
                  <a:pt x="3200686" y="762381"/>
                  <a:pt x="3200781" y="762286"/>
                  <a:pt x="3200781" y="762190"/>
                </a:cubicBezTo>
                <a:cubicBezTo>
                  <a:pt x="3200781" y="762095"/>
                  <a:pt x="3200686" y="762000"/>
                  <a:pt x="3200591" y="762000"/>
                </a:cubicBezTo>
                <a:cubicBezTo>
                  <a:pt x="3200495" y="762000"/>
                  <a:pt x="3200400" y="762095"/>
                  <a:pt x="3200400" y="762190"/>
                </a:cubicBezTo>
                <a:cubicBezTo>
                  <a:pt x="3200400" y="762286"/>
                  <a:pt x="3200495" y="762381"/>
                  <a:pt x="3200591" y="762381"/>
                </a:cubicBezTo>
                <a:close/>
                <a:moveTo>
                  <a:pt x="304991" y="839057"/>
                </a:moveTo>
                <a:cubicBezTo>
                  <a:pt x="305372" y="839057"/>
                  <a:pt x="305657" y="838772"/>
                  <a:pt x="305657" y="838390"/>
                </a:cubicBezTo>
                <a:cubicBezTo>
                  <a:pt x="305657" y="838010"/>
                  <a:pt x="305372" y="837724"/>
                  <a:pt x="304991" y="837724"/>
                </a:cubicBezTo>
                <a:cubicBezTo>
                  <a:pt x="304610" y="837724"/>
                  <a:pt x="304324" y="838010"/>
                  <a:pt x="304324" y="838390"/>
                </a:cubicBezTo>
                <a:cubicBezTo>
                  <a:pt x="304419" y="838772"/>
                  <a:pt x="304705" y="839057"/>
                  <a:pt x="304991" y="839057"/>
                </a:cubicBezTo>
                <a:close/>
                <a:moveTo>
                  <a:pt x="381191" y="840105"/>
                </a:moveTo>
                <a:cubicBezTo>
                  <a:pt x="382143" y="840105"/>
                  <a:pt x="382905" y="839343"/>
                  <a:pt x="382905" y="838390"/>
                </a:cubicBezTo>
                <a:cubicBezTo>
                  <a:pt x="382905" y="837438"/>
                  <a:pt x="382143" y="836676"/>
                  <a:pt x="381191" y="836676"/>
                </a:cubicBezTo>
                <a:cubicBezTo>
                  <a:pt x="380238" y="836676"/>
                  <a:pt x="379476" y="837438"/>
                  <a:pt x="379476" y="838390"/>
                </a:cubicBezTo>
                <a:cubicBezTo>
                  <a:pt x="379476" y="839343"/>
                  <a:pt x="380238" y="840105"/>
                  <a:pt x="381191" y="840105"/>
                </a:cubicBezTo>
                <a:close/>
                <a:moveTo>
                  <a:pt x="457391" y="841153"/>
                </a:moveTo>
                <a:cubicBezTo>
                  <a:pt x="458915" y="841153"/>
                  <a:pt x="460153" y="839915"/>
                  <a:pt x="460153" y="838390"/>
                </a:cubicBezTo>
                <a:cubicBezTo>
                  <a:pt x="460153" y="836867"/>
                  <a:pt x="458915" y="835628"/>
                  <a:pt x="457391" y="835628"/>
                </a:cubicBezTo>
                <a:cubicBezTo>
                  <a:pt x="455867" y="835628"/>
                  <a:pt x="454628" y="836867"/>
                  <a:pt x="454628" y="838390"/>
                </a:cubicBezTo>
                <a:cubicBezTo>
                  <a:pt x="454628" y="839915"/>
                  <a:pt x="455867" y="841153"/>
                  <a:pt x="457391" y="841153"/>
                </a:cubicBezTo>
                <a:close/>
                <a:moveTo>
                  <a:pt x="533591" y="842010"/>
                </a:moveTo>
                <a:cubicBezTo>
                  <a:pt x="535591" y="842010"/>
                  <a:pt x="537210" y="840391"/>
                  <a:pt x="537210" y="838390"/>
                </a:cubicBezTo>
                <a:cubicBezTo>
                  <a:pt x="537210" y="836390"/>
                  <a:pt x="535591" y="834771"/>
                  <a:pt x="533591" y="834771"/>
                </a:cubicBezTo>
                <a:cubicBezTo>
                  <a:pt x="531590" y="834771"/>
                  <a:pt x="529971" y="836390"/>
                  <a:pt x="529971" y="838390"/>
                </a:cubicBezTo>
                <a:cubicBezTo>
                  <a:pt x="529971" y="840391"/>
                  <a:pt x="531590" y="842010"/>
                  <a:pt x="533591" y="842010"/>
                </a:cubicBezTo>
                <a:close/>
                <a:moveTo>
                  <a:pt x="609790" y="842867"/>
                </a:moveTo>
                <a:cubicBezTo>
                  <a:pt x="612267" y="842867"/>
                  <a:pt x="614267" y="840867"/>
                  <a:pt x="614267" y="838390"/>
                </a:cubicBezTo>
                <a:cubicBezTo>
                  <a:pt x="614267" y="835914"/>
                  <a:pt x="612267" y="833914"/>
                  <a:pt x="609790" y="833914"/>
                </a:cubicBezTo>
                <a:cubicBezTo>
                  <a:pt x="607314" y="833914"/>
                  <a:pt x="605314" y="835914"/>
                  <a:pt x="605314" y="838390"/>
                </a:cubicBezTo>
                <a:cubicBezTo>
                  <a:pt x="605314" y="840867"/>
                  <a:pt x="607314" y="842867"/>
                  <a:pt x="609790" y="842867"/>
                </a:cubicBezTo>
                <a:close/>
                <a:moveTo>
                  <a:pt x="685990" y="843915"/>
                </a:moveTo>
                <a:cubicBezTo>
                  <a:pt x="689038" y="843915"/>
                  <a:pt x="691515" y="841438"/>
                  <a:pt x="691515" y="838390"/>
                </a:cubicBezTo>
                <a:cubicBezTo>
                  <a:pt x="691515" y="835343"/>
                  <a:pt x="689038" y="832866"/>
                  <a:pt x="685990" y="832866"/>
                </a:cubicBezTo>
                <a:cubicBezTo>
                  <a:pt x="682943" y="832866"/>
                  <a:pt x="680466" y="835343"/>
                  <a:pt x="680466" y="838390"/>
                </a:cubicBezTo>
                <a:cubicBezTo>
                  <a:pt x="680561" y="841438"/>
                  <a:pt x="682943" y="843915"/>
                  <a:pt x="685990" y="843915"/>
                </a:cubicBezTo>
                <a:close/>
                <a:moveTo>
                  <a:pt x="762190" y="844772"/>
                </a:moveTo>
                <a:cubicBezTo>
                  <a:pt x="765715" y="844772"/>
                  <a:pt x="768572" y="841915"/>
                  <a:pt x="768572" y="838390"/>
                </a:cubicBezTo>
                <a:cubicBezTo>
                  <a:pt x="768572" y="834866"/>
                  <a:pt x="765715" y="832009"/>
                  <a:pt x="762190" y="832009"/>
                </a:cubicBezTo>
                <a:cubicBezTo>
                  <a:pt x="758666" y="832009"/>
                  <a:pt x="755809" y="834866"/>
                  <a:pt x="755809" y="838390"/>
                </a:cubicBezTo>
                <a:cubicBezTo>
                  <a:pt x="755904" y="841915"/>
                  <a:pt x="758666" y="844772"/>
                  <a:pt x="762190" y="844772"/>
                </a:cubicBezTo>
                <a:close/>
                <a:moveTo>
                  <a:pt x="838390" y="845630"/>
                </a:moveTo>
                <a:cubicBezTo>
                  <a:pt x="842391" y="845630"/>
                  <a:pt x="845534" y="842391"/>
                  <a:pt x="845534" y="838486"/>
                </a:cubicBezTo>
                <a:cubicBezTo>
                  <a:pt x="845534" y="834485"/>
                  <a:pt x="842296" y="831342"/>
                  <a:pt x="838390" y="831342"/>
                </a:cubicBezTo>
                <a:cubicBezTo>
                  <a:pt x="834390" y="831342"/>
                  <a:pt x="831247" y="834581"/>
                  <a:pt x="831247" y="838486"/>
                </a:cubicBezTo>
                <a:cubicBezTo>
                  <a:pt x="831247" y="842391"/>
                  <a:pt x="834485" y="845630"/>
                  <a:pt x="838390" y="845630"/>
                </a:cubicBezTo>
                <a:close/>
                <a:moveTo>
                  <a:pt x="914590" y="846487"/>
                </a:moveTo>
                <a:cubicBezTo>
                  <a:pt x="919067" y="846487"/>
                  <a:pt x="922592" y="842867"/>
                  <a:pt x="922592" y="838486"/>
                </a:cubicBezTo>
                <a:cubicBezTo>
                  <a:pt x="922592" y="834104"/>
                  <a:pt x="918972" y="830485"/>
                  <a:pt x="914590" y="830485"/>
                </a:cubicBezTo>
                <a:cubicBezTo>
                  <a:pt x="910114" y="830485"/>
                  <a:pt x="906590" y="834104"/>
                  <a:pt x="906590" y="838486"/>
                </a:cubicBezTo>
                <a:cubicBezTo>
                  <a:pt x="906590" y="842867"/>
                  <a:pt x="910209" y="846487"/>
                  <a:pt x="914590" y="846487"/>
                </a:cubicBezTo>
                <a:close/>
                <a:moveTo>
                  <a:pt x="990790" y="847058"/>
                </a:moveTo>
                <a:cubicBezTo>
                  <a:pt x="995553" y="847058"/>
                  <a:pt x="999458" y="843153"/>
                  <a:pt x="999458" y="838390"/>
                </a:cubicBezTo>
                <a:cubicBezTo>
                  <a:pt x="999458" y="833628"/>
                  <a:pt x="995553" y="829723"/>
                  <a:pt x="990790" y="829723"/>
                </a:cubicBezTo>
                <a:cubicBezTo>
                  <a:pt x="986028" y="829723"/>
                  <a:pt x="982123" y="833628"/>
                  <a:pt x="982123" y="838390"/>
                </a:cubicBezTo>
                <a:cubicBezTo>
                  <a:pt x="982123" y="843153"/>
                  <a:pt x="986028" y="847058"/>
                  <a:pt x="990790" y="847058"/>
                </a:cubicBezTo>
                <a:close/>
                <a:moveTo>
                  <a:pt x="1066991" y="847915"/>
                </a:moveTo>
                <a:cubicBezTo>
                  <a:pt x="1072229" y="847915"/>
                  <a:pt x="1076516" y="843629"/>
                  <a:pt x="1076516" y="838390"/>
                </a:cubicBezTo>
                <a:cubicBezTo>
                  <a:pt x="1076516" y="833152"/>
                  <a:pt x="1072229" y="828865"/>
                  <a:pt x="1066991" y="828865"/>
                </a:cubicBezTo>
                <a:cubicBezTo>
                  <a:pt x="1061752" y="828865"/>
                  <a:pt x="1057466" y="833152"/>
                  <a:pt x="1057466" y="838390"/>
                </a:cubicBezTo>
                <a:cubicBezTo>
                  <a:pt x="1057466" y="843629"/>
                  <a:pt x="1061752" y="847915"/>
                  <a:pt x="1066991" y="847915"/>
                </a:cubicBezTo>
                <a:close/>
                <a:moveTo>
                  <a:pt x="1143191" y="848582"/>
                </a:moveTo>
                <a:cubicBezTo>
                  <a:pt x="1148810" y="848582"/>
                  <a:pt x="1153287" y="844010"/>
                  <a:pt x="1153287" y="838486"/>
                </a:cubicBezTo>
                <a:cubicBezTo>
                  <a:pt x="1153287" y="832866"/>
                  <a:pt x="1148715" y="828389"/>
                  <a:pt x="1143191" y="828389"/>
                </a:cubicBezTo>
                <a:cubicBezTo>
                  <a:pt x="1137571" y="828389"/>
                  <a:pt x="1133094" y="832961"/>
                  <a:pt x="1133094" y="838486"/>
                </a:cubicBezTo>
                <a:cubicBezTo>
                  <a:pt x="1133094" y="844010"/>
                  <a:pt x="1137571" y="848582"/>
                  <a:pt x="1143191" y="848582"/>
                </a:cubicBezTo>
                <a:close/>
                <a:moveTo>
                  <a:pt x="1219391" y="849154"/>
                </a:moveTo>
                <a:cubicBezTo>
                  <a:pt x="1225296" y="849154"/>
                  <a:pt x="1230154" y="844296"/>
                  <a:pt x="1230154" y="838390"/>
                </a:cubicBezTo>
                <a:cubicBezTo>
                  <a:pt x="1230154" y="832485"/>
                  <a:pt x="1225296" y="827627"/>
                  <a:pt x="1219391" y="827627"/>
                </a:cubicBezTo>
                <a:cubicBezTo>
                  <a:pt x="1213485" y="827627"/>
                  <a:pt x="1208627" y="832485"/>
                  <a:pt x="1208627" y="838390"/>
                </a:cubicBezTo>
                <a:cubicBezTo>
                  <a:pt x="1208627" y="844296"/>
                  <a:pt x="1213485" y="849154"/>
                  <a:pt x="1219391" y="849154"/>
                </a:cubicBezTo>
                <a:close/>
                <a:moveTo>
                  <a:pt x="1295591" y="849821"/>
                </a:moveTo>
                <a:cubicBezTo>
                  <a:pt x="1301877" y="849821"/>
                  <a:pt x="1307021" y="844677"/>
                  <a:pt x="1307021" y="838390"/>
                </a:cubicBezTo>
                <a:cubicBezTo>
                  <a:pt x="1307021" y="832104"/>
                  <a:pt x="1301877" y="826961"/>
                  <a:pt x="1295591" y="826961"/>
                </a:cubicBezTo>
                <a:cubicBezTo>
                  <a:pt x="1289304" y="826961"/>
                  <a:pt x="1284161" y="832104"/>
                  <a:pt x="1284161" y="838390"/>
                </a:cubicBezTo>
                <a:cubicBezTo>
                  <a:pt x="1284161" y="844677"/>
                  <a:pt x="1289304" y="849821"/>
                  <a:pt x="1295591" y="849821"/>
                </a:cubicBezTo>
                <a:close/>
                <a:moveTo>
                  <a:pt x="1371791" y="850202"/>
                </a:moveTo>
                <a:cubicBezTo>
                  <a:pt x="1378363" y="850202"/>
                  <a:pt x="1383602" y="844868"/>
                  <a:pt x="1383602" y="838390"/>
                </a:cubicBezTo>
                <a:cubicBezTo>
                  <a:pt x="1383602" y="831818"/>
                  <a:pt x="1378268" y="826580"/>
                  <a:pt x="1371791" y="826580"/>
                </a:cubicBezTo>
                <a:cubicBezTo>
                  <a:pt x="1365314" y="826580"/>
                  <a:pt x="1359980" y="831913"/>
                  <a:pt x="1359980" y="838390"/>
                </a:cubicBezTo>
                <a:cubicBezTo>
                  <a:pt x="1359980" y="844963"/>
                  <a:pt x="1365314" y="850202"/>
                  <a:pt x="1371791" y="850202"/>
                </a:cubicBezTo>
                <a:close/>
                <a:moveTo>
                  <a:pt x="1447991" y="850678"/>
                </a:moveTo>
                <a:cubicBezTo>
                  <a:pt x="1454753" y="850678"/>
                  <a:pt x="1460278" y="845153"/>
                  <a:pt x="1460278" y="838390"/>
                </a:cubicBezTo>
                <a:cubicBezTo>
                  <a:pt x="1460278" y="831628"/>
                  <a:pt x="1454753" y="826103"/>
                  <a:pt x="1447991" y="826103"/>
                </a:cubicBezTo>
                <a:cubicBezTo>
                  <a:pt x="1441228" y="826103"/>
                  <a:pt x="1435703" y="831628"/>
                  <a:pt x="1435703" y="838390"/>
                </a:cubicBezTo>
                <a:cubicBezTo>
                  <a:pt x="1435703" y="845153"/>
                  <a:pt x="1441228" y="850678"/>
                  <a:pt x="1447991" y="850678"/>
                </a:cubicBezTo>
                <a:close/>
                <a:moveTo>
                  <a:pt x="1524191" y="851059"/>
                </a:moveTo>
                <a:cubicBezTo>
                  <a:pt x="1531239" y="851059"/>
                  <a:pt x="1536859" y="845344"/>
                  <a:pt x="1536859" y="838390"/>
                </a:cubicBezTo>
                <a:cubicBezTo>
                  <a:pt x="1536859" y="831437"/>
                  <a:pt x="1531144" y="825722"/>
                  <a:pt x="1524191" y="825722"/>
                </a:cubicBezTo>
                <a:cubicBezTo>
                  <a:pt x="1517142" y="825722"/>
                  <a:pt x="1511522" y="831437"/>
                  <a:pt x="1511522" y="838390"/>
                </a:cubicBezTo>
                <a:cubicBezTo>
                  <a:pt x="1511522" y="845344"/>
                  <a:pt x="1517237" y="851059"/>
                  <a:pt x="1524191" y="851059"/>
                </a:cubicBezTo>
                <a:close/>
                <a:moveTo>
                  <a:pt x="1600391" y="851345"/>
                </a:moveTo>
                <a:cubicBezTo>
                  <a:pt x="1607534" y="851345"/>
                  <a:pt x="1613249" y="845534"/>
                  <a:pt x="1613249" y="838486"/>
                </a:cubicBezTo>
                <a:cubicBezTo>
                  <a:pt x="1613249" y="831342"/>
                  <a:pt x="1607439" y="825627"/>
                  <a:pt x="1600391" y="825627"/>
                </a:cubicBezTo>
                <a:cubicBezTo>
                  <a:pt x="1593247" y="825627"/>
                  <a:pt x="1587532" y="831437"/>
                  <a:pt x="1587532" y="838486"/>
                </a:cubicBezTo>
                <a:cubicBezTo>
                  <a:pt x="1587532" y="845534"/>
                  <a:pt x="1593247" y="851345"/>
                  <a:pt x="1600391" y="851345"/>
                </a:cubicBezTo>
                <a:close/>
                <a:moveTo>
                  <a:pt x="1676591" y="851345"/>
                </a:moveTo>
                <a:cubicBezTo>
                  <a:pt x="1683734" y="851345"/>
                  <a:pt x="1689449" y="845534"/>
                  <a:pt x="1689449" y="838486"/>
                </a:cubicBezTo>
                <a:cubicBezTo>
                  <a:pt x="1689449" y="831342"/>
                  <a:pt x="1683639" y="825627"/>
                  <a:pt x="1676591" y="825627"/>
                </a:cubicBezTo>
                <a:cubicBezTo>
                  <a:pt x="1669447" y="825627"/>
                  <a:pt x="1663732" y="831437"/>
                  <a:pt x="1663732" y="838486"/>
                </a:cubicBezTo>
                <a:cubicBezTo>
                  <a:pt x="1663732" y="845534"/>
                  <a:pt x="1669447" y="851345"/>
                  <a:pt x="1676591" y="851345"/>
                </a:cubicBezTo>
                <a:close/>
                <a:moveTo>
                  <a:pt x="1752791" y="851535"/>
                </a:moveTo>
                <a:cubicBezTo>
                  <a:pt x="1760030" y="851535"/>
                  <a:pt x="1765935" y="845630"/>
                  <a:pt x="1765935" y="838390"/>
                </a:cubicBezTo>
                <a:cubicBezTo>
                  <a:pt x="1765935" y="831152"/>
                  <a:pt x="1760030" y="825246"/>
                  <a:pt x="1752791" y="825246"/>
                </a:cubicBezTo>
                <a:cubicBezTo>
                  <a:pt x="1745552" y="825246"/>
                  <a:pt x="1739646" y="831152"/>
                  <a:pt x="1739646" y="838390"/>
                </a:cubicBezTo>
                <a:cubicBezTo>
                  <a:pt x="1739646" y="845630"/>
                  <a:pt x="1745552" y="851535"/>
                  <a:pt x="1752791" y="851535"/>
                </a:cubicBezTo>
                <a:close/>
                <a:moveTo>
                  <a:pt x="1828991" y="851535"/>
                </a:moveTo>
                <a:cubicBezTo>
                  <a:pt x="1836230" y="851535"/>
                  <a:pt x="1842135" y="845630"/>
                  <a:pt x="1842135" y="838390"/>
                </a:cubicBezTo>
                <a:cubicBezTo>
                  <a:pt x="1842135" y="831152"/>
                  <a:pt x="1836230" y="825246"/>
                  <a:pt x="1828991" y="825246"/>
                </a:cubicBezTo>
                <a:cubicBezTo>
                  <a:pt x="1821752" y="825246"/>
                  <a:pt x="1815846" y="831152"/>
                  <a:pt x="1815846" y="838390"/>
                </a:cubicBezTo>
                <a:cubicBezTo>
                  <a:pt x="1815846" y="845630"/>
                  <a:pt x="1821752" y="851535"/>
                  <a:pt x="1828991" y="851535"/>
                </a:cubicBezTo>
                <a:close/>
                <a:moveTo>
                  <a:pt x="1905191" y="851345"/>
                </a:moveTo>
                <a:cubicBezTo>
                  <a:pt x="1912334" y="851345"/>
                  <a:pt x="1918049" y="845534"/>
                  <a:pt x="1918049" y="838486"/>
                </a:cubicBezTo>
                <a:cubicBezTo>
                  <a:pt x="1918049" y="831342"/>
                  <a:pt x="1912239" y="825627"/>
                  <a:pt x="1905191" y="825627"/>
                </a:cubicBezTo>
                <a:cubicBezTo>
                  <a:pt x="1898047" y="825627"/>
                  <a:pt x="1892332" y="831437"/>
                  <a:pt x="1892332" y="838486"/>
                </a:cubicBezTo>
                <a:cubicBezTo>
                  <a:pt x="1892332" y="845534"/>
                  <a:pt x="1898047" y="851345"/>
                  <a:pt x="1905191" y="851345"/>
                </a:cubicBezTo>
                <a:close/>
                <a:moveTo>
                  <a:pt x="1981391" y="851059"/>
                </a:moveTo>
                <a:cubicBezTo>
                  <a:pt x="1988439" y="851059"/>
                  <a:pt x="1994059" y="845344"/>
                  <a:pt x="1994059" y="838390"/>
                </a:cubicBezTo>
                <a:cubicBezTo>
                  <a:pt x="1994059" y="831437"/>
                  <a:pt x="1988344" y="825722"/>
                  <a:pt x="1981391" y="825722"/>
                </a:cubicBezTo>
                <a:cubicBezTo>
                  <a:pt x="1974342" y="825722"/>
                  <a:pt x="1968722" y="831437"/>
                  <a:pt x="1968722" y="838390"/>
                </a:cubicBezTo>
                <a:cubicBezTo>
                  <a:pt x="1968722" y="845344"/>
                  <a:pt x="1974437" y="851059"/>
                  <a:pt x="1981391" y="851059"/>
                </a:cubicBezTo>
                <a:close/>
                <a:moveTo>
                  <a:pt x="2057591" y="850678"/>
                </a:moveTo>
                <a:cubicBezTo>
                  <a:pt x="2064353" y="850678"/>
                  <a:pt x="2069878" y="845153"/>
                  <a:pt x="2069878" y="838390"/>
                </a:cubicBezTo>
                <a:cubicBezTo>
                  <a:pt x="2069878" y="831628"/>
                  <a:pt x="2064353" y="826103"/>
                  <a:pt x="2057591" y="826103"/>
                </a:cubicBezTo>
                <a:cubicBezTo>
                  <a:pt x="2050828" y="826103"/>
                  <a:pt x="2045303" y="831628"/>
                  <a:pt x="2045303" y="838390"/>
                </a:cubicBezTo>
                <a:cubicBezTo>
                  <a:pt x="2045303" y="845153"/>
                  <a:pt x="2050828" y="850678"/>
                  <a:pt x="2057591" y="850678"/>
                </a:cubicBezTo>
                <a:close/>
                <a:moveTo>
                  <a:pt x="2133791" y="850202"/>
                </a:moveTo>
                <a:cubicBezTo>
                  <a:pt x="2140363" y="850202"/>
                  <a:pt x="2145602" y="844868"/>
                  <a:pt x="2145602" y="838390"/>
                </a:cubicBezTo>
                <a:cubicBezTo>
                  <a:pt x="2145602" y="831818"/>
                  <a:pt x="2140268" y="826580"/>
                  <a:pt x="2133791" y="826580"/>
                </a:cubicBezTo>
                <a:cubicBezTo>
                  <a:pt x="2127314" y="826580"/>
                  <a:pt x="2121980" y="831913"/>
                  <a:pt x="2121980" y="838390"/>
                </a:cubicBezTo>
                <a:cubicBezTo>
                  <a:pt x="2121980" y="844963"/>
                  <a:pt x="2127314" y="850202"/>
                  <a:pt x="2133791" y="850202"/>
                </a:cubicBezTo>
                <a:close/>
                <a:moveTo>
                  <a:pt x="2209991" y="849821"/>
                </a:moveTo>
                <a:cubicBezTo>
                  <a:pt x="2216277" y="849821"/>
                  <a:pt x="2221421" y="844677"/>
                  <a:pt x="2221421" y="838390"/>
                </a:cubicBezTo>
                <a:cubicBezTo>
                  <a:pt x="2221421" y="832104"/>
                  <a:pt x="2216277" y="826961"/>
                  <a:pt x="2209991" y="826961"/>
                </a:cubicBezTo>
                <a:cubicBezTo>
                  <a:pt x="2203704" y="826961"/>
                  <a:pt x="2198561" y="832104"/>
                  <a:pt x="2198561" y="838390"/>
                </a:cubicBezTo>
                <a:cubicBezTo>
                  <a:pt x="2198561" y="844677"/>
                  <a:pt x="2203704" y="849821"/>
                  <a:pt x="2209991" y="849821"/>
                </a:cubicBezTo>
                <a:close/>
                <a:moveTo>
                  <a:pt x="2286191" y="849154"/>
                </a:moveTo>
                <a:cubicBezTo>
                  <a:pt x="2292096" y="849154"/>
                  <a:pt x="2296954" y="844296"/>
                  <a:pt x="2296954" y="838390"/>
                </a:cubicBezTo>
                <a:cubicBezTo>
                  <a:pt x="2296954" y="832485"/>
                  <a:pt x="2292096" y="827627"/>
                  <a:pt x="2286191" y="827627"/>
                </a:cubicBezTo>
                <a:cubicBezTo>
                  <a:pt x="2280285" y="827627"/>
                  <a:pt x="2275427" y="832485"/>
                  <a:pt x="2275427" y="838390"/>
                </a:cubicBezTo>
                <a:cubicBezTo>
                  <a:pt x="2275427" y="844296"/>
                  <a:pt x="2280285" y="849154"/>
                  <a:pt x="2286191" y="849154"/>
                </a:cubicBezTo>
                <a:close/>
                <a:moveTo>
                  <a:pt x="2362391" y="848773"/>
                </a:moveTo>
                <a:cubicBezTo>
                  <a:pt x="2368106" y="848773"/>
                  <a:pt x="2372773" y="844106"/>
                  <a:pt x="2372773" y="838390"/>
                </a:cubicBezTo>
                <a:cubicBezTo>
                  <a:pt x="2372773" y="832676"/>
                  <a:pt x="2368106" y="828008"/>
                  <a:pt x="2362391" y="828008"/>
                </a:cubicBezTo>
                <a:cubicBezTo>
                  <a:pt x="2356676" y="828008"/>
                  <a:pt x="2352008" y="832676"/>
                  <a:pt x="2352008" y="838390"/>
                </a:cubicBezTo>
                <a:cubicBezTo>
                  <a:pt x="2352104" y="844106"/>
                  <a:pt x="2356676" y="848773"/>
                  <a:pt x="2362391" y="848773"/>
                </a:cubicBezTo>
                <a:close/>
                <a:moveTo>
                  <a:pt x="2438591" y="847915"/>
                </a:moveTo>
                <a:cubicBezTo>
                  <a:pt x="2443829" y="847915"/>
                  <a:pt x="2448116" y="843629"/>
                  <a:pt x="2448116" y="838390"/>
                </a:cubicBezTo>
                <a:cubicBezTo>
                  <a:pt x="2448116" y="833152"/>
                  <a:pt x="2443829" y="828865"/>
                  <a:pt x="2438591" y="828865"/>
                </a:cubicBezTo>
                <a:cubicBezTo>
                  <a:pt x="2433352" y="828865"/>
                  <a:pt x="2429066" y="833152"/>
                  <a:pt x="2429066" y="838390"/>
                </a:cubicBezTo>
                <a:cubicBezTo>
                  <a:pt x="2429066" y="843629"/>
                  <a:pt x="2433352" y="847915"/>
                  <a:pt x="2438591" y="847915"/>
                </a:cubicBezTo>
                <a:close/>
                <a:moveTo>
                  <a:pt x="2514791" y="847249"/>
                </a:moveTo>
                <a:cubicBezTo>
                  <a:pt x="2519648" y="847249"/>
                  <a:pt x="2523649" y="843248"/>
                  <a:pt x="2523649" y="838390"/>
                </a:cubicBezTo>
                <a:cubicBezTo>
                  <a:pt x="2523649" y="833533"/>
                  <a:pt x="2519648" y="829532"/>
                  <a:pt x="2514791" y="829532"/>
                </a:cubicBezTo>
                <a:cubicBezTo>
                  <a:pt x="2509933" y="829532"/>
                  <a:pt x="2505932" y="833533"/>
                  <a:pt x="2505932" y="838390"/>
                </a:cubicBezTo>
                <a:cubicBezTo>
                  <a:pt x="2505932" y="843344"/>
                  <a:pt x="2509933" y="847249"/>
                  <a:pt x="2514791" y="847249"/>
                </a:cubicBezTo>
                <a:close/>
                <a:moveTo>
                  <a:pt x="2590991" y="846487"/>
                </a:moveTo>
                <a:cubicBezTo>
                  <a:pt x="2595467" y="846487"/>
                  <a:pt x="2598991" y="842867"/>
                  <a:pt x="2598991" y="838486"/>
                </a:cubicBezTo>
                <a:cubicBezTo>
                  <a:pt x="2598991" y="834104"/>
                  <a:pt x="2595372" y="830485"/>
                  <a:pt x="2590991" y="830485"/>
                </a:cubicBezTo>
                <a:cubicBezTo>
                  <a:pt x="2586514" y="830485"/>
                  <a:pt x="2582990" y="834104"/>
                  <a:pt x="2582990" y="838486"/>
                </a:cubicBezTo>
                <a:cubicBezTo>
                  <a:pt x="2582990" y="842867"/>
                  <a:pt x="2586609" y="846487"/>
                  <a:pt x="2590991" y="846487"/>
                </a:cubicBezTo>
                <a:close/>
                <a:moveTo>
                  <a:pt x="2667191" y="845630"/>
                </a:moveTo>
                <a:cubicBezTo>
                  <a:pt x="2671191" y="845630"/>
                  <a:pt x="2674334" y="842391"/>
                  <a:pt x="2674334" y="838486"/>
                </a:cubicBezTo>
                <a:cubicBezTo>
                  <a:pt x="2674334" y="834485"/>
                  <a:pt x="2671096" y="831342"/>
                  <a:pt x="2667191" y="831342"/>
                </a:cubicBezTo>
                <a:cubicBezTo>
                  <a:pt x="2663190" y="831342"/>
                  <a:pt x="2660047" y="834581"/>
                  <a:pt x="2660047" y="838486"/>
                </a:cubicBezTo>
                <a:cubicBezTo>
                  <a:pt x="2660047" y="842391"/>
                  <a:pt x="2663285" y="845630"/>
                  <a:pt x="2667191" y="845630"/>
                </a:cubicBezTo>
                <a:close/>
                <a:moveTo>
                  <a:pt x="2743391" y="844772"/>
                </a:moveTo>
                <a:cubicBezTo>
                  <a:pt x="2746915" y="844772"/>
                  <a:pt x="2749772" y="841915"/>
                  <a:pt x="2749772" y="838390"/>
                </a:cubicBezTo>
                <a:cubicBezTo>
                  <a:pt x="2749772" y="834866"/>
                  <a:pt x="2746915" y="832009"/>
                  <a:pt x="2743391" y="832009"/>
                </a:cubicBezTo>
                <a:cubicBezTo>
                  <a:pt x="2739866" y="832009"/>
                  <a:pt x="2737009" y="834866"/>
                  <a:pt x="2737009" y="838390"/>
                </a:cubicBezTo>
                <a:cubicBezTo>
                  <a:pt x="2737104" y="841915"/>
                  <a:pt x="2739866" y="844772"/>
                  <a:pt x="2743391" y="844772"/>
                </a:cubicBezTo>
                <a:close/>
                <a:moveTo>
                  <a:pt x="2819591" y="843915"/>
                </a:moveTo>
                <a:cubicBezTo>
                  <a:pt x="2822639" y="843915"/>
                  <a:pt x="2825115" y="841438"/>
                  <a:pt x="2825115" y="838390"/>
                </a:cubicBezTo>
                <a:cubicBezTo>
                  <a:pt x="2825115" y="835343"/>
                  <a:pt x="2822639" y="832866"/>
                  <a:pt x="2819591" y="832866"/>
                </a:cubicBezTo>
                <a:cubicBezTo>
                  <a:pt x="2816543" y="832866"/>
                  <a:pt x="2814066" y="835343"/>
                  <a:pt x="2814066" y="838390"/>
                </a:cubicBezTo>
                <a:cubicBezTo>
                  <a:pt x="2814161" y="841438"/>
                  <a:pt x="2816543" y="843915"/>
                  <a:pt x="2819591" y="843915"/>
                </a:cubicBezTo>
                <a:close/>
                <a:moveTo>
                  <a:pt x="2895791" y="843058"/>
                </a:moveTo>
                <a:cubicBezTo>
                  <a:pt x="2898362" y="843058"/>
                  <a:pt x="2900458" y="840962"/>
                  <a:pt x="2900458" y="838390"/>
                </a:cubicBezTo>
                <a:cubicBezTo>
                  <a:pt x="2900458" y="835819"/>
                  <a:pt x="2898362" y="833723"/>
                  <a:pt x="2895791" y="833723"/>
                </a:cubicBezTo>
                <a:cubicBezTo>
                  <a:pt x="2893219" y="833723"/>
                  <a:pt x="2891123" y="835819"/>
                  <a:pt x="2891123" y="838390"/>
                </a:cubicBezTo>
                <a:cubicBezTo>
                  <a:pt x="2891123" y="840962"/>
                  <a:pt x="2893219" y="843058"/>
                  <a:pt x="2895791" y="843058"/>
                </a:cubicBezTo>
                <a:close/>
                <a:moveTo>
                  <a:pt x="2971991" y="842010"/>
                </a:moveTo>
                <a:cubicBezTo>
                  <a:pt x="2973991" y="842010"/>
                  <a:pt x="2975610" y="840391"/>
                  <a:pt x="2975610" y="838390"/>
                </a:cubicBezTo>
                <a:cubicBezTo>
                  <a:pt x="2975610" y="836390"/>
                  <a:pt x="2973991" y="834771"/>
                  <a:pt x="2971991" y="834771"/>
                </a:cubicBezTo>
                <a:cubicBezTo>
                  <a:pt x="2969990" y="834771"/>
                  <a:pt x="2968371" y="836390"/>
                  <a:pt x="2968371" y="838390"/>
                </a:cubicBezTo>
                <a:cubicBezTo>
                  <a:pt x="2968371" y="840391"/>
                  <a:pt x="2969990" y="842010"/>
                  <a:pt x="2971991" y="842010"/>
                </a:cubicBezTo>
                <a:close/>
                <a:moveTo>
                  <a:pt x="3048191" y="841153"/>
                </a:moveTo>
                <a:cubicBezTo>
                  <a:pt x="3049715" y="841153"/>
                  <a:pt x="3050953" y="839915"/>
                  <a:pt x="3050953" y="838390"/>
                </a:cubicBezTo>
                <a:cubicBezTo>
                  <a:pt x="3050953" y="836867"/>
                  <a:pt x="3049715" y="835628"/>
                  <a:pt x="3048191" y="835628"/>
                </a:cubicBezTo>
                <a:cubicBezTo>
                  <a:pt x="3046666" y="835628"/>
                  <a:pt x="3045428" y="836867"/>
                  <a:pt x="3045428" y="838390"/>
                </a:cubicBezTo>
                <a:cubicBezTo>
                  <a:pt x="3045428" y="839915"/>
                  <a:pt x="3046666" y="841153"/>
                  <a:pt x="3048191" y="841153"/>
                </a:cubicBezTo>
                <a:close/>
                <a:moveTo>
                  <a:pt x="3124391" y="840296"/>
                </a:moveTo>
                <a:cubicBezTo>
                  <a:pt x="3125438" y="840296"/>
                  <a:pt x="3126296" y="839438"/>
                  <a:pt x="3126296" y="838390"/>
                </a:cubicBezTo>
                <a:cubicBezTo>
                  <a:pt x="3126296" y="837343"/>
                  <a:pt x="3125438" y="836486"/>
                  <a:pt x="3124391" y="836486"/>
                </a:cubicBezTo>
                <a:cubicBezTo>
                  <a:pt x="3123343" y="836486"/>
                  <a:pt x="3122486" y="837343"/>
                  <a:pt x="3122486" y="838390"/>
                </a:cubicBezTo>
                <a:cubicBezTo>
                  <a:pt x="3122486" y="839438"/>
                  <a:pt x="3123343" y="840296"/>
                  <a:pt x="3124391" y="840296"/>
                </a:cubicBezTo>
                <a:close/>
                <a:moveTo>
                  <a:pt x="3200591" y="839248"/>
                </a:moveTo>
                <a:cubicBezTo>
                  <a:pt x="3201067" y="839248"/>
                  <a:pt x="3201448" y="838867"/>
                  <a:pt x="3201448" y="838390"/>
                </a:cubicBezTo>
                <a:cubicBezTo>
                  <a:pt x="3201448" y="837914"/>
                  <a:pt x="3201067" y="837533"/>
                  <a:pt x="3200591" y="837533"/>
                </a:cubicBezTo>
                <a:cubicBezTo>
                  <a:pt x="3200114" y="837533"/>
                  <a:pt x="3199733" y="837914"/>
                  <a:pt x="3199733" y="838390"/>
                </a:cubicBezTo>
                <a:cubicBezTo>
                  <a:pt x="3199733" y="838867"/>
                  <a:pt x="3200114" y="839248"/>
                  <a:pt x="3200591" y="839248"/>
                </a:cubicBezTo>
                <a:close/>
                <a:moveTo>
                  <a:pt x="228791" y="915067"/>
                </a:moveTo>
                <a:cubicBezTo>
                  <a:pt x="228981" y="915067"/>
                  <a:pt x="229172" y="914876"/>
                  <a:pt x="229172" y="914686"/>
                </a:cubicBezTo>
                <a:cubicBezTo>
                  <a:pt x="229172" y="914495"/>
                  <a:pt x="228981" y="914305"/>
                  <a:pt x="228791" y="914305"/>
                </a:cubicBezTo>
                <a:cubicBezTo>
                  <a:pt x="228600" y="914305"/>
                  <a:pt x="228410" y="914495"/>
                  <a:pt x="228410" y="914686"/>
                </a:cubicBezTo>
                <a:cubicBezTo>
                  <a:pt x="228410" y="914876"/>
                  <a:pt x="228600" y="915067"/>
                  <a:pt x="228791" y="915067"/>
                </a:cubicBezTo>
                <a:close/>
                <a:moveTo>
                  <a:pt x="304991" y="915924"/>
                </a:moveTo>
                <a:cubicBezTo>
                  <a:pt x="305657" y="915924"/>
                  <a:pt x="306229" y="915353"/>
                  <a:pt x="306229" y="914686"/>
                </a:cubicBezTo>
                <a:cubicBezTo>
                  <a:pt x="306229" y="914019"/>
                  <a:pt x="305657" y="913448"/>
                  <a:pt x="304991" y="913448"/>
                </a:cubicBezTo>
                <a:cubicBezTo>
                  <a:pt x="304324" y="913448"/>
                  <a:pt x="303752" y="914019"/>
                  <a:pt x="303752" y="914686"/>
                </a:cubicBezTo>
                <a:cubicBezTo>
                  <a:pt x="303752" y="915353"/>
                  <a:pt x="304324" y="915924"/>
                  <a:pt x="304991" y="915924"/>
                </a:cubicBezTo>
                <a:close/>
                <a:moveTo>
                  <a:pt x="381191" y="916972"/>
                </a:moveTo>
                <a:cubicBezTo>
                  <a:pt x="382429" y="916972"/>
                  <a:pt x="383476" y="915924"/>
                  <a:pt x="383476" y="914686"/>
                </a:cubicBezTo>
                <a:cubicBezTo>
                  <a:pt x="383476" y="913448"/>
                  <a:pt x="382429" y="912400"/>
                  <a:pt x="381191" y="912400"/>
                </a:cubicBezTo>
                <a:cubicBezTo>
                  <a:pt x="379952" y="912400"/>
                  <a:pt x="378905" y="913448"/>
                  <a:pt x="378905" y="914686"/>
                </a:cubicBezTo>
                <a:cubicBezTo>
                  <a:pt x="378905" y="915924"/>
                  <a:pt x="379952" y="916972"/>
                  <a:pt x="381191" y="916972"/>
                </a:cubicBezTo>
                <a:close/>
                <a:moveTo>
                  <a:pt x="457391" y="918020"/>
                </a:moveTo>
                <a:cubicBezTo>
                  <a:pt x="459296" y="918020"/>
                  <a:pt x="460724" y="916496"/>
                  <a:pt x="460724" y="914686"/>
                </a:cubicBezTo>
                <a:cubicBezTo>
                  <a:pt x="460724" y="912876"/>
                  <a:pt x="459200" y="911257"/>
                  <a:pt x="457391" y="911257"/>
                </a:cubicBezTo>
                <a:cubicBezTo>
                  <a:pt x="455486" y="911257"/>
                  <a:pt x="453962" y="912781"/>
                  <a:pt x="453962" y="914686"/>
                </a:cubicBezTo>
                <a:cubicBezTo>
                  <a:pt x="453962" y="916591"/>
                  <a:pt x="455581" y="918020"/>
                  <a:pt x="457391" y="918020"/>
                </a:cubicBezTo>
                <a:close/>
                <a:moveTo>
                  <a:pt x="533591" y="918877"/>
                </a:moveTo>
                <a:cubicBezTo>
                  <a:pt x="535877" y="918877"/>
                  <a:pt x="537782" y="916972"/>
                  <a:pt x="537782" y="914686"/>
                </a:cubicBezTo>
                <a:cubicBezTo>
                  <a:pt x="537782" y="912305"/>
                  <a:pt x="535877" y="910495"/>
                  <a:pt x="533591" y="910495"/>
                </a:cubicBezTo>
                <a:cubicBezTo>
                  <a:pt x="531209" y="910495"/>
                  <a:pt x="529400" y="912400"/>
                  <a:pt x="529400" y="914686"/>
                </a:cubicBezTo>
                <a:cubicBezTo>
                  <a:pt x="529400" y="916972"/>
                  <a:pt x="531305" y="918877"/>
                  <a:pt x="533591" y="918877"/>
                </a:cubicBezTo>
                <a:close/>
                <a:moveTo>
                  <a:pt x="609790" y="919925"/>
                </a:moveTo>
                <a:cubicBezTo>
                  <a:pt x="612743" y="919925"/>
                  <a:pt x="615029" y="917543"/>
                  <a:pt x="615029" y="914686"/>
                </a:cubicBezTo>
                <a:cubicBezTo>
                  <a:pt x="615029" y="911733"/>
                  <a:pt x="612648" y="909447"/>
                  <a:pt x="609790" y="909447"/>
                </a:cubicBezTo>
                <a:cubicBezTo>
                  <a:pt x="606838" y="909447"/>
                  <a:pt x="604552" y="911828"/>
                  <a:pt x="604552" y="914686"/>
                </a:cubicBezTo>
                <a:cubicBezTo>
                  <a:pt x="604552" y="917543"/>
                  <a:pt x="606933" y="919925"/>
                  <a:pt x="609790" y="919925"/>
                </a:cubicBezTo>
                <a:close/>
                <a:moveTo>
                  <a:pt x="685990" y="920782"/>
                </a:moveTo>
                <a:cubicBezTo>
                  <a:pt x="689420" y="920782"/>
                  <a:pt x="692087" y="918020"/>
                  <a:pt x="692087" y="914686"/>
                </a:cubicBezTo>
                <a:cubicBezTo>
                  <a:pt x="692087" y="911352"/>
                  <a:pt x="689324" y="908590"/>
                  <a:pt x="685990" y="908590"/>
                </a:cubicBezTo>
                <a:cubicBezTo>
                  <a:pt x="682657" y="908590"/>
                  <a:pt x="679895" y="911352"/>
                  <a:pt x="679895" y="914686"/>
                </a:cubicBezTo>
                <a:cubicBezTo>
                  <a:pt x="679895" y="918020"/>
                  <a:pt x="682657" y="920782"/>
                  <a:pt x="685990" y="920782"/>
                </a:cubicBezTo>
                <a:close/>
                <a:moveTo>
                  <a:pt x="762190" y="921830"/>
                </a:moveTo>
                <a:cubicBezTo>
                  <a:pt x="766191" y="921830"/>
                  <a:pt x="769334" y="918591"/>
                  <a:pt x="769334" y="914686"/>
                </a:cubicBezTo>
                <a:cubicBezTo>
                  <a:pt x="769334" y="910685"/>
                  <a:pt x="766096" y="907542"/>
                  <a:pt x="762190" y="907542"/>
                </a:cubicBezTo>
                <a:cubicBezTo>
                  <a:pt x="758190" y="907542"/>
                  <a:pt x="755047" y="910781"/>
                  <a:pt x="755047" y="914686"/>
                </a:cubicBezTo>
                <a:cubicBezTo>
                  <a:pt x="755047" y="918591"/>
                  <a:pt x="758285" y="921830"/>
                  <a:pt x="762190" y="921830"/>
                </a:cubicBezTo>
                <a:close/>
                <a:moveTo>
                  <a:pt x="838390" y="922687"/>
                </a:moveTo>
                <a:cubicBezTo>
                  <a:pt x="842867" y="922687"/>
                  <a:pt x="846392" y="919067"/>
                  <a:pt x="846392" y="914686"/>
                </a:cubicBezTo>
                <a:cubicBezTo>
                  <a:pt x="846392" y="910304"/>
                  <a:pt x="842772" y="906685"/>
                  <a:pt x="838390" y="906685"/>
                </a:cubicBezTo>
                <a:cubicBezTo>
                  <a:pt x="833914" y="906685"/>
                  <a:pt x="830390" y="910304"/>
                  <a:pt x="830390" y="914686"/>
                </a:cubicBezTo>
                <a:cubicBezTo>
                  <a:pt x="830390" y="919067"/>
                  <a:pt x="834009" y="922687"/>
                  <a:pt x="838390" y="922687"/>
                </a:cubicBezTo>
                <a:close/>
                <a:moveTo>
                  <a:pt x="914590" y="923449"/>
                </a:moveTo>
                <a:cubicBezTo>
                  <a:pt x="919448" y="923449"/>
                  <a:pt x="923449" y="919448"/>
                  <a:pt x="923449" y="914590"/>
                </a:cubicBezTo>
                <a:cubicBezTo>
                  <a:pt x="923449" y="909733"/>
                  <a:pt x="919448" y="905732"/>
                  <a:pt x="914590" y="905732"/>
                </a:cubicBezTo>
                <a:cubicBezTo>
                  <a:pt x="909733" y="905732"/>
                  <a:pt x="905732" y="909733"/>
                  <a:pt x="905732" y="914590"/>
                </a:cubicBezTo>
                <a:cubicBezTo>
                  <a:pt x="905732" y="919544"/>
                  <a:pt x="909733" y="923449"/>
                  <a:pt x="914590" y="923449"/>
                </a:cubicBezTo>
                <a:close/>
                <a:moveTo>
                  <a:pt x="990790" y="924306"/>
                </a:moveTo>
                <a:cubicBezTo>
                  <a:pt x="996125" y="924306"/>
                  <a:pt x="1000506" y="919925"/>
                  <a:pt x="1000506" y="914590"/>
                </a:cubicBezTo>
                <a:cubicBezTo>
                  <a:pt x="1000506" y="909257"/>
                  <a:pt x="996220" y="904875"/>
                  <a:pt x="990790" y="904875"/>
                </a:cubicBezTo>
                <a:cubicBezTo>
                  <a:pt x="985361" y="904875"/>
                  <a:pt x="981075" y="909257"/>
                  <a:pt x="981075" y="914590"/>
                </a:cubicBezTo>
                <a:cubicBezTo>
                  <a:pt x="981075" y="919925"/>
                  <a:pt x="985457" y="924306"/>
                  <a:pt x="990790" y="924306"/>
                </a:cubicBezTo>
                <a:close/>
                <a:moveTo>
                  <a:pt x="1066991" y="925163"/>
                </a:moveTo>
                <a:cubicBezTo>
                  <a:pt x="1072801" y="925163"/>
                  <a:pt x="1077563" y="920401"/>
                  <a:pt x="1077563" y="914590"/>
                </a:cubicBezTo>
                <a:cubicBezTo>
                  <a:pt x="1077563" y="908780"/>
                  <a:pt x="1072801" y="904018"/>
                  <a:pt x="1066991" y="904018"/>
                </a:cubicBezTo>
                <a:cubicBezTo>
                  <a:pt x="1061180" y="904018"/>
                  <a:pt x="1056418" y="908780"/>
                  <a:pt x="1056418" y="914590"/>
                </a:cubicBezTo>
                <a:cubicBezTo>
                  <a:pt x="1056418" y="920401"/>
                  <a:pt x="1061180" y="925163"/>
                  <a:pt x="1066991" y="925163"/>
                </a:cubicBezTo>
                <a:close/>
                <a:moveTo>
                  <a:pt x="1143191" y="925830"/>
                </a:moveTo>
                <a:cubicBezTo>
                  <a:pt x="1149382" y="925830"/>
                  <a:pt x="1154430" y="920782"/>
                  <a:pt x="1154430" y="914590"/>
                </a:cubicBezTo>
                <a:cubicBezTo>
                  <a:pt x="1154430" y="908399"/>
                  <a:pt x="1149382" y="903351"/>
                  <a:pt x="1143191" y="903351"/>
                </a:cubicBezTo>
                <a:cubicBezTo>
                  <a:pt x="1136999" y="903351"/>
                  <a:pt x="1131951" y="908399"/>
                  <a:pt x="1131951" y="914590"/>
                </a:cubicBezTo>
                <a:cubicBezTo>
                  <a:pt x="1132046" y="920782"/>
                  <a:pt x="1136999" y="925830"/>
                  <a:pt x="1143191" y="925830"/>
                </a:cubicBezTo>
                <a:close/>
                <a:moveTo>
                  <a:pt x="1219391" y="926402"/>
                </a:moveTo>
                <a:cubicBezTo>
                  <a:pt x="1225963" y="926402"/>
                  <a:pt x="1231202" y="921068"/>
                  <a:pt x="1231202" y="914590"/>
                </a:cubicBezTo>
                <a:cubicBezTo>
                  <a:pt x="1231202" y="908018"/>
                  <a:pt x="1225868" y="902780"/>
                  <a:pt x="1219391" y="902780"/>
                </a:cubicBezTo>
                <a:cubicBezTo>
                  <a:pt x="1212818" y="902780"/>
                  <a:pt x="1207580" y="908113"/>
                  <a:pt x="1207580" y="914590"/>
                </a:cubicBezTo>
                <a:cubicBezTo>
                  <a:pt x="1207580" y="921163"/>
                  <a:pt x="1212914" y="926402"/>
                  <a:pt x="1219391" y="926402"/>
                </a:cubicBezTo>
                <a:close/>
                <a:moveTo>
                  <a:pt x="1295591" y="927068"/>
                </a:moveTo>
                <a:cubicBezTo>
                  <a:pt x="1302449" y="927068"/>
                  <a:pt x="1308068" y="921449"/>
                  <a:pt x="1308068" y="914590"/>
                </a:cubicBezTo>
                <a:cubicBezTo>
                  <a:pt x="1308068" y="907733"/>
                  <a:pt x="1302449" y="902113"/>
                  <a:pt x="1295591" y="902113"/>
                </a:cubicBezTo>
                <a:cubicBezTo>
                  <a:pt x="1288733" y="902113"/>
                  <a:pt x="1283113" y="907733"/>
                  <a:pt x="1283113" y="914590"/>
                </a:cubicBezTo>
                <a:cubicBezTo>
                  <a:pt x="1283113" y="921544"/>
                  <a:pt x="1288733" y="927068"/>
                  <a:pt x="1295591" y="927068"/>
                </a:cubicBezTo>
                <a:close/>
                <a:moveTo>
                  <a:pt x="1371791" y="927545"/>
                </a:moveTo>
                <a:cubicBezTo>
                  <a:pt x="1378934" y="927545"/>
                  <a:pt x="1384649" y="921734"/>
                  <a:pt x="1384649" y="914686"/>
                </a:cubicBezTo>
                <a:cubicBezTo>
                  <a:pt x="1384649" y="907542"/>
                  <a:pt x="1378839" y="901827"/>
                  <a:pt x="1371791" y="901827"/>
                </a:cubicBezTo>
                <a:cubicBezTo>
                  <a:pt x="1364647" y="901827"/>
                  <a:pt x="1358932" y="907637"/>
                  <a:pt x="1358932" y="914686"/>
                </a:cubicBezTo>
                <a:cubicBezTo>
                  <a:pt x="1358932" y="921734"/>
                  <a:pt x="1364647" y="927545"/>
                  <a:pt x="1371791" y="927545"/>
                </a:cubicBezTo>
                <a:close/>
                <a:moveTo>
                  <a:pt x="1447991" y="927926"/>
                </a:moveTo>
                <a:cubicBezTo>
                  <a:pt x="1455325" y="927926"/>
                  <a:pt x="1461326" y="921925"/>
                  <a:pt x="1461326" y="914590"/>
                </a:cubicBezTo>
                <a:cubicBezTo>
                  <a:pt x="1461326" y="907256"/>
                  <a:pt x="1455325" y="901256"/>
                  <a:pt x="1447991" y="901256"/>
                </a:cubicBezTo>
                <a:cubicBezTo>
                  <a:pt x="1440656" y="901256"/>
                  <a:pt x="1434656" y="907256"/>
                  <a:pt x="1434656" y="914590"/>
                </a:cubicBezTo>
                <a:cubicBezTo>
                  <a:pt x="1434656" y="921925"/>
                  <a:pt x="1440656" y="927926"/>
                  <a:pt x="1447991" y="927926"/>
                </a:cubicBezTo>
                <a:close/>
                <a:moveTo>
                  <a:pt x="1524191" y="928307"/>
                </a:moveTo>
                <a:cubicBezTo>
                  <a:pt x="1531811" y="928307"/>
                  <a:pt x="1537907" y="922115"/>
                  <a:pt x="1537907" y="914590"/>
                </a:cubicBezTo>
                <a:cubicBezTo>
                  <a:pt x="1537907" y="907066"/>
                  <a:pt x="1531715" y="900875"/>
                  <a:pt x="1524191" y="900875"/>
                </a:cubicBezTo>
                <a:cubicBezTo>
                  <a:pt x="1516571" y="900875"/>
                  <a:pt x="1510475" y="907066"/>
                  <a:pt x="1510475" y="914590"/>
                </a:cubicBezTo>
                <a:cubicBezTo>
                  <a:pt x="1510475" y="922115"/>
                  <a:pt x="1516666" y="928307"/>
                  <a:pt x="1524191" y="928307"/>
                </a:cubicBezTo>
                <a:close/>
                <a:moveTo>
                  <a:pt x="1600391" y="928592"/>
                </a:moveTo>
                <a:cubicBezTo>
                  <a:pt x="1608106" y="928592"/>
                  <a:pt x="1614297" y="922306"/>
                  <a:pt x="1614297" y="914686"/>
                </a:cubicBezTo>
                <a:cubicBezTo>
                  <a:pt x="1614297" y="907066"/>
                  <a:pt x="1608011" y="900779"/>
                  <a:pt x="1600391" y="900779"/>
                </a:cubicBezTo>
                <a:cubicBezTo>
                  <a:pt x="1592675" y="900779"/>
                  <a:pt x="1586484" y="907066"/>
                  <a:pt x="1586484" y="914686"/>
                </a:cubicBezTo>
                <a:cubicBezTo>
                  <a:pt x="1586484" y="922306"/>
                  <a:pt x="1592675" y="928592"/>
                  <a:pt x="1600391" y="928592"/>
                </a:cubicBezTo>
                <a:close/>
                <a:moveTo>
                  <a:pt x="1676591" y="928783"/>
                </a:moveTo>
                <a:cubicBezTo>
                  <a:pt x="1684401" y="928783"/>
                  <a:pt x="1690783" y="922401"/>
                  <a:pt x="1690783" y="914590"/>
                </a:cubicBezTo>
                <a:cubicBezTo>
                  <a:pt x="1690783" y="906780"/>
                  <a:pt x="1684401" y="900398"/>
                  <a:pt x="1676591" y="900398"/>
                </a:cubicBezTo>
                <a:cubicBezTo>
                  <a:pt x="1668780" y="900398"/>
                  <a:pt x="1662398" y="906780"/>
                  <a:pt x="1662398" y="914590"/>
                </a:cubicBezTo>
                <a:cubicBezTo>
                  <a:pt x="1662398" y="922401"/>
                  <a:pt x="1668780" y="928783"/>
                  <a:pt x="1676591" y="928783"/>
                </a:cubicBezTo>
                <a:close/>
                <a:moveTo>
                  <a:pt x="1752791" y="928783"/>
                </a:moveTo>
                <a:cubicBezTo>
                  <a:pt x="1760601" y="928783"/>
                  <a:pt x="1766983" y="922401"/>
                  <a:pt x="1766983" y="914590"/>
                </a:cubicBezTo>
                <a:cubicBezTo>
                  <a:pt x="1766983" y="906780"/>
                  <a:pt x="1760601" y="900398"/>
                  <a:pt x="1752791" y="900398"/>
                </a:cubicBezTo>
                <a:cubicBezTo>
                  <a:pt x="1744980" y="900398"/>
                  <a:pt x="1738598" y="906780"/>
                  <a:pt x="1738598" y="914590"/>
                </a:cubicBezTo>
                <a:cubicBezTo>
                  <a:pt x="1738598" y="922401"/>
                  <a:pt x="1744980" y="928783"/>
                  <a:pt x="1752791" y="928783"/>
                </a:cubicBezTo>
                <a:close/>
                <a:moveTo>
                  <a:pt x="1828991" y="928783"/>
                </a:moveTo>
                <a:cubicBezTo>
                  <a:pt x="1836801" y="928783"/>
                  <a:pt x="1843183" y="922401"/>
                  <a:pt x="1843183" y="914590"/>
                </a:cubicBezTo>
                <a:cubicBezTo>
                  <a:pt x="1843183" y="906780"/>
                  <a:pt x="1836801" y="900398"/>
                  <a:pt x="1828991" y="900398"/>
                </a:cubicBezTo>
                <a:cubicBezTo>
                  <a:pt x="1821180" y="900398"/>
                  <a:pt x="1814798" y="906780"/>
                  <a:pt x="1814798" y="914590"/>
                </a:cubicBezTo>
                <a:cubicBezTo>
                  <a:pt x="1814798" y="922401"/>
                  <a:pt x="1821180" y="928783"/>
                  <a:pt x="1828991" y="928783"/>
                </a:cubicBezTo>
                <a:close/>
                <a:moveTo>
                  <a:pt x="1905191" y="928592"/>
                </a:moveTo>
                <a:cubicBezTo>
                  <a:pt x="1912906" y="928592"/>
                  <a:pt x="1919097" y="922306"/>
                  <a:pt x="1919097" y="914686"/>
                </a:cubicBezTo>
                <a:cubicBezTo>
                  <a:pt x="1919097" y="907066"/>
                  <a:pt x="1912811" y="900779"/>
                  <a:pt x="1905191" y="900779"/>
                </a:cubicBezTo>
                <a:cubicBezTo>
                  <a:pt x="1897475" y="900779"/>
                  <a:pt x="1891284" y="907066"/>
                  <a:pt x="1891284" y="914686"/>
                </a:cubicBezTo>
                <a:cubicBezTo>
                  <a:pt x="1891284" y="922306"/>
                  <a:pt x="1897475" y="928592"/>
                  <a:pt x="1905191" y="928592"/>
                </a:cubicBezTo>
                <a:close/>
                <a:moveTo>
                  <a:pt x="1981391" y="928307"/>
                </a:moveTo>
                <a:cubicBezTo>
                  <a:pt x="1989011" y="928307"/>
                  <a:pt x="1995107" y="922115"/>
                  <a:pt x="1995107" y="914590"/>
                </a:cubicBezTo>
                <a:cubicBezTo>
                  <a:pt x="1995107" y="907066"/>
                  <a:pt x="1988915" y="900875"/>
                  <a:pt x="1981391" y="900875"/>
                </a:cubicBezTo>
                <a:cubicBezTo>
                  <a:pt x="1973771" y="900875"/>
                  <a:pt x="1967675" y="907066"/>
                  <a:pt x="1967675" y="914590"/>
                </a:cubicBezTo>
                <a:cubicBezTo>
                  <a:pt x="1967675" y="922115"/>
                  <a:pt x="1973866" y="928307"/>
                  <a:pt x="1981391" y="928307"/>
                </a:cubicBezTo>
                <a:close/>
                <a:moveTo>
                  <a:pt x="2057591" y="927926"/>
                </a:moveTo>
                <a:cubicBezTo>
                  <a:pt x="2064925" y="927926"/>
                  <a:pt x="2070926" y="921925"/>
                  <a:pt x="2070926" y="914590"/>
                </a:cubicBezTo>
                <a:cubicBezTo>
                  <a:pt x="2070926" y="907256"/>
                  <a:pt x="2064925" y="901256"/>
                  <a:pt x="2057591" y="901256"/>
                </a:cubicBezTo>
                <a:cubicBezTo>
                  <a:pt x="2050256" y="901256"/>
                  <a:pt x="2044256" y="907256"/>
                  <a:pt x="2044256" y="914590"/>
                </a:cubicBezTo>
                <a:cubicBezTo>
                  <a:pt x="2044256" y="921925"/>
                  <a:pt x="2050256" y="927926"/>
                  <a:pt x="2057591" y="927926"/>
                </a:cubicBezTo>
                <a:close/>
                <a:moveTo>
                  <a:pt x="2133791" y="927545"/>
                </a:moveTo>
                <a:cubicBezTo>
                  <a:pt x="2140934" y="927545"/>
                  <a:pt x="2146649" y="921734"/>
                  <a:pt x="2146649" y="914686"/>
                </a:cubicBezTo>
                <a:cubicBezTo>
                  <a:pt x="2146649" y="907542"/>
                  <a:pt x="2140839" y="901827"/>
                  <a:pt x="2133791" y="901827"/>
                </a:cubicBezTo>
                <a:cubicBezTo>
                  <a:pt x="2126647" y="901827"/>
                  <a:pt x="2120932" y="907637"/>
                  <a:pt x="2120932" y="914686"/>
                </a:cubicBezTo>
                <a:cubicBezTo>
                  <a:pt x="2120932" y="921734"/>
                  <a:pt x="2126647" y="927545"/>
                  <a:pt x="2133791" y="927545"/>
                </a:cubicBezTo>
                <a:close/>
                <a:moveTo>
                  <a:pt x="2209991" y="927068"/>
                </a:moveTo>
                <a:cubicBezTo>
                  <a:pt x="2216849" y="927068"/>
                  <a:pt x="2222468" y="921449"/>
                  <a:pt x="2222468" y="914590"/>
                </a:cubicBezTo>
                <a:cubicBezTo>
                  <a:pt x="2222468" y="907733"/>
                  <a:pt x="2216849" y="902113"/>
                  <a:pt x="2209991" y="902113"/>
                </a:cubicBezTo>
                <a:cubicBezTo>
                  <a:pt x="2203133" y="902113"/>
                  <a:pt x="2197513" y="907733"/>
                  <a:pt x="2197513" y="914590"/>
                </a:cubicBezTo>
                <a:cubicBezTo>
                  <a:pt x="2197513" y="921544"/>
                  <a:pt x="2203133" y="927068"/>
                  <a:pt x="2209991" y="927068"/>
                </a:cubicBezTo>
                <a:close/>
                <a:moveTo>
                  <a:pt x="2286191" y="926402"/>
                </a:moveTo>
                <a:cubicBezTo>
                  <a:pt x="2292763" y="926402"/>
                  <a:pt x="2298002" y="921068"/>
                  <a:pt x="2298002" y="914590"/>
                </a:cubicBezTo>
                <a:cubicBezTo>
                  <a:pt x="2298002" y="908018"/>
                  <a:pt x="2292668" y="902780"/>
                  <a:pt x="2286191" y="902780"/>
                </a:cubicBezTo>
                <a:cubicBezTo>
                  <a:pt x="2279714" y="902780"/>
                  <a:pt x="2274380" y="908113"/>
                  <a:pt x="2274380" y="914590"/>
                </a:cubicBezTo>
                <a:cubicBezTo>
                  <a:pt x="2274380" y="921163"/>
                  <a:pt x="2279714" y="926402"/>
                  <a:pt x="2286191" y="926402"/>
                </a:cubicBezTo>
                <a:close/>
                <a:moveTo>
                  <a:pt x="2362391" y="925830"/>
                </a:moveTo>
                <a:cubicBezTo>
                  <a:pt x="2368582" y="925830"/>
                  <a:pt x="2373630" y="920782"/>
                  <a:pt x="2373630" y="914590"/>
                </a:cubicBezTo>
                <a:cubicBezTo>
                  <a:pt x="2373630" y="908399"/>
                  <a:pt x="2368582" y="903351"/>
                  <a:pt x="2362391" y="903351"/>
                </a:cubicBezTo>
                <a:cubicBezTo>
                  <a:pt x="2356199" y="903351"/>
                  <a:pt x="2351151" y="908399"/>
                  <a:pt x="2351151" y="914590"/>
                </a:cubicBezTo>
                <a:cubicBezTo>
                  <a:pt x="2351246" y="920782"/>
                  <a:pt x="2356199" y="925830"/>
                  <a:pt x="2362391" y="925830"/>
                </a:cubicBezTo>
                <a:close/>
                <a:moveTo>
                  <a:pt x="2438591" y="925163"/>
                </a:moveTo>
                <a:cubicBezTo>
                  <a:pt x="2444401" y="925163"/>
                  <a:pt x="2449163" y="920401"/>
                  <a:pt x="2449163" y="914590"/>
                </a:cubicBezTo>
                <a:cubicBezTo>
                  <a:pt x="2449163" y="908780"/>
                  <a:pt x="2444401" y="904018"/>
                  <a:pt x="2438591" y="904018"/>
                </a:cubicBezTo>
                <a:cubicBezTo>
                  <a:pt x="2432780" y="904018"/>
                  <a:pt x="2428018" y="908780"/>
                  <a:pt x="2428018" y="914590"/>
                </a:cubicBezTo>
                <a:cubicBezTo>
                  <a:pt x="2428018" y="920401"/>
                  <a:pt x="2432780" y="925163"/>
                  <a:pt x="2438591" y="925163"/>
                </a:cubicBezTo>
                <a:close/>
                <a:moveTo>
                  <a:pt x="2514791" y="924306"/>
                </a:moveTo>
                <a:cubicBezTo>
                  <a:pt x="2520124" y="924306"/>
                  <a:pt x="2524506" y="919925"/>
                  <a:pt x="2524506" y="914590"/>
                </a:cubicBezTo>
                <a:cubicBezTo>
                  <a:pt x="2524506" y="909257"/>
                  <a:pt x="2520220" y="904875"/>
                  <a:pt x="2514791" y="904875"/>
                </a:cubicBezTo>
                <a:cubicBezTo>
                  <a:pt x="2509361" y="904875"/>
                  <a:pt x="2505075" y="909257"/>
                  <a:pt x="2505075" y="914590"/>
                </a:cubicBezTo>
                <a:cubicBezTo>
                  <a:pt x="2505075" y="919925"/>
                  <a:pt x="2509457" y="924306"/>
                  <a:pt x="2514791" y="924306"/>
                </a:cubicBezTo>
                <a:close/>
                <a:moveTo>
                  <a:pt x="2590991" y="923449"/>
                </a:moveTo>
                <a:cubicBezTo>
                  <a:pt x="2595848" y="923449"/>
                  <a:pt x="2599849" y="919448"/>
                  <a:pt x="2599849" y="914590"/>
                </a:cubicBezTo>
                <a:cubicBezTo>
                  <a:pt x="2599849" y="909733"/>
                  <a:pt x="2595848" y="905732"/>
                  <a:pt x="2590991" y="905732"/>
                </a:cubicBezTo>
                <a:cubicBezTo>
                  <a:pt x="2586133" y="905732"/>
                  <a:pt x="2582132" y="909733"/>
                  <a:pt x="2582132" y="914590"/>
                </a:cubicBezTo>
                <a:cubicBezTo>
                  <a:pt x="2582132" y="919544"/>
                  <a:pt x="2586133" y="923449"/>
                  <a:pt x="2590991" y="923449"/>
                </a:cubicBezTo>
                <a:close/>
                <a:moveTo>
                  <a:pt x="2667191" y="922687"/>
                </a:moveTo>
                <a:cubicBezTo>
                  <a:pt x="2671667" y="922687"/>
                  <a:pt x="2675191" y="919067"/>
                  <a:pt x="2675191" y="914686"/>
                </a:cubicBezTo>
                <a:cubicBezTo>
                  <a:pt x="2675191" y="910304"/>
                  <a:pt x="2671572" y="906685"/>
                  <a:pt x="2667191" y="906685"/>
                </a:cubicBezTo>
                <a:cubicBezTo>
                  <a:pt x="2662714" y="906685"/>
                  <a:pt x="2659190" y="910304"/>
                  <a:pt x="2659190" y="914686"/>
                </a:cubicBezTo>
                <a:cubicBezTo>
                  <a:pt x="2659190" y="919067"/>
                  <a:pt x="2662809" y="922687"/>
                  <a:pt x="2667191" y="922687"/>
                </a:cubicBezTo>
                <a:close/>
                <a:moveTo>
                  <a:pt x="2743391" y="921830"/>
                </a:moveTo>
                <a:cubicBezTo>
                  <a:pt x="2747391" y="921830"/>
                  <a:pt x="2750534" y="918591"/>
                  <a:pt x="2750534" y="914686"/>
                </a:cubicBezTo>
                <a:cubicBezTo>
                  <a:pt x="2750534" y="910685"/>
                  <a:pt x="2747296" y="907542"/>
                  <a:pt x="2743391" y="907542"/>
                </a:cubicBezTo>
                <a:cubicBezTo>
                  <a:pt x="2739390" y="907542"/>
                  <a:pt x="2736247" y="910781"/>
                  <a:pt x="2736247" y="914686"/>
                </a:cubicBezTo>
                <a:cubicBezTo>
                  <a:pt x="2736247" y="918591"/>
                  <a:pt x="2739485" y="921830"/>
                  <a:pt x="2743391" y="921830"/>
                </a:cubicBezTo>
                <a:close/>
                <a:moveTo>
                  <a:pt x="2819591" y="920972"/>
                </a:moveTo>
                <a:cubicBezTo>
                  <a:pt x="2823115" y="920972"/>
                  <a:pt x="2825972" y="918115"/>
                  <a:pt x="2825972" y="914590"/>
                </a:cubicBezTo>
                <a:cubicBezTo>
                  <a:pt x="2825972" y="911066"/>
                  <a:pt x="2823115" y="908209"/>
                  <a:pt x="2819591" y="908209"/>
                </a:cubicBezTo>
                <a:cubicBezTo>
                  <a:pt x="2816066" y="908209"/>
                  <a:pt x="2813209" y="911066"/>
                  <a:pt x="2813209" y="914590"/>
                </a:cubicBezTo>
                <a:cubicBezTo>
                  <a:pt x="2813304" y="918115"/>
                  <a:pt x="2816066" y="920972"/>
                  <a:pt x="2819591" y="920972"/>
                </a:cubicBezTo>
                <a:close/>
                <a:moveTo>
                  <a:pt x="2895791" y="919925"/>
                </a:moveTo>
                <a:cubicBezTo>
                  <a:pt x="2898743" y="919925"/>
                  <a:pt x="2901029" y="917543"/>
                  <a:pt x="2901029" y="914686"/>
                </a:cubicBezTo>
                <a:cubicBezTo>
                  <a:pt x="2901029" y="911733"/>
                  <a:pt x="2898648" y="909447"/>
                  <a:pt x="2895791" y="909447"/>
                </a:cubicBezTo>
                <a:cubicBezTo>
                  <a:pt x="2892838" y="909447"/>
                  <a:pt x="2890552" y="911828"/>
                  <a:pt x="2890552" y="914686"/>
                </a:cubicBezTo>
                <a:cubicBezTo>
                  <a:pt x="2890552" y="917543"/>
                  <a:pt x="2892933" y="919925"/>
                  <a:pt x="2895791" y="919925"/>
                </a:cubicBezTo>
                <a:close/>
                <a:moveTo>
                  <a:pt x="2971991" y="919067"/>
                </a:moveTo>
                <a:cubicBezTo>
                  <a:pt x="2974467" y="919067"/>
                  <a:pt x="2976467" y="917067"/>
                  <a:pt x="2976467" y="914590"/>
                </a:cubicBezTo>
                <a:cubicBezTo>
                  <a:pt x="2976467" y="912114"/>
                  <a:pt x="2974467" y="910114"/>
                  <a:pt x="2971991" y="910114"/>
                </a:cubicBezTo>
                <a:cubicBezTo>
                  <a:pt x="2969514" y="910114"/>
                  <a:pt x="2967514" y="912114"/>
                  <a:pt x="2967514" y="914590"/>
                </a:cubicBezTo>
                <a:cubicBezTo>
                  <a:pt x="2967514" y="917067"/>
                  <a:pt x="2969514" y="919067"/>
                  <a:pt x="2971991" y="919067"/>
                </a:cubicBezTo>
                <a:close/>
                <a:moveTo>
                  <a:pt x="3048191" y="918020"/>
                </a:moveTo>
                <a:cubicBezTo>
                  <a:pt x="3050096" y="918020"/>
                  <a:pt x="3051524" y="916496"/>
                  <a:pt x="3051524" y="914686"/>
                </a:cubicBezTo>
                <a:cubicBezTo>
                  <a:pt x="3051524" y="912876"/>
                  <a:pt x="3050000" y="911257"/>
                  <a:pt x="3048191" y="911257"/>
                </a:cubicBezTo>
                <a:cubicBezTo>
                  <a:pt x="3046286" y="911257"/>
                  <a:pt x="3044857" y="912781"/>
                  <a:pt x="3044857" y="914686"/>
                </a:cubicBezTo>
                <a:cubicBezTo>
                  <a:pt x="3044857" y="916591"/>
                  <a:pt x="3046381" y="918020"/>
                  <a:pt x="3048191" y="918020"/>
                </a:cubicBezTo>
                <a:close/>
                <a:moveTo>
                  <a:pt x="3124391" y="916972"/>
                </a:moveTo>
                <a:cubicBezTo>
                  <a:pt x="3125629" y="916972"/>
                  <a:pt x="3126677" y="915924"/>
                  <a:pt x="3126677" y="914686"/>
                </a:cubicBezTo>
                <a:cubicBezTo>
                  <a:pt x="3126677" y="913448"/>
                  <a:pt x="3125629" y="912400"/>
                  <a:pt x="3124391" y="912400"/>
                </a:cubicBezTo>
                <a:cubicBezTo>
                  <a:pt x="3123153" y="912400"/>
                  <a:pt x="3122105" y="913448"/>
                  <a:pt x="3122105" y="914686"/>
                </a:cubicBezTo>
                <a:cubicBezTo>
                  <a:pt x="3122105" y="915924"/>
                  <a:pt x="3123153" y="916972"/>
                  <a:pt x="3124391" y="916972"/>
                </a:cubicBezTo>
                <a:close/>
                <a:moveTo>
                  <a:pt x="3200591" y="916115"/>
                </a:moveTo>
                <a:cubicBezTo>
                  <a:pt x="3201448" y="916115"/>
                  <a:pt x="3202115" y="915448"/>
                  <a:pt x="3202115" y="914590"/>
                </a:cubicBezTo>
                <a:cubicBezTo>
                  <a:pt x="3202115" y="913733"/>
                  <a:pt x="3201448" y="913067"/>
                  <a:pt x="3200591" y="913067"/>
                </a:cubicBezTo>
                <a:cubicBezTo>
                  <a:pt x="3199733" y="913067"/>
                  <a:pt x="3199066" y="913733"/>
                  <a:pt x="3199066" y="914590"/>
                </a:cubicBezTo>
                <a:cubicBezTo>
                  <a:pt x="3199066" y="915448"/>
                  <a:pt x="3199829" y="916115"/>
                  <a:pt x="3200591" y="916115"/>
                </a:cubicBezTo>
                <a:close/>
                <a:moveTo>
                  <a:pt x="3276791" y="915067"/>
                </a:moveTo>
                <a:cubicBezTo>
                  <a:pt x="3276981" y="915067"/>
                  <a:pt x="3277172" y="914876"/>
                  <a:pt x="3277172" y="914686"/>
                </a:cubicBezTo>
                <a:cubicBezTo>
                  <a:pt x="3277172" y="914495"/>
                  <a:pt x="3276981" y="914305"/>
                  <a:pt x="3276791" y="914305"/>
                </a:cubicBezTo>
                <a:cubicBezTo>
                  <a:pt x="3276600" y="914305"/>
                  <a:pt x="3276410" y="914495"/>
                  <a:pt x="3276410" y="914686"/>
                </a:cubicBezTo>
                <a:cubicBezTo>
                  <a:pt x="3276410" y="914876"/>
                  <a:pt x="3276600" y="915067"/>
                  <a:pt x="3276791" y="915067"/>
                </a:cubicBezTo>
                <a:close/>
                <a:moveTo>
                  <a:pt x="228791" y="991648"/>
                </a:moveTo>
                <a:cubicBezTo>
                  <a:pt x="229267" y="991648"/>
                  <a:pt x="229648" y="991267"/>
                  <a:pt x="229648" y="990790"/>
                </a:cubicBezTo>
                <a:cubicBezTo>
                  <a:pt x="229648" y="990314"/>
                  <a:pt x="229267" y="989933"/>
                  <a:pt x="228791" y="989933"/>
                </a:cubicBezTo>
                <a:cubicBezTo>
                  <a:pt x="228314" y="989933"/>
                  <a:pt x="227933" y="990314"/>
                  <a:pt x="227933" y="990790"/>
                </a:cubicBezTo>
                <a:cubicBezTo>
                  <a:pt x="227933" y="991267"/>
                  <a:pt x="228314" y="991648"/>
                  <a:pt x="228791" y="991648"/>
                </a:cubicBezTo>
                <a:close/>
                <a:moveTo>
                  <a:pt x="304991" y="992696"/>
                </a:moveTo>
                <a:cubicBezTo>
                  <a:pt x="306038" y="992696"/>
                  <a:pt x="306896" y="991838"/>
                  <a:pt x="306896" y="990790"/>
                </a:cubicBezTo>
                <a:cubicBezTo>
                  <a:pt x="306896" y="989743"/>
                  <a:pt x="306038" y="988886"/>
                  <a:pt x="304991" y="988886"/>
                </a:cubicBezTo>
                <a:cubicBezTo>
                  <a:pt x="303943" y="988886"/>
                  <a:pt x="303086" y="989743"/>
                  <a:pt x="303086" y="990790"/>
                </a:cubicBezTo>
                <a:cubicBezTo>
                  <a:pt x="303086" y="991838"/>
                  <a:pt x="303943" y="992696"/>
                  <a:pt x="304991" y="992696"/>
                </a:cubicBezTo>
                <a:close/>
                <a:moveTo>
                  <a:pt x="381191" y="993743"/>
                </a:moveTo>
                <a:cubicBezTo>
                  <a:pt x="382810" y="993743"/>
                  <a:pt x="384143" y="992410"/>
                  <a:pt x="384143" y="990790"/>
                </a:cubicBezTo>
                <a:cubicBezTo>
                  <a:pt x="384143" y="989171"/>
                  <a:pt x="382810" y="987838"/>
                  <a:pt x="381191" y="987838"/>
                </a:cubicBezTo>
                <a:cubicBezTo>
                  <a:pt x="379571" y="987838"/>
                  <a:pt x="378238" y="989171"/>
                  <a:pt x="378238" y="990790"/>
                </a:cubicBezTo>
                <a:cubicBezTo>
                  <a:pt x="378238" y="992410"/>
                  <a:pt x="379571" y="993743"/>
                  <a:pt x="381191" y="993743"/>
                </a:cubicBezTo>
                <a:close/>
                <a:moveTo>
                  <a:pt x="457391" y="994791"/>
                </a:moveTo>
                <a:cubicBezTo>
                  <a:pt x="459581" y="994791"/>
                  <a:pt x="461391" y="992981"/>
                  <a:pt x="461391" y="990790"/>
                </a:cubicBezTo>
                <a:cubicBezTo>
                  <a:pt x="461391" y="988600"/>
                  <a:pt x="459581" y="986790"/>
                  <a:pt x="457391" y="986790"/>
                </a:cubicBezTo>
                <a:cubicBezTo>
                  <a:pt x="455200" y="986790"/>
                  <a:pt x="453390" y="988600"/>
                  <a:pt x="453390" y="990790"/>
                </a:cubicBezTo>
                <a:cubicBezTo>
                  <a:pt x="453390" y="992981"/>
                  <a:pt x="455200" y="994791"/>
                  <a:pt x="457391" y="994791"/>
                </a:cubicBezTo>
                <a:close/>
                <a:moveTo>
                  <a:pt x="533591" y="995648"/>
                </a:moveTo>
                <a:cubicBezTo>
                  <a:pt x="536258" y="995648"/>
                  <a:pt x="538448" y="993458"/>
                  <a:pt x="538448" y="990790"/>
                </a:cubicBezTo>
                <a:cubicBezTo>
                  <a:pt x="538448" y="988124"/>
                  <a:pt x="536258" y="985933"/>
                  <a:pt x="533591" y="985933"/>
                </a:cubicBezTo>
                <a:cubicBezTo>
                  <a:pt x="530924" y="985933"/>
                  <a:pt x="528733" y="988124"/>
                  <a:pt x="528733" y="990790"/>
                </a:cubicBezTo>
                <a:cubicBezTo>
                  <a:pt x="528733" y="993458"/>
                  <a:pt x="530924" y="995648"/>
                  <a:pt x="533591" y="995648"/>
                </a:cubicBezTo>
                <a:close/>
                <a:moveTo>
                  <a:pt x="609790" y="996696"/>
                </a:moveTo>
                <a:cubicBezTo>
                  <a:pt x="613029" y="996696"/>
                  <a:pt x="615696" y="994029"/>
                  <a:pt x="615696" y="990790"/>
                </a:cubicBezTo>
                <a:cubicBezTo>
                  <a:pt x="615696" y="987552"/>
                  <a:pt x="613029" y="984885"/>
                  <a:pt x="609790" y="984885"/>
                </a:cubicBezTo>
                <a:cubicBezTo>
                  <a:pt x="606552" y="984885"/>
                  <a:pt x="603885" y="987552"/>
                  <a:pt x="603885" y="990790"/>
                </a:cubicBezTo>
                <a:cubicBezTo>
                  <a:pt x="603885" y="994124"/>
                  <a:pt x="606552" y="996696"/>
                  <a:pt x="609790" y="996696"/>
                </a:cubicBezTo>
                <a:close/>
                <a:moveTo>
                  <a:pt x="685990" y="997553"/>
                </a:moveTo>
                <a:cubicBezTo>
                  <a:pt x="689705" y="997553"/>
                  <a:pt x="692753" y="994505"/>
                  <a:pt x="692753" y="990790"/>
                </a:cubicBezTo>
                <a:cubicBezTo>
                  <a:pt x="692753" y="987076"/>
                  <a:pt x="689705" y="984028"/>
                  <a:pt x="685990" y="984028"/>
                </a:cubicBezTo>
                <a:cubicBezTo>
                  <a:pt x="682276" y="984028"/>
                  <a:pt x="679228" y="987076"/>
                  <a:pt x="679228" y="990790"/>
                </a:cubicBezTo>
                <a:cubicBezTo>
                  <a:pt x="679228" y="994505"/>
                  <a:pt x="682276" y="997553"/>
                  <a:pt x="685990" y="997553"/>
                </a:cubicBezTo>
                <a:close/>
                <a:moveTo>
                  <a:pt x="762190" y="998601"/>
                </a:moveTo>
                <a:cubicBezTo>
                  <a:pt x="766477" y="998601"/>
                  <a:pt x="770001" y="995077"/>
                  <a:pt x="770001" y="990790"/>
                </a:cubicBezTo>
                <a:cubicBezTo>
                  <a:pt x="770001" y="986504"/>
                  <a:pt x="766477" y="982980"/>
                  <a:pt x="762190" y="982980"/>
                </a:cubicBezTo>
                <a:cubicBezTo>
                  <a:pt x="757904" y="982980"/>
                  <a:pt x="754380" y="986504"/>
                  <a:pt x="754380" y="990790"/>
                </a:cubicBezTo>
                <a:cubicBezTo>
                  <a:pt x="754380" y="995077"/>
                  <a:pt x="757904" y="998601"/>
                  <a:pt x="762190" y="998601"/>
                </a:cubicBezTo>
                <a:close/>
                <a:moveTo>
                  <a:pt x="838390" y="999458"/>
                </a:moveTo>
                <a:cubicBezTo>
                  <a:pt x="843153" y="999458"/>
                  <a:pt x="847058" y="995553"/>
                  <a:pt x="847058" y="990790"/>
                </a:cubicBezTo>
                <a:cubicBezTo>
                  <a:pt x="847058" y="986028"/>
                  <a:pt x="843153" y="982123"/>
                  <a:pt x="838390" y="982123"/>
                </a:cubicBezTo>
                <a:cubicBezTo>
                  <a:pt x="833628" y="982123"/>
                  <a:pt x="829723" y="986028"/>
                  <a:pt x="829723" y="990790"/>
                </a:cubicBezTo>
                <a:cubicBezTo>
                  <a:pt x="829723" y="995553"/>
                  <a:pt x="833628" y="999458"/>
                  <a:pt x="838390" y="999458"/>
                </a:cubicBezTo>
                <a:close/>
                <a:moveTo>
                  <a:pt x="914590" y="1000506"/>
                </a:moveTo>
                <a:cubicBezTo>
                  <a:pt x="919925" y="1000506"/>
                  <a:pt x="924306" y="996125"/>
                  <a:pt x="924306" y="990790"/>
                </a:cubicBezTo>
                <a:cubicBezTo>
                  <a:pt x="924306" y="985457"/>
                  <a:pt x="920020" y="981075"/>
                  <a:pt x="914590" y="981075"/>
                </a:cubicBezTo>
                <a:cubicBezTo>
                  <a:pt x="909161" y="981075"/>
                  <a:pt x="904875" y="985457"/>
                  <a:pt x="904875" y="990790"/>
                </a:cubicBezTo>
                <a:cubicBezTo>
                  <a:pt x="904875" y="996125"/>
                  <a:pt x="909257" y="1000506"/>
                  <a:pt x="914590" y="1000506"/>
                </a:cubicBezTo>
                <a:close/>
                <a:moveTo>
                  <a:pt x="990790" y="1001363"/>
                </a:moveTo>
                <a:cubicBezTo>
                  <a:pt x="996601" y="1001363"/>
                  <a:pt x="1001363" y="996601"/>
                  <a:pt x="1001363" y="990790"/>
                </a:cubicBezTo>
                <a:cubicBezTo>
                  <a:pt x="1001363" y="984980"/>
                  <a:pt x="996601" y="980218"/>
                  <a:pt x="990790" y="980218"/>
                </a:cubicBezTo>
                <a:cubicBezTo>
                  <a:pt x="984980" y="980218"/>
                  <a:pt x="980218" y="984980"/>
                  <a:pt x="980218" y="990790"/>
                </a:cubicBezTo>
                <a:cubicBezTo>
                  <a:pt x="980218" y="996601"/>
                  <a:pt x="984980" y="1001363"/>
                  <a:pt x="990790" y="1001363"/>
                </a:cubicBezTo>
                <a:close/>
                <a:moveTo>
                  <a:pt x="1066991" y="1002221"/>
                </a:moveTo>
                <a:cubicBezTo>
                  <a:pt x="1073277" y="1002221"/>
                  <a:pt x="1078421" y="997077"/>
                  <a:pt x="1078421" y="990790"/>
                </a:cubicBezTo>
                <a:cubicBezTo>
                  <a:pt x="1078421" y="984504"/>
                  <a:pt x="1073277" y="979361"/>
                  <a:pt x="1066991" y="979361"/>
                </a:cubicBezTo>
                <a:cubicBezTo>
                  <a:pt x="1060704" y="979361"/>
                  <a:pt x="1055561" y="984504"/>
                  <a:pt x="1055561" y="990790"/>
                </a:cubicBezTo>
                <a:cubicBezTo>
                  <a:pt x="1055561" y="997077"/>
                  <a:pt x="1060704" y="1002221"/>
                  <a:pt x="1066991" y="1002221"/>
                </a:cubicBezTo>
                <a:close/>
                <a:moveTo>
                  <a:pt x="1143191" y="1002887"/>
                </a:moveTo>
                <a:cubicBezTo>
                  <a:pt x="1149858" y="1002887"/>
                  <a:pt x="1155192" y="997458"/>
                  <a:pt x="1155192" y="990886"/>
                </a:cubicBezTo>
                <a:cubicBezTo>
                  <a:pt x="1155192" y="984218"/>
                  <a:pt x="1149763" y="978884"/>
                  <a:pt x="1143191" y="978884"/>
                </a:cubicBezTo>
                <a:cubicBezTo>
                  <a:pt x="1136523" y="978884"/>
                  <a:pt x="1131189" y="984313"/>
                  <a:pt x="1131189" y="990886"/>
                </a:cubicBezTo>
                <a:cubicBezTo>
                  <a:pt x="1131189" y="997458"/>
                  <a:pt x="1136523" y="1002887"/>
                  <a:pt x="1143191" y="1002887"/>
                </a:cubicBezTo>
                <a:close/>
                <a:moveTo>
                  <a:pt x="1219391" y="1003745"/>
                </a:moveTo>
                <a:cubicBezTo>
                  <a:pt x="1226534" y="1003745"/>
                  <a:pt x="1232249" y="997934"/>
                  <a:pt x="1232249" y="990886"/>
                </a:cubicBezTo>
                <a:cubicBezTo>
                  <a:pt x="1232249" y="983742"/>
                  <a:pt x="1226439" y="978027"/>
                  <a:pt x="1219391" y="978027"/>
                </a:cubicBezTo>
                <a:cubicBezTo>
                  <a:pt x="1212247" y="978027"/>
                  <a:pt x="1206532" y="983837"/>
                  <a:pt x="1206532" y="990886"/>
                </a:cubicBezTo>
                <a:cubicBezTo>
                  <a:pt x="1206532" y="997934"/>
                  <a:pt x="1212247" y="1003745"/>
                  <a:pt x="1219391" y="1003745"/>
                </a:cubicBezTo>
                <a:close/>
                <a:moveTo>
                  <a:pt x="1295591" y="1004316"/>
                </a:moveTo>
                <a:cubicBezTo>
                  <a:pt x="1303020" y="1004316"/>
                  <a:pt x="1309116" y="998220"/>
                  <a:pt x="1309116" y="990790"/>
                </a:cubicBezTo>
                <a:cubicBezTo>
                  <a:pt x="1309116" y="983361"/>
                  <a:pt x="1303020" y="977265"/>
                  <a:pt x="1295591" y="977265"/>
                </a:cubicBezTo>
                <a:cubicBezTo>
                  <a:pt x="1288161" y="977265"/>
                  <a:pt x="1282065" y="983361"/>
                  <a:pt x="1282065" y="990790"/>
                </a:cubicBezTo>
                <a:cubicBezTo>
                  <a:pt x="1282065" y="998315"/>
                  <a:pt x="1288161" y="1004316"/>
                  <a:pt x="1295591" y="1004316"/>
                </a:cubicBezTo>
                <a:close/>
                <a:moveTo>
                  <a:pt x="1371791" y="1004792"/>
                </a:moveTo>
                <a:cubicBezTo>
                  <a:pt x="1379506" y="1004792"/>
                  <a:pt x="1385697" y="998506"/>
                  <a:pt x="1385697" y="990886"/>
                </a:cubicBezTo>
                <a:cubicBezTo>
                  <a:pt x="1385697" y="983266"/>
                  <a:pt x="1379411" y="976979"/>
                  <a:pt x="1371791" y="976979"/>
                </a:cubicBezTo>
                <a:cubicBezTo>
                  <a:pt x="1364075" y="976979"/>
                  <a:pt x="1357884" y="983266"/>
                  <a:pt x="1357884" y="990886"/>
                </a:cubicBezTo>
                <a:cubicBezTo>
                  <a:pt x="1357884" y="998506"/>
                  <a:pt x="1364075" y="1004792"/>
                  <a:pt x="1371791" y="1004792"/>
                </a:cubicBezTo>
                <a:close/>
                <a:moveTo>
                  <a:pt x="1447991" y="1005173"/>
                </a:moveTo>
                <a:cubicBezTo>
                  <a:pt x="1455896" y="1005173"/>
                  <a:pt x="1462373" y="998696"/>
                  <a:pt x="1462373" y="990790"/>
                </a:cubicBezTo>
                <a:cubicBezTo>
                  <a:pt x="1462373" y="982885"/>
                  <a:pt x="1455896" y="976408"/>
                  <a:pt x="1447991" y="976408"/>
                </a:cubicBezTo>
                <a:cubicBezTo>
                  <a:pt x="1440085" y="976408"/>
                  <a:pt x="1433608" y="982885"/>
                  <a:pt x="1433608" y="990790"/>
                </a:cubicBezTo>
                <a:cubicBezTo>
                  <a:pt x="1433608" y="998696"/>
                  <a:pt x="1440085" y="1005173"/>
                  <a:pt x="1447991" y="1005173"/>
                </a:cubicBezTo>
                <a:close/>
                <a:moveTo>
                  <a:pt x="1524191" y="1005650"/>
                </a:moveTo>
                <a:cubicBezTo>
                  <a:pt x="1532382" y="1005650"/>
                  <a:pt x="1538954" y="998982"/>
                  <a:pt x="1538954" y="990886"/>
                </a:cubicBezTo>
                <a:cubicBezTo>
                  <a:pt x="1538954" y="982694"/>
                  <a:pt x="1532287" y="976122"/>
                  <a:pt x="1524191" y="976122"/>
                </a:cubicBezTo>
                <a:cubicBezTo>
                  <a:pt x="1516094" y="976122"/>
                  <a:pt x="1509427" y="982790"/>
                  <a:pt x="1509427" y="990886"/>
                </a:cubicBezTo>
                <a:cubicBezTo>
                  <a:pt x="1509427" y="998982"/>
                  <a:pt x="1515999" y="1005650"/>
                  <a:pt x="1524191" y="1005650"/>
                </a:cubicBezTo>
                <a:close/>
                <a:moveTo>
                  <a:pt x="1600391" y="1006031"/>
                </a:moveTo>
                <a:cubicBezTo>
                  <a:pt x="1608773" y="1006031"/>
                  <a:pt x="1615631" y="999173"/>
                  <a:pt x="1615631" y="990790"/>
                </a:cubicBezTo>
                <a:cubicBezTo>
                  <a:pt x="1615631" y="982409"/>
                  <a:pt x="1608773" y="975551"/>
                  <a:pt x="1600391" y="975551"/>
                </a:cubicBezTo>
                <a:cubicBezTo>
                  <a:pt x="1592009" y="975551"/>
                  <a:pt x="1585151" y="982409"/>
                  <a:pt x="1585151" y="990790"/>
                </a:cubicBezTo>
                <a:cubicBezTo>
                  <a:pt x="1585246" y="999173"/>
                  <a:pt x="1592009" y="1006031"/>
                  <a:pt x="1600391" y="1006031"/>
                </a:cubicBezTo>
                <a:close/>
                <a:moveTo>
                  <a:pt x="1676591" y="1006031"/>
                </a:moveTo>
                <a:cubicBezTo>
                  <a:pt x="1684973" y="1006031"/>
                  <a:pt x="1691831" y="999173"/>
                  <a:pt x="1691831" y="990790"/>
                </a:cubicBezTo>
                <a:cubicBezTo>
                  <a:pt x="1691831" y="982409"/>
                  <a:pt x="1684973" y="975551"/>
                  <a:pt x="1676591" y="975551"/>
                </a:cubicBezTo>
                <a:cubicBezTo>
                  <a:pt x="1668209" y="975551"/>
                  <a:pt x="1661351" y="982409"/>
                  <a:pt x="1661351" y="990790"/>
                </a:cubicBezTo>
                <a:cubicBezTo>
                  <a:pt x="1661446" y="999173"/>
                  <a:pt x="1668209" y="1006031"/>
                  <a:pt x="1676591" y="1006031"/>
                </a:cubicBezTo>
                <a:close/>
                <a:moveTo>
                  <a:pt x="1752791" y="1006221"/>
                </a:moveTo>
                <a:cubicBezTo>
                  <a:pt x="1761268" y="1006221"/>
                  <a:pt x="1768221" y="999363"/>
                  <a:pt x="1768221" y="990790"/>
                </a:cubicBezTo>
                <a:cubicBezTo>
                  <a:pt x="1768221" y="982218"/>
                  <a:pt x="1761268" y="975360"/>
                  <a:pt x="1752791" y="975360"/>
                </a:cubicBezTo>
                <a:cubicBezTo>
                  <a:pt x="1744313" y="975360"/>
                  <a:pt x="1737360" y="982218"/>
                  <a:pt x="1737360" y="990790"/>
                </a:cubicBezTo>
                <a:cubicBezTo>
                  <a:pt x="1737360" y="999363"/>
                  <a:pt x="1744313" y="1006221"/>
                  <a:pt x="1752791" y="1006221"/>
                </a:cubicBezTo>
                <a:close/>
                <a:moveTo>
                  <a:pt x="1828991" y="1006221"/>
                </a:moveTo>
                <a:cubicBezTo>
                  <a:pt x="1837468" y="1006221"/>
                  <a:pt x="1844421" y="999363"/>
                  <a:pt x="1844421" y="990790"/>
                </a:cubicBezTo>
                <a:cubicBezTo>
                  <a:pt x="1844421" y="982218"/>
                  <a:pt x="1837468" y="975360"/>
                  <a:pt x="1828991" y="975360"/>
                </a:cubicBezTo>
                <a:cubicBezTo>
                  <a:pt x="1820513" y="975360"/>
                  <a:pt x="1813560" y="982218"/>
                  <a:pt x="1813560" y="990790"/>
                </a:cubicBezTo>
                <a:cubicBezTo>
                  <a:pt x="1813560" y="999363"/>
                  <a:pt x="1820513" y="1006221"/>
                  <a:pt x="1828991" y="1006221"/>
                </a:cubicBezTo>
                <a:close/>
                <a:moveTo>
                  <a:pt x="1905191" y="1006031"/>
                </a:moveTo>
                <a:cubicBezTo>
                  <a:pt x="1913573" y="1006031"/>
                  <a:pt x="1920431" y="999173"/>
                  <a:pt x="1920431" y="990790"/>
                </a:cubicBezTo>
                <a:cubicBezTo>
                  <a:pt x="1920431" y="982409"/>
                  <a:pt x="1913573" y="975551"/>
                  <a:pt x="1905191" y="975551"/>
                </a:cubicBezTo>
                <a:cubicBezTo>
                  <a:pt x="1896809" y="975551"/>
                  <a:pt x="1889951" y="982409"/>
                  <a:pt x="1889951" y="990790"/>
                </a:cubicBezTo>
                <a:cubicBezTo>
                  <a:pt x="1890046" y="999173"/>
                  <a:pt x="1896809" y="1006031"/>
                  <a:pt x="1905191" y="1006031"/>
                </a:cubicBezTo>
                <a:close/>
                <a:moveTo>
                  <a:pt x="1981391" y="1005650"/>
                </a:moveTo>
                <a:cubicBezTo>
                  <a:pt x="1989582" y="1005650"/>
                  <a:pt x="1996154" y="998982"/>
                  <a:pt x="1996154" y="990886"/>
                </a:cubicBezTo>
                <a:cubicBezTo>
                  <a:pt x="1996154" y="982694"/>
                  <a:pt x="1989487" y="976122"/>
                  <a:pt x="1981391" y="976122"/>
                </a:cubicBezTo>
                <a:cubicBezTo>
                  <a:pt x="1973294" y="976122"/>
                  <a:pt x="1966627" y="982790"/>
                  <a:pt x="1966627" y="990886"/>
                </a:cubicBezTo>
                <a:cubicBezTo>
                  <a:pt x="1966627" y="998982"/>
                  <a:pt x="1973199" y="1005650"/>
                  <a:pt x="1981391" y="1005650"/>
                </a:cubicBezTo>
                <a:close/>
                <a:moveTo>
                  <a:pt x="2057591" y="1005364"/>
                </a:moveTo>
                <a:cubicBezTo>
                  <a:pt x="2065687" y="1005364"/>
                  <a:pt x="2072164" y="998792"/>
                  <a:pt x="2072164" y="990790"/>
                </a:cubicBezTo>
                <a:cubicBezTo>
                  <a:pt x="2072164" y="982790"/>
                  <a:pt x="2065592" y="976217"/>
                  <a:pt x="2057591" y="976217"/>
                </a:cubicBezTo>
                <a:cubicBezTo>
                  <a:pt x="2049589" y="976217"/>
                  <a:pt x="2043017" y="982790"/>
                  <a:pt x="2043017" y="990790"/>
                </a:cubicBezTo>
                <a:cubicBezTo>
                  <a:pt x="2043017" y="998792"/>
                  <a:pt x="2049589" y="1005364"/>
                  <a:pt x="2057591" y="1005364"/>
                </a:cubicBezTo>
                <a:close/>
                <a:moveTo>
                  <a:pt x="2133791" y="1004792"/>
                </a:moveTo>
                <a:cubicBezTo>
                  <a:pt x="2141506" y="1004792"/>
                  <a:pt x="2147697" y="998506"/>
                  <a:pt x="2147697" y="990886"/>
                </a:cubicBezTo>
                <a:cubicBezTo>
                  <a:pt x="2147697" y="983266"/>
                  <a:pt x="2141411" y="976979"/>
                  <a:pt x="2133791" y="976979"/>
                </a:cubicBezTo>
                <a:cubicBezTo>
                  <a:pt x="2126075" y="976979"/>
                  <a:pt x="2119884" y="983266"/>
                  <a:pt x="2119884" y="990886"/>
                </a:cubicBezTo>
                <a:cubicBezTo>
                  <a:pt x="2119884" y="998506"/>
                  <a:pt x="2126075" y="1004792"/>
                  <a:pt x="2133791" y="1004792"/>
                </a:cubicBezTo>
                <a:close/>
                <a:moveTo>
                  <a:pt x="2209991" y="1004316"/>
                </a:moveTo>
                <a:cubicBezTo>
                  <a:pt x="2217420" y="1004316"/>
                  <a:pt x="2223516" y="998220"/>
                  <a:pt x="2223516" y="990790"/>
                </a:cubicBezTo>
                <a:cubicBezTo>
                  <a:pt x="2223516" y="983361"/>
                  <a:pt x="2217420" y="977265"/>
                  <a:pt x="2209991" y="977265"/>
                </a:cubicBezTo>
                <a:cubicBezTo>
                  <a:pt x="2202561" y="977265"/>
                  <a:pt x="2196465" y="983361"/>
                  <a:pt x="2196465" y="990790"/>
                </a:cubicBezTo>
                <a:cubicBezTo>
                  <a:pt x="2196465" y="998315"/>
                  <a:pt x="2202561" y="1004316"/>
                  <a:pt x="2209991" y="1004316"/>
                </a:cubicBezTo>
                <a:close/>
                <a:moveTo>
                  <a:pt x="2286191" y="1003745"/>
                </a:moveTo>
                <a:cubicBezTo>
                  <a:pt x="2293334" y="1003745"/>
                  <a:pt x="2299049" y="997934"/>
                  <a:pt x="2299049" y="990886"/>
                </a:cubicBezTo>
                <a:cubicBezTo>
                  <a:pt x="2299049" y="983742"/>
                  <a:pt x="2293239" y="978027"/>
                  <a:pt x="2286191" y="978027"/>
                </a:cubicBezTo>
                <a:cubicBezTo>
                  <a:pt x="2279047" y="978027"/>
                  <a:pt x="2273332" y="983837"/>
                  <a:pt x="2273332" y="990886"/>
                </a:cubicBezTo>
                <a:cubicBezTo>
                  <a:pt x="2273332" y="997934"/>
                  <a:pt x="2279047" y="1003745"/>
                  <a:pt x="2286191" y="1003745"/>
                </a:cubicBezTo>
                <a:close/>
                <a:moveTo>
                  <a:pt x="2362391" y="1003078"/>
                </a:moveTo>
                <a:cubicBezTo>
                  <a:pt x="2369153" y="1003078"/>
                  <a:pt x="2374678" y="997553"/>
                  <a:pt x="2374678" y="990790"/>
                </a:cubicBezTo>
                <a:cubicBezTo>
                  <a:pt x="2374678" y="984028"/>
                  <a:pt x="2369153" y="978503"/>
                  <a:pt x="2362391" y="978503"/>
                </a:cubicBezTo>
                <a:cubicBezTo>
                  <a:pt x="2355628" y="978503"/>
                  <a:pt x="2350103" y="984028"/>
                  <a:pt x="2350103" y="990790"/>
                </a:cubicBezTo>
                <a:cubicBezTo>
                  <a:pt x="2350103" y="997553"/>
                  <a:pt x="2355628" y="1003078"/>
                  <a:pt x="2362391" y="1003078"/>
                </a:cubicBezTo>
                <a:close/>
                <a:moveTo>
                  <a:pt x="2438591" y="1002221"/>
                </a:moveTo>
                <a:cubicBezTo>
                  <a:pt x="2444877" y="1002221"/>
                  <a:pt x="2450021" y="997077"/>
                  <a:pt x="2450021" y="990790"/>
                </a:cubicBezTo>
                <a:cubicBezTo>
                  <a:pt x="2450021" y="984504"/>
                  <a:pt x="2444877" y="979361"/>
                  <a:pt x="2438591" y="979361"/>
                </a:cubicBezTo>
                <a:cubicBezTo>
                  <a:pt x="2432304" y="979361"/>
                  <a:pt x="2427161" y="984504"/>
                  <a:pt x="2427161" y="990790"/>
                </a:cubicBezTo>
                <a:cubicBezTo>
                  <a:pt x="2427161" y="997077"/>
                  <a:pt x="2432304" y="1002221"/>
                  <a:pt x="2438591" y="1002221"/>
                </a:cubicBezTo>
                <a:close/>
                <a:moveTo>
                  <a:pt x="2514791" y="1001363"/>
                </a:moveTo>
                <a:cubicBezTo>
                  <a:pt x="2520601" y="1001363"/>
                  <a:pt x="2525363" y="996601"/>
                  <a:pt x="2525363" y="990790"/>
                </a:cubicBezTo>
                <a:cubicBezTo>
                  <a:pt x="2525363" y="984980"/>
                  <a:pt x="2520601" y="980218"/>
                  <a:pt x="2514791" y="980218"/>
                </a:cubicBezTo>
                <a:cubicBezTo>
                  <a:pt x="2508980" y="980218"/>
                  <a:pt x="2504218" y="984980"/>
                  <a:pt x="2504218" y="990790"/>
                </a:cubicBezTo>
                <a:cubicBezTo>
                  <a:pt x="2504218" y="996601"/>
                  <a:pt x="2508980" y="1001363"/>
                  <a:pt x="2514791" y="1001363"/>
                </a:cubicBezTo>
                <a:close/>
                <a:moveTo>
                  <a:pt x="2590991" y="1000506"/>
                </a:moveTo>
                <a:cubicBezTo>
                  <a:pt x="2596324" y="1000506"/>
                  <a:pt x="2600706" y="996125"/>
                  <a:pt x="2600706" y="990790"/>
                </a:cubicBezTo>
                <a:cubicBezTo>
                  <a:pt x="2600706" y="985457"/>
                  <a:pt x="2596324" y="981075"/>
                  <a:pt x="2590991" y="981075"/>
                </a:cubicBezTo>
                <a:cubicBezTo>
                  <a:pt x="2585657" y="981075"/>
                  <a:pt x="2581275" y="985457"/>
                  <a:pt x="2581275" y="990790"/>
                </a:cubicBezTo>
                <a:cubicBezTo>
                  <a:pt x="2581275" y="996125"/>
                  <a:pt x="2585657" y="1000506"/>
                  <a:pt x="2590991" y="1000506"/>
                </a:cubicBezTo>
                <a:close/>
                <a:moveTo>
                  <a:pt x="2667191" y="999649"/>
                </a:moveTo>
                <a:cubicBezTo>
                  <a:pt x="2672048" y="999649"/>
                  <a:pt x="2676049" y="995648"/>
                  <a:pt x="2676049" y="990790"/>
                </a:cubicBezTo>
                <a:cubicBezTo>
                  <a:pt x="2676049" y="985933"/>
                  <a:pt x="2672048" y="981932"/>
                  <a:pt x="2667191" y="981932"/>
                </a:cubicBezTo>
                <a:cubicBezTo>
                  <a:pt x="2662333" y="981932"/>
                  <a:pt x="2658332" y="985933"/>
                  <a:pt x="2658332" y="990790"/>
                </a:cubicBezTo>
                <a:cubicBezTo>
                  <a:pt x="2658332" y="995744"/>
                  <a:pt x="2662333" y="999649"/>
                  <a:pt x="2667191" y="999649"/>
                </a:cubicBezTo>
                <a:close/>
                <a:moveTo>
                  <a:pt x="2743391" y="998601"/>
                </a:moveTo>
                <a:cubicBezTo>
                  <a:pt x="2747677" y="998601"/>
                  <a:pt x="2751201" y="995077"/>
                  <a:pt x="2751201" y="990790"/>
                </a:cubicBezTo>
                <a:cubicBezTo>
                  <a:pt x="2751201" y="986504"/>
                  <a:pt x="2747677" y="982980"/>
                  <a:pt x="2743391" y="982980"/>
                </a:cubicBezTo>
                <a:cubicBezTo>
                  <a:pt x="2739104" y="982980"/>
                  <a:pt x="2735580" y="986504"/>
                  <a:pt x="2735580" y="990790"/>
                </a:cubicBezTo>
                <a:cubicBezTo>
                  <a:pt x="2735580" y="995077"/>
                  <a:pt x="2739104" y="998601"/>
                  <a:pt x="2743391" y="998601"/>
                </a:cubicBezTo>
                <a:close/>
                <a:moveTo>
                  <a:pt x="2819591" y="997744"/>
                </a:moveTo>
                <a:cubicBezTo>
                  <a:pt x="2823401" y="997744"/>
                  <a:pt x="2826544" y="994601"/>
                  <a:pt x="2826544" y="990790"/>
                </a:cubicBezTo>
                <a:cubicBezTo>
                  <a:pt x="2826544" y="986981"/>
                  <a:pt x="2823401" y="983837"/>
                  <a:pt x="2819591" y="983837"/>
                </a:cubicBezTo>
                <a:cubicBezTo>
                  <a:pt x="2815781" y="983837"/>
                  <a:pt x="2812637" y="986981"/>
                  <a:pt x="2812637" y="990790"/>
                </a:cubicBezTo>
                <a:cubicBezTo>
                  <a:pt x="2812637" y="994696"/>
                  <a:pt x="2815781" y="997744"/>
                  <a:pt x="2819591" y="997744"/>
                </a:cubicBezTo>
                <a:close/>
                <a:moveTo>
                  <a:pt x="2895791" y="996696"/>
                </a:moveTo>
                <a:cubicBezTo>
                  <a:pt x="2899029" y="996696"/>
                  <a:pt x="2901696" y="994029"/>
                  <a:pt x="2901696" y="990790"/>
                </a:cubicBezTo>
                <a:cubicBezTo>
                  <a:pt x="2901696" y="987552"/>
                  <a:pt x="2899029" y="984885"/>
                  <a:pt x="2895791" y="984885"/>
                </a:cubicBezTo>
                <a:cubicBezTo>
                  <a:pt x="2892552" y="984885"/>
                  <a:pt x="2889885" y="987552"/>
                  <a:pt x="2889885" y="990790"/>
                </a:cubicBezTo>
                <a:cubicBezTo>
                  <a:pt x="2889885" y="994124"/>
                  <a:pt x="2892552" y="996696"/>
                  <a:pt x="2895791" y="996696"/>
                </a:cubicBezTo>
                <a:close/>
                <a:moveTo>
                  <a:pt x="2971991" y="995839"/>
                </a:moveTo>
                <a:cubicBezTo>
                  <a:pt x="2974753" y="995839"/>
                  <a:pt x="2977039" y="993553"/>
                  <a:pt x="2977039" y="990790"/>
                </a:cubicBezTo>
                <a:cubicBezTo>
                  <a:pt x="2977039" y="988028"/>
                  <a:pt x="2974753" y="985742"/>
                  <a:pt x="2971991" y="985742"/>
                </a:cubicBezTo>
                <a:cubicBezTo>
                  <a:pt x="2969228" y="985742"/>
                  <a:pt x="2966942" y="988028"/>
                  <a:pt x="2966942" y="990790"/>
                </a:cubicBezTo>
                <a:cubicBezTo>
                  <a:pt x="2966942" y="993648"/>
                  <a:pt x="2969228" y="995839"/>
                  <a:pt x="2971991" y="995839"/>
                </a:cubicBezTo>
                <a:close/>
                <a:moveTo>
                  <a:pt x="3048191" y="994791"/>
                </a:moveTo>
                <a:cubicBezTo>
                  <a:pt x="3050381" y="994791"/>
                  <a:pt x="3052191" y="992981"/>
                  <a:pt x="3052191" y="990790"/>
                </a:cubicBezTo>
                <a:cubicBezTo>
                  <a:pt x="3052191" y="988600"/>
                  <a:pt x="3050381" y="986790"/>
                  <a:pt x="3048191" y="986790"/>
                </a:cubicBezTo>
                <a:cubicBezTo>
                  <a:pt x="3046000" y="986790"/>
                  <a:pt x="3044190" y="988600"/>
                  <a:pt x="3044190" y="990790"/>
                </a:cubicBezTo>
                <a:cubicBezTo>
                  <a:pt x="3044190" y="992981"/>
                  <a:pt x="3046000" y="994791"/>
                  <a:pt x="3048191" y="994791"/>
                </a:cubicBezTo>
                <a:close/>
                <a:moveTo>
                  <a:pt x="3124391" y="993743"/>
                </a:moveTo>
                <a:cubicBezTo>
                  <a:pt x="3126010" y="993743"/>
                  <a:pt x="3127343" y="992410"/>
                  <a:pt x="3127343" y="990790"/>
                </a:cubicBezTo>
                <a:cubicBezTo>
                  <a:pt x="3127343" y="989171"/>
                  <a:pt x="3126010" y="987838"/>
                  <a:pt x="3124391" y="987838"/>
                </a:cubicBezTo>
                <a:cubicBezTo>
                  <a:pt x="3122771" y="987838"/>
                  <a:pt x="3121438" y="989171"/>
                  <a:pt x="3121438" y="990790"/>
                </a:cubicBezTo>
                <a:cubicBezTo>
                  <a:pt x="3121438" y="992410"/>
                  <a:pt x="3122771" y="993743"/>
                  <a:pt x="3124391" y="993743"/>
                </a:cubicBezTo>
                <a:close/>
                <a:moveTo>
                  <a:pt x="3200591" y="992696"/>
                </a:moveTo>
                <a:cubicBezTo>
                  <a:pt x="3201638" y="992696"/>
                  <a:pt x="3202496" y="991838"/>
                  <a:pt x="3202496" y="990790"/>
                </a:cubicBezTo>
                <a:cubicBezTo>
                  <a:pt x="3202496" y="989743"/>
                  <a:pt x="3201638" y="988886"/>
                  <a:pt x="3200591" y="988886"/>
                </a:cubicBezTo>
                <a:cubicBezTo>
                  <a:pt x="3199543" y="988886"/>
                  <a:pt x="3198686" y="989743"/>
                  <a:pt x="3198686" y="990790"/>
                </a:cubicBezTo>
                <a:cubicBezTo>
                  <a:pt x="3198686" y="991838"/>
                  <a:pt x="3199543" y="992696"/>
                  <a:pt x="3200591" y="992696"/>
                </a:cubicBezTo>
                <a:close/>
                <a:moveTo>
                  <a:pt x="3276791" y="991838"/>
                </a:moveTo>
                <a:cubicBezTo>
                  <a:pt x="3277362" y="991838"/>
                  <a:pt x="3277838" y="991362"/>
                  <a:pt x="3277838" y="990790"/>
                </a:cubicBezTo>
                <a:cubicBezTo>
                  <a:pt x="3277838" y="990219"/>
                  <a:pt x="3277362" y="989743"/>
                  <a:pt x="3276791" y="989743"/>
                </a:cubicBezTo>
                <a:cubicBezTo>
                  <a:pt x="3276219" y="989743"/>
                  <a:pt x="3275743" y="990219"/>
                  <a:pt x="3275743" y="990790"/>
                </a:cubicBezTo>
                <a:cubicBezTo>
                  <a:pt x="3275743" y="991362"/>
                  <a:pt x="3276219" y="991838"/>
                  <a:pt x="3276791" y="991838"/>
                </a:cubicBezTo>
                <a:close/>
                <a:moveTo>
                  <a:pt x="152591" y="1067467"/>
                </a:moveTo>
                <a:cubicBezTo>
                  <a:pt x="152781" y="1067467"/>
                  <a:pt x="152972" y="1067276"/>
                  <a:pt x="152972" y="1067086"/>
                </a:cubicBezTo>
                <a:cubicBezTo>
                  <a:pt x="152972" y="1066895"/>
                  <a:pt x="152781" y="1066705"/>
                  <a:pt x="152591" y="1066705"/>
                </a:cubicBezTo>
                <a:cubicBezTo>
                  <a:pt x="152400" y="1066705"/>
                  <a:pt x="152210" y="1066895"/>
                  <a:pt x="152210" y="1067086"/>
                </a:cubicBezTo>
                <a:cubicBezTo>
                  <a:pt x="152210" y="1067276"/>
                  <a:pt x="152400" y="1067467"/>
                  <a:pt x="152591" y="1067467"/>
                </a:cubicBezTo>
                <a:close/>
                <a:moveTo>
                  <a:pt x="228791" y="1068324"/>
                </a:moveTo>
                <a:cubicBezTo>
                  <a:pt x="229457" y="1068324"/>
                  <a:pt x="230029" y="1067753"/>
                  <a:pt x="230029" y="1067086"/>
                </a:cubicBezTo>
                <a:cubicBezTo>
                  <a:pt x="230029" y="1066419"/>
                  <a:pt x="229457" y="1065848"/>
                  <a:pt x="228791" y="1065848"/>
                </a:cubicBezTo>
                <a:cubicBezTo>
                  <a:pt x="228124" y="1065848"/>
                  <a:pt x="227552" y="1066419"/>
                  <a:pt x="227552" y="1067086"/>
                </a:cubicBezTo>
                <a:cubicBezTo>
                  <a:pt x="227552" y="1067753"/>
                  <a:pt x="228124" y="1068324"/>
                  <a:pt x="228791" y="1068324"/>
                </a:cubicBezTo>
                <a:close/>
                <a:moveTo>
                  <a:pt x="304991" y="1069372"/>
                </a:moveTo>
                <a:cubicBezTo>
                  <a:pt x="306229" y="1069372"/>
                  <a:pt x="307276" y="1068324"/>
                  <a:pt x="307276" y="1067086"/>
                </a:cubicBezTo>
                <a:cubicBezTo>
                  <a:pt x="307276" y="1065848"/>
                  <a:pt x="306229" y="1064800"/>
                  <a:pt x="304991" y="1064800"/>
                </a:cubicBezTo>
                <a:cubicBezTo>
                  <a:pt x="303752" y="1064800"/>
                  <a:pt x="302705" y="1065848"/>
                  <a:pt x="302705" y="1067086"/>
                </a:cubicBezTo>
                <a:cubicBezTo>
                  <a:pt x="302705" y="1068324"/>
                  <a:pt x="303752" y="1069372"/>
                  <a:pt x="304991" y="1069372"/>
                </a:cubicBezTo>
                <a:close/>
                <a:moveTo>
                  <a:pt x="381191" y="1070420"/>
                </a:moveTo>
                <a:cubicBezTo>
                  <a:pt x="383096" y="1070420"/>
                  <a:pt x="384524" y="1068896"/>
                  <a:pt x="384524" y="1067086"/>
                </a:cubicBezTo>
                <a:cubicBezTo>
                  <a:pt x="384524" y="1065276"/>
                  <a:pt x="383000" y="1063657"/>
                  <a:pt x="381191" y="1063657"/>
                </a:cubicBezTo>
                <a:cubicBezTo>
                  <a:pt x="379286" y="1063657"/>
                  <a:pt x="377762" y="1065181"/>
                  <a:pt x="377762" y="1067086"/>
                </a:cubicBezTo>
                <a:cubicBezTo>
                  <a:pt x="377762" y="1068991"/>
                  <a:pt x="379381" y="1070420"/>
                  <a:pt x="381191" y="1070420"/>
                </a:cubicBezTo>
                <a:close/>
                <a:moveTo>
                  <a:pt x="457391" y="1071467"/>
                </a:moveTo>
                <a:cubicBezTo>
                  <a:pt x="459867" y="1071467"/>
                  <a:pt x="461867" y="1069467"/>
                  <a:pt x="461867" y="1066991"/>
                </a:cubicBezTo>
                <a:cubicBezTo>
                  <a:pt x="461867" y="1064514"/>
                  <a:pt x="459867" y="1062514"/>
                  <a:pt x="457391" y="1062514"/>
                </a:cubicBezTo>
                <a:cubicBezTo>
                  <a:pt x="454914" y="1062514"/>
                  <a:pt x="452914" y="1064514"/>
                  <a:pt x="452914" y="1066991"/>
                </a:cubicBezTo>
                <a:cubicBezTo>
                  <a:pt x="452914" y="1069467"/>
                  <a:pt x="454914" y="1071467"/>
                  <a:pt x="457391" y="1071467"/>
                </a:cubicBezTo>
                <a:close/>
                <a:moveTo>
                  <a:pt x="533591" y="1072515"/>
                </a:moveTo>
                <a:cubicBezTo>
                  <a:pt x="536639" y="1072515"/>
                  <a:pt x="539115" y="1070039"/>
                  <a:pt x="539115" y="1066991"/>
                </a:cubicBezTo>
                <a:cubicBezTo>
                  <a:pt x="539115" y="1063943"/>
                  <a:pt x="536639" y="1061466"/>
                  <a:pt x="533591" y="1061466"/>
                </a:cubicBezTo>
                <a:cubicBezTo>
                  <a:pt x="530543" y="1061466"/>
                  <a:pt x="528066" y="1063943"/>
                  <a:pt x="528066" y="1066991"/>
                </a:cubicBezTo>
                <a:cubicBezTo>
                  <a:pt x="528161" y="1070039"/>
                  <a:pt x="530543" y="1072515"/>
                  <a:pt x="533591" y="1072515"/>
                </a:cubicBezTo>
                <a:close/>
                <a:moveTo>
                  <a:pt x="609790" y="1073563"/>
                </a:moveTo>
                <a:cubicBezTo>
                  <a:pt x="613410" y="1073563"/>
                  <a:pt x="616363" y="1070610"/>
                  <a:pt x="616363" y="1066991"/>
                </a:cubicBezTo>
                <a:cubicBezTo>
                  <a:pt x="616363" y="1063371"/>
                  <a:pt x="613410" y="1060418"/>
                  <a:pt x="609790" y="1060418"/>
                </a:cubicBezTo>
                <a:cubicBezTo>
                  <a:pt x="606171" y="1060418"/>
                  <a:pt x="603218" y="1063371"/>
                  <a:pt x="603218" y="1066991"/>
                </a:cubicBezTo>
                <a:cubicBezTo>
                  <a:pt x="603218" y="1070610"/>
                  <a:pt x="606171" y="1073563"/>
                  <a:pt x="609790" y="1073563"/>
                </a:cubicBezTo>
                <a:close/>
                <a:moveTo>
                  <a:pt x="685990" y="1074611"/>
                </a:moveTo>
                <a:cubicBezTo>
                  <a:pt x="690182" y="1074611"/>
                  <a:pt x="693611" y="1071182"/>
                  <a:pt x="693611" y="1066991"/>
                </a:cubicBezTo>
                <a:cubicBezTo>
                  <a:pt x="693611" y="1062800"/>
                  <a:pt x="690182" y="1059371"/>
                  <a:pt x="685990" y="1059371"/>
                </a:cubicBezTo>
                <a:cubicBezTo>
                  <a:pt x="681800" y="1059371"/>
                  <a:pt x="678371" y="1062800"/>
                  <a:pt x="678371" y="1066991"/>
                </a:cubicBezTo>
                <a:cubicBezTo>
                  <a:pt x="678371" y="1071182"/>
                  <a:pt x="681800" y="1074611"/>
                  <a:pt x="685990" y="1074611"/>
                </a:cubicBezTo>
                <a:close/>
                <a:moveTo>
                  <a:pt x="762190" y="1075468"/>
                </a:moveTo>
                <a:cubicBezTo>
                  <a:pt x="766858" y="1075468"/>
                  <a:pt x="770668" y="1071658"/>
                  <a:pt x="770668" y="1066991"/>
                </a:cubicBezTo>
                <a:cubicBezTo>
                  <a:pt x="770668" y="1062323"/>
                  <a:pt x="766858" y="1058513"/>
                  <a:pt x="762190" y="1058513"/>
                </a:cubicBezTo>
                <a:cubicBezTo>
                  <a:pt x="757523" y="1058513"/>
                  <a:pt x="753713" y="1062323"/>
                  <a:pt x="753713" y="1066991"/>
                </a:cubicBezTo>
                <a:cubicBezTo>
                  <a:pt x="753713" y="1071658"/>
                  <a:pt x="757523" y="1075468"/>
                  <a:pt x="762190" y="1075468"/>
                </a:cubicBezTo>
                <a:close/>
                <a:moveTo>
                  <a:pt x="838390" y="1076516"/>
                </a:moveTo>
                <a:cubicBezTo>
                  <a:pt x="843629" y="1076516"/>
                  <a:pt x="847915" y="1072229"/>
                  <a:pt x="847915" y="1066991"/>
                </a:cubicBezTo>
                <a:cubicBezTo>
                  <a:pt x="847915" y="1061752"/>
                  <a:pt x="843629" y="1057466"/>
                  <a:pt x="838390" y="1057466"/>
                </a:cubicBezTo>
                <a:cubicBezTo>
                  <a:pt x="833152" y="1057466"/>
                  <a:pt x="828865" y="1061752"/>
                  <a:pt x="828865" y="1066991"/>
                </a:cubicBezTo>
                <a:cubicBezTo>
                  <a:pt x="828865" y="1072229"/>
                  <a:pt x="833152" y="1076516"/>
                  <a:pt x="838390" y="1076516"/>
                </a:cubicBezTo>
                <a:close/>
                <a:moveTo>
                  <a:pt x="914590" y="1077563"/>
                </a:moveTo>
                <a:cubicBezTo>
                  <a:pt x="920401" y="1077563"/>
                  <a:pt x="925163" y="1072801"/>
                  <a:pt x="925163" y="1066991"/>
                </a:cubicBezTo>
                <a:cubicBezTo>
                  <a:pt x="925163" y="1061180"/>
                  <a:pt x="920401" y="1056418"/>
                  <a:pt x="914590" y="1056418"/>
                </a:cubicBezTo>
                <a:cubicBezTo>
                  <a:pt x="908780" y="1056418"/>
                  <a:pt x="904018" y="1061180"/>
                  <a:pt x="904018" y="1066991"/>
                </a:cubicBezTo>
                <a:cubicBezTo>
                  <a:pt x="904018" y="1072801"/>
                  <a:pt x="908780" y="1077563"/>
                  <a:pt x="914590" y="1077563"/>
                </a:cubicBezTo>
                <a:close/>
                <a:moveTo>
                  <a:pt x="990790" y="1078421"/>
                </a:moveTo>
                <a:cubicBezTo>
                  <a:pt x="997077" y="1078421"/>
                  <a:pt x="1002221" y="1073277"/>
                  <a:pt x="1002221" y="1066991"/>
                </a:cubicBezTo>
                <a:cubicBezTo>
                  <a:pt x="1002221" y="1060704"/>
                  <a:pt x="997077" y="1055561"/>
                  <a:pt x="990790" y="1055561"/>
                </a:cubicBezTo>
                <a:cubicBezTo>
                  <a:pt x="984504" y="1055561"/>
                  <a:pt x="979361" y="1060704"/>
                  <a:pt x="979361" y="1066991"/>
                </a:cubicBezTo>
                <a:cubicBezTo>
                  <a:pt x="979361" y="1073277"/>
                  <a:pt x="984504" y="1078421"/>
                  <a:pt x="990790" y="1078421"/>
                </a:cubicBezTo>
                <a:close/>
                <a:moveTo>
                  <a:pt x="1066991" y="1079278"/>
                </a:moveTo>
                <a:cubicBezTo>
                  <a:pt x="1073753" y="1079278"/>
                  <a:pt x="1079278" y="1073753"/>
                  <a:pt x="1079278" y="1066991"/>
                </a:cubicBezTo>
                <a:cubicBezTo>
                  <a:pt x="1079278" y="1060228"/>
                  <a:pt x="1073753" y="1054703"/>
                  <a:pt x="1066991" y="1054703"/>
                </a:cubicBezTo>
                <a:cubicBezTo>
                  <a:pt x="1060228" y="1054703"/>
                  <a:pt x="1054703" y="1060228"/>
                  <a:pt x="1054703" y="1066991"/>
                </a:cubicBezTo>
                <a:cubicBezTo>
                  <a:pt x="1054703" y="1073753"/>
                  <a:pt x="1060228" y="1079278"/>
                  <a:pt x="1066991" y="1079278"/>
                </a:cubicBezTo>
                <a:close/>
                <a:moveTo>
                  <a:pt x="1143191" y="1080135"/>
                </a:moveTo>
                <a:cubicBezTo>
                  <a:pt x="1150430" y="1080135"/>
                  <a:pt x="1156335" y="1074230"/>
                  <a:pt x="1156335" y="1066991"/>
                </a:cubicBezTo>
                <a:cubicBezTo>
                  <a:pt x="1156335" y="1059752"/>
                  <a:pt x="1150430" y="1053846"/>
                  <a:pt x="1143191" y="1053846"/>
                </a:cubicBezTo>
                <a:cubicBezTo>
                  <a:pt x="1135952" y="1053846"/>
                  <a:pt x="1130046" y="1059752"/>
                  <a:pt x="1130046" y="1066991"/>
                </a:cubicBezTo>
                <a:cubicBezTo>
                  <a:pt x="1130046" y="1074230"/>
                  <a:pt x="1135952" y="1080135"/>
                  <a:pt x="1143191" y="1080135"/>
                </a:cubicBezTo>
                <a:close/>
                <a:moveTo>
                  <a:pt x="1219391" y="1080707"/>
                </a:moveTo>
                <a:cubicBezTo>
                  <a:pt x="1227011" y="1080707"/>
                  <a:pt x="1233107" y="1074515"/>
                  <a:pt x="1233107" y="1066991"/>
                </a:cubicBezTo>
                <a:cubicBezTo>
                  <a:pt x="1233107" y="1059466"/>
                  <a:pt x="1226915" y="1053275"/>
                  <a:pt x="1219391" y="1053275"/>
                </a:cubicBezTo>
                <a:cubicBezTo>
                  <a:pt x="1211771" y="1053275"/>
                  <a:pt x="1205675" y="1059466"/>
                  <a:pt x="1205675" y="1066991"/>
                </a:cubicBezTo>
                <a:cubicBezTo>
                  <a:pt x="1205675" y="1074515"/>
                  <a:pt x="1211866" y="1080707"/>
                  <a:pt x="1219391" y="1080707"/>
                </a:cubicBezTo>
                <a:close/>
                <a:moveTo>
                  <a:pt x="1295591" y="1081373"/>
                </a:moveTo>
                <a:cubicBezTo>
                  <a:pt x="1303496" y="1081373"/>
                  <a:pt x="1309973" y="1074896"/>
                  <a:pt x="1309973" y="1066991"/>
                </a:cubicBezTo>
                <a:cubicBezTo>
                  <a:pt x="1309973" y="1059085"/>
                  <a:pt x="1303496" y="1052608"/>
                  <a:pt x="1295591" y="1052608"/>
                </a:cubicBezTo>
                <a:cubicBezTo>
                  <a:pt x="1287685" y="1052608"/>
                  <a:pt x="1281208" y="1059085"/>
                  <a:pt x="1281208" y="1066991"/>
                </a:cubicBezTo>
                <a:cubicBezTo>
                  <a:pt x="1281208" y="1074896"/>
                  <a:pt x="1287685" y="1081373"/>
                  <a:pt x="1295591" y="1081373"/>
                </a:cubicBezTo>
                <a:close/>
                <a:moveTo>
                  <a:pt x="1371791" y="1082040"/>
                </a:moveTo>
                <a:cubicBezTo>
                  <a:pt x="1380077" y="1082040"/>
                  <a:pt x="1386745" y="1075277"/>
                  <a:pt x="1386745" y="1067086"/>
                </a:cubicBezTo>
                <a:cubicBezTo>
                  <a:pt x="1386745" y="1058799"/>
                  <a:pt x="1379982" y="1052036"/>
                  <a:pt x="1371791" y="1052036"/>
                </a:cubicBezTo>
                <a:cubicBezTo>
                  <a:pt x="1363599" y="1052036"/>
                  <a:pt x="1356741" y="1058799"/>
                  <a:pt x="1356741" y="1067086"/>
                </a:cubicBezTo>
                <a:cubicBezTo>
                  <a:pt x="1356836" y="1075277"/>
                  <a:pt x="1363504" y="1082040"/>
                  <a:pt x="1371791" y="1082040"/>
                </a:cubicBezTo>
                <a:close/>
                <a:moveTo>
                  <a:pt x="1447991" y="1082612"/>
                </a:moveTo>
                <a:cubicBezTo>
                  <a:pt x="1456658" y="1082612"/>
                  <a:pt x="1463612" y="1075563"/>
                  <a:pt x="1463612" y="1066991"/>
                </a:cubicBezTo>
                <a:cubicBezTo>
                  <a:pt x="1463612" y="1058418"/>
                  <a:pt x="1456563" y="1051370"/>
                  <a:pt x="1447991" y="1051370"/>
                </a:cubicBezTo>
                <a:cubicBezTo>
                  <a:pt x="1439418" y="1051370"/>
                  <a:pt x="1432370" y="1058418"/>
                  <a:pt x="1432370" y="1066991"/>
                </a:cubicBezTo>
                <a:cubicBezTo>
                  <a:pt x="1432370" y="1075563"/>
                  <a:pt x="1439418" y="1082612"/>
                  <a:pt x="1447991" y="1082612"/>
                </a:cubicBezTo>
                <a:close/>
                <a:moveTo>
                  <a:pt x="1524191" y="1082897"/>
                </a:moveTo>
                <a:cubicBezTo>
                  <a:pt x="1532954" y="1082897"/>
                  <a:pt x="1540002" y="1075849"/>
                  <a:pt x="1540002" y="1067086"/>
                </a:cubicBezTo>
                <a:cubicBezTo>
                  <a:pt x="1540002" y="1058323"/>
                  <a:pt x="1532954" y="1051274"/>
                  <a:pt x="1524191" y="1051274"/>
                </a:cubicBezTo>
                <a:cubicBezTo>
                  <a:pt x="1515428" y="1051274"/>
                  <a:pt x="1508379" y="1058323"/>
                  <a:pt x="1508379" y="1067086"/>
                </a:cubicBezTo>
                <a:cubicBezTo>
                  <a:pt x="1508379" y="1075849"/>
                  <a:pt x="1515428" y="1082897"/>
                  <a:pt x="1524191" y="1082897"/>
                </a:cubicBezTo>
                <a:close/>
                <a:moveTo>
                  <a:pt x="1600391" y="1083278"/>
                </a:moveTo>
                <a:cubicBezTo>
                  <a:pt x="1609344" y="1083278"/>
                  <a:pt x="1616678" y="1076039"/>
                  <a:pt x="1616678" y="1066991"/>
                </a:cubicBezTo>
                <a:cubicBezTo>
                  <a:pt x="1616678" y="1058037"/>
                  <a:pt x="1609439" y="1050703"/>
                  <a:pt x="1600391" y="1050703"/>
                </a:cubicBezTo>
                <a:cubicBezTo>
                  <a:pt x="1591342" y="1050703"/>
                  <a:pt x="1584103" y="1057942"/>
                  <a:pt x="1584103" y="1066991"/>
                </a:cubicBezTo>
                <a:cubicBezTo>
                  <a:pt x="1584103" y="1076039"/>
                  <a:pt x="1591437" y="1083278"/>
                  <a:pt x="1600391" y="1083278"/>
                </a:cubicBezTo>
                <a:close/>
                <a:moveTo>
                  <a:pt x="1676591" y="1083469"/>
                </a:moveTo>
                <a:cubicBezTo>
                  <a:pt x="1685735" y="1083469"/>
                  <a:pt x="1693069" y="1076135"/>
                  <a:pt x="1693069" y="1066991"/>
                </a:cubicBezTo>
                <a:cubicBezTo>
                  <a:pt x="1693069" y="1057847"/>
                  <a:pt x="1685735" y="1050512"/>
                  <a:pt x="1676591" y="1050512"/>
                </a:cubicBezTo>
                <a:cubicBezTo>
                  <a:pt x="1667447" y="1050512"/>
                  <a:pt x="1660112" y="1057847"/>
                  <a:pt x="1660112" y="1066991"/>
                </a:cubicBezTo>
                <a:cubicBezTo>
                  <a:pt x="1660112" y="1076135"/>
                  <a:pt x="1667542" y="1083469"/>
                  <a:pt x="1676591" y="1083469"/>
                </a:cubicBezTo>
                <a:close/>
                <a:moveTo>
                  <a:pt x="1752791" y="1083469"/>
                </a:moveTo>
                <a:cubicBezTo>
                  <a:pt x="1761935" y="1083469"/>
                  <a:pt x="1769269" y="1076135"/>
                  <a:pt x="1769269" y="1066991"/>
                </a:cubicBezTo>
                <a:cubicBezTo>
                  <a:pt x="1769269" y="1057847"/>
                  <a:pt x="1761935" y="1050512"/>
                  <a:pt x="1752791" y="1050512"/>
                </a:cubicBezTo>
                <a:cubicBezTo>
                  <a:pt x="1743647" y="1050512"/>
                  <a:pt x="1736312" y="1057847"/>
                  <a:pt x="1736312" y="1066991"/>
                </a:cubicBezTo>
                <a:cubicBezTo>
                  <a:pt x="1736312" y="1076135"/>
                  <a:pt x="1743742" y="1083469"/>
                  <a:pt x="1752791" y="1083469"/>
                </a:cubicBezTo>
                <a:close/>
                <a:moveTo>
                  <a:pt x="1828991" y="1083469"/>
                </a:moveTo>
                <a:cubicBezTo>
                  <a:pt x="1838135" y="1083469"/>
                  <a:pt x="1845469" y="1076135"/>
                  <a:pt x="1845469" y="1066991"/>
                </a:cubicBezTo>
                <a:cubicBezTo>
                  <a:pt x="1845469" y="1057847"/>
                  <a:pt x="1838135" y="1050512"/>
                  <a:pt x="1828991" y="1050512"/>
                </a:cubicBezTo>
                <a:cubicBezTo>
                  <a:pt x="1819847" y="1050512"/>
                  <a:pt x="1812512" y="1057847"/>
                  <a:pt x="1812512" y="1066991"/>
                </a:cubicBezTo>
                <a:cubicBezTo>
                  <a:pt x="1812512" y="1076135"/>
                  <a:pt x="1819942" y="1083469"/>
                  <a:pt x="1828991" y="1083469"/>
                </a:cubicBezTo>
                <a:close/>
                <a:moveTo>
                  <a:pt x="1905191" y="1083278"/>
                </a:moveTo>
                <a:cubicBezTo>
                  <a:pt x="1914144" y="1083278"/>
                  <a:pt x="1921478" y="1076039"/>
                  <a:pt x="1921478" y="1066991"/>
                </a:cubicBezTo>
                <a:cubicBezTo>
                  <a:pt x="1921478" y="1058037"/>
                  <a:pt x="1914239" y="1050703"/>
                  <a:pt x="1905191" y="1050703"/>
                </a:cubicBezTo>
                <a:cubicBezTo>
                  <a:pt x="1896142" y="1050703"/>
                  <a:pt x="1888903" y="1057942"/>
                  <a:pt x="1888903" y="1066991"/>
                </a:cubicBezTo>
                <a:cubicBezTo>
                  <a:pt x="1888903" y="1076039"/>
                  <a:pt x="1896237" y="1083278"/>
                  <a:pt x="1905191" y="1083278"/>
                </a:cubicBezTo>
                <a:close/>
                <a:moveTo>
                  <a:pt x="1981391" y="1083088"/>
                </a:moveTo>
                <a:cubicBezTo>
                  <a:pt x="1990249" y="1083088"/>
                  <a:pt x="1997488" y="1075944"/>
                  <a:pt x="1997488" y="1066991"/>
                </a:cubicBezTo>
                <a:cubicBezTo>
                  <a:pt x="1997488" y="1058037"/>
                  <a:pt x="1990344" y="1050893"/>
                  <a:pt x="1981391" y="1050893"/>
                </a:cubicBezTo>
                <a:cubicBezTo>
                  <a:pt x="1972532" y="1050893"/>
                  <a:pt x="1965293" y="1058037"/>
                  <a:pt x="1965293" y="1066991"/>
                </a:cubicBezTo>
                <a:cubicBezTo>
                  <a:pt x="1965293" y="1075944"/>
                  <a:pt x="1972532" y="1083088"/>
                  <a:pt x="1981391" y="1083088"/>
                </a:cubicBezTo>
                <a:close/>
                <a:moveTo>
                  <a:pt x="2057591" y="1082612"/>
                </a:moveTo>
                <a:cubicBezTo>
                  <a:pt x="2066258" y="1082612"/>
                  <a:pt x="2073212" y="1075563"/>
                  <a:pt x="2073212" y="1066991"/>
                </a:cubicBezTo>
                <a:cubicBezTo>
                  <a:pt x="2073212" y="1058418"/>
                  <a:pt x="2066163" y="1051370"/>
                  <a:pt x="2057591" y="1051370"/>
                </a:cubicBezTo>
                <a:cubicBezTo>
                  <a:pt x="2049018" y="1051370"/>
                  <a:pt x="2041970" y="1058418"/>
                  <a:pt x="2041970" y="1066991"/>
                </a:cubicBezTo>
                <a:cubicBezTo>
                  <a:pt x="2041970" y="1075563"/>
                  <a:pt x="2049018" y="1082612"/>
                  <a:pt x="2057591" y="1082612"/>
                </a:cubicBezTo>
                <a:close/>
                <a:moveTo>
                  <a:pt x="2133791" y="1082040"/>
                </a:moveTo>
                <a:cubicBezTo>
                  <a:pt x="2142077" y="1082040"/>
                  <a:pt x="2148745" y="1075277"/>
                  <a:pt x="2148745" y="1067086"/>
                </a:cubicBezTo>
                <a:cubicBezTo>
                  <a:pt x="2148745" y="1058799"/>
                  <a:pt x="2141982" y="1052036"/>
                  <a:pt x="2133791" y="1052036"/>
                </a:cubicBezTo>
                <a:cubicBezTo>
                  <a:pt x="2125599" y="1052036"/>
                  <a:pt x="2118741" y="1058799"/>
                  <a:pt x="2118741" y="1067086"/>
                </a:cubicBezTo>
                <a:cubicBezTo>
                  <a:pt x="2118836" y="1075277"/>
                  <a:pt x="2125504" y="1082040"/>
                  <a:pt x="2133791" y="1082040"/>
                </a:cubicBezTo>
                <a:close/>
                <a:moveTo>
                  <a:pt x="2209991" y="1081373"/>
                </a:moveTo>
                <a:cubicBezTo>
                  <a:pt x="2217896" y="1081373"/>
                  <a:pt x="2224373" y="1074896"/>
                  <a:pt x="2224373" y="1066991"/>
                </a:cubicBezTo>
                <a:cubicBezTo>
                  <a:pt x="2224373" y="1059085"/>
                  <a:pt x="2217896" y="1052608"/>
                  <a:pt x="2209991" y="1052608"/>
                </a:cubicBezTo>
                <a:cubicBezTo>
                  <a:pt x="2202085" y="1052608"/>
                  <a:pt x="2195608" y="1059085"/>
                  <a:pt x="2195608" y="1066991"/>
                </a:cubicBezTo>
                <a:cubicBezTo>
                  <a:pt x="2195608" y="1074896"/>
                  <a:pt x="2202085" y="1081373"/>
                  <a:pt x="2209991" y="1081373"/>
                </a:cubicBezTo>
                <a:close/>
                <a:moveTo>
                  <a:pt x="2286191" y="1080707"/>
                </a:moveTo>
                <a:cubicBezTo>
                  <a:pt x="2293811" y="1080707"/>
                  <a:pt x="2299907" y="1074515"/>
                  <a:pt x="2299907" y="1066991"/>
                </a:cubicBezTo>
                <a:cubicBezTo>
                  <a:pt x="2299907" y="1059466"/>
                  <a:pt x="2293715" y="1053275"/>
                  <a:pt x="2286191" y="1053275"/>
                </a:cubicBezTo>
                <a:cubicBezTo>
                  <a:pt x="2278571" y="1053275"/>
                  <a:pt x="2272475" y="1059466"/>
                  <a:pt x="2272475" y="1066991"/>
                </a:cubicBezTo>
                <a:cubicBezTo>
                  <a:pt x="2272475" y="1074515"/>
                  <a:pt x="2278666" y="1080707"/>
                  <a:pt x="2286191" y="1080707"/>
                </a:cubicBezTo>
                <a:close/>
                <a:moveTo>
                  <a:pt x="2362391" y="1080135"/>
                </a:moveTo>
                <a:cubicBezTo>
                  <a:pt x="2369630" y="1080135"/>
                  <a:pt x="2375535" y="1074230"/>
                  <a:pt x="2375535" y="1066991"/>
                </a:cubicBezTo>
                <a:cubicBezTo>
                  <a:pt x="2375535" y="1059752"/>
                  <a:pt x="2369630" y="1053846"/>
                  <a:pt x="2362391" y="1053846"/>
                </a:cubicBezTo>
                <a:cubicBezTo>
                  <a:pt x="2355152" y="1053846"/>
                  <a:pt x="2349246" y="1059752"/>
                  <a:pt x="2349246" y="1066991"/>
                </a:cubicBezTo>
                <a:cubicBezTo>
                  <a:pt x="2349246" y="1074230"/>
                  <a:pt x="2355152" y="1080135"/>
                  <a:pt x="2362391" y="1080135"/>
                </a:cubicBezTo>
                <a:close/>
                <a:moveTo>
                  <a:pt x="2438591" y="1079278"/>
                </a:moveTo>
                <a:cubicBezTo>
                  <a:pt x="2445353" y="1079278"/>
                  <a:pt x="2450878" y="1073753"/>
                  <a:pt x="2450878" y="1066991"/>
                </a:cubicBezTo>
                <a:cubicBezTo>
                  <a:pt x="2450878" y="1060228"/>
                  <a:pt x="2445353" y="1054703"/>
                  <a:pt x="2438591" y="1054703"/>
                </a:cubicBezTo>
                <a:cubicBezTo>
                  <a:pt x="2431828" y="1054703"/>
                  <a:pt x="2426303" y="1060228"/>
                  <a:pt x="2426303" y="1066991"/>
                </a:cubicBezTo>
                <a:cubicBezTo>
                  <a:pt x="2426303" y="1073753"/>
                  <a:pt x="2431828" y="1079278"/>
                  <a:pt x="2438591" y="1079278"/>
                </a:cubicBezTo>
                <a:close/>
                <a:moveTo>
                  <a:pt x="2514791" y="1078421"/>
                </a:moveTo>
                <a:cubicBezTo>
                  <a:pt x="2521077" y="1078421"/>
                  <a:pt x="2526221" y="1073277"/>
                  <a:pt x="2526221" y="1066991"/>
                </a:cubicBezTo>
                <a:cubicBezTo>
                  <a:pt x="2526221" y="1060704"/>
                  <a:pt x="2521077" y="1055561"/>
                  <a:pt x="2514791" y="1055561"/>
                </a:cubicBezTo>
                <a:cubicBezTo>
                  <a:pt x="2508504" y="1055561"/>
                  <a:pt x="2503361" y="1060704"/>
                  <a:pt x="2503361" y="1066991"/>
                </a:cubicBezTo>
                <a:cubicBezTo>
                  <a:pt x="2503361" y="1073277"/>
                  <a:pt x="2508504" y="1078421"/>
                  <a:pt x="2514791" y="1078421"/>
                </a:cubicBezTo>
                <a:close/>
                <a:moveTo>
                  <a:pt x="2590991" y="1077563"/>
                </a:moveTo>
                <a:cubicBezTo>
                  <a:pt x="2596801" y="1077563"/>
                  <a:pt x="2601563" y="1072801"/>
                  <a:pt x="2601563" y="1066991"/>
                </a:cubicBezTo>
                <a:cubicBezTo>
                  <a:pt x="2601563" y="1061180"/>
                  <a:pt x="2596801" y="1056418"/>
                  <a:pt x="2590991" y="1056418"/>
                </a:cubicBezTo>
                <a:cubicBezTo>
                  <a:pt x="2585180" y="1056418"/>
                  <a:pt x="2580418" y="1061180"/>
                  <a:pt x="2580418" y="1066991"/>
                </a:cubicBezTo>
                <a:cubicBezTo>
                  <a:pt x="2580418" y="1072801"/>
                  <a:pt x="2585180" y="1077563"/>
                  <a:pt x="2590991" y="1077563"/>
                </a:cubicBezTo>
                <a:close/>
                <a:moveTo>
                  <a:pt x="2667191" y="1076706"/>
                </a:moveTo>
                <a:cubicBezTo>
                  <a:pt x="2672524" y="1076706"/>
                  <a:pt x="2676906" y="1072325"/>
                  <a:pt x="2676906" y="1066991"/>
                </a:cubicBezTo>
                <a:cubicBezTo>
                  <a:pt x="2676906" y="1061657"/>
                  <a:pt x="2672524" y="1057275"/>
                  <a:pt x="2667191" y="1057275"/>
                </a:cubicBezTo>
                <a:cubicBezTo>
                  <a:pt x="2661857" y="1057275"/>
                  <a:pt x="2657475" y="1061657"/>
                  <a:pt x="2657475" y="1066991"/>
                </a:cubicBezTo>
                <a:cubicBezTo>
                  <a:pt x="2657475" y="1072325"/>
                  <a:pt x="2661857" y="1076706"/>
                  <a:pt x="2667191" y="1076706"/>
                </a:cubicBezTo>
                <a:close/>
                <a:moveTo>
                  <a:pt x="2743391" y="1075658"/>
                </a:moveTo>
                <a:cubicBezTo>
                  <a:pt x="2748153" y="1075658"/>
                  <a:pt x="2752058" y="1071753"/>
                  <a:pt x="2752058" y="1066991"/>
                </a:cubicBezTo>
                <a:cubicBezTo>
                  <a:pt x="2752058" y="1062228"/>
                  <a:pt x="2748153" y="1058323"/>
                  <a:pt x="2743391" y="1058323"/>
                </a:cubicBezTo>
                <a:cubicBezTo>
                  <a:pt x="2738628" y="1058323"/>
                  <a:pt x="2734723" y="1062228"/>
                  <a:pt x="2734723" y="1066991"/>
                </a:cubicBezTo>
                <a:cubicBezTo>
                  <a:pt x="2734723" y="1071753"/>
                  <a:pt x="2738628" y="1075658"/>
                  <a:pt x="2743391" y="1075658"/>
                </a:cubicBezTo>
                <a:close/>
                <a:moveTo>
                  <a:pt x="2819591" y="1074611"/>
                </a:moveTo>
                <a:cubicBezTo>
                  <a:pt x="2823782" y="1074611"/>
                  <a:pt x="2827211" y="1071182"/>
                  <a:pt x="2827211" y="1066991"/>
                </a:cubicBezTo>
                <a:cubicBezTo>
                  <a:pt x="2827211" y="1062800"/>
                  <a:pt x="2823782" y="1059371"/>
                  <a:pt x="2819591" y="1059371"/>
                </a:cubicBezTo>
                <a:cubicBezTo>
                  <a:pt x="2815399" y="1059371"/>
                  <a:pt x="2811971" y="1062800"/>
                  <a:pt x="2811971" y="1066991"/>
                </a:cubicBezTo>
                <a:cubicBezTo>
                  <a:pt x="2811971" y="1071182"/>
                  <a:pt x="2815399" y="1074611"/>
                  <a:pt x="2819591" y="1074611"/>
                </a:cubicBezTo>
                <a:close/>
                <a:moveTo>
                  <a:pt x="2895791" y="1073563"/>
                </a:moveTo>
                <a:cubicBezTo>
                  <a:pt x="2899410" y="1073563"/>
                  <a:pt x="2902363" y="1070610"/>
                  <a:pt x="2902363" y="1066991"/>
                </a:cubicBezTo>
                <a:cubicBezTo>
                  <a:pt x="2902363" y="1063371"/>
                  <a:pt x="2899410" y="1060418"/>
                  <a:pt x="2895791" y="1060418"/>
                </a:cubicBezTo>
                <a:cubicBezTo>
                  <a:pt x="2892171" y="1060418"/>
                  <a:pt x="2889218" y="1063371"/>
                  <a:pt x="2889218" y="1066991"/>
                </a:cubicBezTo>
                <a:cubicBezTo>
                  <a:pt x="2889218" y="1070610"/>
                  <a:pt x="2892171" y="1073563"/>
                  <a:pt x="2895791" y="1073563"/>
                </a:cubicBezTo>
                <a:close/>
                <a:moveTo>
                  <a:pt x="2971991" y="1072706"/>
                </a:moveTo>
                <a:cubicBezTo>
                  <a:pt x="2975134" y="1072706"/>
                  <a:pt x="2977706" y="1070134"/>
                  <a:pt x="2977706" y="1066991"/>
                </a:cubicBezTo>
                <a:cubicBezTo>
                  <a:pt x="2977706" y="1063847"/>
                  <a:pt x="2975134" y="1061276"/>
                  <a:pt x="2971991" y="1061276"/>
                </a:cubicBezTo>
                <a:cubicBezTo>
                  <a:pt x="2968847" y="1061276"/>
                  <a:pt x="2966276" y="1063847"/>
                  <a:pt x="2966276" y="1066991"/>
                </a:cubicBezTo>
                <a:cubicBezTo>
                  <a:pt x="2966276" y="1070134"/>
                  <a:pt x="2968847" y="1072706"/>
                  <a:pt x="2971991" y="1072706"/>
                </a:cubicBezTo>
                <a:close/>
                <a:moveTo>
                  <a:pt x="3048191" y="1071658"/>
                </a:moveTo>
                <a:cubicBezTo>
                  <a:pt x="3050762" y="1071658"/>
                  <a:pt x="3052858" y="1069562"/>
                  <a:pt x="3052858" y="1066991"/>
                </a:cubicBezTo>
                <a:cubicBezTo>
                  <a:pt x="3052858" y="1064419"/>
                  <a:pt x="3050762" y="1062323"/>
                  <a:pt x="3048191" y="1062323"/>
                </a:cubicBezTo>
                <a:cubicBezTo>
                  <a:pt x="3045619" y="1062323"/>
                  <a:pt x="3043523" y="1064419"/>
                  <a:pt x="3043523" y="1066991"/>
                </a:cubicBezTo>
                <a:cubicBezTo>
                  <a:pt x="3043523" y="1069562"/>
                  <a:pt x="3045619" y="1071658"/>
                  <a:pt x="3048191" y="1071658"/>
                </a:cubicBezTo>
                <a:close/>
                <a:moveTo>
                  <a:pt x="3124391" y="1070610"/>
                </a:moveTo>
                <a:cubicBezTo>
                  <a:pt x="3126391" y="1070610"/>
                  <a:pt x="3128010" y="1068991"/>
                  <a:pt x="3128010" y="1066991"/>
                </a:cubicBezTo>
                <a:cubicBezTo>
                  <a:pt x="3128010" y="1064990"/>
                  <a:pt x="3126391" y="1063371"/>
                  <a:pt x="3124391" y="1063371"/>
                </a:cubicBezTo>
                <a:cubicBezTo>
                  <a:pt x="3122390" y="1063371"/>
                  <a:pt x="3120771" y="1064990"/>
                  <a:pt x="3120771" y="1066991"/>
                </a:cubicBezTo>
                <a:cubicBezTo>
                  <a:pt x="3120771" y="1068991"/>
                  <a:pt x="3122390" y="1070610"/>
                  <a:pt x="3124391" y="1070610"/>
                </a:cubicBezTo>
                <a:close/>
                <a:moveTo>
                  <a:pt x="3200591" y="1069562"/>
                </a:moveTo>
                <a:cubicBezTo>
                  <a:pt x="3202020" y="1069562"/>
                  <a:pt x="3203162" y="1068419"/>
                  <a:pt x="3203162" y="1066991"/>
                </a:cubicBezTo>
                <a:cubicBezTo>
                  <a:pt x="3203162" y="1065562"/>
                  <a:pt x="3202020" y="1064419"/>
                  <a:pt x="3200591" y="1064419"/>
                </a:cubicBezTo>
                <a:cubicBezTo>
                  <a:pt x="3199162" y="1064419"/>
                  <a:pt x="3198019" y="1065562"/>
                  <a:pt x="3198019" y="1066991"/>
                </a:cubicBezTo>
                <a:cubicBezTo>
                  <a:pt x="3198114" y="1068419"/>
                  <a:pt x="3199257" y="1069562"/>
                  <a:pt x="3200591" y="1069562"/>
                </a:cubicBezTo>
                <a:close/>
                <a:moveTo>
                  <a:pt x="3276791" y="1068515"/>
                </a:moveTo>
                <a:cubicBezTo>
                  <a:pt x="3277648" y="1068515"/>
                  <a:pt x="3278315" y="1067848"/>
                  <a:pt x="3278315" y="1066991"/>
                </a:cubicBezTo>
                <a:cubicBezTo>
                  <a:pt x="3278315" y="1066133"/>
                  <a:pt x="3277648" y="1065467"/>
                  <a:pt x="3276791" y="1065467"/>
                </a:cubicBezTo>
                <a:cubicBezTo>
                  <a:pt x="3275933" y="1065467"/>
                  <a:pt x="3275266" y="1066133"/>
                  <a:pt x="3275266" y="1066991"/>
                </a:cubicBezTo>
                <a:cubicBezTo>
                  <a:pt x="3275266" y="1067848"/>
                  <a:pt x="3276029" y="1068515"/>
                  <a:pt x="3276791" y="1068515"/>
                </a:cubicBezTo>
                <a:close/>
                <a:moveTo>
                  <a:pt x="3352991" y="1067467"/>
                </a:moveTo>
                <a:cubicBezTo>
                  <a:pt x="3353181" y="1067467"/>
                  <a:pt x="3353372" y="1067276"/>
                  <a:pt x="3353372" y="1067086"/>
                </a:cubicBezTo>
                <a:cubicBezTo>
                  <a:pt x="3353372" y="1066895"/>
                  <a:pt x="3353181" y="1066705"/>
                  <a:pt x="3352991" y="1066705"/>
                </a:cubicBezTo>
                <a:cubicBezTo>
                  <a:pt x="3352800" y="1066705"/>
                  <a:pt x="3352610" y="1066895"/>
                  <a:pt x="3352610" y="1067086"/>
                </a:cubicBezTo>
                <a:cubicBezTo>
                  <a:pt x="3352610" y="1067276"/>
                  <a:pt x="3352800" y="1067467"/>
                  <a:pt x="3352991" y="1067467"/>
                </a:cubicBezTo>
                <a:close/>
                <a:moveTo>
                  <a:pt x="152591" y="1143857"/>
                </a:moveTo>
                <a:cubicBezTo>
                  <a:pt x="152972" y="1143857"/>
                  <a:pt x="153257" y="1143572"/>
                  <a:pt x="153257" y="1143191"/>
                </a:cubicBezTo>
                <a:cubicBezTo>
                  <a:pt x="153257" y="1142810"/>
                  <a:pt x="152972" y="1142524"/>
                  <a:pt x="152591" y="1142524"/>
                </a:cubicBezTo>
                <a:cubicBezTo>
                  <a:pt x="152210" y="1142524"/>
                  <a:pt x="151924" y="1142810"/>
                  <a:pt x="151924" y="1143191"/>
                </a:cubicBezTo>
                <a:cubicBezTo>
                  <a:pt x="152019" y="1143572"/>
                  <a:pt x="152305" y="1143857"/>
                  <a:pt x="152591" y="1143857"/>
                </a:cubicBezTo>
                <a:close/>
                <a:moveTo>
                  <a:pt x="228791" y="1145096"/>
                </a:moveTo>
                <a:cubicBezTo>
                  <a:pt x="229838" y="1145096"/>
                  <a:pt x="230696" y="1144238"/>
                  <a:pt x="230696" y="1143191"/>
                </a:cubicBezTo>
                <a:cubicBezTo>
                  <a:pt x="230696" y="1142143"/>
                  <a:pt x="229838" y="1141286"/>
                  <a:pt x="228791" y="1141286"/>
                </a:cubicBezTo>
                <a:cubicBezTo>
                  <a:pt x="227743" y="1141286"/>
                  <a:pt x="226886" y="1142143"/>
                  <a:pt x="226886" y="1143191"/>
                </a:cubicBezTo>
                <a:cubicBezTo>
                  <a:pt x="226886" y="1144238"/>
                  <a:pt x="227743" y="1145096"/>
                  <a:pt x="228791" y="1145096"/>
                </a:cubicBezTo>
                <a:close/>
                <a:moveTo>
                  <a:pt x="304991" y="1146143"/>
                </a:moveTo>
                <a:cubicBezTo>
                  <a:pt x="306610" y="1146143"/>
                  <a:pt x="307943" y="1144810"/>
                  <a:pt x="307943" y="1143191"/>
                </a:cubicBezTo>
                <a:cubicBezTo>
                  <a:pt x="307943" y="1141571"/>
                  <a:pt x="306610" y="1140238"/>
                  <a:pt x="304991" y="1140238"/>
                </a:cubicBezTo>
                <a:cubicBezTo>
                  <a:pt x="303371" y="1140238"/>
                  <a:pt x="302038" y="1141571"/>
                  <a:pt x="302038" y="1143191"/>
                </a:cubicBezTo>
                <a:cubicBezTo>
                  <a:pt x="302038" y="1144810"/>
                  <a:pt x="303371" y="1146143"/>
                  <a:pt x="304991" y="1146143"/>
                </a:cubicBezTo>
                <a:close/>
                <a:moveTo>
                  <a:pt x="381191" y="1147191"/>
                </a:moveTo>
                <a:cubicBezTo>
                  <a:pt x="383381" y="1147191"/>
                  <a:pt x="385191" y="1145381"/>
                  <a:pt x="385191" y="1143191"/>
                </a:cubicBezTo>
                <a:cubicBezTo>
                  <a:pt x="385191" y="1141000"/>
                  <a:pt x="383381" y="1139190"/>
                  <a:pt x="381191" y="1139190"/>
                </a:cubicBezTo>
                <a:cubicBezTo>
                  <a:pt x="379000" y="1139190"/>
                  <a:pt x="377190" y="1141000"/>
                  <a:pt x="377190" y="1143191"/>
                </a:cubicBezTo>
                <a:cubicBezTo>
                  <a:pt x="377190" y="1145381"/>
                  <a:pt x="379000" y="1147191"/>
                  <a:pt x="381191" y="1147191"/>
                </a:cubicBezTo>
                <a:close/>
                <a:moveTo>
                  <a:pt x="457391" y="1148239"/>
                </a:moveTo>
                <a:cubicBezTo>
                  <a:pt x="460153" y="1148239"/>
                  <a:pt x="462439" y="1145953"/>
                  <a:pt x="462439" y="1143191"/>
                </a:cubicBezTo>
                <a:cubicBezTo>
                  <a:pt x="462439" y="1140428"/>
                  <a:pt x="460153" y="1138142"/>
                  <a:pt x="457391" y="1138142"/>
                </a:cubicBezTo>
                <a:cubicBezTo>
                  <a:pt x="454628" y="1138142"/>
                  <a:pt x="452342" y="1140428"/>
                  <a:pt x="452342" y="1143191"/>
                </a:cubicBezTo>
                <a:cubicBezTo>
                  <a:pt x="452342" y="1146048"/>
                  <a:pt x="454628" y="1148239"/>
                  <a:pt x="457391" y="1148239"/>
                </a:cubicBezTo>
                <a:close/>
                <a:moveTo>
                  <a:pt x="533591" y="1149382"/>
                </a:moveTo>
                <a:cubicBezTo>
                  <a:pt x="537020" y="1149382"/>
                  <a:pt x="539687" y="1146620"/>
                  <a:pt x="539687" y="1143286"/>
                </a:cubicBezTo>
                <a:cubicBezTo>
                  <a:pt x="539687" y="1139952"/>
                  <a:pt x="536924" y="1137190"/>
                  <a:pt x="533591" y="1137190"/>
                </a:cubicBezTo>
                <a:cubicBezTo>
                  <a:pt x="530162" y="1137190"/>
                  <a:pt x="527495" y="1139952"/>
                  <a:pt x="527495" y="1143286"/>
                </a:cubicBezTo>
                <a:cubicBezTo>
                  <a:pt x="527495" y="1146620"/>
                  <a:pt x="530257" y="1149382"/>
                  <a:pt x="533591" y="1149382"/>
                </a:cubicBezTo>
                <a:close/>
                <a:moveTo>
                  <a:pt x="609790" y="1150430"/>
                </a:moveTo>
                <a:cubicBezTo>
                  <a:pt x="613791" y="1150430"/>
                  <a:pt x="616934" y="1147191"/>
                  <a:pt x="616934" y="1143286"/>
                </a:cubicBezTo>
                <a:cubicBezTo>
                  <a:pt x="616934" y="1139285"/>
                  <a:pt x="613696" y="1136142"/>
                  <a:pt x="609790" y="1136142"/>
                </a:cubicBezTo>
                <a:cubicBezTo>
                  <a:pt x="605790" y="1136142"/>
                  <a:pt x="602647" y="1139381"/>
                  <a:pt x="602647" y="1143286"/>
                </a:cubicBezTo>
                <a:cubicBezTo>
                  <a:pt x="602647" y="1147191"/>
                  <a:pt x="605885" y="1150430"/>
                  <a:pt x="609790" y="1150430"/>
                </a:cubicBezTo>
                <a:close/>
                <a:moveTo>
                  <a:pt x="685990" y="1151287"/>
                </a:moveTo>
                <a:cubicBezTo>
                  <a:pt x="690467" y="1151287"/>
                  <a:pt x="693992" y="1147667"/>
                  <a:pt x="693992" y="1143286"/>
                </a:cubicBezTo>
                <a:cubicBezTo>
                  <a:pt x="693992" y="1138904"/>
                  <a:pt x="690372" y="1135285"/>
                  <a:pt x="685990" y="1135285"/>
                </a:cubicBezTo>
                <a:cubicBezTo>
                  <a:pt x="681514" y="1135285"/>
                  <a:pt x="677990" y="1138904"/>
                  <a:pt x="677990" y="1143286"/>
                </a:cubicBezTo>
                <a:cubicBezTo>
                  <a:pt x="677990" y="1147667"/>
                  <a:pt x="681609" y="1151287"/>
                  <a:pt x="685990" y="1151287"/>
                </a:cubicBezTo>
                <a:close/>
                <a:moveTo>
                  <a:pt x="762190" y="1152335"/>
                </a:moveTo>
                <a:cubicBezTo>
                  <a:pt x="767239" y="1152335"/>
                  <a:pt x="771239" y="1148239"/>
                  <a:pt x="771239" y="1143286"/>
                </a:cubicBezTo>
                <a:cubicBezTo>
                  <a:pt x="771239" y="1138333"/>
                  <a:pt x="767144" y="1134237"/>
                  <a:pt x="762190" y="1134237"/>
                </a:cubicBezTo>
                <a:cubicBezTo>
                  <a:pt x="757238" y="1134237"/>
                  <a:pt x="753142" y="1138333"/>
                  <a:pt x="753142" y="1143286"/>
                </a:cubicBezTo>
                <a:cubicBezTo>
                  <a:pt x="753142" y="1148239"/>
                  <a:pt x="757238" y="1152335"/>
                  <a:pt x="762190" y="1152335"/>
                </a:cubicBezTo>
                <a:close/>
                <a:moveTo>
                  <a:pt x="838390" y="1153382"/>
                </a:moveTo>
                <a:cubicBezTo>
                  <a:pt x="844010" y="1153382"/>
                  <a:pt x="848487" y="1148810"/>
                  <a:pt x="848487" y="1143286"/>
                </a:cubicBezTo>
                <a:cubicBezTo>
                  <a:pt x="848487" y="1137666"/>
                  <a:pt x="843915" y="1133189"/>
                  <a:pt x="838390" y="1133189"/>
                </a:cubicBezTo>
                <a:cubicBezTo>
                  <a:pt x="832771" y="1133189"/>
                  <a:pt x="828294" y="1137761"/>
                  <a:pt x="828294" y="1143286"/>
                </a:cubicBezTo>
                <a:cubicBezTo>
                  <a:pt x="828294" y="1148810"/>
                  <a:pt x="832771" y="1153382"/>
                  <a:pt x="838390" y="1153382"/>
                </a:cubicBezTo>
                <a:close/>
                <a:moveTo>
                  <a:pt x="914590" y="1154430"/>
                </a:moveTo>
                <a:cubicBezTo>
                  <a:pt x="920782" y="1154430"/>
                  <a:pt x="925830" y="1149382"/>
                  <a:pt x="925830" y="1143191"/>
                </a:cubicBezTo>
                <a:cubicBezTo>
                  <a:pt x="925830" y="1136999"/>
                  <a:pt x="920782" y="1131951"/>
                  <a:pt x="914590" y="1131951"/>
                </a:cubicBezTo>
                <a:cubicBezTo>
                  <a:pt x="908399" y="1131951"/>
                  <a:pt x="903351" y="1136999"/>
                  <a:pt x="903351" y="1143191"/>
                </a:cubicBezTo>
                <a:cubicBezTo>
                  <a:pt x="903446" y="1149382"/>
                  <a:pt x="908399" y="1154430"/>
                  <a:pt x="914590" y="1154430"/>
                </a:cubicBezTo>
                <a:close/>
                <a:moveTo>
                  <a:pt x="990790" y="1155287"/>
                </a:moveTo>
                <a:cubicBezTo>
                  <a:pt x="997458" y="1155287"/>
                  <a:pt x="1002792" y="1149858"/>
                  <a:pt x="1002792" y="1143286"/>
                </a:cubicBezTo>
                <a:cubicBezTo>
                  <a:pt x="1002792" y="1136618"/>
                  <a:pt x="997363" y="1131284"/>
                  <a:pt x="990790" y="1131284"/>
                </a:cubicBezTo>
                <a:cubicBezTo>
                  <a:pt x="984123" y="1131284"/>
                  <a:pt x="978789" y="1136714"/>
                  <a:pt x="978789" y="1143286"/>
                </a:cubicBezTo>
                <a:cubicBezTo>
                  <a:pt x="978789" y="1149858"/>
                  <a:pt x="984123" y="1155287"/>
                  <a:pt x="990790" y="1155287"/>
                </a:cubicBezTo>
                <a:close/>
                <a:moveTo>
                  <a:pt x="1066991" y="1156335"/>
                </a:moveTo>
                <a:cubicBezTo>
                  <a:pt x="1074230" y="1156335"/>
                  <a:pt x="1080135" y="1150430"/>
                  <a:pt x="1080135" y="1143191"/>
                </a:cubicBezTo>
                <a:cubicBezTo>
                  <a:pt x="1080135" y="1135952"/>
                  <a:pt x="1074230" y="1130046"/>
                  <a:pt x="1066991" y="1130046"/>
                </a:cubicBezTo>
                <a:cubicBezTo>
                  <a:pt x="1059752" y="1130046"/>
                  <a:pt x="1053846" y="1135952"/>
                  <a:pt x="1053846" y="1143191"/>
                </a:cubicBezTo>
                <a:cubicBezTo>
                  <a:pt x="1053846" y="1150430"/>
                  <a:pt x="1059752" y="1156335"/>
                  <a:pt x="1066991" y="1156335"/>
                </a:cubicBezTo>
                <a:close/>
                <a:moveTo>
                  <a:pt x="1143191" y="1157192"/>
                </a:moveTo>
                <a:cubicBezTo>
                  <a:pt x="1150906" y="1157192"/>
                  <a:pt x="1157097" y="1150906"/>
                  <a:pt x="1157097" y="1143286"/>
                </a:cubicBezTo>
                <a:cubicBezTo>
                  <a:pt x="1157097" y="1135666"/>
                  <a:pt x="1150811" y="1129379"/>
                  <a:pt x="1143191" y="1129379"/>
                </a:cubicBezTo>
                <a:cubicBezTo>
                  <a:pt x="1135571" y="1129379"/>
                  <a:pt x="1129284" y="1135666"/>
                  <a:pt x="1129284" y="1143286"/>
                </a:cubicBezTo>
                <a:cubicBezTo>
                  <a:pt x="1129284" y="1150906"/>
                  <a:pt x="1135475" y="1157192"/>
                  <a:pt x="1143191" y="1157192"/>
                </a:cubicBezTo>
                <a:close/>
                <a:moveTo>
                  <a:pt x="1219391" y="1157764"/>
                </a:moveTo>
                <a:cubicBezTo>
                  <a:pt x="1227487" y="1157764"/>
                  <a:pt x="1233964" y="1151192"/>
                  <a:pt x="1233964" y="1143191"/>
                </a:cubicBezTo>
                <a:cubicBezTo>
                  <a:pt x="1233964" y="1135190"/>
                  <a:pt x="1227392" y="1128617"/>
                  <a:pt x="1219391" y="1128617"/>
                </a:cubicBezTo>
                <a:cubicBezTo>
                  <a:pt x="1211390" y="1128617"/>
                  <a:pt x="1204817" y="1135190"/>
                  <a:pt x="1204817" y="1143191"/>
                </a:cubicBezTo>
                <a:cubicBezTo>
                  <a:pt x="1204817" y="1151192"/>
                  <a:pt x="1211390" y="1157764"/>
                  <a:pt x="1219391" y="1157764"/>
                </a:cubicBezTo>
                <a:close/>
                <a:moveTo>
                  <a:pt x="1295591" y="1158621"/>
                </a:moveTo>
                <a:cubicBezTo>
                  <a:pt x="1304068" y="1158621"/>
                  <a:pt x="1311021" y="1151763"/>
                  <a:pt x="1311021" y="1143191"/>
                </a:cubicBezTo>
                <a:cubicBezTo>
                  <a:pt x="1311021" y="1134618"/>
                  <a:pt x="1304068" y="1127760"/>
                  <a:pt x="1295591" y="1127760"/>
                </a:cubicBezTo>
                <a:cubicBezTo>
                  <a:pt x="1287113" y="1127760"/>
                  <a:pt x="1280160" y="1134618"/>
                  <a:pt x="1280160" y="1143191"/>
                </a:cubicBezTo>
                <a:cubicBezTo>
                  <a:pt x="1280160" y="1151763"/>
                  <a:pt x="1287113" y="1158621"/>
                  <a:pt x="1295591" y="1158621"/>
                </a:cubicBezTo>
                <a:close/>
                <a:moveTo>
                  <a:pt x="1371791" y="1159288"/>
                </a:moveTo>
                <a:cubicBezTo>
                  <a:pt x="1380649" y="1159288"/>
                  <a:pt x="1387888" y="1152144"/>
                  <a:pt x="1387888" y="1143191"/>
                </a:cubicBezTo>
                <a:cubicBezTo>
                  <a:pt x="1387888" y="1134237"/>
                  <a:pt x="1380744" y="1127093"/>
                  <a:pt x="1371791" y="1127093"/>
                </a:cubicBezTo>
                <a:cubicBezTo>
                  <a:pt x="1362932" y="1127093"/>
                  <a:pt x="1355693" y="1134237"/>
                  <a:pt x="1355693" y="1143191"/>
                </a:cubicBezTo>
                <a:cubicBezTo>
                  <a:pt x="1355693" y="1152144"/>
                  <a:pt x="1362932" y="1159288"/>
                  <a:pt x="1371791" y="1159288"/>
                </a:cubicBezTo>
                <a:close/>
                <a:moveTo>
                  <a:pt x="1447991" y="1159669"/>
                </a:moveTo>
                <a:cubicBezTo>
                  <a:pt x="1457135" y="1159669"/>
                  <a:pt x="1464469" y="1152335"/>
                  <a:pt x="1464469" y="1143191"/>
                </a:cubicBezTo>
                <a:cubicBezTo>
                  <a:pt x="1464469" y="1134047"/>
                  <a:pt x="1457135" y="1126712"/>
                  <a:pt x="1447991" y="1126712"/>
                </a:cubicBezTo>
                <a:cubicBezTo>
                  <a:pt x="1438847" y="1126712"/>
                  <a:pt x="1431512" y="1134047"/>
                  <a:pt x="1431512" y="1143191"/>
                </a:cubicBezTo>
                <a:cubicBezTo>
                  <a:pt x="1431512" y="1152335"/>
                  <a:pt x="1438942" y="1159669"/>
                  <a:pt x="1447991" y="1159669"/>
                </a:cubicBezTo>
                <a:close/>
                <a:moveTo>
                  <a:pt x="1524191" y="1160336"/>
                </a:moveTo>
                <a:cubicBezTo>
                  <a:pt x="1533620" y="1160336"/>
                  <a:pt x="1541336" y="1152716"/>
                  <a:pt x="1541336" y="1143191"/>
                </a:cubicBezTo>
                <a:cubicBezTo>
                  <a:pt x="1541336" y="1133666"/>
                  <a:pt x="1533716" y="1126046"/>
                  <a:pt x="1524191" y="1126046"/>
                </a:cubicBezTo>
                <a:cubicBezTo>
                  <a:pt x="1514666" y="1126046"/>
                  <a:pt x="1507046" y="1133666"/>
                  <a:pt x="1507046" y="1143191"/>
                </a:cubicBezTo>
                <a:cubicBezTo>
                  <a:pt x="1507046" y="1152716"/>
                  <a:pt x="1514761" y="1160336"/>
                  <a:pt x="1524191" y="1160336"/>
                </a:cubicBezTo>
                <a:close/>
                <a:moveTo>
                  <a:pt x="1600391" y="1160526"/>
                </a:moveTo>
                <a:cubicBezTo>
                  <a:pt x="1609916" y="1160526"/>
                  <a:pt x="1617726" y="1152811"/>
                  <a:pt x="1617726" y="1143191"/>
                </a:cubicBezTo>
                <a:cubicBezTo>
                  <a:pt x="1617726" y="1133666"/>
                  <a:pt x="1610011" y="1125855"/>
                  <a:pt x="1600391" y="1125855"/>
                </a:cubicBezTo>
                <a:cubicBezTo>
                  <a:pt x="1590866" y="1125855"/>
                  <a:pt x="1583055" y="1133570"/>
                  <a:pt x="1583055" y="1143191"/>
                </a:cubicBezTo>
                <a:cubicBezTo>
                  <a:pt x="1583055" y="1152811"/>
                  <a:pt x="1590866" y="1160526"/>
                  <a:pt x="1600391" y="1160526"/>
                </a:cubicBezTo>
                <a:close/>
                <a:moveTo>
                  <a:pt x="1676591" y="1160717"/>
                </a:moveTo>
                <a:cubicBezTo>
                  <a:pt x="1686306" y="1160717"/>
                  <a:pt x="1694117" y="1152906"/>
                  <a:pt x="1694117" y="1143191"/>
                </a:cubicBezTo>
                <a:cubicBezTo>
                  <a:pt x="1694117" y="1133475"/>
                  <a:pt x="1686306" y="1125665"/>
                  <a:pt x="1676591" y="1125665"/>
                </a:cubicBezTo>
                <a:cubicBezTo>
                  <a:pt x="1666875" y="1125665"/>
                  <a:pt x="1659064" y="1133475"/>
                  <a:pt x="1659064" y="1143191"/>
                </a:cubicBezTo>
                <a:cubicBezTo>
                  <a:pt x="1659064" y="1152906"/>
                  <a:pt x="1666970" y="1160717"/>
                  <a:pt x="1676591" y="1160717"/>
                </a:cubicBezTo>
                <a:close/>
                <a:moveTo>
                  <a:pt x="1752791" y="1161002"/>
                </a:moveTo>
                <a:cubicBezTo>
                  <a:pt x="1762601" y="1161002"/>
                  <a:pt x="1770507" y="1153097"/>
                  <a:pt x="1770507" y="1143286"/>
                </a:cubicBezTo>
                <a:cubicBezTo>
                  <a:pt x="1770507" y="1133475"/>
                  <a:pt x="1762601" y="1125569"/>
                  <a:pt x="1752791" y="1125569"/>
                </a:cubicBezTo>
                <a:cubicBezTo>
                  <a:pt x="1742980" y="1125569"/>
                  <a:pt x="1735074" y="1133475"/>
                  <a:pt x="1735074" y="1143286"/>
                </a:cubicBezTo>
                <a:cubicBezTo>
                  <a:pt x="1735074" y="1153001"/>
                  <a:pt x="1742980" y="1161002"/>
                  <a:pt x="1752791" y="1161002"/>
                </a:cubicBezTo>
                <a:close/>
                <a:moveTo>
                  <a:pt x="1828991" y="1161002"/>
                </a:moveTo>
                <a:cubicBezTo>
                  <a:pt x="1838801" y="1161002"/>
                  <a:pt x="1846707" y="1153097"/>
                  <a:pt x="1846707" y="1143286"/>
                </a:cubicBezTo>
                <a:cubicBezTo>
                  <a:pt x="1846707" y="1133475"/>
                  <a:pt x="1838801" y="1125569"/>
                  <a:pt x="1828991" y="1125569"/>
                </a:cubicBezTo>
                <a:cubicBezTo>
                  <a:pt x="1819180" y="1125569"/>
                  <a:pt x="1811274" y="1133475"/>
                  <a:pt x="1811274" y="1143286"/>
                </a:cubicBezTo>
                <a:cubicBezTo>
                  <a:pt x="1811274" y="1153001"/>
                  <a:pt x="1819180" y="1161002"/>
                  <a:pt x="1828991" y="1161002"/>
                </a:cubicBezTo>
                <a:close/>
                <a:moveTo>
                  <a:pt x="1905191" y="1160717"/>
                </a:moveTo>
                <a:cubicBezTo>
                  <a:pt x="1914906" y="1160717"/>
                  <a:pt x="1922717" y="1152906"/>
                  <a:pt x="1922717" y="1143191"/>
                </a:cubicBezTo>
                <a:cubicBezTo>
                  <a:pt x="1922717" y="1133475"/>
                  <a:pt x="1914906" y="1125665"/>
                  <a:pt x="1905191" y="1125665"/>
                </a:cubicBezTo>
                <a:cubicBezTo>
                  <a:pt x="1895475" y="1125665"/>
                  <a:pt x="1887664" y="1133475"/>
                  <a:pt x="1887664" y="1143191"/>
                </a:cubicBezTo>
                <a:cubicBezTo>
                  <a:pt x="1887664" y="1152906"/>
                  <a:pt x="1895570" y="1160717"/>
                  <a:pt x="1905191" y="1160717"/>
                </a:cubicBezTo>
                <a:close/>
                <a:moveTo>
                  <a:pt x="1981391" y="1160336"/>
                </a:moveTo>
                <a:cubicBezTo>
                  <a:pt x="1990820" y="1160336"/>
                  <a:pt x="1998536" y="1152716"/>
                  <a:pt x="1998536" y="1143191"/>
                </a:cubicBezTo>
                <a:cubicBezTo>
                  <a:pt x="1998536" y="1133666"/>
                  <a:pt x="1990916" y="1126046"/>
                  <a:pt x="1981391" y="1126046"/>
                </a:cubicBezTo>
                <a:cubicBezTo>
                  <a:pt x="1971866" y="1126046"/>
                  <a:pt x="1964246" y="1133666"/>
                  <a:pt x="1964246" y="1143191"/>
                </a:cubicBezTo>
                <a:cubicBezTo>
                  <a:pt x="1964246" y="1152716"/>
                  <a:pt x="1971961" y="1160336"/>
                  <a:pt x="1981391" y="1160336"/>
                </a:cubicBezTo>
                <a:close/>
                <a:moveTo>
                  <a:pt x="2057591" y="1159859"/>
                </a:moveTo>
                <a:cubicBezTo>
                  <a:pt x="2066830" y="1159859"/>
                  <a:pt x="2074259" y="1152430"/>
                  <a:pt x="2074259" y="1143191"/>
                </a:cubicBezTo>
                <a:cubicBezTo>
                  <a:pt x="2074259" y="1133951"/>
                  <a:pt x="2066830" y="1126522"/>
                  <a:pt x="2057591" y="1126522"/>
                </a:cubicBezTo>
                <a:cubicBezTo>
                  <a:pt x="2048351" y="1126522"/>
                  <a:pt x="2040922" y="1133951"/>
                  <a:pt x="2040922" y="1143191"/>
                </a:cubicBezTo>
                <a:cubicBezTo>
                  <a:pt x="2040922" y="1152430"/>
                  <a:pt x="2048351" y="1159859"/>
                  <a:pt x="2057591" y="1159859"/>
                </a:cubicBezTo>
                <a:close/>
                <a:moveTo>
                  <a:pt x="2133791" y="1159288"/>
                </a:moveTo>
                <a:cubicBezTo>
                  <a:pt x="2142649" y="1159288"/>
                  <a:pt x="2149888" y="1152144"/>
                  <a:pt x="2149888" y="1143191"/>
                </a:cubicBezTo>
                <a:cubicBezTo>
                  <a:pt x="2149888" y="1134237"/>
                  <a:pt x="2142744" y="1127093"/>
                  <a:pt x="2133791" y="1127093"/>
                </a:cubicBezTo>
                <a:cubicBezTo>
                  <a:pt x="2124932" y="1127093"/>
                  <a:pt x="2117693" y="1134237"/>
                  <a:pt x="2117693" y="1143191"/>
                </a:cubicBezTo>
                <a:cubicBezTo>
                  <a:pt x="2117693" y="1152144"/>
                  <a:pt x="2124932" y="1159288"/>
                  <a:pt x="2133791" y="1159288"/>
                </a:cubicBezTo>
                <a:close/>
                <a:moveTo>
                  <a:pt x="2209991" y="1158621"/>
                </a:moveTo>
                <a:cubicBezTo>
                  <a:pt x="2218468" y="1158621"/>
                  <a:pt x="2225421" y="1151763"/>
                  <a:pt x="2225421" y="1143191"/>
                </a:cubicBezTo>
                <a:cubicBezTo>
                  <a:pt x="2225421" y="1134618"/>
                  <a:pt x="2218468" y="1127760"/>
                  <a:pt x="2209991" y="1127760"/>
                </a:cubicBezTo>
                <a:cubicBezTo>
                  <a:pt x="2201513" y="1127760"/>
                  <a:pt x="2194560" y="1134618"/>
                  <a:pt x="2194560" y="1143191"/>
                </a:cubicBezTo>
                <a:cubicBezTo>
                  <a:pt x="2194560" y="1151763"/>
                  <a:pt x="2201513" y="1158621"/>
                  <a:pt x="2209991" y="1158621"/>
                </a:cubicBezTo>
                <a:close/>
                <a:moveTo>
                  <a:pt x="2286191" y="1158050"/>
                </a:moveTo>
                <a:cubicBezTo>
                  <a:pt x="2294382" y="1158050"/>
                  <a:pt x="2300954" y="1151382"/>
                  <a:pt x="2300954" y="1143286"/>
                </a:cubicBezTo>
                <a:cubicBezTo>
                  <a:pt x="2300954" y="1135094"/>
                  <a:pt x="2294287" y="1128522"/>
                  <a:pt x="2286191" y="1128522"/>
                </a:cubicBezTo>
                <a:cubicBezTo>
                  <a:pt x="2278094" y="1128522"/>
                  <a:pt x="2271427" y="1135190"/>
                  <a:pt x="2271427" y="1143286"/>
                </a:cubicBezTo>
                <a:cubicBezTo>
                  <a:pt x="2271427" y="1151382"/>
                  <a:pt x="2277999" y="1158050"/>
                  <a:pt x="2286191" y="1158050"/>
                </a:cubicBezTo>
                <a:close/>
                <a:moveTo>
                  <a:pt x="2362391" y="1157192"/>
                </a:moveTo>
                <a:cubicBezTo>
                  <a:pt x="2370106" y="1157192"/>
                  <a:pt x="2376297" y="1150906"/>
                  <a:pt x="2376297" y="1143286"/>
                </a:cubicBezTo>
                <a:cubicBezTo>
                  <a:pt x="2376297" y="1135666"/>
                  <a:pt x="2370011" y="1129379"/>
                  <a:pt x="2362391" y="1129379"/>
                </a:cubicBezTo>
                <a:cubicBezTo>
                  <a:pt x="2354675" y="1129379"/>
                  <a:pt x="2348484" y="1135666"/>
                  <a:pt x="2348484" y="1143286"/>
                </a:cubicBezTo>
                <a:cubicBezTo>
                  <a:pt x="2348484" y="1150906"/>
                  <a:pt x="2354675" y="1157192"/>
                  <a:pt x="2362391" y="1157192"/>
                </a:cubicBezTo>
                <a:close/>
                <a:moveTo>
                  <a:pt x="2438591" y="1156335"/>
                </a:moveTo>
                <a:cubicBezTo>
                  <a:pt x="2445830" y="1156335"/>
                  <a:pt x="2451735" y="1150430"/>
                  <a:pt x="2451735" y="1143191"/>
                </a:cubicBezTo>
                <a:cubicBezTo>
                  <a:pt x="2451735" y="1135952"/>
                  <a:pt x="2445830" y="1130046"/>
                  <a:pt x="2438591" y="1130046"/>
                </a:cubicBezTo>
                <a:cubicBezTo>
                  <a:pt x="2431352" y="1130046"/>
                  <a:pt x="2425446" y="1135952"/>
                  <a:pt x="2425446" y="1143191"/>
                </a:cubicBezTo>
                <a:cubicBezTo>
                  <a:pt x="2425446" y="1150430"/>
                  <a:pt x="2431352" y="1156335"/>
                  <a:pt x="2438591" y="1156335"/>
                </a:cubicBezTo>
                <a:close/>
                <a:moveTo>
                  <a:pt x="2514791" y="1155478"/>
                </a:moveTo>
                <a:cubicBezTo>
                  <a:pt x="2521553" y="1155478"/>
                  <a:pt x="2527078" y="1149953"/>
                  <a:pt x="2527078" y="1143191"/>
                </a:cubicBezTo>
                <a:cubicBezTo>
                  <a:pt x="2527078" y="1136428"/>
                  <a:pt x="2521553" y="1130903"/>
                  <a:pt x="2514791" y="1130903"/>
                </a:cubicBezTo>
                <a:cubicBezTo>
                  <a:pt x="2508028" y="1130903"/>
                  <a:pt x="2502503" y="1136428"/>
                  <a:pt x="2502503" y="1143191"/>
                </a:cubicBezTo>
                <a:cubicBezTo>
                  <a:pt x="2502503" y="1149953"/>
                  <a:pt x="2508028" y="1155478"/>
                  <a:pt x="2514791" y="1155478"/>
                </a:cubicBezTo>
                <a:close/>
                <a:moveTo>
                  <a:pt x="2590991" y="1154430"/>
                </a:moveTo>
                <a:cubicBezTo>
                  <a:pt x="2597182" y="1154430"/>
                  <a:pt x="2602230" y="1149382"/>
                  <a:pt x="2602230" y="1143191"/>
                </a:cubicBezTo>
                <a:cubicBezTo>
                  <a:pt x="2602230" y="1136999"/>
                  <a:pt x="2597182" y="1131951"/>
                  <a:pt x="2590991" y="1131951"/>
                </a:cubicBezTo>
                <a:cubicBezTo>
                  <a:pt x="2584799" y="1131951"/>
                  <a:pt x="2579751" y="1136999"/>
                  <a:pt x="2579751" y="1143191"/>
                </a:cubicBezTo>
                <a:cubicBezTo>
                  <a:pt x="2579846" y="1149382"/>
                  <a:pt x="2584799" y="1154430"/>
                  <a:pt x="2590991" y="1154430"/>
                </a:cubicBezTo>
                <a:close/>
                <a:moveTo>
                  <a:pt x="2667191" y="1153573"/>
                </a:moveTo>
                <a:cubicBezTo>
                  <a:pt x="2672906" y="1153573"/>
                  <a:pt x="2677573" y="1148906"/>
                  <a:pt x="2677573" y="1143191"/>
                </a:cubicBezTo>
                <a:cubicBezTo>
                  <a:pt x="2677573" y="1137476"/>
                  <a:pt x="2672906" y="1132808"/>
                  <a:pt x="2667191" y="1132808"/>
                </a:cubicBezTo>
                <a:cubicBezTo>
                  <a:pt x="2661476" y="1132808"/>
                  <a:pt x="2656808" y="1137476"/>
                  <a:pt x="2656808" y="1143191"/>
                </a:cubicBezTo>
                <a:cubicBezTo>
                  <a:pt x="2656904" y="1148906"/>
                  <a:pt x="2661476" y="1153573"/>
                  <a:pt x="2667191" y="1153573"/>
                </a:cubicBezTo>
                <a:close/>
                <a:moveTo>
                  <a:pt x="2743391" y="1152525"/>
                </a:moveTo>
                <a:cubicBezTo>
                  <a:pt x="2748534" y="1152525"/>
                  <a:pt x="2752725" y="1148334"/>
                  <a:pt x="2752725" y="1143191"/>
                </a:cubicBezTo>
                <a:cubicBezTo>
                  <a:pt x="2752725" y="1138047"/>
                  <a:pt x="2748534" y="1133856"/>
                  <a:pt x="2743391" y="1133856"/>
                </a:cubicBezTo>
                <a:cubicBezTo>
                  <a:pt x="2738247" y="1133856"/>
                  <a:pt x="2734056" y="1138047"/>
                  <a:pt x="2734056" y="1143191"/>
                </a:cubicBezTo>
                <a:cubicBezTo>
                  <a:pt x="2734056" y="1148334"/>
                  <a:pt x="2738247" y="1152525"/>
                  <a:pt x="2743391" y="1152525"/>
                </a:cubicBezTo>
                <a:close/>
                <a:moveTo>
                  <a:pt x="2819591" y="1151477"/>
                </a:moveTo>
                <a:cubicBezTo>
                  <a:pt x="2824163" y="1151477"/>
                  <a:pt x="2827878" y="1147763"/>
                  <a:pt x="2827878" y="1143191"/>
                </a:cubicBezTo>
                <a:cubicBezTo>
                  <a:pt x="2827878" y="1138619"/>
                  <a:pt x="2824163" y="1134904"/>
                  <a:pt x="2819591" y="1134904"/>
                </a:cubicBezTo>
                <a:cubicBezTo>
                  <a:pt x="2815019" y="1134904"/>
                  <a:pt x="2811304" y="1138619"/>
                  <a:pt x="2811304" y="1143191"/>
                </a:cubicBezTo>
                <a:cubicBezTo>
                  <a:pt x="2811304" y="1147763"/>
                  <a:pt x="2815019" y="1151477"/>
                  <a:pt x="2819591" y="1151477"/>
                </a:cubicBezTo>
                <a:close/>
                <a:moveTo>
                  <a:pt x="2895791" y="1150430"/>
                </a:moveTo>
                <a:cubicBezTo>
                  <a:pt x="2899791" y="1150430"/>
                  <a:pt x="2902934" y="1147191"/>
                  <a:pt x="2902934" y="1143286"/>
                </a:cubicBezTo>
                <a:cubicBezTo>
                  <a:pt x="2902934" y="1139285"/>
                  <a:pt x="2899696" y="1136142"/>
                  <a:pt x="2895791" y="1136142"/>
                </a:cubicBezTo>
                <a:cubicBezTo>
                  <a:pt x="2891790" y="1136142"/>
                  <a:pt x="2888647" y="1139381"/>
                  <a:pt x="2888647" y="1143286"/>
                </a:cubicBezTo>
                <a:cubicBezTo>
                  <a:pt x="2888647" y="1147191"/>
                  <a:pt x="2891885" y="1150430"/>
                  <a:pt x="2895791" y="1150430"/>
                </a:cubicBezTo>
                <a:close/>
                <a:moveTo>
                  <a:pt x="2971991" y="1149382"/>
                </a:moveTo>
                <a:cubicBezTo>
                  <a:pt x="2975420" y="1149382"/>
                  <a:pt x="2978087" y="1146620"/>
                  <a:pt x="2978087" y="1143286"/>
                </a:cubicBezTo>
                <a:cubicBezTo>
                  <a:pt x="2978087" y="1139952"/>
                  <a:pt x="2975324" y="1137190"/>
                  <a:pt x="2971991" y="1137190"/>
                </a:cubicBezTo>
                <a:cubicBezTo>
                  <a:pt x="2968562" y="1137190"/>
                  <a:pt x="2965895" y="1139952"/>
                  <a:pt x="2965895" y="1143286"/>
                </a:cubicBezTo>
                <a:cubicBezTo>
                  <a:pt x="2965895" y="1146620"/>
                  <a:pt x="2968657" y="1149382"/>
                  <a:pt x="2971991" y="1149382"/>
                </a:cubicBezTo>
                <a:close/>
                <a:moveTo>
                  <a:pt x="3048191" y="1148239"/>
                </a:moveTo>
                <a:cubicBezTo>
                  <a:pt x="3050953" y="1148239"/>
                  <a:pt x="3053239" y="1145953"/>
                  <a:pt x="3053239" y="1143191"/>
                </a:cubicBezTo>
                <a:cubicBezTo>
                  <a:pt x="3053239" y="1140428"/>
                  <a:pt x="3050953" y="1138142"/>
                  <a:pt x="3048191" y="1138142"/>
                </a:cubicBezTo>
                <a:cubicBezTo>
                  <a:pt x="3045428" y="1138142"/>
                  <a:pt x="3043142" y="1140428"/>
                  <a:pt x="3043142" y="1143191"/>
                </a:cubicBezTo>
                <a:cubicBezTo>
                  <a:pt x="3043142" y="1146048"/>
                  <a:pt x="3045428" y="1148239"/>
                  <a:pt x="3048191" y="1148239"/>
                </a:cubicBezTo>
                <a:close/>
                <a:moveTo>
                  <a:pt x="3124391" y="1147191"/>
                </a:moveTo>
                <a:cubicBezTo>
                  <a:pt x="3126581" y="1147191"/>
                  <a:pt x="3128391" y="1145381"/>
                  <a:pt x="3128391" y="1143191"/>
                </a:cubicBezTo>
                <a:cubicBezTo>
                  <a:pt x="3128391" y="1141000"/>
                  <a:pt x="3126581" y="1139190"/>
                  <a:pt x="3124391" y="1139190"/>
                </a:cubicBezTo>
                <a:cubicBezTo>
                  <a:pt x="3122200" y="1139190"/>
                  <a:pt x="3120390" y="1141000"/>
                  <a:pt x="3120390" y="1143191"/>
                </a:cubicBezTo>
                <a:cubicBezTo>
                  <a:pt x="3120390" y="1145381"/>
                  <a:pt x="3122200" y="1147191"/>
                  <a:pt x="3124391" y="1147191"/>
                </a:cubicBezTo>
                <a:close/>
                <a:moveTo>
                  <a:pt x="3200591" y="1146143"/>
                </a:moveTo>
                <a:cubicBezTo>
                  <a:pt x="3202210" y="1146143"/>
                  <a:pt x="3203543" y="1144810"/>
                  <a:pt x="3203543" y="1143191"/>
                </a:cubicBezTo>
                <a:cubicBezTo>
                  <a:pt x="3203543" y="1141571"/>
                  <a:pt x="3202210" y="1140238"/>
                  <a:pt x="3200591" y="1140238"/>
                </a:cubicBezTo>
                <a:cubicBezTo>
                  <a:pt x="3198971" y="1140238"/>
                  <a:pt x="3197638" y="1141571"/>
                  <a:pt x="3197638" y="1143191"/>
                </a:cubicBezTo>
                <a:cubicBezTo>
                  <a:pt x="3197638" y="1144810"/>
                  <a:pt x="3198971" y="1146143"/>
                  <a:pt x="3200591" y="1146143"/>
                </a:cubicBezTo>
                <a:close/>
                <a:moveTo>
                  <a:pt x="3276791" y="1145096"/>
                </a:moveTo>
                <a:cubicBezTo>
                  <a:pt x="3277838" y="1145096"/>
                  <a:pt x="3278696" y="1144238"/>
                  <a:pt x="3278696" y="1143191"/>
                </a:cubicBezTo>
                <a:cubicBezTo>
                  <a:pt x="3278696" y="1142143"/>
                  <a:pt x="3277838" y="1141286"/>
                  <a:pt x="3276791" y="1141286"/>
                </a:cubicBezTo>
                <a:cubicBezTo>
                  <a:pt x="3275743" y="1141286"/>
                  <a:pt x="3274886" y="1142143"/>
                  <a:pt x="3274886" y="1143191"/>
                </a:cubicBezTo>
                <a:cubicBezTo>
                  <a:pt x="3274886" y="1144238"/>
                  <a:pt x="3275743" y="1145096"/>
                  <a:pt x="3276791" y="1145096"/>
                </a:cubicBezTo>
                <a:close/>
                <a:moveTo>
                  <a:pt x="3352991" y="1144048"/>
                </a:moveTo>
                <a:cubicBezTo>
                  <a:pt x="3353467" y="1144048"/>
                  <a:pt x="3353848" y="1143667"/>
                  <a:pt x="3353848" y="1143191"/>
                </a:cubicBezTo>
                <a:cubicBezTo>
                  <a:pt x="3353848" y="1142714"/>
                  <a:pt x="3353467" y="1142333"/>
                  <a:pt x="3352991" y="1142333"/>
                </a:cubicBezTo>
                <a:cubicBezTo>
                  <a:pt x="3352514" y="1142333"/>
                  <a:pt x="3352133" y="1142714"/>
                  <a:pt x="3352133" y="1143191"/>
                </a:cubicBezTo>
                <a:cubicBezTo>
                  <a:pt x="3352133" y="1143667"/>
                  <a:pt x="3352514" y="1144048"/>
                  <a:pt x="3352991" y="1144048"/>
                </a:cubicBezTo>
                <a:close/>
                <a:moveTo>
                  <a:pt x="76391" y="1219581"/>
                </a:moveTo>
                <a:cubicBezTo>
                  <a:pt x="76486" y="1219581"/>
                  <a:pt x="76581" y="1219486"/>
                  <a:pt x="76581" y="1219391"/>
                </a:cubicBezTo>
                <a:cubicBezTo>
                  <a:pt x="76581" y="1219295"/>
                  <a:pt x="76486" y="1219200"/>
                  <a:pt x="76391" y="1219200"/>
                </a:cubicBezTo>
                <a:cubicBezTo>
                  <a:pt x="76295" y="1219200"/>
                  <a:pt x="76200" y="1219295"/>
                  <a:pt x="76200" y="1219391"/>
                </a:cubicBezTo>
                <a:cubicBezTo>
                  <a:pt x="76200" y="1219486"/>
                  <a:pt x="76295" y="1219581"/>
                  <a:pt x="76391" y="1219581"/>
                </a:cubicBezTo>
                <a:close/>
                <a:moveTo>
                  <a:pt x="152591" y="1220438"/>
                </a:moveTo>
                <a:cubicBezTo>
                  <a:pt x="153162" y="1220438"/>
                  <a:pt x="153638" y="1219962"/>
                  <a:pt x="153638" y="1219391"/>
                </a:cubicBezTo>
                <a:cubicBezTo>
                  <a:pt x="153638" y="1218819"/>
                  <a:pt x="153162" y="1218343"/>
                  <a:pt x="152591" y="1218343"/>
                </a:cubicBezTo>
                <a:cubicBezTo>
                  <a:pt x="152019" y="1218343"/>
                  <a:pt x="151543" y="1218819"/>
                  <a:pt x="151543" y="1219391"/>
                </a:cubicBezTo>
                <a:cubicBezTo>
                  <a:pt x="151543" y="1219962"/>
                  <a:pt x="152019" y="1220438"/>
                  <a:pt x="152591" y="1220438"/>
                </a:cubicBezTo>
                <a:close/>
                <a:moveTo>
                  <a:pt x="228791" y="1221486"/>
                </a:moveTo>
                <a:cubicBezTo>
                  <a:pt x="229934" y="1221486"/>
                  <a:pt x="230886" y="1220534"/>
                  <a:pt x="230886" y="1219391"/>
                </a:cubicBezTo>
                <a:cubicBezTo>
                  <a:pt x="230886" y="1218248"/>
                  <a:pt x="229934" y="1217295"/>
                  <a:pt x="228791" y="1217295"/>
                </a:cubicBezTo>
                <a:cubicBezTo>
                  <a:pt x="227648" y="1217295"/>
                  <a:pt x="226695" y="1218248"/>
                  <a:pt x="226695" y="1219391"/>
                </a:cubicBezTo>
                <a:cubicBezTo>
                  <a:pt x="226695" y="1220534"/>
                  <a:pt x="227648" y="1221486"/>
                  <a:pt x="228791" y="1221486"/>
                </a:cubicBezTo>
                <a:close/>
                <a:moveTo>
                  <a:pt x="304991" y="1222820"/>
                </a:moveTo>
                <a:cubicBezTo>
                  <a:pt x="306896" y="1222820"/>
                  <a:pt x="308324" y="1221296"/>
                  <a:pt x="308324" y="1219486"/>
                </a:cubicBezTo>
                <a:cubicBezTo>
                  <a:pt x="308324" y="1217676"/>
                  <a:pt x="306800" y="1216057"/>
                  <a:pt x="304991" y="1216057"/>
                </a:cubicBezTo>
                <a:cubicBezTo>
                  <a:pt x="303086" y="1216057"/>
                  <a:pt x="301562" y="1217581"/>
                  <a:pt x="301562" y="1219486"/>
                </a:cubicBezTo>
                <a:cubicBezTo>
                  <a:pt x="301562" y="1221391"/>
                  <a:pt x="303181" y="1222820"/>
                  <a:pt x="304991" y="1222820"/>
                </a:cubicBezTo>
                <a:close/>
                <a:moveTo>
                  <a:pt x="381191" y="1223867"/>
                </a:moveTo>
                <a:cubicBezTo>
                  <a:pt x="383667" y="1223867"/>
                  <a:pt x="385667" y="1221867"/>
                  <a:pt x="385667" y="1219391"/>
                </a:cubicBezTo>
                <a:cubicBezTo>
                  <a:pt x="385667" y="1216914"/>
                  <a:pt x="383667" y="1214914"/>
                  <a:pt x="381191" y="1214914"/>
                </a:cubicBezTo>
                <a:cubicBezTo>
                  <a:pt x="378714" y="1214914"/>
                  <a:pt x="376714" y="1216914"/>
                  <a:pt x="376714" y="1219391"/>
                </a:cubicBezTo>
                <a:cubicBezTo>
                  <a:pt x="376809" y="1221867"/>
                  <a:pt x="378714" y="1223867"/>
                  <a:pt x="381191" y="1223867"/>
                </a:cubicBezTo>
                <a:close/>
                <a:moveTo>
                  <a:pt x="457391" y="1224915"/>
                </a:moveTo>
                <a:cubicBezTo>
                  <a:pt x="460439" y="1224915"/>
                  <a:pt x="462915" y="1222439"/>
                  <a:pt x="462915" y="1219391"/>
                </a:cubicBezTo>
                <a:cubicBezTo>
                  <a:pt x="462915" y="1216343"/>
                  <a:pt x="460439" y="1213866"/>
                  <a:pt x="457391" y="1213866"/>
                </a:cubicBezTo>
                <a:cubicBezTo>
                  <a:pt x="454343" y="1213866"/>
                  <a:pt x="451866" y="1216343"/>
                  <a:pt x="451866" y="1219391"/>
                </a:cubicBezTo>
                <a:cubicBezTo>
                  <a:pt x="451961" y="1222439"/>
                  <a:pt x="454343" y="1224915"/>
                  <a:pt x="457391" y="1224915"/>
                </a:cubicBezTo>
                <a:close/>
                <a:moveTo>
                  <a:pt x="533591" y="1225963"/>
                </a:moveTo>
                <a:cubicBezTo>
                  <a:pt x="537210" y="1225963"/>
                  <a:pt x="540163" y="1223010"/>
                  <a:pt x="540163" y="1219391"/>
                </a:cubicBezTo>
                <a:cubicBezTo>
                  <a:pt x="540163" y="1215771"/>
                  <a:pt x="537210" y="1212818"/>
                  <a:pt x="533591" y="1212818"/>
                </a:cubicBezTo>
                <a:cubicBezTo>
                  <a:pt x="529971" y="1212818"/>
                  <a:pt x="527018" y="1215771"/>
                  <a:pt x="527018" y="1219391"/>
                </a:cubicBezTo>
                <a:cubicBezTo>
                  <a:pt x="527018" y="1223010"/>
                  <a:pt x="529971" y="1225963"/>
                  <a:pt x="533591" y="1225963"/>
                </a:cubicBezTo>
                <a:close/>
                <a:moveTo>
                  <a:pt x="609790" y="1227011"/>
                </a:moveTo>
                <a:cubicBezTo>
                  <a:pt x="613982" y="1227011"/>
                  <a:pt x="617411" y="1223582"/>
                  <a:pt x="617411" y="1219391"/>
                </a:cubicBezTo>
                <a:cubicBezTo>
                  <a:pt x="617411" y="1215200"/>
                  <a:pt x="613982" y="1211771"/>
                  <a:pt x="609790" y="1211771"/>
                </a:cubicBezTo>
                <a:cubicBezTo>
                  <a:pt x="605600" y="1211771"/>
                  <a:pt x="602171" y="1215200"/>
                  <a:pt x="602171" y="1219391"/>
                </a:cubicBezTo>
                <a:cubicBezTo>
                  <a:pt x="602171" y="1223582"/>
                  <a:pt x="605600" y="1227011"/>
                  <a:pt x="609790" y="1227011"/>
                </a:cubicBezTo>
                <a:close/>
                <a:moveTo>
                  <a:pt x="685990" y="1228058"/>
                </a:moveTo>
                <a:cubicBezTo>
                  <a:pt x="690753" y="1228058"/>
                  <a:pt x="694658" y="1224153"/>
                  <a:pt x="694658" y="1219391"/>
                </a:cubicBezTo>
                <a:cubicBezTo>
                  <a:pt x="694658" y="1214628"/>
                  <a:pt x="690753" y="1210723"/>
                  <a:pt x="685990" y="1210723"/>
                </a:cubicBezTo>
                <a:cubicBezTo>
                  <a:pt x="681228" y="1210723"/>
                  <a:pt x="677323" y="1214628"/>
                  <a:pt x="677323" y="1219391"/>
                </a:cubicBezTo>
                <a:cubicBezTo>
                  <a:pt x="677323" y="1224153"/>
                  <a:pt x="681228" y="1228058"/>
                  <a:pt x="685990" y="1228058"/>
                </a:cubicBezTo>
                <a:close/>
                <a:moveTo>
                  <a:pt x="762190" y="1229106"/>
                </a:moveTo>
                <a:cubicBezTo>
                  <a:pt x="767525" y="1229106"/>
                  <a:pt x="771906" y="1224725"/>
                  <a:pt x="771906" y="1219391"/>
                </a:cubicBezTo>
                <a:cubicBezTo>
                  <a:pt x="771906" y="1214057"/>
                  <a:pt x="767620" y="1209675"/>
                  <a:pt x="762190" y="1209675"/>
                </a:cubicBezTo>
                <a:cubicBezTo>
                  <a:pt x="756761" y="1209675"/>
                  <a:pt x="752475" y="1214057"/>
                  <a:pt x="752475" y="1219391"/>
                </a:cubicBezTo>
                <a:cubicBezTo>
                  <a:pt x="752475" y="1224725"/>
                  <a:pt x="756857" y="1229106"/>
                  <a:pt x="762190" y="1229106"/>
                </a:cubicBezTo>
                <a:close/>
                <a:moveTo>
                  <a:pt x="838390" y="1230154"/>
                </a:moveTo>
                <a:cubicBezTo>
                  <a:pt x="844296" y="1230154"/>
                  <a:pt x="849154" y="1225296"/>
                  <a:pt x="849154" y="1219391"/>
                </a:cubicBezTo>
                <a:cubicBezTo>
                  <a:pt x="849154" y="1213485"/>
                  <a:pt x="844296" y="1208627"/>
                  <a:pt x="838390" y="1208627"/>
                </a:cubicBezTo>
                <a:cubicBezTo>
                  <a:pt x="832485" y="1208627"/>
                  <a:pt x="827627" y="1213485"/>
                  <a:pt x="827627" y="1219391"/>
                </a:cubicBezTo>
                <a:cubicBezTo>
                  <a:pt x="827627" y="1225296"/>
                  <a:pt x="832485" y="1230154"/>
                  <a:pt x="838390" y="1230154"/>
                </a:cubicBezTo>
                <a:close/>
                <a:moveTo>
                  <a:pt x="914590" y="1231202"/>
                </a:moveTo>
                <a:cubicBezTo>
                  <a:pt x="921163" y="1231202"/>
                  <a:pt x="926402" y="1225868"/>
                  <a:pt x="926402" y="1219391"/>
                </a:cubicBezTo>
                <a:cubicBezTo>
                  <a:pt x="926402" y="1212818"/>
                  <a:pt x="921068" y="1207580"/>
                  <a:pt x="914590" y="1207580"/>
                </a:cubicBezTo>
                <a:cubicBezTo>
                  <a:pt x="908018" y="1207580"/>
                  <a:pt x="902780" y="1212914"/>
                  <a:pt x="902780" y="1219391"/>
                </a:cubicBezTo>
                <a:cubicBezTo>
                  <a:pt x="902780" y="1225963"/>
                  <a:pt x="908113" y="1231202"/>
                  <a:pt x="914590" y="1231202"/>
                </a:cubicBezTo>
                <a:close/>
                <a:moveTo>
                  <a:pt x="990790" y="1232345"/>
                </a:moveTo>
                <a:cubicBezTo>
                  <a:pt x="997934" y="1232345"/>
                  <a:pt x="1003649" y="1226534"/>
                  <a:pt x="1003649" y="1219486"/>
                </a:cubicBezTo>
                <a:cubicBezTo>
                  <a:pt x="1003649" y="1212342"/>
                  <a:pt x="997839" y="1206627"/>
                  <a:pt x="990790" y="1206627"/>
                </a:cubicBezTo>
                <a:cubicBezTo>
                  <a:pt x="983647" y="1206627"/>
                  <a:pt x="977932" y="1212437"/>
                  <a:pt x="977932" y="1219486"/>
                </a:cubicBezTo>
                <a:cubicBezTo>
                  <a:pt x="977932" y="1226534"/>
                  <a:pt x="983647" y="1232345"/>
                  <a:pt x="990790" y="1232345"/>
                </a:cubicBezTo>
                <a:close/>
                <a:moveTo>
                  <a:pt x="1066991" y="1233107"/>
                </a:moveTo>
                <a:cubicBezTo>
                  <a:pt x="1074611" y="1233107"/>
                  <a:pt x="1080707" y="1226915"/>
                  <a:pt x="1080707" y="1219391"/>
                </a:cubicBezTo>
                <a:cubicBezTo>
                  <a:pt x="1080707" y="1211866"/>
                  <a:pt x="1074515" y="1205675"/>
                  <a:pt x="1066991" y="1205675"/>
                </a:cubicBezTo>
                <a:cubicBezTo>
                  <a:pt x="1059371" y="1205675"/>
                  <a:pt x="1053275" y="1211866"/>
                  <a:pt x="1053275" y="1219391"/>
                </a:cubicBezTo>
                <a:cubicBezTo>
                  <a:pt x="1053275" y="1226915"/>
                  <a:pt x="1059466" y="1233107"/>
                  <a:pt x="1066991" y="1233107"/>
                </a:cubicBezTo>
                <a:close/>
                <a:moveTo>
                  <a:pt x="1143191" y="1233964"/>
                </a:moveTo>
                <a:cubicBezTo>
                  <a:pt x="1151287" y="1233964"/>
                  <a:pt x="1157764" y="1227392"/>
                  <a:pt x="1157764" y="1219391"/>
                </a:cubicBezTo>
                <a:cubicBezTo>
                  <a:pt x="1157764" y="1211390"/>
                  <a:pt x="1151192" y="1204817"/>
                  <a:pt x="1143191" y="1204817"/>
                </a:cubicBezTo>
                <a:cubicBezTo>
                  <a:pt x="1135190" y="1204817"/>
                  <a:pt x="1128617" y="1211390"/>
                  <a:pt x="1128617" y="1219391"/>
                </a:cubicBezTo>
                <a:cubicBezTo>
                  <a:pt x="1128617" y="1227392"/>
                  <a:pt x="1135190" y="1233964"/>
                  <a:pt x="1143191" y="1233964"/>
                </a:cubicBezTo>
                <a:close/>
                <a:moveTo>
                  <a:pt x="1219391" y="1234821"/>
                </a:moveTo>
                <a:cubicBezTo>
                  <a:pt x="1227868" y="1234821"/>
                  <a:pt x="1234821" y="1227868"/>
                  <a:pt x="1234821" y="1219391"/>
                </a:cubicBezTo>
                <a:cubicBezTo>
                  <a:pt x="1234821" y="1210913"/>
                  <a:pt x="1227868" y="1203960"/>
                  <a:pt x="1219391" y="1203960"/>
                </a:cubicBezTo>
                <a:cubicBezTo>
                  <a:pt x="1210913" y="1203960"/>
                  <a:pt x="1203960" y="1210818"/>
                  <a:pt x="1203960" y="1219391"/>
                </a:cubicBezTo>
                <a:cubicBezTo>
                  <a:pt x="1203960" y="1227963"/>
                  <a:pt x="1210913" y="1234821"/>
                  <a:pt x="1219391" y="1234821"/>
                </a:cubicBezTo>
                <a:close/>
                <a:moveTo>
                  <a:pt x="1295591" y="1235678"/>
                </a:moveTo>
                <a:cubicBezTo>
                  <a:pt x="1304544" y="1235678"/>
                  <a:pt x="1311878" y="1228439"/>
                  <a:pt x="1311878" y="1219391"/>
                </a:cubicBezTo>
                <a:cubicBezTo>
                  <a:pt x="1311878" y="1210342"/>
                  <a:pt x="1304639" y="1203103"/>
                  <a:pt x="1295591" y="1203103"/>
                </a:cubicBezTo>
                <a:cubicBezTo>
                  <a:pt x="1286542" y="1203103"/>
                  <a:pt x="1279303" y="1210342"/>
                  <a:pt x="1279303" y="1219391"/>
                </a:cubicBezTo>
                <a:cubicBezTo>
                  <a:pt x="1279303" y="1228439"/>
                  <a:pt x="1286637" y="1235678"/>
                  <a:pt x="1295591" y="1235678"/>
                </a:cubicBezTo>
                <a:close/>
                <a:moveTo>
                  <a:pt x="1371791" y="1236345"/>
                </a:moveTo>
                <a:cubicBezTo>
                  <a:pt x="1381125" y="1236345"/>
                  <a:pt x="1388650" y="1228820"/>
                  <a:pt x="1388650" y="1219486"/>
                </a:cubicBezTo>
                <a:cubicBezTo>
                  <a:pt x="1388650" y="1210151"/>
                  <a:pt x="1381125" y="1202627"/>
                  <a:pt x="1371791" y="1202627"/>
                </a:cubicBezTo>
                <a:cubicBezTo>
                  <a:pt x="1362456" y="1202627"/>
                  <a:pt x="1354931" y="1210151"/>
                  <a:pt x="1354931" y="1219486"/>
                </a:cubicBezTo>
                <a:cubicBezTo>
                  <a:pt x="1354931" y="1228725"/>
                  <a:pt x="1362456" y="1236345"/>
                  <a:pt x="1371791" y="1236345"/>
                </a:cubicBezTo>
                <a:close/>
                <a:moveTo>
                  <a:pt x="1447991" y="1236917"/>
                </a:moveTo>
                <a:cubicBezTo>
                  <a:pt x="1457706" y="1236917"/>
                  <a:pt x="1465517" y="1229106"/>
                  <a:pt x="1465517" y="1219391"/>
                </a:cubicBezTo>
                <a:cubicBezTo>
                  <a:pt x="1465517" y="1209675"/>
                  <a:pt x="1457706" y="1201865"/>
                  <a:pt x="1447991" y="1201865"/>
                </a:cubicBezTo>
                <a:cubicBezTo>
                  <a:pt x="1438275" y="1201865"/>
                  <a:pt x="1430464" y="1209675"/>
                  <a:pt x="1430464" y="1219391"/>
                </a:cubicBezTo>
                <a:cubicBezTo>
                  <a:pt x="1430464" y="1229106"/>
                  <a:pt x="1438370" y="1236917"/>
                  <a:pt x="1447991" y="1236917"/>
                </a:cubicBezTo>
                <a:close/>
                <a:moveTo>
                  <a:pt x="1524191" y="1237583"/>
                </a:moveTo>
                <a:cubicBezTo>
                  <a:pt x="1534192" y="1237583"/>
                  <a:pt x="1542383" y="1229487"/>
                  <a:pt x="1542383" y="1219391"/>
                </a:cubicBezTo>
                <a:cubicBezTo>
                  <a:pt x="1542383" y="1209389"/>
                  <a:pt x="1534287" y="1201198"/>
                  <a:pt x="1524191" y="1201198"/>
                </a:cubicBezTo>
                <a:cubicBezTo>
                  <a:pt x="1514189" y="1201198"/>
                  <a:pt x="1505998" y="1209294"/>
                  <a:pt x="1505998" y="1219391"/>
                </a:cubicBezTo>
                <a:cubicBezTo>
                  <a:pt x="1505998" y="1229487"/>
                  <a:pt x="1514189" y="1237583"/>
                  <a:pt x="1524191" y="1237583"/>
                </a:cubicBezTo>
                <a:close/>
                <a:moveTo>
                  <a:pt x="1600391" y="1237964"/>
                </a:moveTo>
                <a:cubicBezTo>
                  <a:pt x="1610678" y="1237964"/>
                  <a:pt x="1618964" y="1229678"/>
                  <a:pt x="1618964" y="1219391"/>
                </a:cubicBezTo>
                <a:cubicBezTo>
                  <a:pt x="1618964" y="1209104"/>
                  <a:pt x="1610678" y="1200817"/>
                  <a:pt x="1600391" y="1200817"/>
                </a:cubicBezTo>
                <a:cubicBezTo>
                  <a:pt x="1590104" y="1200817"/>
                  <a:pt x="1581817" y="1209104"/>
                  <a:pt x="1581817" y="1219391"/>
                </a:cubicBezTo>
                <a:cubicBezTo>
                  <a:pt x="1581817" y="1229678"/>
                  <a:pt x="1590104" y="1237964"/>
                  <a:pt x="1600391" y="1237964"/>
                </a:cubicBezTo>
                <a:close/>
                <a:moveTo>
                  <a:pt x="1676591" y="1238250"/>
                </a:moveTo>
                <a:cubicBezTo>
                  <a:pt x="1686973" y="1238250"/>
                  <a:pt x="1695355" y="1229868"/>
                  <a:pt x="1695355" y="1219486"/>
                </a:cubicBezTo>
                <a:cubicBezTo>
                  <a:pt x="1695355" y="1209104"/>
                  <a:pt x="1686973" y="1200722"/>
                  <a:pt x="1676591" y="1200722"/>
                </a:cubicBezTo>
                <a:cubicBezTo>
                  <a:pt x="1666208" y="1200722"/>
                  <a:pt x="1657826" y="1209104"/>
                  <a:pt x="1657826" y="1219486"/>
                </a:cubicBezTo>
                <a:cubicBezTo>
                  <a:pt x="1657826" y="1229773"/>
                  <a:pt x="1666208" y="1238250"/>
                  <a:pt x="1676591" y="1238250"/>
                </a:cubicBezTo>
                <a:close/>
                <a:moveTo>
                  <a:pt x="1752791" y="1238441"/>
                </a:moveTo>
                <a:cubicBezTo>
                  <a:pt x="1763268" y="1238441"/>
                  <a:pt x="1771841" y="1229963"/>
                  <a:pt x="1771841" y="1219391"/>
                </a:cubicBezTo>
                <a:cubicBezTo>
                  <a:pt x="1771841" y="1208913"/>
                  <a:pt x="1763363" y="1200341"/>
                  <a:pt x="1752791" y="1200341"/>
                </a:cubicBezTo>
                <a:cubicBezTo>
                  <a:pt x="1742313" y="1200341"/>
                  <a:pt x="1733741" y="1208818"/>
                  <a:pt x="1733741" y="1219391"/>
                </a:cubicBezTo>
                <a:cubicBezTo>
                  <a:pt x="1733836" y="1229868"/>
                  <a:pt x="1742313" y="1238441"/>
                  <a:pt x="1752791" y="1238441"/>
                </a:cubicBezTo>
                <a:close/>
                <a:moveTo>
                  <a:pt x="1828991" y="1238250"/>
                </a:moveTo>
                <a:cubicBezTo>
                  <a:pt x="1839373" y="1238250"/>
                  <a:pt x="1847755" y="1229868"/>
                  <a:pt x="1847755" y="1219486"/>
                </a:cubicBezTo>
                <a:cubicBezTo>
                  <a:pt x="1847755" y="1209104"/>
                  <a:pt x="1839373" y="1200722"/>
                  <a:pt x="1828991" y="1200722"/>
                </a:cubicBezTo>
                <a:cubicBezTo>
                  <a:pt x="1818608" y="1200722"/>
                  <a:pt x="1810226" y="1209104"/>
                  <a:pt x="1810226" y="1219486"/>
                </a:cubicBezTo>
                <a:cubicBezTo>
                  <a:pt x="1810226" y="1229773"/>
                  <a:pt x="1818608" y="1238250"/>
                  <a:pt x="1828991" y="1238250"/>
                </a:cubicBezTo>
                <a:close/>
                <a:moveTo>
                  <a:pt x="1905191" y="1237964"/>
                </a:moveTo>
                <a:cubicBezTo>
                  <a:pt x="1915478" y="1237964"/>
                  <a:pt x="1923764" y="1229678"/>
                  <a:pt x="1923764" y="1219391"/>
                </a:cubicBezTo>
                <a:cubicBezTo>
                  <a:pt x="1923764" y="1209104"/>
                  <a:pt x="1915478" y="1200817"/>
                  <a:pt x="1905191" y="1200817"/>
                </a:cubicBezTo>
                <a:cubicBezTo>
                  <a:pt x="1894904" y="1200817"/>
                  <a:pt x="1886617" y="1209104"/>
                  <a:pt x="1886617" y="1219391"/>
                </a:cubicBezTo>
                <a:cubicBezTo>
                  <a:pt x="1886617" y="1229678"/>
                  <a:pt x="1894904" y="1237964"/>
                  <a:pt x="1905191" y="1237964"/>
                </a:cubicBezTo>
                <a:close/>
                <a:moveTo>
                  <a:pt x="1981391" y="1237583"/>
                </a:moveTo>
                <a:cubicBezTo>
                  <a:pt x="1991392" y="1237583"/>
                  <a:pt x="1999583" y="1229487"/>
                  <a:pt x="1999583" y="1219391"/>
                </a:cubicBezTo>
                <a:cubicBezTo>
                  <a:pt x="1999583" y="1209389"/>
                  <a:pt x="1991487" y="1201198"/>
                  <a:pt x="1981391" y="1201198"/>
                </a:cubicBezTo>
                <a:cubicBezTo>
                  <a:pt x="1971389" y="1201198"/>
                  <a:pt x="1963198" y="1209294"/>
                  <a:pt x="1963198" y="1219391"/>
                </a:cubicBezTo>
                <a:cubicBezTo>
                  <a:pt x="1963198" y="1229487"/>
                  <a:pt x="1971389" y="1237583"/>
                  <a:pt x="1981391" y="1237583"/>
                </a:cubicBezTo>
                <a:close/>
                <a:moveTo>
                  <a:pt x="2057591" y="1237202"/>
                </a:moveTo>
                <a:cubicBezTo>
                  <a:pt x="2067401" y="1237202"/>
                  <a:pt x="2075307" y="1229297"/>
                  <a:pt x="2075307" y="1219486"/>
                </a:cubicBezTo>
                <a:cubicBezTo>
                  <a:pt x="2075307" y="1209675"/>
                  <a:pt x="2067401" y="1201769"/>
                  <a:pt x="2057591" y="1201769"/>
                </a:cubicBezTo>
                <a:cubicBezTo>
                  <a:pt x="2047780" y="1201769"/>
                  <a:pt x="2039874" y="1209675"/>
                  <a:pt x="2039874" y="1219486"/>
                </a:cubicBezTo>
                <a:cubicBezTo>
                  <a:pt x="2039874" y="1229201"/>
                  <a:pt x="2047780" y="1237202"/>
                  <a:pt x="2057591" y="1237202"/>
                </a:cubicBezTo>
                <a:close/>
                <a:moveTo>
                  <a:pt x="2133791" y="1236536"/>
                </a:moveTo>
                <a:cubicBezTo>
                  <a:pt x="2143220" y="1236536"/>
                  <a:pt x="2150936" y="1228916"/>
                  <a:pt x="2150936" y="1219391"/>
                </a:cubicBezTo>
                <a:cubicBezTo>
                  <a:pt x="2150936" y="1209866"/>
                  <a:pt x="2143316" y="1202246"/>
                  <a:pt x="2133791" y="1202246"/>
                </a:cubicBezTo>
                <a:cubicBezTo>
                  <a:pt x="2124266" y="1202246"/>
                  <a:pt x="2116646" y="1209866"/>
                  <a:pt x="2116646" y="1219391"/>
                </a:cubicBezTo>
                <a:cubicBezTo>
                  <a:pt x="2116646" y="1228916"/>
                  <a:pt x="2124361" y="1236536"/>
                  <a:pt x="2133791" y="1236536"/>
                </a:cubicBezTo>
                <a:close/>
                <a:moveTo>
                  <a:pt x="2209991" y="1235678"/>
                </a:moveTo>
                <a:cubicBezTo>
                  <a:pt x="2218944" y="1235678"/>
                  <a:pt x="2226278" y="1228439"/>
                  <a:pt x="2226278" y="1219391"/>
                </a:cubicBezTo>
                <a:cubicBezTo>
                  <a:pt x="2226278" y="1210342"/>
                  <a:pt x="2219039" y="1203103"/>
                  <a:pt x="2209991" y="1203103"/>
                </a:cubicBezTo>
                <a:cubicBezTo>
                  <a:pt x="2200942" y="1203103"/>
                  <a:pt x="2193703" y="1210342"/>
                  <a:pt x="2193703" y="1219391"/>
                </a:cubicBezTo>
                <a:cubicBezTo>
                  <a:pt x="2193703" y="1228439"/>
                  <a:pt x="2201037" y="1235678"/>
                  <a:pt x="2209991" y="1235678"/>
                </a:cubicBezTo>
                <a:close/>
                <a:moveTo>
                  <a:pt x="2286191" y="1235012"/>
                </a:moveTo>
                <a:cubicBezTo>
                  <a:pt x="2294858" y="1235012"/>
                  <a:pt x="2301812" y="1227963"/>
                  <a:pt x="2301812" y="1219391"/>
                </a:cubicBezTo>
                <a:cubicBezTo>
                  <a:pt x="2301812" y="1210818"/>
                  <a:pt x="2294763" y="1203770"/>
                  <a:pt x="2286191" y="1203770"/>
                </a:cubicBezTo>
                <a:cubicBezTo>
                  <a:pt x="2277618" y="1203770"/>
                  <a:pt x="2270570" y="1210818"/>
                  <a:pt x="2270570" y="1219391"/>
                </a:cubicBezTo>
                <a:cubicBezTo>
                  <a:pt x="2270570" y="1227963"/>
                  <a:pt x="2277618" y="1235012"/>
                  <a:pt x="2286191" y="1235012"/>
                </a:cubicBezTo>
                <a:close/>
                <a:moveTo>
                  <a:pt x="2362391" y="1234250"/>
                </a:moveTo>
                <a:cubicBezTo>
                  <a:pt x="2370582" y="1234250"/>
                  <a:pt x="2377154" y="1227582"/>
                  <a:pt x="2377154" y="1219486"/>
                </a:cubicBezTo>
                <a:cubicBezTo>
                  <a:pt x="2377154" y="1211390"/>
                  <a:pt x="2370487" y="1204722"/>
                  <a:pt x="2362391" y="1204722"/>
                </a:cubicBezTo>
                <a:cubicBezTo>
                  <a:pt x="2354294" y="1204722"/>
                  <a:pt x="2347627" y="1211390"/>
                  <a:pt x="2347627" y="1219486"/>
                </a:cubicBezTo>
                <a:cubicBezTo>
                  <a:pt x="2347627" y="1227582"/>
                  <a:pt x="2354199" y="1234250"/>
                  <a:pt x="2362391" y="1234250"/>
                </a:cubicBezTo>
                <a:close/>
                <a:moveTo>
                  <a:pt x="2438591" y="1233107"/>
                </a:moveTo>
                <a:cubicBezTo>
                  <a:pt x="2446211" y="1233107"/>
                  <a:pt x="2452307" y="1226915"/>
                  <a:pt x="2452307" y="1219391"/>
                </a:cubicBezTo>
                <a:cubicBezTo>
                  <a:pt x="2452307" y="1211866"/>
                  <a:pt x="2446115" y="1205675"/>
                  <a:pt x="2438591" y="1205675"/>
                </a:cubicBezTo>
                <a:cubicBezTo>
                  <a:pt x="2430971" y="1205675"/>
                  <a:pt x="2424875" y="1211866"/>
                  <a:pt x="2424875" y="1219391"/>
                </a:cubicBezTo>
                <a:cubicBezTo>
                  <a:pt x="2424875" y="1226915"/>
                  <a:pt x="2431066" y="1233107"/>
                  <a:pt x="2438591" y="1233107"/>
                </a:cubicBezTo>
                <a:close/>
                <a:moveTo>
                  <a:pt x="2514791" y="1232345"/>
                </a:moveTo>
                <a:cubicBezTo>
                  <a:pt x="2521934" y="1232345"/>
                  <a:pt x="2527649" y="1226534"/>
                  <a:pt x="2527649" y="1219486"/>
                </a:cubicBezTo>
                <a:cubicBezTo>
                  <a:pt x="2527649" y="1212342"/>
                  <a:pt x="2521839" y="1206627"/>
                  <a:pt x="2514791" y="1206627"/>
                </a:cubicBezTo>
                <a:cubicBezTo>
                  <a:pt x="2507647" y="1206627"/>
                  <a:pt x="2501932" y="1212437"/>
                  <a:pt x="2501932" y="1219486"/>
                </a:cubicBezTo>
                <a:cubicBezTo>
                  <a:pt x="2501932" y="1226534"/>
                  <a:pt x="2507647" y="1232345"/>
                  <a:pt x="2514791" y="1232345"/>
                </a:cubicBezTo>
                <a:close/>
                <a:moveTo>
                  <a:pt x="2590991" y="1231202"/>
                </a:moveTo>
                <a:cubicBezTo>
                  <a:pt x="2597563" y="1231202"/>
                  <a:pt x="2602802" y="1225868"/>
                  <a:pt x="2602802" y="1219391"/>
                </a:cubicBezTo>
                <a:cubicBezTo>
                  <a:pt x="2602802" y="1212818"/>
                  <a:pt x="2597468" y="1207580"/>
                  <a:pt x="2590991" y="1207580"/>
                </a:cubicBezTo>
                <a:cubicBezTo>
                  <a:pt x="2584418" y="1207580"/>
                  <a:pt x="2579180" y="1212914"/>
                  <a:pt x="2579180" y="1219391"/>
                </a:cubicBezTo>
                <a:cubicBezTo>
                  <a:pt x="2579180" y="1225963"/>
                  <a:pt x="2584514" y="1231202"/>
                  <a:pt x="2590991" y="1231202"/>
                </a:cubicBezTo>
                <a:close/>
                <a:moveTo>
                  <a:pt x="2667191" y="1230439"/>
                </a:moveTo>
                <a:cubicBezTo>
                  <a:pt x="2673287" y="1230439"/>
                  <a:pt x="2678145" y="1225487"/>
                  <a:pt x="2678145" y="1219486"/>
                </a:cubicBezTo>
                <a:cubicBezTo>
                  <a:pt x="2678145" y="1213485"/>
                  <a:pt x="2673191" y="1208532"/>
                  <a:pt x="2667191" y="1208532"/>
                </a:cubicBezTo>
                <a:cubicBezTo>
                  <a:pt x="2661095" y="1208532"/>
                  <a:pt x="2656237" y="1213485"/>
                  <a:pt x="2656237" y="1219486"/>
                </a:cubicBezTo>
                <a:cubicBezTo>
                  <a:pt x="2656237" y="1225487"/>
                  <a:pt x="2661190" y="1230439"/>
                  <a:pt x="2667191" y="1230439"/>
                </a:cubicBezTo>
                <a:close/>
                <a:moveTo>
                  <a:pt x="2743391" y="1229297"/>
                </a:moveTo>
                <a:cubicBezTo>
                  <a:pt x="2748915" y="1229297"/>
                  <a:pt x="2753297" y="1224820"/>
                  <a:pt x="2753297" y="1219391"/>
                </a:cubicBezTo>
                <a:cubicBezTo>
                  <a:pt x="2753297" y="1213866"/>
                  <a:pt x="2748820" y="1209485"/>
                  <a:pt x="2743391" y="1209485"/>
                </a:cubicBezTo>
                <a:cubicBezTo>
                  <a:pt x="2737866" y="1209485"/>
                  <a:pt x="2733485" y="1213961"/>
                  <a:pt x="2733485" y="1219391"/>
                </a:cubicBezTo>
                <a:cubicBezTo>
                  <a:pt x="2733485" y="1224915"/>
                  <a:pt x="2737961" y="1229297"/>
                  <a:pt x="2743391" y="1229297"/>
                </a:cubicBezTo>
                <a:close/>
                <a:moveTo>
                  <a:pt x="2819591" y="1228249"/>
                </a:moveTo>
                <a:cubicBezTo>
                  <a:pt x="2824448" y="1228249"/>
                  <a:pt x="2828449" y="1224248"/>
                  <a:pt x="2828449" y="1219391"/>
                </a:cubicBezTo>
                <a:cubicBezTo>
                  <a:pt x="2828449" y="1214533"/>
                  <a:pt x="2824448" y="1210532"/>
                  <a:pt x="2819591" y="1210532"/>
                </a:cubicBezTo>
                <a:cubicBezTo>
                  <a:pt x="2814733" y="1210532"/>
                  <a:pt x="2810732" y="1214533"/>
                  <a:pt x="2810732" y="1219391"/>
                </a:cubicBezTo>
                <a:cubicBezTo>
                  <a:pt x="2810732" y="1224248"/>
                  <a:pt x="2814733" y="1228249"/>
                  <a:pt x="2819591" y="1228249"/>
                </a:cubicBezTo>
                <a:close/>
                <a:moveTo>
                  <a:pt x="2895791" y="1227201"/>
                </a:moveTo>
                <a:cubicBezTo>
                  <a:pt x="2900077" y="1227201"/>
                  <a:pt x="2903601" y="1223677"/>
                  <a:pt x="2903601" y="1219391"/>
                </a:cubicBezTo>
                <a:cubicBezTo>
                  <a:pt x="2903601" y="1215104"/>
                  <a:pt x="2900077" y="1211580"/>
                  <a:pt x="2895791" y="1211580"/>
                </a:cubicBezTo>
                <a:cubicBezTo>
                  <a:pt x="2891504" y="1211580"/>
                  <a:pt x="2887980" y="1215104"/>
                  <a:pt x="2887980" y="1219391"/>
                </a:cubicBezTo>
                <a:cubicBezTo>
                  <a:pt x="2887980" y="1223772"/>
                  <a:pt x="2891504" y="1227201"/>
                  <a:pt x="2895791" y="1227201"/>
                </a:cubicBezTo>
                <a:close/>
                <a:moveTo>
                  <a:pt x="2971991" y="1226153"/>
                </a:moveTo>
                <a:cubicBezTo>
                  <a:pt x="2975705" y="1226153"/>
                  <a:pt x="2978753" y="1223105"/>
                  <a:pt x="2978753" y="1219391"/>
                </a:cubicBezTo>
                <a:cubicBezTo>
                  <a:pt x="2978753" y="1215676"/>
                  <a:pt x="2975705" y="1212628"/>
                  <a:pt x="2971991" y="1212628"/>
                </a:cubicBezTo>
                <a:cubicBezTo>
                  <a:pt x="2968276" y="1212628"/>
                  <a:pt x="2965228" y="1215676"/>
                  <a:pt x="2965228" y="1219391"/>
                </a:cubicBezTo>
                <a:cubicBezTo>
                  <a:pt x="2965228" y="1223105"/>
                  <a:pt x="2968276" y="1226153"/>
                  <a:pt x="2971991" y="1226153"/>
                </a:cubicBezTo>
                <a:close/>
                <a:moveTo>
                  <a:pt x="3048191" y="1224915"/>
                </a:moveTo>
                <a:cubicBezTo>
                  <a:pt x="3051239" y="1224915"/>
                  <a:pt x="3053715" y="1222439"/>
                  <a:pt x="3053715" y="1219391"/>
                </a:cubicBezTo>
                <a:cubicBezTo>
                  <a:pt x="3053715" y="1216343"/>
                  <a:pt x="3051239" y="1213866"/>
                  <a:pt x="3048191" y="1213866"/>
                </a:cubicBezTo>
                <a:cubicBezTo>
                  <a:pt x="3045143" y="1213866"/>
                  <a:pt x="3042666" y="1216343"/>
                  <a:pt x="3042666" y="1219391"/>
                </a:cubicBezTo>
                <a:cubicBezTo>
                  <a:pt x="3042761" y="1222439"/>
                  <a:pt x="3045143" y="1224915"/>
                  <a:pt x="3048191" y="1224915"/>
                </a:cubicBezTo>
                <a:close/>
                <a:moveTo>
                  <a:pt x="3124391" y="1223867"/>
                </a:moveTo>
                <a:cubicBezTo>
                  <a:pt x="3126867" y="1223867"/>
                  <a:pt x="3128867" y="1221867"/>
                  <a:pt x="3128867" y="1219391"/>
                </a:cubicBezTo>
                <a:cubicBezTo>
                  <a:pt x="3128867" y="1216914"/>
                  <a:pt x="3126867" y="1214914"/>
                  <a:pt x="3124391" y="1214914"/>
                </a:cubicBezTo>
                <a:cubicBezTo>
                  <a:pt x="3121914" y="1214914"/>
                  <a:pt x="3119914" y="1216914"/>
                  <a:pt x="3119914" y="1219391"/>
                </a:cubicBezTo>
                <a:cubicBezTo>
                  <a:pt x="3120009" y="1221867"/>
                  <a:pt x="3121914" y="1223867"/>
                  <a:pt x="3124391" y="1223867"/>
                </a:cubicBezTo>
                <a:close/>
                <a:moveTo>
                  <a:pt x="3200591" y="1222820"/>
                </a:moveTo>
                <a:cubicBezTo>
                  <a:pt x="3202496" y="1222820"/>
                  <a:pt x="3203924" y="1221296"/>
                  <a:pt x="3203924" y="1219486"/>
                </a:cubicBezTo>
                <a:cubicBezTo>
                  <a:pt x="3203924" y="1217676"/>
                  <a:pt x="3202400" y="1216057"/>
                  <a:pt x="3200591" y="1216057"/>
                </a:cubicBezTo>
                <a:cubicBezTo>
                  <a:pt x="3198686" y="1216057"/>
                  <a:pt x="3197257" y="1217581"/>
                  <a:pt x="3197257" y="1219486"/>
                </a:cubicBezTo>
                <a:cubicBezTo>
                  <a:pt x="3197257" y="1221391"/>
                  <a:pt x="3198781" y="1222820"/>
                  <a:pt x="3200591" y="1222820"/>
                </a:cubicBezTo>
                <a:close/>
                <a:moveTo>
                  <a:pt x="3276791" y="1221772"/>
                </a:moveTo>
                <a:cubicBezTo>
                  <a:pt x="3278029" y="1221772"/>
                  <a:pt x="3279077" y="1220724"/>
                  <a:pt x="3279077" y="1219486"/>
                </a:cubicBezTo>
                <a:cubicBezTo>
                  <a:pt x="3279077" y="1218248"/>
                  <a:pt x="3278029" y="1217200"/>
                  <a:pt x="3276791" y="1217200"/>
                </a:cubicBezTo>
                <a:cubicBezTo>
                  <a:pt x="3275553" y="1217200"/>
                  <a:pt x="3274505" y="1218248"/>
                  <a:pt x="3274505" y="1219486"/>
                </a:cubicBezTo>
                <a:cubicBezTo>
                  <a:pt x="3274505" y="1220724"/>
                  <a:pt x="3275553" y="1221772"/>
                  <a:pt x="3276791" y="1221772"/>
                </a:cubicBezTo>
                <a:close/>
                <a:moveTo>
                  <a:pt x="3352991" y="1220724"/>
                </a:moveTo>
                <a:cubicBezTo>
                  <a:pt x="3353657" y="1220724"/>
                  <a:pt x="3354229" y="1220153"/>
                  <a:pt x="3354229" y="1219486"/>
                </a:cubicBezTo>
                <a:cubicBezTo>
                  <a:pt x="3354229" y="1218819"/>
                  <a:pt x="3353657" y="1218248"/>
                  <a:pt x="3352991" y="1218248"/>
                </a:cubicBezTo>
                <a:cubicBezTo>
                  <a:pt x="3352324" y="1218248"/>
                  <a:pt x="3351753" y="1218819"/>
                  <a:pt x="3351753" y="1219486"/>
                </a:cubicBezTo>
                <a:cubicBezTo>
                  <a:pt x="3351753" y="1220153"/>
                  <a:pt x="3352324" y="1220724"/>
                  <a:pt x="3352991" y="1220724"/>
                </a:cubicBezTo>
                <a:close/>
                <a:moveTo>
                  <a:pt x="3429191" y="1219581"/>
                </a:moveTo>
                <a:cubicBezTo>
                  <a:pt x="3429286" y="1219581"/>
                  <a:pt x="3429381" y="1219486"/>
                  <a:pt x="3429381" y="1219391"/>
                </a:cubicBezTo>
                <a:cubicBezTo>
                  <a:pt x="3429381" y="1219295"/>
                  <a:pt x="3429286" y="1219200"/>
                  <a:pt x="3429191" y="1219200"/>
                </a:cubicBezTo>
                <a:cubicBezTo>
                  <a:pt x="3429095" y="1219200"/>
                  <a:pt x="3429000" y="1219295"/>
                  <a:pt x="3429000" y="1219391"/>
                </a:cubicBezTo>
                <a:cubicBezTo>
                  <a:pt x="3429000" y="1219486"/>
                  <a:pt x="3429095" y="1219581"/>
                  <a:pt x="3429191" y="1219581"/>
                </a:cubicBezTo>
                <a:close/>
                <a:moveTo>
                  <a:pt x="76391" y="1296067"/>
                </a:moveTo>
                <a:cubicBezTo>
                  <a:pt x="76581" y="1296067"/>
                  <a:pt x="76772" y="1295876"/>
                  <a:pt x="76772" y="1295686"/>
                </a:cubicBezTo>
                <a:cubicBezTo>
                  <a:pt x="76772" y="1295495"/>
                  <a:pt x="76581" y="1295305"/>
                  <a:pt x="76391" y="1295305"/>
                </a:cubicBezTo>
                <a:cubicBezTo>
                  <a:pt x="76200" y="1295305"/>
                  <a:pt x="76010" y="1295495"/>
                  <a:pt x="76010" y="1295686"/>
                </a:cubicBezTo>
                <a:cubicBezTo>
                  <a:pt x="76010" y="1295876"/>
                  <a:pt x="76200" y="1296067"/>
                  <a:pt x="76391" y="1296067"/>
                </a:cubicBezTo>
                <a:close/>
                <a:moveTo>
                  <a:pt x="152591" y="1297114"/>
                </a:moveTo>
                <a:cubicBezTo>
                  <a:pt x="153448" y="1297114"/>
                  <a:pt x="154115" y="1296448"/>
                  <a:pt x="154115" y="1295591"/>
                </a:cubicBezTo>
                <a:cubicBezTo>
                  <a:pt x="154115" y="1294733"/>
                  <a:pt x="153448" y="1294067"/>
                  <a:pt x="152591" y="1294067"/>
                </a:cubicBezTo>
                <a:cubicBezTo>
                  <a:pt x="151733" y="1294067"/>
                  <a:pt x="151067" y="1294733"/>
                  <a:pt x="151067" y="1295591"/>
                </a:cubicBezTo>
                <a:cubicBezTo>
                  <a:pt x="151067" y="1296448"/>
                  <a:pt x="151829" y="1297114"/>
                  <a:pt x="152591" y="1297114"/>
                </a:cubicBezTo>
                <a:close/>
                <a:moveTo>
                  <a:pt x="228791" y="1298162"/>
                </a:moveTo>
                <a:cubicBezTo>
                  <a:pt x="230219" y="1298162"/>
                  <a:pt x="231362" y="1297019"/>
                  <a:pt x="231362" y="1295591"/>
                </a:cubicBezTo>
                <a:cubicBezTo>
                  <a:pt x="231362" y="1294162"/>
                  <a:pt x="230219" y="1293019"/>
                  <a:pt x="228791" y="1293019"/>
                </a:cubicBezTo>
                <a:cubicBezTo>
                  <a:pt x="227362" y="1293019"/>
                  <a:pt x="226219" y="1294162"/>
                  <a:pt x="226219" y="1295591"/>
                </a:cubicBezTo>
                <a:cubicBezTo>
                  <a:pt x="226219" y="1297019"/>
                  <a:pt x="227457" y="1298162"/>
                  <a:pt x="228791" y="1298162"/>
                </a:cubicBezTo>
                <a:close/>
                <a:moveTo>
                  <a:pt x="304991" y="1299210"/>
                </a:moveTo>
                <a:cubicBezTo>
                  <a:pt x="306991" y="1299210"/>
                  <a:pt x="308610" y="1297591"/>
                  <a:pt x="308610" y="1295591"/>
                </a:cubicBezTo>
                <a:cubicBezTo>
                  <a:pt x="308610" y="1293590"/>
                  <a:pt x="306991" y="1291971"/>
                  <a:pt x="304991" y="1291971"/>
                </a:cubicBezTo>
                <a:cubicBezTo>
                  <a:pt x="302990" y="1291971"/>
                  <a:pt x="301371" y="1293590"/>
                  <a:pt x="301371" y="1295591"/>
                </a:cubicBezTo>
                <a:cubicBezTo>
                  <a:pt x="301371" y="1297591"/>
                  <a:pt x="302990" y="1299210"/>
                  <a:pt x="304991" y="1299210"/>
                </a:cubicBezTo>
                <a:close/>
                <a:moveTo>
                  <a:pt x="381191" y="1300448"/>
                </a:moveTo>
                <a:cubicBezTo>
                  <a:pt x="383858" y="1300448"/>
                  <a:pt x="386048" y="1298258"/>
                  <a:pt x="386048" y="1295591"/>
                </a:cubicBezTo>
                <a:cubicBezTo>
                  <a:pt x="386048" y="1292924"/>
                  <a:pt x="383858" y="1290733"/>
                  <a:pt x="381191" y="1290733"/>
                </a:cubicBezTo>
                <a:cubicBezTo>
                  <a:pt x="378524" y="1290733"/>
                  <a:pt x="376333" y="1292924"/>
                  <a:pt x="376333" y="1295591"/>
                </a:cubicBezTo>
                <a:cubicBezTo>
                  <a:pt x="376333" y="1298258"/>
                  <a:pt x="378524" y="1300448"/>
                  <a:pt x="381191" y="1300448"/>
                </a:cubicBezTo>
                <a:close/>
                <a:moveTo>
                  <a:pt x="457391" y="1301496"/>
                </a:moveTo>
                <a:cubicBezTo>
                  <a:pt x="460629" y="1301496"/>
                  <a:pt x="463296" y="1298829"/>
                  <a:pt x="463296" y="1295591"/>
                </a:cubicBezTo>
                <a:cubicBezTo>
                  <a:pt x="463296" y="1292352"/>
                  <a:pt x="460629" y="1289685"/>
                  <a:pt x="457391" y="1289685"/>
                </a:cubicBezTo>
                <a:cubicBezTo>
                  <a:pt x="454152" y="1289685"/>
                  <a:pt x="451485" y="1292352"/>
                  <a:pt x="451485" y="1295591"/>
                </a:cubicBezTo>
                <a:cubicBezTo>
                  <a:pt x="451485" y="1298924"/>
                  <a:pt x="454152" y="1301496"/>
                  <a:pt x="457391" y="1301496"/>
                </a:cubicBezTo>
                <a:close/>
                <a:moveTo>
                  <a:pt x="533591" y="1302544"/>
                </a:moveTo>
                <a:cubicBezTo>
                  <a:pt x="537401" y="1302544"/>
                  <a:pt x="540544" y="1299401"/>
                  <a:pt x="540544" y="1295591"/>
                </a:cubicBezTo>
                <a:cubicBezTo>
                  <a:pt x="540544" y="1291781"/>
                  <a:pt x="537401" y="1288637"/>
                  <a:pt x="533591" y="1288637"/>
                </a:cubicBezTo>
                <a:cubicBezTo>
                  <a:pt x="529781" y="1288637"/>
                  <a:pt x="526637" y="1291781"/>
                  <a:pt x="526637" y="1295591"/>
                </a:cubicBezTo>
                <a:cubicBezTo>
                  <a:pt x="526637" y="1299401"/>
                  <a:pt x="529781" y="1302544"/>
                  <a:pt x="533591" y="1302544"/>
                </a:cubicBezTo>
                <a:close/>
                <a:moveTo>
                  <a:pt x="609790" y="1303687"/>
                </a:moveTo>
                <a:cubicBezTo>
                  <a:pt x="614267" y="1303687"/>
                  <a:pt x="617792" y="1300067"/>
                  <a:pt x="617792" y="1295686"/>
                </a:cubicBezTo>
                <a:cubicBezTo>
                  <a:pt x="617792" y="1291209"/>
                  <a:pt x="614172" y="1287685"/>
                  <a:pt x="609790" y="1287685"/>
                </a:cubicBezTo>
                <a:cubicBezTo>
                  <a:pt x="605314" y="1287685"/>
                  <a:pt x="601790" y="1291304"/>
                  <a:pt x="601790" y="1295686"/>
                </a:cubicBezTo>
                <a:cubicBezTo>
                  <a:pt x="601790" y="1300067"/>
                  <a:pt x="605409" y="1303687"/>
                  <a:pt x="609790" y="1303687"/>
                </a:cubicBezTo>
                <a:close/>
                <a:moveTo>
                  <a:pt x="685990" y="1304925"/>
                </a:moveTo>
                <a:cubicBezTo>
                  <a:pt x="691134" y="1304925"/>
                  <a:pt x="695325" y="1300734"/>
                  <a:pt x="695325" y="1295591"/>
                </a:cubicBezTo>
                <a:cubicBezTo>
                  <a:pt x="695325" y="1290447"/>
                  <a:pt x="691134" y="1286256"/>
                  <a:pt x="685990" y="1286256"/>
                </a:cubicBezTo>
                <a:cubicBezTo>
                  <a:pt x="680847" y="1286256"/>
                  <a:pt x="676656" y="1290447"/>
                  <a:pt x="676656" y="1295591"/>
                </a:cubicBezTo>
                <a:cubicBezTo>
                  <a:pt x="676751" y="1300734"/>
                  <a:pt x="680847" y="1304925"/>
                  <a:pt x="685990" y="1304925"/>
                </a:cubicBezTo>
                <a:close/>
                <a:moveTo>
                  <a:pt x="762190" y="1305973"/>
                </a:moveTo>
                <a:cubicBezTo>
                  <a:pt x="767906" y="1305973"/>
                  <a:pt x="772573" y="1301306"/>
                  <a:pt x="772573" y="1295591"/>
                </a:cubicBezTo>
                <a:cubicBezTo>
                  <a:pt x="772573" y="1289876"/>
                  <a:pt x="767906" y="1285208"/>
                  <a:pt x="762190" y="1285208"/>
                </a:cubicBezTo>
                <a:cubicBezTo>
                  <a:pt x="756476" y="1285208"/>
                  <a:pt x="751808" y="1289876"/>
                  <a:pt x="751808" y="1295591"/>
                </a:cubicBezTo>
                <a:cubicBezTo>
                  <a:pt x="751808" y="1301306"/>
                  <a:pt x="756476" y="1305973"/>
                  <a:pt x="762190" y="1305973"/>
                </a:cubicBezTo>
                <a:close/>
                <a:moveTo>
                  <a:pt x="838390" y="1307021"/>
                </a:moveTo>
                <a:cubicBezTo>
                  <a:pt x="844677" y="1307021"/>
                  <a:pt x="849821" y="1301877"/>
                  <a:pt x="849821" y="1295591"/>
                </a:cubicBezTo>
                <a:cubicBezTo>
                  <a:pt x="849821" y="1289304"/>
                  <a:pt x="844677" y="1284161"/>
                  <a:pt x="838390" y="1284161"/>
                </a:cubicBezTo>
                <a:cubicBezTo>
                  <a:pt x="832104" y="1284161"/>
                  <a:pt x="826961" y="1289304"/>
                  <a:pt x="826961" y="1295591"/>
                </a:cubicBezTo>
                <a:cubicBezTo>
                  <a:pt x="826961" y="1301877"/>
                  <a:pt x="832104" y="1307021"/>
                  <a:pt x="838390" y="1307021"/>
                </a:cubicBezTo>
                <a:close/>
                <a:moveTo>
                  <a:pt x="914590" y="1308068"/>
                </a:moveTo>
                <a:cubicBezTo>
                  <a:pt x="921449" y="1308068"/>
                  <a:pt x="927068" y="1302449"/>
                  <a:pt x="927068" y="1295591"/>
                </a:cubicBezTo>
                <a:cubicBezTo>
                  <a:pt x="927068" y="1288733"/>
                  <a:pt x="921449" y="1283113"/>
                  <a:pt x="914590" y="1283113"/>
                </a:cubicBezTo>
                <a:cubicBezTo>
                  <a:pt x="907733" y="1283113"/>
                  <a:pt x="902113" y="1288733"/>
                  <a:pt x="902113" y="1295591"/>
                </a:cubicBezTo>
                <a:cubicBezTo>
                  <a:pt x="902113" y="1302449"/>
                  <a:pt x="907733" y="1308068"/>
                  <a:pt x="914590" y="1308068"/>
                </a:cubicBezTo>
                <a:close/>
                <a:moveTo>
                  <a:pt x="990790" y="1309116"/>
                </a:moveTo>
                <a:cubicBezTo>
                  <a:pt x="998220" y="1309116"/>
                  <a:pt x="1004316" y="1303020"/>
                  <a:pt x="1004316" y="1295591"/>
                </a:cubicBezTo>
                <a:cubicBezTo>
                  <a:pt x="1004316" y="1288161"/>
                  <a:pt x="998220" y="1282065"/>
                  <a:pt x="990790" y="1282065"/>
                </a:cubicBezTo>
                <a:cubicBezTo>
                  <a:pt x="983361" y="1282065"/>
                  <a:pt x="977265" y="1288161"/>
                  <a:pt x="977265" y="1295591"/>
                </a:cubicBezTo>
                <a:cubicBezTo>
                  <a:pt x="977265" y="1303020"/>
                  <a:pt x="983361" y="1309116"/>
                  <a:pt x="990790" y="1309116"/>
                </a:cubicBezTo>
                <a:close/>
                <a:moveTo>
                  <a:pt x="1066991" y="1309973"/>
                </a:moveTo>
                <a:cubicBezTo>
                  <a:pt x="1074896" y="1309973"/>
                  <a:pt x="1081373" y="1303496"/>
                  <a:pt x="1081373" y="1295591"/>
                </a:cubicBezTo>
                <a:cubicBezTo>
                  <a:pt x="1081373" y="1287685"/>
                  <a:pt x="1074896" y="1281208"/>
                  <a:pt x="1066991" y="1281208"/>
                </a:cubicBezTo>
                <a:cubicBezTo>
                  <a:pt x="1059085" y="1281208"/>
                  <a:pt x="1052608" y="1287685"/>
                  <a:pt x="1052608" y="1295591"/>
                </a:cubicBezTo>
                <a:cubicBezTo>
                  <a:pt x="1052608" y="1303496"/>
                  <a:pt x="1059085" y="1309973"/>
                  <a:pt x="1066991" y="1309973"/>
                </a:cubicBezTo>
                <a:close/>
                <a:moveTo>
                  <a:pt x="1143191" y="1311021"/>
                </a:moveTo>
                <a:cubicBezTo>
                  <a:pt x="1151668" y="1311021"/>
                  <a:pt x="1158621" y="1304068"/>
                  <a:pt x="1158621" y="1295591"/>
                </a:cubicBezTo>
                <a:cubicBezTo>
                  <a:pt x="1158621" y="1287113"/>
                  <a:pt x="1151763" y="1280160"/>
                  <a:pt x="1143191" y="1280160"/>
                </a:cubicBezTo>
                <a:cubicBezTo>
                  <a:pt x="1134618" y="1280160"/>
                  <a:pt x="1127760" y="1287113"/>
                  <a:pt x="1127760" y="1295591"/>
                </a:cubicBezTo>
                <a:cubicBezTo>
                  <a:pt x="1127760" y="1304068"/>
                  <a:pt x="1134713" y="1311021"/>
                  <a:pt x="1143191" y="1311021"/>
                </a:cubicBezTo>
                <a:close/>
                <a:moveTo>
                  <a:pt x="1219391" y="1311878"/>
                </a:moveTo>
                <a:cubicBezTo>
                  <a:pt x="1228344" y="1311878"/>
                  <a:pt x="1235678" y="1304639"/>
                  <a:pt x="1235678" y="1295591"/>
                </a:cubicBezTo>
                <a:cubicBezTo>
                  <a:pt x="1235678" y="1286542"/>
                  <a:pt x="1228439" y="1279303"/>
                  <a:pt x="1219391" y="1279303"/>
                </a:cubicBezTo>
                <a:cubicBezTo>
                  <a:pt x="1210342" y="1279303"/>
                  <a:pt x="1203103" y="1286542"/>
                  <a:pt x="1203103" y="1295591"/>
                </a:cubicBezTo>
                <a:cubicBezTo>
                  <a:pt x="1203103" y="1304639"/>
                  <a:pt x="1210437" y="1311878"/>
                  <a:pt x="1219391" y="1311878"/>
                </a:cubicBezTo>
                <a:close/>
                <a:moveTo>
                  <a:pt x="1295591" y="1312736"/>
                </a:moveTo>
                <a:cubicBezTo>
                  <a:pt x="1305020" y="1312736"/>
                  <a:pt x="1312736" y="1305116"/>
                  <a:pt x="1312736" y="1295591"/>
                </a:cubicBezTo>
                <a:cubicBezTo>
                  <a:pt x="1312736" y="1286066"/>
                  <a:pt x="1305116" y="1278446"/>
                  <a:pt x="1295591" y="1278446"/>
                </a:cubicBezTo>
                <a:cubicBezTo>
                  <a:pt x="1286066" y="1278446"/>
                  <a:pt x="1278446" y="1286066"/>
                  <a:pt x="1278446" y="1295591"/>
                </a:cubicBezTo>
                <a:cubicBezTo>
                  <a:pt x="1278446" y="1305116"/>
                  <a:pt x="1286161" y="1312736"/>
                  <a:pt x="1295591" y="1312736"/>
                </a:cubicBezTo>
                <a:close/>
                <a:moveTo>
                  <a:pt x="1371791" y="1313593"/>
                </a:moveTo>
                <a:cubicBezTo>
                  <a:pt x="1381697" y="1313593"/>
                  <a:pt x="1389793" y="1305592"/>
                  <a:pt x="1389793" y="1295591"/>
                </a:cubicBezTo>
                <a:cubicBezTo>
                  <a:pt x="1389793" y="1285589"/>
                  <a:pt x="1381792" y="1277588"/>
                  <a:pt x="1371791" y="1277588"/>
                </a:cubicBezTo>
                <a:cubicBezTo>
                  <a:pt x="1361789" y="1277588"/>
                  <a:pt x="1353788" y="1285589"/>
                  <a:pt x="1353788" y="1295591"/>
                </a:cubicBezTo>
                <a:cubicBezTo>
                  <a:pt x="1353788" y="1305592"/>
                  <a:pt x="1361885" y="1313593"/>
                  <a:pt x="1371791" y="1313593"/>
                </a:cubicBezTo>
                <a:close/>
                <a:moveTo>
                  <a:pt x="1447991" y="1314450"/>
                </a:moveTo>
                <a:cubicBezTo>
                  <a:pt x="1458373" y="1314450"/>
                  <a:pt x="1466755" y="1306068"/>
                  <a:pt x="1466755" y="1295686"/>
                </a:cubicBezTo>
                <a:cubicBezTo>
                  <a:pt x="1466755" y="1285304"/>
                  <a:pt x="1458373" y="1276922"/>
                  <a:pt x="1447991" y="1276922"/>
                </a:cubicBezTo>
                <a:cubicBezTo>
                  <a:pt x="1437608" y="1276922"/>
                  <a:pt x="1429226" y="1285304"/>
                  <a:pt x="1429226" y="1295686"/>
                </a:cubicBezTo>
                <a:cubicBezTo>
                  <a:pt x="1429226" y="1305973"/>
                  <a:pt x="1437608" y="1314450"/>
                  <a:pt x="1447991" y="1314450"/>
                </a:cubicBezTo>
                <a:close/>
                <a:moveTo>
                  <a:pt x="1524191" y="1314831"/>
                </a:moveTo>
                <a:cubicBezTo>
                  <a:pt x="1534763" y="1314831"/>
                  <a:pt x="1543431" y="1306259"/>
                  <a:pt x="1543431" y="1295591"/>
                </a:cubicBezTo>
                <a:cubicBezTo>
                  <a:pt x="1543431" y="1284923"/>
                  <a:pt x="1534859" y="1276350"/>
                  <a:pt x="1524191" y="1276350"/>
                </a:cubicBezTo>
                <a:cubicBezTo>
                  <a:pt x="1513523" y="1276350"/>
                  <a:pt x="1504950" y="1284923"/>
                  <a:pt x="1504950" y="1295591"/>
                </a:cubicBezTo>
                <a:cubicBezTo>
                  <a:pt x="1504950" y="1306259"/>
                  <a:pt x="1513618" y="1314831"/>
                  <a:pt x="1524191" y="1314831"/>
                </a:cubicBezTo>
                <a:close/>
                <a:moveTo>
                  <a:pt x="1600391" y="1315307"/>
                </a:moveTo>
                <a:cubicBezTo>
                  <a:pt x="1611249" y="1315307"/>
                  <a:pt x="1620012" y="1306544"/>
                  <a:pt x="1620012" y="1295686"/>
                </a:cubicBezTo>
                <a:cubicBezTo>
                  <a:pt x="1620012" y="1284827"/>
                  <a:pt x="1611249" y="1276064"/>
                  <a:pt x="1600391" y="1276064"/>
                </a:cubicBezTo>
                <a:cubicBezTo>
                  <a:pt x="1589532" y="1276064"/>
                  <a:pt x="1580769" y="1284827"/>
                  <a:pt x="1580769" y="1295686"/>
                </a:cubicBezTo>
                <a:cubicBezTo>
                  <a:pt x="1580769" y="1306544"/>
                  <a:pt x="1589532" y="1315307"/>
                  <a:pt x="1600391" y="1315307"/>
                </a:cubicBezTo>
                <a:close/>
                <a:moveTo>
                  <a:pt x="1676591" y="1315688"/>
                </a:moveTo>
                <a:cubicBezTo>
                  <a:pt x="1687639" y="1315688"/>
                  <a:pt x="1696688" y="1306735"/>
                  <a:pt x="1696688" y="1295591"/>
                </a:cubicBezTo>
                <a:cubicBezTo>
                  <a:pt x="1696688" y="1284446"/>
                  <a:pt x="1687735" y="1275493"/>
                  <a:pt x="1676591" y="1275493"/>
                </a:cubicBezTo>
                <a:cubicBezTo>
                  <a:pt x="1665446" y="1275493"/>
                  <a:pt x="1656493" y="1284446"/>
                  <a:pt x="1656493" y="1295591"/>
                </a:cubicBezTo>
                <a:cubicBezTo>
                  <a:pt x="1656493" y="1306735"/>
                  <a:pt x="1665542" y="1315688"/>
                  <a:pt x="1676591" y="1315688"/>
                </a:cubicBezTo>
                <a:close/>
                <a:moveTo>
                  <a:pt x="1752791" y="1315688"/>
                </a:moveTo>
                <a:cubicBezTo>
                  <a:pt x="1763839" y="1315688"/>
                  <a:pt x="1772888" y="1306735"/>
                  <a:pt x="1772888" y="1295591"/>
                </a:cubicBezTo>
                <a:cubicBezTo>
                  <a:pt x="1772888" y="1284446"/>
                  <a:pt x="1763935" y="1275493"/>
                  <a:pt x="1752791" y="1275493"/>
                </a:cubicBezTo>
                <a:cubicBezTo>
                  <a:pt x="1741646" y="1275493"/>
                  <a:pt x="1732693" y="1284446"/>
                  <a:pt x="1732693" y="1295591"/>
                </a:cubicBezTo>
                <a:cubicBezTo>
                  <a:pt x="1732693" y="1306735"/>
                  <a:pt x="1741742" y="1315688"/>
                  <a:pt x="1752791" y="1315688"/>
                </a:cubicBezTo>
                <a:close/>
                <a:moveTo>
                  <a:pt x="1828991" y="1315688"/>
                </a:moveTo>
                <a:cubicBezTo>
                  <a:pt x="1840039" y="1315688"/>
                  <a:pt x="1849088" y="1306735"/>
                  <a:pt x="1849088" y="1295591"/>
                </a:cubicBezTo>
                <a:cubicBezTo>
                  <a:pt x="1849088" y="1284446"/>
                  <a:pt x="1840135" y="1275493"/>
                  <a:pt x="1828991" y="1275493"/>
                </a:cubicBezTo>
                <a:cubicBezTo>
                  <a:pt x="1817846" y="1275493"/>
                  <a:pt x="1808893" y="1284446"/>
                  <a:pt x="1808893" y="1295591"/>
                </a:cubicBezTo>
                <a:cubicBezTo>
                  <a:pt x="1808893" y="1306735"/>
                  <a:pt x="1817942" y="1315688"/>
                  <a:pt x="1828991" y="1315688"/>
                </a:cubicBezTo>
                <a:close/>
                <a:moveTo>
                  <a:pt x="1905191" y="1315498"/>
                </a:moveTo>
                <a:cubicBezTo>
                  <a:pt x="1916144" y="1315498"/>
                  <a:pt x="1925098" y="1306639"/>
                  <a:pt x="1925098" y="1295591"/>
                </a:cubicBezTo>
                <a:cubicBezTo>
                  <a:pt x="1925098" y="1284542"/>
                  <a:pt x="1916239" y="1275683"/>
                  <a:pt x="1905191" y="1275683"/>
                </a:cubicBezTo>
                <a:cubicBezTo>
                  <a:pt x="1894237" y="1275683"/>
                  <a:pt x="1885283" y="1284542"/>
                  <a:pt x="1885283" y="1295591"/>
                </a:cubicBezTo>
                <a:cubicBezTo>
                  <a:pt x="1885283" y="1306639"/>
                  <a:pt x="1894237" y="1315498"/>
                  <a:pt x="1905191" y="1315498"/>
                </a:cubicBezTo>
                <a:close/>
                <a:moveTo>
                  <a:pt x="1981391" y="1315022"/>
                </a:moveTo>
                <a:cubicBezTo>
                  <a:pt x="1992154" y="1315022"/>
                  <a:pt x="2000822" y="1306354"/>
                  <a:pt x="2000822" y="1295591"/>
                </a:cubicBezTo>
                <a:cubicBezTo>
                  <a:pt x="2000822" y="1284827"/>
                  <a:pt x="1992154" y="1276160"/>
                  <a:pt x="1981391" y="1276160"/>
                </a:cubicBezTo>
                <a:cubicBezTo>
                  <a:pt x="1970627" y="1276160"/>
                  <a:pt x="1961960" y="1284827"/>
                  <a:pt x="1961960" y="1295591"/>
                </a:cubicBezTo>
                <a:cubicBezTo>
                  <a:pt x="1961960" y="1306354"/>
                  <a:pt x="1970723" y="1315022"/>
                  <a:pt x="1981391" y="1315022"/>
                </a:cubicBezTo>
                <a:close/>
                <a:moveTo>
                  <a:pt x="2057591" y="1314450"/>
                </a:moveTo>
                <a:cubicBezTo>
                  <a:pt x="2067973" y="1314450"/>
                  <a:pt x="2076355" y="1306068"/>
                  <a:pt x="2076355" y="1295686"/>
                </a:cubicBezTo>
                <a:cubicBezTo>
                  <a:pt x="2076355" y="1285304"/>
                  <a:pt x="2067973" y="1276922"/>
                  <a:pt x="2057591" y="1276922"/>
                </a:cubicBezTo>
                <a:cubicBezTo>
                  <a:pt x="2047208" y="1276922"/>
                  <a:pt x="2038826" y="1285304"/>
                  <a:pt x="2038826" y="1295686"/>
                </a:cubicBezTo>
                <a:cubicBezTo>
                  <a:pt x="2038826" y="1305973"/>
                  <a:pt x="2047208" y="1314450"/>
                  <a:pt x="2057591" y="1314450"/>
                </a:cubicBezTo>
                <a:close/>
                <a:moveTo>
                  <a:pt x="2133791" y="1313593"/>
                </a:moveTo>
                <a:cubicBezTo>
                  <a:pt x="2143697" y="1313593"/>
                  <a:pt x="2151793" y="1305592"/>
                  <a:pt x="2151793" y="1295591"/>
                </a:cubicBezTo>
                <a:cubicBezTo>
                  <a:pt x="2151793" y="1285589"/>
                  <a:pt x="2143792" y="1277588"/>
                  <a:pt x="2133791" y="1277588"/>
                </a:cubicBezTo>
                <a:cubicBezTo>
                  <a:pt x="2123789" y="1277588"/>
                  <a:pt x="2115788" y="1285589"/>
                  <a:pt x="2115788" y="1295591"/>
                </a:cubicBezTo>
                <a:cubicBezTo>
                  <a:pt x="2115788" y="1305592"/>
                  <a:pt x="2123885" y="1313593"/>
                  <a:pt x="2133791" y="1313593"/>
                </a:cubicBezTo>
                <a:close/>
                <a:moveTo>
                  <a:pt x="2209991" y="1312736"/>
                </a:moveTo>
                <a:cubicBezTo>
                  <a:pt x="2219420" y="1312736"/>
                  <a:pt x="2227136" y="1305116"/>
                  <a:pt x="2227136" y="1295591"/>
                </a:cubicBezTo>
                <a:cubicBezTo>
                  <a:pt x="2227136" y="1286066"/>
                  <a:pt x="2219516" y="1278446"/>
                  <a:pt x="2209991" y="1278446"/>
                </a:cubicBezTo>
                <a:cubicBezTo>
                  <a:pt x="2200466" y="1278446"/>
                  <a:pt x="2192846" y="1286066"/>
                  <a:pt x="2192846" y="1295591"/>
                </a:cubicBezTo>
                <a:cubicBezTo>
                  <a:pt x="2192846" y="1305116"/>
                  <a:pt x="2200561" y="1312736"/>
                  <a:pt x="2209991" y="1312736"/>
                </a:cubicBezTo>
                <a:close/>
                <a:moveTo>
                  <a:pt x="2286191" y="1311878"/>
                </a:moveTo>
                <a:cubicBezTo>
                  <a:pt x="2295144" y="1311878"/>
                  <a:pt x="2302478" y="1304639"/>
                  <a:pt x="2302478" y="1295591"/>
                </a:cubicBezTo>
                <a:cubicBezTo>
                  <a:pt x="2302478" y="1286542"/>
                  <a:pt x="2295239" y="1279303"/>
                  <a:pt x="2286191" y="1279303"/>
                </a:cubicBezTo>
                <a:cubicBezTo>
                  <a:pt x="2277142" y="1279303"/>
                  <a:pt x="2269903" y="1286542"/>
                  <a:pt x="2269903" y="1295591"/>
                </a:cubicBezTo>
                <a:cubicBezTo>
                  <a:pt x="2269903" y="1304639"/>
                  <a:pt x="2277237" y="1311878"/>
                  <a:pt x="2286191" y="1311878"/>
                </a:cubicBezTo>
                <a:close/>
                <a:moveTo>
                  <a:pt x="2362391" y="1311021"/>
                </a:moveTo>
                <a:cubicBezTo>
                  <a:pt x="2370868" y="1311021"/>
                  <a:pt x="2377821" y="1304068"/>
                  <a:pt x="2377821" y="1295591"/>
                </a:cubicBezTo>
                <a:cubicBezTo>
                  <a:pt x="2377821" y="1287113"/>
                  <a:pt x="2370868" y="1280160"/>
                  <a:pt x="2362391" y="1280160"/>
                </a:cubicBezTo>
                <a:cubicBezTo>
                  <a:pt x="2353913" y="1280160"/>
                  <a:pt x="2346960" y="1287113"/>
                  <a:pt x="2346960" y="1295591"/>
                </a:cubicBezTo>
                <a:cubicBezTo>
                  <a:pt x="2346960" y="1304068"/>
                  <a:pt x="2353913" y="1311021"/>
                  <a:pt x="2362391" y="1311021"/>
                </a:cubicBezTo>
                <a:close/>
                <a:moveTo>
                  <a:pt x="2438591" y="1310164"/>
                </a:moveTo>
                <a:cubicBezTo>
                  <a:pt x="2446687" y="1310164"/>
                  <a:pt x="2453164" y="1303592"/>
                  <a:pt x="2453164" y="1295591"/>
                </a:cubicBezTo>
                <a:cubicBezTo>
                  <a:pt x="2453164" y="1287589"/>
                  <a:pt x="2446591" y="1281017"/>
                  <a:pt x="2438591" y="1281017"/>
                </a:cubicBezTo>
                <a:cubicBezTo>
                  <a:pt x="2430494" y="1281017"/>
                  <a:pt x="2424017" y="1287589"/>
                  <a:pt x="2424017" y="1295591"/>
                </a:cubicBezTo>
                <a:cubicBezTo>
                  <a:pt x="2424017" y="1303592"/>
                  <a:pt x="2430590" y="1310164"/>
                  <a:pt x="2438591" y="1310164"/>
                </a:cubicBezTo>
                <a:close/>
                <a:moveTo>
                  <a:pt x="2514791" y="1309116"/>
                </a:moveTo>
                <a:cubicBezTo>
                  <a:pt x="2522220" y="1309116"/>
                  <a:pt x="2528316" y="1303020"/>
                  <a:pt x="2528316" y="1295591"/>
                </a:cubicBezTo>
                <a:cubicBezTo>
                  <a:pt x="2528316" y="1288161"/>
                  <a:pt x="2522220" y="1282065"/>
                  <a:pt x="2514791" y="1282065"/>
                </a:cubicBezTo>
                <a:cubicBezTo>
                  <a:pt x="2507361" y="1282065"/>
                  <a:pt x="2501265" y="1288161"/>
                  <a:pt x="2501265" y="1295591"/>
                </a:cubicBezTo>
                <a:cubicBezTo>
                  <a:pt x="2501265" y="1303020"/>
                  <a:pt x="2507361" y="1309116"/>
                  <a:pt x="2514791" y="1309116"/>
                </a:cubicBezTo>
                <a:close/>
                <a:moveTo>
                  <a:pt x="2590991" y="1308068"/>
                </a:moveTo>
                <a:cubicBezTo>
                  <a:pt x="2597849" y="1308068"/>
                  <a:pt x="2603468" y="1302449"/>
                  <a:pt x="2603468" y="1295591"/>
                </a:cubicBezTo>
                <a:cubicBezTo>
                  <a:pt x="2603468" y="1288733"/>
                  <a:pt x="2597849" y="1283113"/>
                  <a:pt x="2590991" y="1283113"/>
                </a:cubicBezTo>
                <a:cubicBezTo>
                  <a:pt x="2584133" y="1283113"/>
                  <a:pt x="2578513" y="1288733"/>
                  <a:pt x="2578513" y="1295591"/>
                </a:cubicBezTo>
                <a:cubicBezTo>
                  <a:pt x="2578513" y="1302449"/>
                  <a:pt x="2584133" y="1308068"/>
                  <a:pt x="2590991" y="1308068"/>
                </a:cubicBezTo>
                <a:close/>
                <a:moveTo>
                  <a:pt x="2667191" y="1307021"/>
                </a:moveTo>
                <a:cubicBezTo>
                  <a:pt x="2673477" y="1307021"/>
                  <a:pt x="2678621" y="1301877"/>
                  <a:pt x="2678621" y="1295591"/>
                </a:cubicBezTo>
                <a:cubicBezTo>
                  <a:pt x="2678621" y="1289304"/>
                  <a:pt x="2673477" y="1284161"/>
                  <a:pt x="2667191" y="1284161"/>
                </a:cubicBezTo>
                <a:cubicBezTo>
                  <a:pt x="2660904" y="1284161"/>
                  <a:pt x="2655761" y="1289304"/>
                  <a:pt x="2655761" y="1295591"/>
                </a:cubicBezTo>
                <a:cubicBezTo>
                  <a:pt x="2655761" y="1301877"/>
                  <a:pt x="2660904" y="1307021"/>
                  <a:pt x="2667191" y="1307021"/>
                </a:cubicBezTo>
                <a:close/>
                <a:moveTo>
                  <a:pt x="2743391" y="1305973"/>
                </a:moveTo>
                <a:cubicBezTo>
                  <a:pt x="2749106" y="1305973"/>
                  <a:pt x="2753773" y="1301306"/>
                  <a:pt x="2753773" y="1295591"/>
                </a:cubicBezTo>
                <a:cubicBezTo>
                  <a:pt x="2753773" y="1289876"/>
                  <a:pt x="2749106" y="1285208"/>
                  <a:pt x="2743391" y="1285208"/>
                </a:cubicBezTo>
                <a:cubicBezTo>
                  <a:pt x="2737676" y="1285208"/>
                  <a:pt x="2733008" y="1289876"/>
                  <a:pt x="2733008" y="1295591"/>
                </a:cubicBezTo>
                <a:cubicBezTo>
                  <a:pt x="2733008" y="1301306"/>
                  <a:pt x="2737676" y="1305973"/>
                  <a:pt x="2743391" y="1305973"/>
                </a:cubicBezTo>
                <a:close/>
                <a:moveTo>
                  <a:pt x="2819591" y="1304925"/>
                </a:moveTo>
                <a:cubicBezTo>
                  <a:pt x="2824734" y="1304925"/>
                  <a:pt x="2828925" y="1300734"/>
                  <a:pt x="2828925" y="1295591"/>
                </a:cubicBezTo>
                <a:cubicBezTo>
                  <a:pt x="2828925" y="1290447"/>
                  <a:pt x="2824734" y="1286256"/>
                  <a:pt x="2819591" y="1286256"/>
                </a:cubicBezTo>
                <a:cubicBezTo>
                  <a:pt x="2814447" y="1286256"/>
                  <a:pt x="2810256" y="1290447"/>
                  <a:pt x="2810256" y="1295591"/>
                </a:cubicBezTo>
                <a:cubicBezTo>
                  <a:pt x="2810351" y="1300734"/>
                  <a:pt x="2814447" y="1304925"/>
                  <a:pt x="2819591" y="1304925"/>
                </a:cubicBezTo>
                <a:close/>
                <a:moveTo>
                  <a:pt x="2895791" y="1303877"/>
                </a:moveTo>
                <a:cubicBezTo>
                  <a:pt x="2900363" y="1303877"/>
                  <a:pt x="2904078" y="1300163"/>
                  <a:pt x="2904078" y="1295591"/>
                </a:cubicBezTo>
                <a:cubicBezTo>
                  <a:pt x="2904078" y="1291018"/>
                  <a:pt x="2900363" y="1287304"/>
                  <a:pt x="2895791" y="1287304"/>
                </a:cubicBezTo>
                <a:cubicBezTo>
                  <a:pt x="2891219" y="1287304"/>
                  <a:pt x="2887504" y="1291018"/>
                  <a:pt x="2887504" y="1295591"/>
                </a:cubicBezTo>
                <a:cubicBezTo>
                  <a:pt x="2887504" y="1300163"/>
                  <a:pt x="2891219" y="1303877"/>
                  <a:pt x="2895791" y="1303877"/>
                </a:cubicBezTo>
                <a:close/>
                <a:moveTo>
                  <a:pt x="2971991" y="1302830"/>
                </a:moveTo>
                <a:cubicBezTo>
                  <a:pt x="2975991" y="1302830"/>
                  <a:pt x="2979134" y="1299591"/>
                  <a:pt x="2979134" y="1295686"/>
                </a:cubicBezTo>
                <a:cubicBezTo>
                  <a:pt x="2979134" y="1291685"/>
                  <a:pt x="2975896" y="1288542"/>
                  <a:pt x="2971991" y="1288542"/>
                </a:cubicBezTo>
                <a:cubicBezTo>
                  <a:pt x="2967990" y="1288542"/>
                  <a:pt x="2964847" y="1291781"/>
                  <a:pt x="2964847" y="1295686"/>
                </a:cubicBezTo>
                <a:cubicBezTo>
                  <a:pt x="2964847" y="1299591"/>
                  <a:pt x="2968085" y="1302830"/>
                  <a:pt x="2971991" y="1302830"/>
                </a:cubicBezTo>
                <a:close/>
                <a:moveTo>
                  <a:pt x="3048191" y="1301496"/>
                </a:moveTo>
                <a:cubicBezTo>
                  <a:pt x="3051429" y="1301496"/>
                  <a:pt x="3054096" y="1298829"/>
                  <a:pt x="3054096" y="1295591"/>
                </a:cubicBezTo>
                <a:cubicBezTo>
                  <a:pt x="3054096" y="1292352"/>
                  <a:pt x="3051429" y="1289685"/>
                  <a:pt x="3048191" y="1289685"/>
                </a:cubicBezTo>
                <a:cubicBezTo>
                  <a:pt x="3044952" y="1289685"/>
                  <a:pt x="3042285" y="1292352"/>
                  <a:pt x="3042285" y="1295591"/>
                </a:cubicBezTo>
                <a:cubicBezTo>
                  <a:pt x="3042285" y="1298924"/>
                  <a:pt x="3044952" y="1301496"/>
                  <a:pt x="3048191" y="1301496"/>
                </a:cubicBezTo>
                <a:close/>
                <a:moveTo>
                  <a:pt x="3124391" y="1300448"/>
                </a:moveTo>
                <a:cubicBezTo>
                  <a:pt x="3127058" y="1300448"/>
                  <a:pt x="3129248" y="1298258"/>
                  <a:pt x="3129248" y="1295591"/>
                </a:cubicBezTo>
                <a:cubicBezTo>
                  <a:pt x="3129248" y="1292924"/>
                  <a:pt x="3127058" y="1290733"/>
                  <a:pt x="3124391" y="1290733"/>
                </a:cubicBezTo>
                <a:cubicBezTo>
                  <a:pt x="3121724" y="1290733"/>
                  <a:pt x="3119533" y="1292924"/>
                  <a:pt x="3119533" y="1295591"/>
                </a:cubicBezTo>
                <a:cubicBezTo>
                  <a:pt x="3119533" y="1298258"/>
                  <a:pt x="3121724" y="1300448"/>
                  <a:pt x="3124391" y="1300448"/>
                </a:cubicBezTo>
                <a:close/>
                <a:moveTo>
                  <a:pt x="3200591" y="1299401"/>
                </a:moveTo>
                <a:cubicBezTo>
                  <a:pt x="3202686" y="1299401"/>
                  <a:pt x="3204401" y="1297686"/>
                  <a:pt x="3204401" y="1295591"/>
                </a:cubicBezTo>
                <a:cubicBezTo>
                  <a:pt x="3204401" y="1293495"/>
                  <a:pt x="3202686" y="1291781"/>
                  <a:pt x="3200591" y="1291781"/>
                </a:cubicBezTo>
                <a:cubicBezTo>
                  <a:pt x="3198495" y="1291781"/>
                  <a:pt x="3196781" y="1293495"/>
                  <a:pt x="3196781" y="1295591"/>
                </a:cubicBezTo>
                <a:cubicBezTo>
                  <a:pt x="3196781" y="1297686"/>
                  <a:pt x="3198495" y="1299401"/>
                  <a:pt x="3200591" y="1299401"/>
                </a:cubicBezTo>
                <a:close/>
                <a:moveTo>
                  <a:pt x="3276791" y="1298353"/>
                </a:moveTo>
                <a:cubicBezTo>
                  <a:pt x="3278315" y="1298353"/>
                  <a:pt x="3279553" y="1297114"/>
                  <a:pt x="3279553" y="1295591"/>
                </a:cubicBezTo>
                <a:cubicBezTo>
                  <a:pt x="3279553" y="1294067"/>
                  <a:pt x="3278315" y="1292828"/>
                  <a:pt x="3276791" y="1292828"/>
                </a:cubicBezTo>
                <a:cubicBezTo>
                  <a:pt x="3275266" y="1292828"/>
                  <a:pt x="3274028" y="1294067"/>
                  <a:pt x="3274028" y="1295591"/>
                </a:cubicBezTo>
                <a:cubicBezTo>
                  <a:pt x="3274028" y="1297114"/>
                  <a:pt x="3275266" y="1298353"/>
                  <a:pt x="3276791" y="1298353"/>
                </a:cubicBezTo>
                <a:close/>
                <a:moveTo>
                  <a:pt x="3352991" y="1297114"/>
                </a:moveTo>
                <a:cubicBezTo>
                  <a:pt x="3353848" y="1297114"/>
                  <a:pt x="3354515" y="1296448"/>
                  <a:pt x="3354515" y="1295591"/>
                </a:cubicBezTo>
                <a:cubicBezTo>
                  <a:pt x="3354515" y="1294733"/>
                  <a:pt x="3353848" y="1294067"/>
                  <a:pt x="3352991" y="1294067"/>
                </a:cubicBezTo>
                <a:cubicBezTo>
                  <a:pt x="3352133" y="1294067"/>
                  <a:pt x="3351466" y="1294733"/>
                  <a:pt x="3351466" y="1295591"/>
                </a:cubicBezTo>
                <a:cubicBezTo>
                  <a:pt x="3351466" y="1296448"/>
                  <a:pt x="3352229" y="1297114"/>
                  <a:pt x="3352991" y="1297114"/>
                </a:cubicBezTo>
                <a:close/>
                <a:moveTo>
                  <a:pt x="3429191" y="1296067"/>
                </a:moveTo>
                <a:cubicBezTo>
                  <a:pt x="3429381" y="1296067"/>
                  <a:pt x="3429572" y="1295876"/>
                  <a:pt x="3429572" y="1295686"/>
                </a:cubicBezTo>
                <a:cubicBezTo>
                  <a:pt x="3429572" y="1295495"/>
                  <a:pt x="3429381" y="1295305"/>
                  <a:pt x="3429191" y="1295305"/>
                </a:cubicBezTo>
                <a:cubicBezTo>
                  <a:pt x="3429000" y="1295305"/>
                  <a:pt x="3428810" y="1295495"/>
                  <a:pt x="3428810" y="1295686"/>
                </a:cubicBezTo>
                <a:cubicBezTo>
                  <a:pt x="3428810" y="1295876"/>
                  <a:pt x="3429000" y="1296067"/>
                  <a:pt x="3429191" y="1296067"/>
                </a:cubicBezTo>
                <a:close/>
                <a:moveTo>
                  <a:pt x="76391" y="1372457"/>
                </a:moveTo>
                <a:cubicBezTo>
                  <a:pt x="76772" y="1372457"/>
                  <a:pt x="77057" y="1372172"/>
                  <a:pt x="77057" y="1371791"/>
                </a:cubicBezTo>
                <a:cubicBezTo>
                  <a:pt x="77057" y="1371410"/>
                  <a:pt x="76772" y="1371124"/>
                  <a:pt x="76391" y="1371124"/>
                </a:cubicBezTo>
                <a:cubicBezTo>
                  <a:pt x="76010" y="1371124"/>
                  <a:pt x="75724" y="1371410"/>
                  <a:pt x="75724" y="1371791"/>
                </a:cubicBezTo>
                <a:cubicBezTo>
                  <a:pt x="75819" y="1372172"/>
                  <a:pt x="76105" y="1372457"/>
                  <a:pt x="76391" y="1372457"/>
                </a:cubicBezTo>
                <a:close/>
                <a:moveTo>
                  <a:pt x="152591" y="1373505"/>
                </a:moveTo>
                <a:cubicBezTo>
                  <a:pt x="153543" y="1373505"/>
                  <a:pt x="154305" y="1372743"/>
                  <a:pt x="154305" y="1371791"/>
                </a:cubicBezTo>
                <a:cubicBezTo>
                  <a:pt x="154305" y="1370838"/>
                  <a:pt x="153543" y="1370076"/>
                  <a:pt x="152591" y="1370076"/>
                </a:cubicBezTo>
                <a:cubicBezTo>
                  <a:pt x="151638" y="1370076"/>
                  <a:pt x="150876" y="1370838"/>
                  <a:pt x="150876" y="1371791"/>
                </a:cubicBezTo>
                <a:cubicBezTo>
                  <a:pt x="150876" y="1372743"/>
                  <a:pt x="151638" y="1373505"/>
                  <a:pt x="152591" y="1373505"/>
                </a:cubicBezTo>
                <a:close/>
                <a:moveTo>
                  <a:pt x="228791" y="1374743"/>
                </a:moveTo>
                <a:cubicBezTo>
                  <a:pt x="230410" y="1374743"/>
                  <a:pt x="231743" y="1373410"/>
                  <a:pt x="231743" y="1371791"/>
                </a:cubicBezTo>
                <a:cubicBezTo>
                  <a:pt x="231743" y="1370171"/>
                  <a:pt x="230410" y="1368838"/>
                  <a:pt x="228791" y="1368838"/>
                </a:cubicBezTo>
                <a:cubicBezTo>
                  <a:pt x="227171" y="1368838"/>
                  <a:pt x="225838" y="1370171"/>
                  <a:pt x="225838" y="1371791"/>
                </a:cubicBezTo>
                <a:cubicBezTo>
                  <a:pt x="225838" y="1373410"/>
                  <a:pt x="227171" y="1374743"/>
                  <a:pt x="228791" y="1374743"/>
                </a:cubicBezTo>
                <a:close/>
                <a:moveTo>
                  <a:pt x="304991" y="1375791"/>
                </a:moveTo>
                <a:cubicBezTo>
                  <a:pt x="307181" y="1375791"/>
                  <a:pt x="308991" y="1373981"/>
                  <a:pt x="308991" y="1371791"/>
                </a:cubicBezTo>
                <a:cubicBezTo>
                  <a:pt x="308991" y="1369600"/>
                  <a:pt x="307181" y="1367790"/>
                  <a:pt x="304991" y="1367790"/>
                </a:cubicBezTo>
                <a:cubicBezTo>
                  <a:pt x="302800" y="1367790"/>
                  <a:pt x="300990" y="1369600"/>
                  <a:pt x="300990" y="1371791"/>
                </a:cubicBezTo>
                <a:cubicBezTo>
                  <a:pt x="300990" y="1373981"/>
                  <a:pt x="302800" y="1375791"/>
                  <a:pt x="304991" y="1375791"/>
                </a:cubicBezTo>
                <a:close/>
                <a:moveTo>
                  <a:pt x="381191" y="1376839"/>
                </a:moveTo>
                <a:cubicBezTo>
                  <a:pt x="383953" y="1376839"/>
                  <a:pt x="386239" y="1374553"/>
                  <a:pt x="386239" y="1371791"/>
                </a:cubicBezTo>
                <a:cubicBezTo>
                  <a:pt x="386239" y="1369028"/>
                  <a:pt x="383953" y="1366742"/>
                  <a:pt x="381191" y="1366742"/>
                </a:cubicBezTo>
                <a:cubicBezTo>
                  <a:pt x="378428" y="1366742"/>
                  <a:pt x="376142" y="1369028"/>
                  <a:pt x="376142" y="1371791"/>
                </a:cubicBezTo>
                <a:cubicBezTo>
                  <a:pt x="376142" y="1374648"/>
                  <a:pt x="378428" y="1376839"/>
                  <a:pt x="381191" y="1376839"/>
                </a:cubicBezTo>
                <a:close/>
                <a:moveTo>
                  <a:pt x="457391" y="1378172"/>
                </a:moveTo>
                <a:cubicBezTo>
                  <a:pt x="460915" y="1378172"/>
                  <a:pt x="463772" y="1375315"/>
                  <a:pt x="463772" y="1371791"/>
                </a:cubicBezTo>
                <a:cubicBezTo>
                  <a:pt x="463772" y="1368266"/>
                  <a:pt x="460915" y="1365409"/>
                  <a:pt x="457391" y="1365409"/>
                </a:cubicBezTo>
                <a:cubicBezTo>
                  <a:pt x="453866" y="1365409"/>
                  <a:pt x="451009" y="1368266"/>
                  <a:pt x="451009" y="1371791"/>
                </a:cubicBezTo>
                <a:cubicBezTo>
                  <a:pt x="451104" y="1375315"/>
                  <a:pt x="453866" y="1378172"/>
                  <a:pt x="457391" y="1378172"/>
                </a:cubicBezTo>
                <a:close/>
                <a:moveTo>
                  <a:pt x="533591" y="1379220"/>
                </a:moveTo>
                <a:cubicBezTo>
                  <a:pt x="537686" y="1379220"/>
                  <a:pt x="541020" y="1375886"/>
                  <a:pt x="541020" y="1371791"/>
                </a:cubicBezTo>
                <a:cubicBezTo>
                  <a:pt x="541020" y="1367695"/>
                  <a:pt x="537686" y="1364361"/>
                  <a:pt x="533591" y="1364361"/>
                </a:cubicBezTo>
                <a:cubicBezTo>
                  <a:pt x="529495" y="1364361"/>
                  <a:pt x="526161" y="1367695"/>
                  <a:pt x="526161" y="1371791"/>
                </a:cubicBezTo>
                <a:cubicBezTo>
                  <a:pt x="526161" y="1375886"/>
                  <a:pt x="529495" y="1379220"/>
                  <a:pt x="533591" y="1379220"/>
                </a:cubicBezTo>
                <a:close/>
                <a:moveTo>
                  <a:pt x="609790" y="1380268"/>
                </a:moveTo>
                <a:cubicBezTo>
                  <a:pt x="614458" y="1380268"/>
                  <a:pt x="618268" y="1376458"/>
                  <a:pt x="618268" y="1371791"/>
                </a:cubicBezTo>
                <a:cubicBezTo>
                  <a:pt x="618268" y="1367123"/>
                  <a:pt x="614458" y="1363313"/>
                  <a:pt x="609790" y="1363313"/>
                </a:cubicBezTo>
                <a:cubicBezTo>
                  <a:pt x="605123" y="1363313"/>
                  <a:pt x="601313" y="1367123"/>
                  <a:pt x="601313" y="1371791"/>
                </a:cubicBezTo>
                <a:cubicBezTo>
                  <a:pt x="601313" y="1376458"/>
                  <a:pt x="605123" y="1380268"/>
                  <a:pt x="609790" y="1380268"/>
                </a:cubicBezTo>
                <a:close/>
                <a:moveTo>
                  <a:pt x="685990" y="1381506"/>
                </a:moveTo>
                <a:cubicBezTo>
                  <a:pt x="691325" y="1381506"/>
                  <a:pt x="695706" y="1377125"/>
                  <a:pt x="695706" y="1371791"/>
                </a:cubicBezTo>
                <a:cubicBezTo>
                  <a:pt x="695706" y="1366457"/>
                  <a:pt x="691420" y="1362075"/>
                  <a:pt x="685990" y="1362075"/>
                </a:cubicBezTo>
                <a:cubicBezTo>
                  <a:pt x="680561" y="1362075"/>
                  <a:pt x="676275" y="1366457"/>
                  <a:pt x="676275" y="1371791"/>
                </a:cubicBezTo>
                <a:cubicBezTo>
                  <a:pt x="676275" y="1377125"/>
                  <a:pt x="680657" y="1381506"/>
                  <a:pt x="685990" y="1381506"/>
                </a:cubicBezTo>
                <a:close/>
                <a:moveTo>
                  <a:pt x="762190" y="1382554"/>
                </a:moveTo>
                <a:cubicBezTo>
                  <a:pt x="768096" y="1382554"/>
                  <a:pt x="772954" y="1377696"/>
                  <a:pt x="772954" y="1371791"/>
                </a:cubicBezTo>
                <a:cubicBezTo>
                  <a:pt x="772954" y="1365885"/>
                  <a:pt x="768096" y="1361027"/>
                  <a:pt x="762190" y="1361027"/>
                </a:cubicBezTo>
                <a:cubicBezTo>
                  <a:pt x="756285" y="1361027"/>
                  <a:pt x="751427" y="1365885"/>
                  <a:pt x="751427" y="1371791"/>
                </a:cubicBezTo>
                <a:cubicBezTo>
                  <a:pt x="751427" y="1377696"/>
                  <a:pt x="756285" y="1382554"/>
                  <a:pt x="762190" y="1382554"/>
                </a:cubicBezTo>
                <a:close/>
                <a:moveTo>
                  <a:pt x="838390" y="1383602"/>
                </a:moveTo>
                <a:cubicBezTo>
                  <a:pt x="844963" y="1383602"/>
                  <a:pt x="850202" y="1378268"/>
                  <a:pt x="850202" y="1371791"/>
                </a:cubicBezTo>
                <a:cubicBezTo>
                  <a:pt x="850202" y="1365314"/>
                  <a:pt x="844868" y="1359980"/>
                  <a:pt x="838390" y="1359980"/>
                </a:cubicBezTo>
                <a:cubicBezTo>
                  <a:pt x="831818" y="1359980"/>
                  <a:pt x="826580" y="1365314"/>
                  <a:pt x="826580" y="1371791"/>
                </a:cubicBezTo>
                <a:cubicBezTo>
                  <a:pt x="826580" y="1378268"/>
                  <a:pt x="831913" y="1383602"/>
                  <a:pt x="838390" y="1383602"/>
                </a:cubicBezTo>
                <a:close/>
                <a:moveTo>
                  <a:pt x="914590" y="1384745"/>
                </a:moveTo>
                <a:cubicBezTo>
                  <a:pt x="921734" y="1384745"/>
                  <a:pt x="927449" y="1378934"/>
                  <a:pt x="927449" y="1371886"/>
                </a:cubicBezTo>
                <a:cubicBezTo>
                  <a:pt x="927449" y="1364742"/>
                  <a:pt x="921639" y="1359027"/>
                  <a:pt x="914590" y="1359027"/>
                </a:cubicBezTo>
                <a:cubicBezTo>
                  <a:pt x="907447" y="1359027"/>
                  <a:pt x="901732" y="1364837"/>
                  <a:pt x="901732" y="1371886"/>
                </a:cubicBezTo>
                <a:cubicBezTo>
                  <a:pt x="901732" y="1378934"/>
                  <a:pt x="907447" y="1384745"/>
                  <a:pt x="914590" y="1384745"/>
                </a:cubicBezTo>
                <a:close/>
                <a:moveTo>
                  <a:pt x="990790" y="1385792"/>
                </a:moveTo>
                <a:cubicBezTo>
                  <a:pt x="998506" y="1385792"/>
                  <a:pt x="1004697" y="1379506"/>
                  <a:pt x="1004697" y="1371886"/>
                </a:cubicBezTo>
                <a:cubicBezTo>
                  <a:pt x="1004697" y="1364171"/>
                  <a:pt x="998411" y="1357979"/>
                  <a:pt x="990790" y="1357979"/>
                </a:cubicBezTo>
                <a:cubicBezTo>
                  <a:pt x="983171" y="1357979"/>
                  <a:pt x="976884" y="1364266"/>
                  <a:pt x="976884" y="1371886"/>
                </a:cubicBezTo>
                <a:cubicBezTo>
                  <a:pt x="976884" y="1379506"/>
                  <a:pt x="983075" y="1385792"/>
                  <a:pt x="990790" y="1385792"/>
                </a:cubicBezTo>
                <a:close/>
                <a:moveTo>
                  <a:pt x="1066991" y="1386840"/>
                </a:moveTo>
                <a:cubicBezTo>
                  <a:pt x="1075277" y="1386840"/>
                  <a:pt x="1081945" y="1380077"/>
                  <a:pt x="1081945" y="1371886"/>
                </a:cubicBezTo>
                <a:cubicBezTo>
                  <a:pt x="1081945" y="1363694"/>
                  <a:pt x="1075182" y="1356836"/>
                  <a:pt x="1066991" y="1356836"/>
                </a:cubicBezTo>
                <a:cubicBezTo>
                  <a:pt x="1058704" y="1356836"/>
                  <a:pt x="1051941" y="1363599"/>
                  <a:pt x="1051941" y="1371886"/>
                </a:cubicBezTo>
                <a:cubicBezTo>
                  <a:pt x="1051941" y="1380173"/>
                  <a:pt x="1058704" y="1386840"/>
                  <a:pt x="1066991" y="1386840"/>
                </a:cubicBezTo>
                <a:close/>
                <a:moveTo>
                  <a:pt x="1143191" y="1387888"/>
                </a:moveTo>
                <a:cubicBezTo>
                  <a:pt x="1152049" y="1387888"/>
                  <a:pt x="1159288" y="1380744"/>
                  <a:pt x="1159288" y="1371791"/>
                </a:cubicBezTo>
                <a:cubicBezTo>
                  <a:pt x="1159288" y="1362932"/>
                  <a:pt x="1152144" y="1355693"/>
                  <a:pt x="1143191" y="1355693"/>
                </a:cubicBezTo>
                <a:cubicBezTo>
                  <a:pt x="1134237" y="1355693"/>
                  <a:pt x="1127093" y="1362837"/>
                  <a:pt x="1127093" y="1371791"/>
                </a:cubicBezTo>
                <a:cubicBezTo>
                  <a:pt x="1127189" y="1380649"/>
                  <a:pt x="1134332" y="1387888"/>
                  <a:pt x="1143191" y="1387888"/>
                </a:cubicBezTo>
                <a:close/>
                <a:moveTo>
                  <a:pt x="1219391" y="1388745"/>
                </a:moveTo>
                <a:cubicBezTo>
                  <a:pt x="1228725" y="1388745"/>
                  <a:pt x="1236250" y="1381220"/>
                  <a:pt x="1236250" y="1371886"/>
                </a:cubicBezTo>
                <a:cubicBezTo>
                  <a:pt x="1236250" y="1362551"/>
                  <a:pt x="1228725" y="1355027"/>
                  <a:pt x="1219391" y="1355027"/>
                </a:cubicBezTo>
                <a:cubicBezTo>
                  <a:pt x="1210056" y="1355027"/>
                  <a:pt x="1202531" y="1362551"/>
                  <a:pt x="1202531" y="1371886"/>
                </a:cubicBezTo>
                <a:cubicBezTo>
                  <a:pt x="1202531" y="1381125"/>
                  <a:pt x="1210056" y="1388745"/>
                  <a:pt x="1219391" y="1388745"/>
                </a:cubicBezTo>
                <a:close/>
                <a:moveTo>
                  <a:pt x="1295591" y="1389793"/>
                </a:moveTo>
                <a:cubicBezTo>
                  <a:pt x="1305497" y="1389793"/>
                  <a:pt x="1313593" y="1381792"/>
                  <a:pt x="1313593" y="1371791"/>
                </a:cubicBezTo>
                <a:cubicBezTo>
                  <a:pt x="1313593" y="1361789"/>
                  <a:pt x="1305592" y="1353788"/>
                  <a:pt x="1295591" y="1353788"/>
                </a:cubicBezTo>
                <a:cubicBezTo>
                  <a:pt x="1285589" y="1353788"/>
                  <a:pt x="1277588" y="1361789"/>
                  <a:pt x="1277588" y="1371791"/>
                </a:cubicBezTo>
                <a:cubicBezTo>
                  <a:pt x="1277588" y="1381792"/>
                  <a:pt x="1285685" y="1389793"/>
                  <a:pt x="1295591" y="1389793"/>
                </a:cubicBezTo>
                <a:close/>
                <a:moveTo>
                  <a:pt x="1371791" y="1390650"/>
                </a:moveTo>
                <a:cubicBezTo>
                  <a:pt x="1382173" y="1390650"/>
                  <a:pt x="1390555" y="1382268"/>
                  <a:pt x="1390555" y="1371886"/>
                </a:cubicBezTo>
                <a:cubicBezTo>
                  <a:pt x="1390555" y="1361504"/>
                  <a:pt x="1382173" y="1353122"/>
                  <a:pt x="1371791" y="1353122"/>
                </a:cubicBezTo>
                <a:cubicBezTo>
                  <a:pt x="1361408" y="1353122"/>
                  <a:pt x="1353026" y="1361504"/>
                  <a:pt x="1353026" y="1371886"/>
                </a:cubicBezTo>
                <a:cubicBezTo>
                  <a:pt x="1353026" y="1382173"/>
                  <a:pt x="1361408" y="1390650"/>
                  <a:pt x="1371791" y="1390650"/>
                </a:cubicBezTo>
                <a:close/>
                <a:moveTo>
                  <a:pt x="1447991" y="1391507"/>
                </a:moveTo>
                <a:cubicBezTo>
                  <a:pt x="1458849" y="1391507"/>
                  <a:pt x="1467612" y="1382744"/>
                  <a:pt x="1467612" y="1371886"/>
                </a:cubicBezTo>
                <a:cubicBezTo>
                  <a:pt x="1467612" y="1361027"/>
                  <a:pt x="1458849" y="1352264"/>
                  <a:pt x="1447991" y="1352264"/>
                </a:cubicBezTo>
                <a:cubicBezTo>
                  <a:pt x="1437132" y="1352264"/>
                  <a:pt x="1428369" y="1361027"/>
                  <a:pt x="1428369" y="1371886"/>
                </a:cubicBezTo>
                <a:cubicBezTo>
                  <a:pt x="1428369" y="1382744"/>
                  <a:pt x="1437132" y="1391507"/>
                  <a:pt x="1447991" y="1391507"/>
                </a:cubicBezTo>
                <a:close/>
                <a:moveTo>
                  <a:pt x="1524191" y="1392079"/>
                </a:moveTo>
                <a:cubicBezTo>
                  <a:pt x="1535430" y="1392079"/>
                  <a:pt x="1544479" y="1383030"/>
                  <a:pt x="1544479" y="1371791"/>
                </a:cubicBezTo>
                <a:cubicBezTo>
                  <a:pt x="1544479" y="1360551"/>
                  <a:pt x="1535430" y="1351502"/>
                  <a:pt x="1524191" y="1351502"/>
                </a:cubicBezTo>
                <a:cubicBezTo>
                  <a:pt x="1512951" y="1351502"/>
                  <a:pt x="1503902" y="1360551"/>
                  <a:pt x="1503902" y="1371791"/>
                </a:cubicBezTo>
                <a:cubicBezTo>
                  <a:pt x="1503902" y="1383030"/>
                  <a:pt x="1513046" y="1392079"/>
                  <a:pt x="1524191" y="1392079"/>
                </a:cubicBezTo>
                <a:close/>
                <a:moveTo>
                  <a:pt x="1600391" y="1392746"/>
                </a:moveTo>
                <a:cubicBezTo>
                  <a:pt x="1611916" y="1392746"/>
                  <a:pt x="1621346" y="1383411"/>
                  <a:pt x="1621346" y="1371791"/>
                </a:cubicBezTo>
                <a:cubicBezTo>
                  <a:pt x="1621346" y="1360170"/>
                  <a:pt x="1612011" y="1350836"/>
                  <a:pt x="1600391" y="1350836"/>
                </a:cubicBezTo>
                <a:cubicBezTo>
                  <a:pt x="1588770" y="1350836"/>
                  <a:pt x="1579436" y="1360170"/>
                  <a:pt x="1579436" y="1371791"/>
                </a:cubicBezTo>
                <a:cubicBezTo>
                  <a:pt x="1579436" y="1383411"/>
                  <a:pt x="1588865" y="1392746"/>
                  <a:pt x="1600391" y="1392746"/>
                </a:cubicBezTo>
                <a:close/>
                <a:moveTo>
                  <a:pt x="1676591" y="1392936"/>
                </a:moveTo>
                <a:cubicBezTo>
                  <a:pt x="1688306" y="1392936"/>
                  <a:pt x="1697736" y="1383506"/>
                  <a:pt x="1697736" y="1371791"/>
                </a:cubicBezTo>
                <a:cubicBezTo>
                  <a:pt x="1697736" y="1360075"/>
                  <a:pt x="1688306" y="1350645"/>
                  <a:pt x="1676591" y="1350645"/>
                </a:cubicBezTo>
                <a:cubicBezTo>
                  <a:pt x="1664875" y="1350645"/>
                  <a:pt x="1655445" y="1360075"/>
                  <a:pt x="1655445" y="1371791"/>
                </a:cubicBezTo>
                <a:cubicBezTo>
                  <a:pt x="1655445" y="1383506"/>
                  <a:pt x="1664970" y="1392936"/>
                  <a:pt x="1676591" y="1392936"/>
                </a:cubicBezTo>
                <a:close/>
                <a:moveTo>
                  <a:pt x="1752791" y="1393127"/>
                </a:moveTo>
                <a:cubicBezTo>
                  <a:pt x="1764602" y="1393127"/>
                  <a:pt x="1774127" y="1383602"/>
                  <a:pt x="1774127" y="1371791"/>
                </a:cubicBezTo>
                <a:cubicBezTo>
                  <a:pt x="1774127" y="1359980"/>
                  <a:pt x="1764602" y="1350455"/>
                  <a:pt x="1752791" y="1350455"/>
                </a:cubicBezTo>
                <a:cubicBezTo>
                  <a:pt x="1740980" y="1350455"/>
                  <a:pt x="1731455" y="1359980"/>
                  <a:pt x="1731455" y="1371791"/>
                </a:cubicBezTo>
                <a:cubicBezTo>
                  <a:pt x="1731455" y="1383602"/>
                  <a:pt x="1740980" y="1393127"/>
                  <a:pt x="1752791" y="1393127"/>
                </a:cubicBezTo>
                <a:close/>
                <a:moveTo>
                  <a:pt x="1828991" y="1392936"/>
                </a:moveTo>
                <a:cubicBezTo>
                  <a:pt x="1840706" y="1392936"/>
                  <a:pt x="1850136" y="1383506"/>
                  <a:pt x="1850136" y="1371791"/>
                </a:cubicBezTo>
                <a:cubicBezTo>
                  <a:pt x="1850136" y="1360075"/>
                  <a:pt x="1840706" y="1350645"/>
                  <a:pt x="1828991" y="1350645"/>
                </a:cubicBezTo>
                <a:cubicBezTo>
                  <a:pt x="1817275" y="1350645"/>
                  <a:pt x="1807845" y="1360075"/>
                  <a:pt x="1807845" y="1371791"/>
                </a:cubicBezTo>
                <a:cubicBezTo>
                  <a:pt x="1807845" y="1383506"/>
                  <a:pt x="1817370" y="1392936"/>
                  <a:pt x="1828991" y="1392936"/>
                </a:cubicBezTo>
                <a:close/>
                <a:moveTo>
                  <a:pt x="1905191" y="1392746"/>
                </a:moveTo>
                <a:cubicBezTo>
                  <a:pt x="1916716" y="1392746"/>
                  <a:pt x="1926146" y="1383411"/>
                  <a:pt x="1926146" y="1371791"/>
                </a:cubicBezTo>
                <a:cubicBezTo>
                  <a:pt x="1926146" y="1360170"/>
                  <a:pt x="1916811" y="1350836"/>
                  <a:pt x="1905191" y="1350836"/>
                </a:cubicBezTo>
                <a:cubicBezTo>
                  <a:pt x="1893570" y="1350836"/>
                  <a:pt x="1884236" y="1360170"/>
                  <a:pt x="1884236" y="1371791"/>
                </a:cubicBezTo>
                <a:cubicBezTo>
                  <a:pt x="1884236" y="1383411"/>
                  <a:pt x="1893665" y="1392746"/>
                  <a:pt x="1905191" y="1392746"/>
                </a:cubicBezTo>
                <a:close/>
                <a:moveTo>
                  <a:pt x="1981391" y="1392079"/>
                </a:moveTo>
                <a:cubicBezTo>
                  <a:pt x="1992630" y="1392079"/>
                  <a:pt x="2001679" y="1383030"/>
                  <a:pt x="2001679" y="1371791"/>
                </a:cubicBezTo>
                <a:cubicBezTo>
                  <a:pt x="2001679" y="1360551"/>
                  <a:pt x="1992630" y="1351502"/>
                  <a:pt x="1981391" y="1351502"/>
                </a:cubicBezTo>
                <a:cubicBezTo>
                  <a:pt x="1970151" y="1351502"/>
                  <a:pt x="1961102" y="1360551"/>
                  <a:pt x="1961102" y="1371791"/>
                </a:cubicBezTo>
                <a:cubicBezTo>
                  <a:pt x="1961102" y="1383030"/>
                  <a:pt x="1970246" y="1392079"/>
                  <a:pt x="1981391" y="1392079"/>
                </a:cubicBezTo>
                <a:close/>
                <a:moveTo>
                  <a:pt x="2057591" y="1391507"/>
                </a:moveTo>
                <a:cubicBezTo>
                  <a:pt x="2068449" y="1391507"/>
                  <a:pt x="2077212" y="1382744"/>
                  <a:pt x="2077212" y="1371886"/>
                </a:cubicBezTo>
                <a:cubicBezTo>
                  <a:pt x="2077212" y="1361027"/>
                  <a:pt x="2068449" y="1352264"/>
                  <a:pt x="2057591" y="1352264"/>
                </a:cubicBezTo>
                <a:cubicBezTo>
                  <a:pt x="2046732" y="1352264"/>
                  <a:pt x="2037969" y="1361027"/>
                  <a:pt x="2037969" y="1371886"/>
                </a:cubicBezTo>
                <a:cubicBezTo>
                  <a:pt x="2037969" y="1382744"/>
                  <a:pt x="2046732" y="1391507"/>
                  <a:pt x="2057591" y="1391507"/>
                </a:cubicBezTo>
                <a:close/>
                <a:moveTo>
                  <a:pt x="2133791" y="1390841"/>
                </a:moveTo>
                <a:cubicBezTo>
                  <a:pt x="2144268" y="1390841"/>
                  <a:pt x="2152841" y="1382363"/>
                  <a:pt x="2152841" y="1371791"/>
                </a:cubicBezTo>
                <a:cubicBezTo>
                  <a:pt x="2152841" y="1361313"/>
                  <a:pt x="2144363" y="1352741"/>
                  <a:pt x="2133791" y="1352741"/>
                </a:cubicBezTo>
                <a:cubicBezTo>
                  <a:pt x="2123313" y="1352741"/>
                  <a:pt x="2114741" y="1361218"/>
                  <a:pt x="2114741" y="1371791"/>
                </a:cubicBezTo>
                <a:cubicBezTo>
                  <a:pt x="2114836" y="1382268"/>
                  <a:pt x="2123313" y="1390841"/>
                  <a:pt x="2133791" y="1390841"/>
                </a:cubicBezTo>
                <a:close/>
                <a:moveTo>
                  <a:pt x="2209991" y="1389793"/>
                </a:moveTo>
                <a:cubicBezTo>
                  <a:pt x="2219897" y="1389793"/>
                  <a:pt x="2227993" y="1381792"/>
                  <a:pt x="2227993" y="1371791"/>
                </a:cubicBezTo>
                <a:cubicBezTo>
                  <a:pt x="2227993" y="1361789"/>
                  <a:pt x="2219992" y="1353788"/>
                  <a:pt x="2209991" y="1353788"/>
                </a:cubicBezTo>
                <a:cubicBezTo>
                  <a:pt x="2199989" y="1353788"/>
                  <a:pt x="2191988" y="1361789"/>
                  <a:pt x="2191988" y="1371791"/>
                </a:cubicBezTo>
                <a:cubicBezTo>
                  <a:pt x="2191988" y="1381792"/>
                  <a:pt x="2200085" y="1389793"/>
                  <a:pt x="2209991" y="1389793"/>
                </a:cubicBezTo>
                <a:close/>
                <a:moveTo>
                  <a:pt x="2286191" y="1388936"/>
                </a:moveTo>
                <a:cubicBezTo>
                  <a:pt x="2295620" y="1388936"/>
                  <a:pt x="2303336" y="1381316"/>
                  <a:pt x="2303336" y="1371791"/>
                </a:cubicBezTo>
                <a:cubicBezTo>
                  <a:pt x="2303336" y="1362266"/>
                  <a:pt x="2295716" y="1354646"/>
                  <a:pt x="2286191" y="1354646"/>
                </a:cubicBezTo>
                <a:cubicBezTo>
                  <a:pt x="2276666" y="1354646"/>
                  <a:pt x="2269046" y="1362266"/>
                  <a:pt x="2269046" y="1371791"/>
                </a:cubicBezTo>
                <a:cubicBezTo>
                  <a:pt x="2269046" y="1381316"/>
                  <a:pt x="2276761" y="1388936"/>
                  <a:pt x="2286191" y="1388936"/>
                </a:cubicBezTo>
                <a:close/>
                <a:moveTo>
                  <a:pt x="2362391" y="1387888"/>
                </a:moveTo>
                <a:cubicBezTo>
                  <a:pt x="2371249" y="1387888"/>
                  <a:pt x="2378488" y="1380744"/>
                  <a:pt x="2378488" y="1371791"/>
                </a:cubicBezTo>
                <a:cubicBezTo>
                  <a:pt x="2378488" y="1362932"/>
                  <a:pt x="2371344" y="1355693"/>
                  <a:pt x="2362391" y="1355693"/>
                </a:cubicBezTo>
                <a:cubicBezTo>
                  <a:pt x="2353532" y="1355693"/>
                  <a:pt x="2346293" y="1362837"/>
                  <a:pt x="2346293" y="1371791"/>
                </a:cubicBezTo>
                <a:cubicBezTo>
                  <a:pt x="2346389" y="1380649"/>
                  <a:pt x="2353532" y="1387888"/>
                  <a:pt x="2362391" y="1387888"/>
                </a:cubicBezTo>
                <a:close/>
                <a:moveTo>
                  <a:pt x="2438591" y="1387031"/>
                </a:moveTo>
                <a:cubicBezTo>
                  <a:pt x="2446973" y="1387031"/>
                  <a:pt x="2453831" y="1380173"/>
                  <a:pt x="2453831" y="1371791"/>
                </a:cubicBezTo>
                <a:cubicBezTo>
                  <a:pt x="2453831" y="1363409"/>
                  <a:pt x="2446973" y="1356551"/>
                  <a:pt x="2438591" y="1356551"/>
                </a:cubicBezTo>
                <a:cubicBezTo>
                  <a:pt x="2430209" y="1356551"/>
                  <a:pt x="2423351" y="1363409"/>
                  <a:pt x="2423351" y="1371791"/>
                </a:cubicBezTo>
                <a:cubicBezTo>
                  <a:pt x="2423351" y="1380173"/>
                  <a:pt x="2430209" y="1387031"/>
                  <a:pt x="2438591" y="1387031"/>
                </a:cubicBezTo>
                <a:close/>
                <a:moveTo>
                  <a:pt x="2514791" y="1385983"/>
                </a:moveTo>
                <a:cubicBezTo>
                  <a:pt x="2522601" y="1385983"/>
                  <a:pt x="2528983" y="1379601"/>
                  <a:pt x="2528983" y="1371791"/>
                </a:cubicBezTo>
                <a:cubicBezTo>
                  <a:pt x="2528983" y="1363980"/>
                  <a:pt x="2522601" y="1357598"/>
                  <a:pt x="2514791" y="1357598"/>
                </a:cubicBezTo>
                <a:cubicBezTo>
                  <a:pt x="2506980" y="1357598"/>
                  <a:pt x="2500598" y="1363980"/>
                  <a:pt x="2500598" y="1371791"/>
                </a:cubicBezTo>
                <a:cubicBezTo>
                  <a:pt x="2500694" y="1379601"/>
                  <a:pt x="2506980" y="1385983"/>
                  <a:pt x="2514791" y="1385983"/>
                </a:cubicBezTo>
                <a:close/>
                <a:moveTo>
                  <a:pt x="2590991" y="1384935"/>
                </a:moveTo>
                <a:cubicBezTo>
                  <a:pt x="2598230" y="1384935"/>
                  <a:pt x="2604135" y="1379030"/>
                  <a:pt x="2604135" y="1371791"/>
                </a:cubicBezTo>
                <a:cubicBezTo>
                  <a:pt x="2604135" y="1364552"/>
                  <a:pt x="2598230" y="1358646"/>
                  <a:pt x="2590991" y="1358646"/>
                </a:cubicBezTo>
                <a:cubicBezTo>
                  <a:pt x="2583752" y="1358646"/>
                  <a:pt x="2577846" y="1364552"/>
                  <a:pt x="2577846" y="1371791"/>
                </a:cubicBezTo>
                <a:cubicBezTo>
                  <a:pt x="2577846" y="1379030"/>
                  <a:pt x="2583752" y="1384935"/>
                  <a:pt x="2590991" y="1384935"/>
                </a:cubicBezTo>
                <a:close/>
                <a:moveTo>
                  <a:pt x="2667191" y="1383887"/>
                </a:moveTo>
                <a:cubicBezTo>
                  <a:pt x="2673858" y="1383887"/>
                  <a:pt x="2679192" y="1378458"/>
                  <a:pt x="2679192" y="1371886"/>
                </a:cubicBezTo>
                <a:cubicBezTo>
                  <a:pt x="2679192" y="1365218"/>
                  <a:pt x="2673763" y="1359884"/>
                  <a:pt x="2667191" y="1359884"/>
                </a:cubicBezTo>
                <a:cubicBezTo>
                  <a:pt x="2660523" y="1359884"/>
                  <a:pt x="2655189" y="1365314"/>
                  <a:pt x="2655189" y="1371886"/>
                </a:cubicBezTo>
                <a:cubicBezTo>
                  <a:pt x="2655189" y="1378458"/>
                  <a:pt x="2660523" y="1383887"/>
                  <a:pt x="2667191" y="1383887"/>
                </a:cubicBezTo>
                <a:close/>
                <a:moveTo>
                  <a:pt x="2743391" y="1382839"/>
                </a:moveTo>
                <a:cubicBezTo>
                  <a:pt x="2749487" y="1382839"/>
                  <a:pt x="2754345" y="1377887"/>
                  <a:pt x="2754345" y="1371886"/>
                </a:cubicBezTo>
                <a:cubicBezTo>
                  <a:pt x="2754345" y="1365885"/>
                  <a:pt x="2749391" y="1360932"/>
                  <a:pt x="2743391" y="1360932"/>
                </a:cubicBezTo>
                <a:cubicBezTo>
                  <a:pt x="2737295" y="1360932"/>
                  <a:pt x="2732437" y="1365885"/>
                  <a:pt x="2732437" y="1371886"/>
                </a:cubicBezTo>
                <a:cubicBezTo>
                  <a:pt x="2732437" y="1377887"/>
                  <a:pt x="2737390" y="1382839"/>
                  <a:pt x="2743391" y="1382839"/>
                </a:cubicBezTo>
                <a:close/>
                <a:moveTo>
                  <a:pt x="2819591" y="1381506"/>
                </a:moveTo>
                <a:cubicBezTo>
                  <a:pt x="2824924" y="1381506"/>
                  <a:pt x="2829306" y="1377125"/>
                  <a:pt x="2829306" y="1371791"/>
                </a:cubicBezTo>
                <a:cubicBezTo>
                  <a:pt x="2829306" y="1366457"/>
                  <a:pt x="2824924" y="1362075"/>
                  <a:pt x="2819591" y="1362075"/>
                </a:cubicBezTo>
                <a:cubicBezTo>
                  <a:pt x="2814257" y="1362075"/>
                  <a:pt x="2809875" y="1366457"/>
                  <a:pt x="2809875" y="1371791"/>
                </a:cubicBezTo>
                <a:cubicBezTo>
                  <a:pt x="2809875" y="1377125"/>
                  <a:pt x="2814257" y="1381506"/>
                  <a:pt x="2819591" y="1381506"/>
                </a:cubicBezTo>
                <a:close/>
                <a:moveTo>
                  <a:pt x="2895791" y="1380458"/>
                </a:moveTo>
                <a:cubicBezTo>
                  <a:pt x="2900553" y="1380458"/>
                  <a:pt x="2904458" y="1376553"/>
                  <a:pt x="2904458" y="1371791"/>
                </a:cubicBezTo>
                <a:cubicBezTo>
                  <a:pt x="2904458" y="1367028"/>
                  <a:pt x="2900553" y="1363123"/>
                  <a:pt x="2895791" y="1363123"/>
                </a:cubicBezTo>
                <a:cubicBezTo>
                  <a:pt x="2891028" y="1363123"/>
                  <a:pt x="2887123" y="1367028"/>
                  <a:pt x="2887123" y="1371791"/>
                </a:cubicBezTo>
                <a:cubicBezTo>
                  <a:pt x="2887123" y="1376553"/>
                  <a:pt x="2891028" y="1380458"/>
                  <a:pt x="2895791" y="1380458"/>
                </a:cubicBezTo>
                <a:close/>
                <a:moveTo>
                  <a:pt x="2971991" y="1379220"/>
                </a:moveTo>
                <a:cubicBezTo>
                  <a:pt x="2976086" y="1379220"/>
                  <a:pt x="2979420" y="1375886"/>
                  <a:pt x="2979420" y="1371791"/>
                </a:cubicBezTo>
                <a:cubicBezTo>
                  <a:pt x="2979420" y="1367695"/>
                  <a:pt x="2976086" y="1364361"/>
                  <a:pt x="2971991" y="1364361"/>
                </a:cubicBezTo>
                <a:cubicBezTo>
                  <a:pt x="2967895" y="1364361"/>
                  <a:pt x="2964561" y="1367695"/>
                  <a:pt x="2964561" y="1371791"/>
                </a:cubicBezTo>
                <a:cubicBezTo>
                  <a:pt x="2964561" y="1375886"/>
                  <a:pt x="2967895" y="1379220"/>
                  <a:pt x="2971991" y="1379220"/>
                </a:cubicBezTo>
                <a:close/>
                <a:moveTo>
                  <a:pt x="3048191" y="1378172"/>
                </a:moveTo>
                <a:cubicBezTo>
                  <a:pt x="3051715" y="1378172"/>
                  <a:pt x="3054572" y="1375315"/>
                  <a:pt x="3054572" y="1371791"/>
                </a:cubicBezTo>
                <a:cubicBezTo>
                  <a:pt x="3054572" y="1368266"/>
                  <a:pt x="3051715" y="1365409"/>
                  <a:pt x="3048191" y="1365409"/>
                </a:cubicBezTo>
                <a:cubicBezTo>
                  <a:pt x="3044666" y="1365409"/>
                  <a:pt x="3041809" y="1368266"/>
                  <a:pt x="3041809" y="1371791"/>
                </a:cubicBezTo>
                <a:cubicBezTo>
                  <a:pt x="3041904" y="1375315"/>
                  <a:pt x="3044666" y="1378172"/>
                  <a:pt x="3048191" y="1378172"/>
                </a:cubicBezTo>
                <a:close/>
                <a:moveTo>
                  <a:pt x="3124391" y="1377125"/>
                </a:moveTo>
                <a:cubicBezTo>
                  <a:pt x="3127343" y="1377125"/>
                  <a:pt x="3129629" y="1374743"/>
                  <a:pt x="3129629" y="1371886"/>
                </a:cubicBezTo>
                <a:cubicBezTo>
                  <a:pt x="3129629" y="1369028"/>
                  <a:pt x="3127248" y="1366647"/>
                  <a:pt x="3124391" y="1366647"/>
                </a:cubicBezTo>
                <a:cubicBezTo>
                  <a:pt x="3121438" y="1366647"/>
                  <a:pt x="3119152" y="1369028"/>
                  <a:pt x="3119152" y="1371886"/>
                </a:cubicBezTo>
                <a:cubicBezTo>
                  <a:pt x="3119152" y="1374743"/>
                  <a:pt x="3121533" y="1377125"/>
                  <a:pt x="3124391" y="1377125"/>
                </a:cubicBezTo>
                <a:close/>
                <a:moveTo>
                  <a:pt x="3200591" y="1375791"/>
                </a:moveTo>
                <a:cubicBezTo>
                  <a:pt x="3202781" y="1375791"/>
                  <a:pt x="3204591" y="1373981"/>
                  <a:pt x="3204591" y="1371791"/>
                </a:cubicBezTo>
                <a:cubicBezTo>
                  <a:pt x="3204591" y="1369600"/>
                  <a:pt x="3202781" y="1367790"/>
                  <a:pt x="3200591" y="1367790"/>
                </a:cubicBezTo>
                <a:cubicBezTo>
                  <a:pt x="3198400" y="1367790"/>
                  <a:pt x="3196590" y="1369600"/>
                  <a:pt x="3196590" y="1371791"/>
                </a:cubicBezTo>
                <a:cubicBezTo>
                  <a:pt x="3196590" y="1373981"/>
                  <a:pt x="3198400" y="1375791"/>
                  <a:pt x="3200591" y="1375791"/>
                </a:cubicBezTo>
                <a:close/>
                <a:moveTo>
                  <a:pt x="3276791" y="1374743"/>
                </a:moveTo>
                <a:cubicBezTo>
                  <a:pt x="3278410" y="1374743"/>
                  <a:pt x="3279743" y="1373410"/>
                  <a:pt x="3279743" y="1371791"/>
                </a:cubicBezTo>
                <a:cubicBezTo>
                  <a:pt x="3279743" y="1370171"/>
                  <a:pt x="3278410" y="1368838"/>
                  <a:pt x="3276791" y="1368838"/>
                </a:cubicBezTo>
                <a:cubicBezTo>
                  <a:pt x="3275171" y="1368838"/>
                  <a:pt x="3273838" y="1370171"/>
                  <a:pt x="3273838" y="1371791"/>
                </a:cubicBezTo>
                <a:cubicBezTo>
                  <a:pt x="3273838" y="1373410"/>
                  <a:pt x="3275171" y="1374743"/>
                  <a:pt x="3276791" y="1374743"/>
                </a:cubicBezTo>
                <a:close/>
                <a:moveTo>
                  <a:pt x="3352991" y="1373696"/>
                </a:moveTo>
                <a:cubicBezTo>
                  <a:pt x="3354038" y="1373696"/>
                  <a:pt x="3354896" y="1372838"/>
                  <a:pt x="3354896" y="1371791"/>
                </a:cubicBezTo>
                <a:cubicBezTo>
                  <a:pt x="3354896" y="1370743"/>
                  <a:pt x="3354038" y="1369886"/>
                  <a:pt x="3352991" y="1369886"/>
                </a:cubicBezTo>
                <a:cubicBezTo>
                  <a:pt x="3351943" y="1369886"/>
                  <a:pt x="3351086" y="1370743"/>
                  <a:pt x="3351086" y="1371791"/>
                </a:cubicBezTo>
                <a:cubicBezTo>
                  <a:pt x="3351086" y="1372838"/>
                  <a:pt x="3351943" y="1373696"/>
                  <a:pt x="3352991" y="1373696"/>
                </a:cubicBezTo>
                <a:close/>
                <a:moveTo>
                  <a:pt x="3429191" y="1372457"/>
                </a:moveTo>
                <a:cubicBezTo>
                  <a:pt x="3429572" y="1372457"/>
                  <a:pt x="3429857" y="1372172"/>
                  <a:pt x="3429857" y="1371791"/>
                </a:cubicBezTo>
                <a:cubicBezTo>
                  <a:pt x="3429857" y="1371410"/>
                  <a:pt x="3429572" y="1371124"/>
                  <a:pt x="3429191" y="1371124"/>
                </a:cubicBezTo>
                <a:cubicBezTo>
                  <a:pt x="3428810" y="1371124"/>
                  <a:pt x="3428524" y="1371410"/>
                  <a:pt x="3428524" y="1371791"/>
                </a:cubicBezTo>
                <a:cubicBezTo>
                  <a:pt x="3428619" y="1372172"/>
                  <a:pt x="3428905" y="1372457"/>
                  <a:pt x="3429191" y="1372457"/>
                </a:cubicBezTo>
                <a:close/>
                <a:moveTo>
                  <a:pt x="76391" y="1448848"/>
                </a:moveTo>
                <a:cubicBezTo>
                  <a:pt x="76867" y="1448848"/>
                  <a:pt x="77248" y="1448467"/>
                  <a:pt x="77248" y="1447991"/>
                </a:cubicBezTo>
                <a:cubicBezTo>
                  <a:pt x="77248" y="1447514"/>
                  <a:pt x="76867" y="1447133"/>
                  <a:pt x="76391" y="1447133"/>
                </a:cubicBezTo>
                <a:cubicBezTo>
                  <a:pt x="75914" y="1447133"/>
                  <a:pt x="75533" y="1447514"/>
                  <a:pt x="75533" y="1447991"/>
                </a:cubicBezTo>
                <a:cubicBezTo>
                  <a:pt x="75533" y="1448467"/>
                  <a:pt x="75914" y="1448848"/>
                  <a:pt x="76391" y="1448848"/>
                </a:cubicBezTo>
                <a:close/>
                <a:moveTo>
                  <a:pt x="152591" y="1449896"/>
                </a:moveTo>
                <a:cubicBezTo>
                  <a:pt x="153638" y="1449896"/>
                  <a:pt x="154496" y="1449038"/>
                  <a:pt x="154496" y="1447991"/>
                </a:cubicBezTo>
                <a:cubicBezTo>
                  <a:pt x="154496" y="1446943"/>
                  <a:pt x="153638" y="1446086"/>
                  <a:pt x="152591" y="1446086"/>
                </a:cubicBezTo>
                <a:cubicBezTo>
                  <a:pt x="151543" y="1446086"/>
                  <a:pt x="150686" y="1446943"/>
                  <a:pt x="150686" y="1447991"/>
                </a:cubicBezTo>
                <a:cubicBezTo>
                  <a:pt x="150686" y="1449038"/>
                  <a:pt x="151543" y="1449896"/>
                  <a:pt x="152591" y="1449896"/>
                </a:cubicBezTo>
                <a:close/>
                <a:moveTo>
                  <a:pt x="228791" y="1451134"/>
                </a:moveTo>
                <a:cubicBezTo>
                  <a:pt x="230505" y="1451134"/>
                  <a:pt x="231934" y="1449705"/>
                  <a:pt x="231934" y="1447991"/>
                </a:cubicBezTo>
                <a:cubicBezTo>
                  <a:pt x="231934" y="1446276"/>
                  <a:pt x="230505" y="1444847"/>
                  <a:pt x="228791" y="1444847"/>
                </a:cubicBezTo>
                <a:cubicBezTo>
                  <a:pt x="227076" y="1444847"/>
                  <a:pt x="225647" y="1446276"/>
                  <a:pt x="225647" y="1447991"/>
                </a:cubicBezTo>
                <a:cubicBezTo>
                  <a:pt x="225647" y="1449800"/>
                  <a:pt x="227076" y="1451134"/>
                  <a:pt x="228791" y="1451134"/>
                </a:cubicBezTo>
                <a:close/>
                <a:moveTo>
                  <a:pt x="304991" y="1452277"/>
                </a:moveTo>
                <a:cubicBezTo>
                  <a:pt x="307276" y="1452277"/>
                  <a:pt x="309182" y="1450372"/>
                  <a:pt x="309182" y="1448086"/>
                </a:cubicBezTo>
                <a:cubicBezTo>
                  <a:pt x="309182" y="1445800"/>
                  <a:pt x="307276" y="1443895"/>
                  <a:pt x="304991" y="1443895"/>
                </a:cubicBezTo>
                <a:cubicBezTo>
                  <a:pt x="302609" y="1443895"/>
                  <a:pt x="300800" y="1445800"/>
                  <a:pt x="300800" y="1448086"/>
                </a:cubicBezTo>
                <a:cubicBezTo>
                  <a:pt x="300800" y="1450372"/>
                  <a:pt x="302705" y="1452277"/>
                  <a:pt x="304991" y="1452277"/>
                </a:cubicBezTo>
                <a:close/>
                <a:moveTo>
                  <a:pt x="381191" y="1453515"/>
                </a:moveTo>
                <a:cubicBezTo>
                  <a:pt x="384239" y="1453515"/>
                  <a:pt x="386715" y="1451039"/>
                  <a:pt x="386715" y="1447991"/>
                </a:cubicBezTo>
                <a:cubicBezTo>
                  <a:pt x="386715" y="1444943"/>
                  <a:pt x="384239" y="1442466"/>
                  <a:pt x="381191" y="1442466"/>
                </a:cubicBezTo>
                <a:cubicBezTo>
                  <a:pt x="378143" y="1442466"/>
                  <a:pt x="375666" y="1444943"/>
                  <a:pt x="375666" y="1447991"/>
                </a:cubicBezTo>
                <a:cubicBezTo>
                  <a:pt x="375761" y="1451039"/>
                  <a:pt x="378143" y="1453515"/>
                  <a:pt x="381191" y="1453515"/>
                </a:cubicBezTo>
                <a:close/>
                <a:moveTo>
                  <a:pt x="457391" y="1454563"/>
                </a:moveTo>
                <a:cubicBezTo>
                  <a:pt x="461010" y="1454563"/>
                  <a:pt x="463963" y="1451610"/>
                  <a:pt x="463963" y="1447991"/>
                </a:cubicBezTo>
                <a:cubicBezTo>
                  <a:pt x="463963" y="1444371"/>
                  <a:pt x="461010" y="1441418"/>
                  <a:pt x="457391" y="1441418"/>
                </a:cubicBezTo>
                <a:cubicBezTo>
                  <a:pt x="453771" y="1441418"/>
                  <a:pt x="450818" y="1444371"/>
                  <a:pt x="450818" y="1447991"/>
                </a:cubicBezTo>
                <a:cubicBezTo>
                  <a:pt x="450818" y="1451610"/>
                  <a:pt x="453771" y="1454563"/>
                  <a:pt x="457391" y="1454563"/>
                </a:cubicBezTo>
                <a:close/>
                <a:moveTo>
                  <a:pt x="533591" y="1455801"/>
                </a:moveTo>
                <a:cubicBezTo>
                  <a:pt x="537877" y="1455801"/>
                  <a:pt x="541401" y="1452277"/>
                  <a:pt x="541401" y="1447991"/>
                </a:cubicBezTo>
                <a:cubicBezTo>
                  <a:pt x="541401" y="1443704"/>
                  <a:pt x="537877" y="1440180"/>
                  <a:pt x="533591" y="1440180"/>
                </a:cubicBezTo>
                <a:cubicBezTo>
                  <a:pt x="529304" y="1440180"/>
                  <a:pt x="525780" y="1443704"/>
                  <a:pt x="525780" y="1447991"/>
                </a:cubicBezTo>
                <a:cubicBezTo>
                  <a:pt x="525780" y="1452372"/>
                  <a:pt x="529304" y="1455801"/>
                  <a:pt x="533591" y="1455801"/>
                </a:cubicBezTo>
                <a:close/>
                <a:moveTo>
                  <a:pt x="609790" y="1456849"/>
                </a:moveTo>
                <a:cubicBezTo>
                  <a:pt x="614648" y="1456849"/>
                  <a:pt x="618649" y="1452848"/>
                  <a:pt x="618649" y="1447991"/>
                </a:cubicBezTo>
                <a:cubicBezTo>
                  <a:pt x="618649" y="1443133"/>
                  <a:pt x="614648" y="1439132"/>
                  <a:pt x="609790" y="1439132"/>
                </a:cubicBezTo>
                <a:cubicBezTo>
                  <a:pt x="604933" y="1439132"/>
                  <a:pt x="600932" y="1443133"/>
                  <a:pt x="600932" y="1447991"/>
                </a:cubicBezTo>
                <a:cubicBezTo>
                  <a:pt x="600932" y="1452848"/>
                  <a:pt x="604933" y="1456849"/>
                  <a:pt x="609790" y="1456849"/>
                </a:cubicBezTo>
                <a:close/>
                <a:moveTo>
                  <a:pt x="685990" y="1458182"/>
                </a:moveTo>
                <a:cubicBezTo>
                  <a:pt x="691610" y="1458182"/>
                  <a:pt x="696087" y="1453610"/>
                  <a:pt x="696087" y="1448086"/>
                </a:cubicBezTo>
                <a:cubicBezTo>
                  <a:pt x="696087" y="1442561"/>
                  <a:pt x="691515" y="1437989"/>
                  <a:pt x="685990" y="1437989"/>
                </a:cubicBezTo>
                <a:cubicBezTo>
                  <a:pt x="680371" y="1437989"/>
                  <a:pt x="675894" y="1442561"/>
                  <a:pt x="675894" y="1448086"/>
                </a:cubicBezTo>
                <a:cubicBezTo>
                  <a:pt x="675894" y="1453610"/>
                  <a:pt x="680371" y="1458182"/>
                  <a:pt x="685990" y="1458182"/>
                </a:cubicBezTo>
                <a:close/>
                <a:moveTo>
                  <a:pt x="762190" y="1459230"/>
                </a:moveTo>
                <a:cubicBezTo>
                  <a:pt x="768382" y="1459230"/>
                  <a:pt x="773430" y="1454182"/>
                  <a:pt x="773430" y="1447991"/>
                </a:cubicBezTo>
                <a:cubicBezTo>
                  <a:pt x="773430" y="1441799"/>
                  <a:pt x="768382" y="1436751"/>
                  <a:pt x="762190" y="1436751"/>
                </a:cubicBezTo>
                <a:cubicBezTo>
                  <a:pt x="755999" y="1436751"/>
                  <a:pt x="750951" y="1441799"/>
                  <a:pt x="750951" y="1447991"/>
                </a:cubicBezTo>
                <a:cubicBezTo>
                  <a:pt x="751046" y="1454182"/>
                  <a:pt x="755999" y="1459230"/>
                  <a:pt x="762190" y="1459230"/>
                </a:cubicBezTo>
                <a:close/>
                <a:moveTo>
                  <a:pt x="838390" y="1460278"/>
                </a:moveTo>
                <a:cubicBezTo>
                  <a:pt x="845153" y="1460278"/>
                  <a:pt x="850678" y="1454753"/>
                  <a:pt x="850678" y="1447991"/>
                </a:cubicBezTo>
                <a:cubicBezTo>
                  <a:pt x="850678" y="1441228"/>
                  <a:pt x="845153" y="1435703"/>
                  <a:pt x="838390" y="1435703"/>
                </a:cubicBezTo>
                <a:cubicBezTo>
                  <a:pt x="831628" y="1435703"/>
                  <a:pt x="826103" y="1441228"/>
                  <a:pt x="826103" y="1447991"/>
                </a:cubicBezTo>
                <a:cubicBezTo>
                  <a:pt x="826103" y="1454753"/>
                  <a:pt x="831628" y="1460278"/>
                  <a:pt x="838390" y="1460278"/>
                </a:cubicBezTo>
                <a:close/>
                <a:moveTo>
                  <a:pt x="914590" y="1461326"/>
                </a:moveTo>
                <a:cubicBezTo>
                  <a:pt x="921925" y="1461326"/>
                  <a:pt x="927926" y="1455325"/>
                  <a:pt x="927926" y="1447991"/>
                </a:cubicBezTo>
                <a:cubicBezTo>
                  <a:pt x="927926" y="1440656"/>
                  <a:pt x="921925" y="1434656"/>
                  <a:pt x="914590" y="1434656"/>
                </a:cubicBezTo>
                <a:cubicBezTo>
                  <a:pt x="907256" y="1434656"/>
                  <a:pt x="901256" y="1440656"/>
                  <a:pt x="901256" y="1447991"/>
                </a:cubicBezTo>
                <a:cubicBezTo>
                  <a:pt x="901256" y="1455325"/>
                  <a:pt x="907256" y="1461326"/>
                  <a:pt x="914590" y="1461326"/>
                </a:cubicBezTo>
                <a:close/>
                <a:moveTo>
                  <a:pt x="990790" y="1462373"/>
                </a:moveTo>
                <a:cubicBezTo>
                  <a:pt x="998696" y="1462373"/>
                  <a:pt x="1005173" y="1455896"/>
                  <a:pt x="1005173" y="1447991"/>
                </a:cubicBezTo>
                <a:cubicBezTo>
                  <a:pt x="1005173" y="1440085"/>
                  <a:pt x="998696" y="1433608"/>
                  <a:pt x="990790" y="1433608"/>
                </a:cubicBezTo>
                <a:cubicBezTo>
                  <a:pt x="982885" y="1433608"/>
                  <a:pt x="976408" y="1440085"/>
                  <a:pt x="976408" y="1447991"/>
                </a:cubicBezTo>
                <a:cubicBezTo>
                  <a:pt x="976408" y="1455896"/>
                  <a:pt x="982885" y="1462373"/>
                  <a:pt x="990790" y="1462373"/>
                </a:cubicBezTo>
                <a:close/>
                <a:moveTo>
                  <a:pt x="1066991" y="1463612"/>
                </a:moveTo>
                <a:cubicBezTo>
                  <a:pt x="1075658" y="1463612"/>
                  <a:pt x="1082612" y="1456563"/>
                  <a:pt x="1082612" y="1447991"/>
                </a:cubicBezTo>
                <a:cubicBezTo>
                  <a:pt x="1082612" y="1439418"/>
                  <a:pt x="1075563" y="1432370"/>
                  <a:pt x="1066991" y="1432370"/>
                </a:cubicBezTo>
                <a:cubicBezTo>
                  <a:pt x="1058418" y="1432370"/>
                  <a:pt x="1051370" y="1439418"/>
                  <a:pt x="1051370" y="1447991"/>
                </a:cubicBezTo>
                <a:cubicBezTo>
                  <a:pt x="1051370" y="1456563"/>
                  <a:pt x="1058418" y="1463612"/>
                  <a:pt x="1066991" y="1463612"/>
                </a:cubicBezTo>
                <a:close/>
                <a:moveTo>
                  <a:pt x="1143191" y="1464469"/>
                </a:moveTo>
                <a:cubicBezTo>
                  <a:pt x="1152335" y="1464469"/>
                  <a:pt x="1159669" y="1457135"/>
                  <a:pt x="1159669" y="1447991"/>
                </a:cubicBezTo>
                <a:cubicBezTo>
                  <a:pt x="1159669" y="1438847"/>
                  <a:pt x="1152335" y="1431512"/>
                  <a:pt x="1143191" y="1431512"/>
                </a:cubicBezTo>
                <a:cubicBezTo>
                  <a:pt x="1134047" y="1431512"/>
                  <a:pt x="1126712" y="1438847"/>
                  <a:pt x="1126712" y="1447991"/>
                </a:cubicBezTo>
                <a:cubicBezTo>
                  <a:pt x="1126712" y="1457135"/>
                  <a:pt x="1134142" y="1464469"/>
                  <a:pt x="1143191" y="1464469"/>
                </a:cubicBezTo>
                <a:close/>
                <a:moveTo>
                  <a:pt x="1219391" y="1465517"/>
                </a:moveTo>
                <a:cubicBezTo>
                  <a:pt x="1229106" y="1465517"/>
                  <a:pt x="1236917" y="1457706"/>
                  <a:pt x="1236917" y="1447991"/>
                </a:cubicBezTo>
                <a:cubicBezTo>
                  <a:pt x="1236917" y="1438275"/>
                  <a:pt x="1229106" y="1430464"/>
                  <a:pt x="1219391" y="1430464"/>
                </a:cubicBezTo>
                <a:cubicBezTo>
                  <a:pt x="1209675" y="1430464"/>
                  <a:pt x="1201865" y="1438275"/>
                  <a:pt x="1201865" y="1447991"/>
                </a:cubicBezTo>
                <a:cubicBezTo>
                  <a:pt x="1201865" y="1457706"/>
                  <a:pt x="1209770" y="1465517"/>
                  <a:pt x="1219391" y="1465517"/>
                </a:cubicBezTo>
                <a:close/>
                <a:moveTo>
                  <a:pt x="1295591" y="1466850"/>
                </a:moveTo>
                <a:cubicBezTo>
                  <a:pt x="1305973" y="1466850"/>
                  <a:pt x="1314355" y="1458468"/>
                  <a:pt x="1314355" y="1448086"/>
                </a:cubicBezTo>
                <a:cubicBezTo>
                  <a:pt x="1314355" y="1437704"/>
                  <a:pt x="1305973" y="1429322"/>
                  <a:pt x="1295591" y="1429322"/>
                </a:cubicBezTo>
                <a:cubicBezTo>
                  <a:pt x="1285208" y="1429322"/>
                  <a:pt x="1276826" y="1437704"/>
                  <a:pt x="1276826" y="1448086"/>
                </a:cubicBezTo>
                <a:cubicBezTo>
                  <a:pt x="1276826" y="1458373"/>
                  <a:pt x="1285208" y="1466850"/>
                  <a:pt x="1295591" y="1466850"/>
                </a:cubicBezTo>
                <a:close/>
                <a:moveTo>
                  <a:pt x="1371791" y="1467707"/>
                </a:moveTo>
                <a:cubicBezTo>
                  <a:pt x="1382649" y="1467707"/>
                  <a:pt x="1391412" y="1458944"/>
                  <a:pt x="1391412" y="1448086"/>
                </a:cubicBezTo>
                <a:cubicBezTo>
                  <a:pt x="1391412" y="1437227"/>
                  <a:pt x="1382649" y="1428464"/>
                  <a:pt x="1371791" y="1428464"/>
                </a:cubicBezTo>
                <a:cubicBezTo>
                  <a:pt x="1360932" y="1428464"/>
                  <a:pt x="1352169" y="1437227"/>
                  <a:pt x="1352169" y="1448086"/>
                </a:cubicBezTo>
                <a:cubicBezTo>
                  <a:pt x="1352169" y="1458944"/>
                  <a:pt x="1360932" y="1467707"/>
                  <a:pt x="1371791" y="1467707"/>
                </a:cubicBezTo>
                <a:close/>
                <a:moveTo>
                  <a:pt x="1447991" y="1468469"/>
                </a:moveTo>
                <a:cubicBezTo>
                  <a:pt x="1459325" y="1468469"/>
                  <a:pt x="1468469" y="1459325"/>
                  <a:pt x="1468469" y="1447991"/>
                </a:cubicBezTo>
                <a:cubicBezTo>
                  <a:pt x="1468469" y="1436656"/>
                  <a:pt x="1459325" y="1427512"/>
                  <a:pt x="1447991" y="1427512"/>
                </a:cubicBezTo>
                <a:cubicBezTo>
                  <a:pt x="1436656" y="1427512"/>
                  <a:pt x="1427512" y="1436656"/>
                  <a:pt x="1427512" y="1447991"/>
                </a:cubicBezTo>
                <a:cubicBezTo>
                  <a:pt x="1427512" y="1459325"/>
                  <a:pt x="1436656" y="1468469"/>
                  <a:pt x="1447991" y="1468469"/>
                </a:cubicBezTo>
                <a:close/>
                <a:moveTo>
                  <a:pt x="1524191" y="1469327"/>
                </a:moveTo>
                <a:cubicBezTo>
                  <a:pt x="1536002" y="1469327"/>
                  <a:pt x="1545527" y="1459802"/>
                  <a:pt x="1545527" y="1447991"/>
                </a:cubicBezTo>
                <a:cubicBezTo>
                  <a:pt x="1545527" y="1436180"/>
                  <a:pt x="1536002" y="1426655"/>
                  <a:pt x="1524191" y="1426655"/>
                </a:cubicBezTo>
                <a:cubicBezTo>
                  <a:pt x="1512380" y="1426655"/>
                  <a:pt x="1502855" y="1436180"/>
                  <a:pt x="1502855" y="1447991"/>
                </a:cubicBezTo>
                <a:cubicBezTo>
                  <a:pt x="1502855" y="1459802"/>
                  <a:pt x="1512380" y="1469327"/>
                  <a:pt x="1524191" y="1469327"/>
                </a:cubicBezTo>
                <a:close/>
                <a:moveTo>
                  <a:pt x="1600391" y="1469993"/>
                </a:moveTo>
                <a:cubicBezTo>
                  <a:pt x="1612487" y="1469993"/>
                  <a:pt x="1622393" y="1460183"/>
                  <a:pt x="1622393" y="1447991"/>
                </a:cubicBezTo>
                <a:cubicBezTo>
                  <a:pt x="1622393" y="1435799"/>
                  <a:pt x="1612583" y="1425988"/>
                  <a:pt x="1600391" y="1425988"/>
                </a:cubicBezTo>
                <a:cubicBezTo>
                  <a:pt x="1588199" y="1425988"/>
                  <a:pt x="1578388" y="1435799"/>
                  <a:pt x="1578388" y="1447991"/>
                </a:cubicBezTo>
                <a:cubicBezTo>
                  <a:pt x="1578388" y="1460183"/>
                  <a:pt x="1588294" y="1469993"/>
                  <a:pt x="1600391" y="1469993"/>
                </a:cubicBezTo>
                <a:close/>
                <a:moveTo>
                  <a:pt x="1676591" y="1470374"/>
                </a:moveTo>
                <a:cubicBezTo>
                  <a:pt x="1688973" y="1470374"/>
                  <a:pt x="1698974" y="1460373"/>
                  <a:pt x="1698974" y="1447991"/>
                </a:cubicBezTo>
                <a:cubicBezTo>
                  <a:pt x="1698974" y="1435608"/>
                  <a:pt x="1688973" y="1425607"/>
                  <a:pt x="1676591" y="1425607"/>
                </a:cubicBezTo>
                <a:cubicBezTo>
                  <a:pt x="1664208" y="1425607"/>
                  <a:pt x="1654207" y="1435608"/>
                  <a:pt x="1654207" y="1447991"/>
                </a:cubicBezTo>
                <a:cubicBezTo>
                  <a:pt x="1654207" y="1460373"/>
                  <a:pt x="1664208" y="1470374"/>
                  <a:pt x="1676591" y="1470374"/>
                </a:cubicBezTo>
                <a:close/>
                <a:moveTo>
                  <a:pt x="1752791" y="1470374"/>
                </a:moveTo>
                <a:cubicBezTo>
                  <a:pt x="1765173" y="1470374"/>
                  <a:pt x="1775174" y="1460373"/>
                  <a:pt x="1775174" y="1447991"/>
                </a:cubicBezTo>
                <a:cubicBezTo>
                  <a:pt x="1775174" y="1435608"/>
                  <a:pt x="1765173" y="1425607"/>
                  <a:pt x="1752791" y="1425607"/>
                </a:cubicBezTo>
                <a:cubicBezTo>
                  <a:pt x="1740408" y="1425607"/>
                  <a:pt x="1730407" y="1435608"/>
                  <a:pt x="1730407" y="1447991"/>
                </a:cubicBezTo>
                <a:cubicBezTo>
                  <a:pt x="1730407" y="1460373"/>
                  <a:pt x="1740408" y="1470374"/>
                  <a:pt x="1752791" y="1470374"/>
                </a:cubicBezTo>
                <a:close/>
                <a:moveTo>
                  <a:pt x="1828991" y="1470374"/>
                </a:moveTo>
                <a:cubicBezTo>
                  <a:pt x="1841373" y="1470374"/>
                  <a:pt x="1851374" y="1460373"/>
                  <a:pt x="1851374" y="1447991"/>
                </a:cubicBezTo>
                <a:cubicBezTo>
                  <a:pt x="1851374" y="1435608"/>
                  <a:pt x="1841373" y="1425607"/>
                  <a:pt x="1828991" y="1425607"/>
                </a:cubicBezTo>
                <a:cubicBezTo>
                  <a:pt x="1816608" y="1425607"/>
                  <a:pt x="1806607" y="1435608"/>
                  <a:pt x="1806607" y="1447991"/>
                </a:cubicBezTo>
                <a:cubicBezTo>
                  <a:pt x="1806607" y="1460373"/>
                  <a:pt x="1816608" y="1470374"/>
                  <a:pt x="1828991" y="1470374"/>
                </a:cubicBezTo>
                <a:close/>
                <a:moveTo>
                  <a:pt x="1905191" y="1469993"/>
                </a:moveTo>
                <a:cubicBezTo>
                  <a:pt x="1917287" y="1469993"/>
                  <a:pt x="1927193" y="1460183"/>
                  <a:pt x="1927193" y="1447991"/>
                </a:cubicBezTo>
                <a:cubicBezTo>
                  <a:pt x="1927193" y="1435799"/>
                  <a:pt x="1917383" y="1425988"/>
                  <a:pt x="1905191" y="1425988"/>
                </a:cubicBezTo>
                <a:cubicBezTo>
                  <a:pt x="1892999" y="1425988"/>
                  <a:pt x="1883188" y="1435799"/>
                  <a:pt x="1883188" y="1447991"/>
                </a:cubicBezTo>
                <a:cubicBezTo>
                  <a:pt x="1883188" y="1460183"/>
                  <a:pt x="1893094" y="1469993"/>
                  <a:pt x="1905191" y="1469993"/>
                </a:cubicBezTo>
                <a:close/>
                <a:moveTo>
                  <a:pt x="1981391" y="1469327"/>
                </a:moveTo>
                <a:cubicBezTo>
                  <a:pt x="1993202" y="1469327"/>
                  <a:pt x="2002727" y="1459802"/>
                  <a:pt x="2002727" y="1447991"/>
                </a:cubicBezTo>
                <a:cubicBezTo>
                  <a:pt x="2002727" y="1436180"/>
                  <a:pt x="1993202" y="1426655"/>
                  <a:pt x="1981391" y="1426655"/>
                </a:cubicBezTo>
                <a:cubicBezTo>
                  <a:pt x="1969580" y="1426655"/>
                  <a:pt x="1960055" y="1436180"/>
                  <a:pt x="1960055" y="1447991"/>
                </a:cubicBezTo>
                <a:cubicBezTo>
                  <a:pt x="1960055" y="1459802"/>
                  <a:pt x="1969580" y="1469327"/>
                  <a:pt x="1981391" y="1469327"/>
                </a:cubicBezTo>
                <a:close/>
                <a:moveTo>
                  <a:pt x="2057591" y="1468469"/>
                </a:moveTo>
                <a:cubicBezTo>
                  <a:pt x="2068925" y="1468469"/>
                  <a:pt x="2078069" y="1459325"/>
                  <a:pt x="2078069" y="1447991"/>
                </a:cubicBezTo>
                <a:cubicBezTo>
                  <a:pt x="2078069" y="1436656"/>
                  <a:pt x="2068925" y="1427512"/>
                  <a:pt x="2057591" y="1427512"/>
                </a:cubicBezTo>
                <a:cubicBezTo>
                  <a:pt x="2046256" y="1427512"/>
                  <a:pt x="2037112" y="1436656"/>
                  <a:pt x="2037112" y="1447991"/>
                </a:cubicBezTo>
                <a:cubicBezTo>
                  <a:pt x="2037112" y="1459325"/>
                  <a:pt x="2046256" y="1468469"/>
                  <a:pt x="2057591" y="1468469"/>
                </a:cubicBezTo>
                <a:close/>
                <a:moveTo>
                  <a:pt x="2133791" y="1467707"/>
                </a:moveTo>
                <a:cubicBezTo>
                  <a:pt x="2144649" y="1467707"/>
                  <a:pt x="2153412" y="1458944"/>
                  <a:pt x="2153412" y="1448086"/>
                </a:cubicBezTo>
                <a:cubicBezTo>
                  <a:pt x="2153412" y="1437227"/>
                  <a:pt x="2144649" y="1428464"/>
                  <a:pt x="2133791" y="1428464"/>
                </a:cubicBezTo>
                <a:cubicBezTo>
                  <a:pt x="2122932" y="1428464"/>
                  <a:pt x="2114169" y="1437227"/>
                  <a:pt x="2114169" y="1448086"/>
                </a:cubicBezTo>
                <a:cubicBezTo>
                  <a:pt x="2114169" y="1458944"/>
                  <a:pt x="2122932" y="1467707"/>
                  <a:pt x="2133791" y="1467707"/>
                </a:cubicBezTo>
                <a:close/>
                <a:moveTo>
                  <a:pt x="2209991" y="1466850"/>
                </a:moveTo>
                <a:cubicBezTo>
                  <a:pt x="2220373" y="1466850"/>
                  <a:pt x="2228755" y="1458468"/>
                  <a:pt x="2228755" y="1448086"/>
                </a:cubicBezTo>
                <a:cubicBezTo>
                  <a:pt x="2228755" y="1437704"/>
                  <a:pt x="2220373" y="1429322"/>
                  <a:pt x="2209991" y="1429322"/>
                </a:cubicBezTo>
                <a:cubicBezTo>
                  <a:pt x="2199608" y="1429322"/>
                  <a:pt x="2191226" y="1437704"/>
                  <a:pt x="2191226" y="1448086"/>
                </a:cubicBezTo>
                <a:cubicBezTo>
                  <a:pt x="2191226" y="1458373"/>
                  <a:pt x="2199608" y="1466850"/>
                  <a:pt x="2209991" y="1466850"/>
                </a:cubicBezTo>
                <a:close/>
                <a:moveTo>
                  <a:pt x="2286191" y="1465802"/>
                </a:moveTo>
                <a:cubicBezTo>
                  <a:pt x="2296001" y="1465802"/>
                  <a:pt x="2303907" y="1457897"/>
                  <a:pt x="2303907" y="1448086"/>
                </a:cubicBezTo>
                <a:cubicBezTo>
                  <a:pt x="2303907" y="1438275"/>
                  <a:pt x="2296001" y="1430369"/>
                  <a:pt x="2286191" y="1430369"/>
                </a:cubicBezTo>
                <a:cubicBezTo>
                  <a:pt x="2276380" y="1430369"/>
                  <a:pt x="2268474" y="1438275"/>
                  <a:pt x="2268474" y="1448086"/>
                </a:cubicBezTo>
                <a:cubicBezTo>
                  <a:pt x="2268474" y="1457801"/>
                  <a:pt x="2276380" y="1465802"/>
                  <a:pt x="2286191" y="1465802"/>
                </a:cubicBezTo>
                <a:close/>
                <a:moveTo>
                  <a:pt x="2362391" y="1464659"/>
                </a:moveTo>
                <a:cubicBezTo>
                  <a:pt x="2371630" y="1464659"/>
                  <a:pt x="2379059" y="1457230"/>
                  <a:pt x="2379059" y="1447991"/>
                </a:cubicBezTo>
                <a:cubicBezTo>
                  <a:pt x="2379059" y="1438751"/>
                  <a:pt x="2371630" y="1431322"/>
                  <a:pt x="2362391" y="1431322"/>
                </a:cubicBezTo>
                <a:cubicBezTo>
                  <a:pt x="2353151" y="1431322"/>
                  <a:pt x="2345722" y="1438751"/>
                  <a:pt x="2345722" y="1447991"/>
                </a:cubicBezTo>
                <a:cubicBezTo>
                  <a:pt x="2345722" y="1457230"/>
                  <a:pt x="2353151" y="1464659"/>
                  <a:pt x="2362391" y="1464659"/>
                </a:cubicBezTo>
                <a:close/>
                <a:moveTo>
                  <a:pt x="2438591" y="1463612"/>
                </a:moveTo>
                <a:cubicBezTo>
                  <a:pt x="2447258" y="1463612"/>
                  <a:pt x="2454212" y="1456563"/>
                  <a:pt x="2454212" y="1447991"/>
                </a:cubicBezTo>
                <a:cubicBezTo>
                  <a:pt x="2454212" y="1439418"/>
                  <a:pt x="2447258" y="1432370"/>
                  <a:pt x="2438591" y="1432370"/>
                </a:cubicBezTo>
                <a:cubicBezTo>
                  <a:pt x="2429923" y="1432370"/>
                  <a:pt x="2422970" y="1439418"/>
                  <a:pt x="2422970" y="1447991"/>
                </a:cubicBezTo>
                <a:cubicBezTo>
                  <a:pt x="2422970" y="1456563"/>
                  <a:pt x="2430018" y="1463612"/>
                  <a:pt x="2438591" y="1463612"/>
                </a:cubicBezTo>
                <a:close/>
                <a:moveTo>
                  <a:pt x="2514791" y="1462564"/>
                </a:moveTo>
                <a:cubicBezTo>
                  <a:pt x="2522887" y="1462564"/>
                  <a:pt x="2529364" y="1455992"/>
                  <a:pt x="2529364" y="1447991"/>
                </a:cubicBezTo>
                <a:cubicBezTo>
                  <a:pt x="2529364" y="1439989"/>
                  <a:pt x="2522791" y="1433417"/>
                  <a:pt x="2514791" y="1433417"/>
                </a:cubicBezTo>
                <a:cubicBezTo>
                  <a:pt x="2506695" y="1433417"/>
                  <a:pt x="2500217" y="1439989"/>
                  <a:pt x="2500217" y="1447991"/>
                </a:cubicBezTo>
                <a:cubicBezTo>
                  <a:pt x="2500217" y="1455992"/>
                  <a:pt x="2506790" y="1462564"/>
                  <a:pt x="2514791" y="1462564"/>
                </a:cubicBezTo>
                <a:close/>
                <a:moveTo>
                  <a:pt x="2590991" y="1461516"/>
                </a:moveTo>
                <a:cubicBezTo>
                  <a:pt x="2598420" y="1461516"/>
                  <a:pt x="2604516" y="1455420"/>
                  <a:pt x="2604516" y="1447991"/>
                </a:cubicBezTo>
                <a:cubicBezTo>
                  <a:pt x="2604516" y="1440561"/>
                  <a:pt x="2598420" y="1434465"/>
                  <a:pt x="2590991" y="1434465"/>
                </a:cubicBezTo>
                <a:cubicBezTo>
                  <a:pt x="2583561" y="1434465"/>
                  <a:pt x="2577465" y="1440561"/>
                  <a:pt x="2577465" y="1447991"/>
                </a:cubicBezTo>
                <a:cubicBezTo>
                  <a:pt x="2577465" y="1455420"/>
                  <a:pt x="2583561" y="1461516"/>
                  <a:pt x="2590991" y="1461516"/>
                </a:cubicBezTo>
                <a:close/>
                <a:moveTo>
                  <a:pt x="2667191" y="1460468"/>
                </a:moveTo>
                <a:cubicBezTo>
                  <a:pt x="2674049" y="1460468"/>
                  <a:pt x="2679668" y="1454849"/>
                  <a:pt x="2679668" y="1447991"/>
                </a:cubicBezTo>
                <a:cubicBezTo>
                  <a:pt x="2679668" y="1441133"/>
                  <a:pt x="2674049" y="1435513"/>
                  <a:pt x="2667191" y="1435513"/>
                </a:cubicBezTo>
                <a:cubicBezTo>
                  <a:pt x="2660333" y="1435513"/>
                  <a:pt x="2654713" y="1441133"/>
                  <a:pt x="2654713" y="1447991"/>
                </a:cubicBezTo>
                <a:cubicBezTo>
                  <a:pt x="2654713" y="1454849"/>
                  <a:pt x="2660333" y="1460468"/>
                  <a:pt x="2667191" y="1460468"/>
                </a:cubicBezTo>
                <a:close/>
                <a:moveTo>
                  <a:pt x="2743391" y="1459230"/>
                </a:moveTo>
                <a:cubicBezTo>
                  <a:pt x="2749582" y="1459230"/>
                  <a:pt x="2754630" y="1454182"/>
                  <a:pt x="2754630" y="1447991"/>
                </a:cubicBezTo>
                <a:cubicBezTo>
                  <a:pt x="2754630" y="1441799"/>
                  <a:pt x="2749582" y="1436751"/>
                  <a:pt x="2743391" y="1436751"/>
                </a:cubicBezTo>
                <a:cubicBezTo>
                  <a:pt x="2737199" y="1436751"/>
                  <a:pt x="2732151" y="1441799"/>
                  <a:pt x="2732151" y="1447991"/>
                </a:cubicBezTo>
                <a:cubicBezTo>
                  <a:pt x="2732246" y="1454182"/>
                  <a:pt x="2737199" y="1459230"/>
                  <a:pt x="2743391" y="1459230"/>
                </a:cubicBezTo>
                <a:close/>
                <a:moveTo>
                  <a:pt x="2819591" y="1458182"/>
                </a:moveTo>
                <a:cubicBezTo>
                  <a:pt x="2825210" y="1458182"/>
                  <a:pt x="2829687" y="1453610"/>
                  <a:pt x="2829687" y="1448086"/>
                </a:cubicBezTo>
                <a:cubicBezTo>
                  <a:pt x="2829687" y="1442561"/>
                  <a:pt x="2825115" y="1437989"/>
                  <a:pt x="2819591" y="1437989"/>
                </a:cubicBezTo>
                <a:cubicBezTo>
                  <a:pt x="2813971" y="1437989"/>
                  <a:pt x="2809494" y="1442561"/>
                  <a:pt x="2809494" y="1448086"/>
                </a:cubicBezTo>
                <a:cubicBezTo>
                  <a:pt x="2809494" y="1453610"/>
                  <a:pt x="2813971" y="1458182"/>
                  <a:pt x="2819591" y="1458182"/>
                </a:cubicBezTo>
                <a:close/>
                <a:moveTo>
                  <a:pt x="2895791" y="1457135"/>
                </a:moveTo>
                <a:cubicBezTo>
                  <a:pt x="2900839" y="1457135"/>
                  <a:pt x="2904839" y="1453039"/>
                  <a:pt x="2904839" y="1448086"/>
                </a:cubicBezTo>
                <a:cubicBezTo>
                  <a:pt x="2904839" y="1443133"/>
                  <a:pt x="2900744" y="1439037"/>
                  <a:pt x="2895791" y="1439037"/>
                </a:cubicBezTo>
                <a:cubicBezTo>
                  <a:pt x="2890742" y="1439037"/>
                  <a:pt x="2886742" y="1443133"/>
                  <a:pt x="2886742" y="1448086"/>
                </a:cubicBezTo>
                <a:cubicBezTo>
                  <a:pt x="2886742" y="1453039"/>
                  <a:pt x="2890838" y="1457135"/>
                  <a:pt x="2895791" y="1457135"/>
                </a:cubicBezTo>
                <a:close/>
                <a:moveTo>
                  <a:pt x="2971991" y="1455801"/>
                </a:moveTo>
                <a:cubicBezTo>
                  <a:pt x="2976277" y="1455801"/>
                  <a:pt x="2979801" y="1452277"/>
                  <a:pt x="2979801" y="1447991"/>
                </a:cubicBezTo>
                <a:cubicBezTo>
                  <a:pt x="2979801" y="1443704"/>
                  <a:pt x="2976277" y="1440180"/>
                  <a:pt x="2971991" y="1440180"/>
                </a:cubicBezTo>
                <a:cubicBezTo>
                  <a:pt x="2967704" y="1440180"/>
                  <a:pt x="2964180" y="1443704"/>
                  <a:pt x="2964180" y="1447991"/>
                </a:cubicBezTo>
                <a:cubicBezTo>
                  <a:pt x="2964180" y="1452372"/>
                  <a:pt x="2967704" y="1455801"/>
                  <a:pt x="2971991" y="1455801"/>
                </a:cubicBezTo>
                <a:close/>
                <a:moveTo>
                  <a:pt x="3048191" y="1454753"/>
                </a:moveTo>
                <a:cubicBezTo>
                  <a:pt x="3051905" y="1454753"/>
                  <a:pt x="3054953" y="1451705"/>
                  <a:pt x="3054953" y="1447991"/>
                </a:cubicBezTo>
                <a:cubicBezTo>
                  <a:pt x="3054953" y="1444276"/>
                  <a:pt x="3051905" y="1441228"/>
                  <a:pt x="3048191" y="1441228"/>
                </a:cubicBezTo>
                <a:cubicBezTo>
                  <a:pt x="3044476" y="1441228"/>
                  <a:pt x="3041428" y="1444276"/>
                  <a:pt x="3041428" y="1447991"/>
                </a:cubicBezTo>
                <a:cubicBezTo>
                  <a:pt x="3041428" y="1451705"/>
                  <a:pt x="3044476" y="1454753"/>
                  <a:pt x="3048191" y="1454753"/>
                </a:cubicBezTo>
                <a:close/>
                <a:moveTo>
                  <a:pt x="3124391" y="1453515"/>
                </a:moveTo>
                <a:cubicBezTo>
                  <a:pt x="3127439" y="1453515"/>
                  <a:pt x="3129915" y="1451039"/>
                  <a:pt x="3129915" y="1447991"/>
                </a:cubicBezTo>
                <a:cubicBezTo>
                  <a:pt x="3129915" y="1444943"/>
                  <a:pt x="3127439" y="1442466"/>
                  <a:pt x="3124391" y="1442466"/>
                </a:cubicBezTo>
                <a:cubicBezTo>
                  <a:pt x="3121343" y="1442466"/>
                  <a:pt x="3118866" y="1444943"/>
                  <a:pt x="3118866" y="1447991"/>
                </a:cubicBezTo>
                <a:cubicBezTo>
                  <a:pt x="3118961" y="1451039"/>
                  <a:pt x="3121343" y="1453515"/>
                  <a:pt x="3124391" y="1453515"/>
                </a:cubicBezTo>
                <a:close/>
                <a:moveTo>
                  <a:pt x="3200591" y="1452467"/>
                </a:moveTo>
                <a:cubicBezTo>
                  <a:pt x="3203067" y="1452467"/>
                  <a:pt x="3205067" y="1450467"/>
                  <a:pt x="3205067" y="1447991"/>
                </a:cubicBezTo>
                <a:cubicBezTo>
                  <a:pt x="3205067" y="1445514"/>
                  <a:pt x="3203067" y="1443514"/>
                  <a:pt x="3200591" y="1443514"/>
                </a:cubicBezTo>
                <a:cubicBezTo>
                  <a:pt x="3198114" y="1443514"/>
                  <a:pt x="3196114" y="1445514"/>
                  <a:pt x="3196114" y="1447991"/>
                </a:cubicBezTo>
                <a:cubicBezTo>
                  <a:pt x="3196209" y="1450467"/>
                  <a:pt x="3198114" y="1452467"/>
                  <a:pt x="3200591" y="1452467"/>
                </a:cubicBezTo>
                <a:close/>
                <a:moveTo>
                  <a:pt x="3276791" y="1451134"/>
                </a:moveTo>
                <a:cubicBezTo>
                  <a:pt x="3278505" y="1451134"/>
                  <a:pt x="3279934" y="1449705"/>
                  <a:pt x="3279934" y="1447991"/>
                </a:cubicBezTo>
                <a:cubicBezTo>
                  <a:pt x="3279934" y="1446276"/>
                  <a:pt x="3278505" y="1444847"/>
                  <a:pt x="3276791" y="1444847"/>
                </a:cubicBezTo>
                <a:cubicBezTo>
                  <a:pt x="3275076" y="1444847"/>
                  <a:pt x="3273647" y="1446276"/>
                  <a:pt x="3273647" y="1447991"/>
                </a:cubicBezTo>
                <a:cubicBezTo>
                  <a:pt x="3273647" y="1449800"/>
                  <a:pt x="3275076" y="1451134"/>
                  <a:pt x="3276791" y="1451134"/>
                </a:cubicBezTo>
                <a:close/>
                <a:moveTo>
                  <a:pt x="3352991" y="1450086"/>
                </a:moveTo>
                <a:cubicBezTo>
                  <a:pt x="3354134" y="1450086"/>
                  <a:pt x="3355086" y="1449134"/>
                  <a:pt x="3355086" y="1447991"/>
                </a:cubicBezTo>
                <a:cubicBezTo>
                  <a:pt x="3355086" y="1446848"/>
                  <a:pt x="3354134" y="1445895"/>
                  <a:pt x="3352991" y="1445895"/>
                </a:cubicBezTo>
                <a:cubicBezTo>
                  <a:pt x="3351848" y="1445895"/>
                  <a:pt x="3350895" y="1446848"/>
                  <a:pt x="3350895" y="1447991"/>
                </a:cubicBezTo>
                <a:cubicBezTo>
                  <a:pt x="3350895" y="1449134"/>
                  <a:pt x="3351848" y="1450086"/>
                  <a:pt x="3352991" y="1450086"/>
                </a:cubicBezTo>
                <a:close/>
                <a:moveTo>
                  <a:pt x="3429191" y="1449038"/>
                </a:moveTo>
                <a:cubicBezTo>
                  <a:pt x="3429762" y="1449038"/>
                  <a:pt x="3430238" y="1448562"/>
                  <a:pt x="3430238" y="1447991"/>
                </a:cubicBezTo>
                <a:cubicBezTo>
                  <a:pt x="3430238" y="1447419"/>
                  <a:pt x="3429762" y="1446943"/>
                  <a:pt x="3429191" y="1446943"/>
                </a:cubicBezTo>
                <a:cubicBezTo>
                  <a:pt x="3428619" y="1446943"/>
                  <a:pt x="3428143" y="1447419"/>
                  <a:pt x="3428143" y="1447991"/>
                </a:cubicBezTo>
                <a:cubicBezTo>
                  <a:pt x="3428143" y="1448562"/>
                  <a:pt x="3428619" y="1449038"/>
                  <a:pt x="3429191" y="1449038"/>
                </a:cubicBezTo>
                <a:close/>
                <a:moveTo>
                  <a:pt x="76391" y="1525238"/>
                </a:moveTo>
                <a:cubicBezTo>
                  <a:pt x="76962" y="1525238"/>
                  <a:pt x="77438" y="1524762"/>
                  <a:pt x="77438" y="1524191"/>
                </a:cubicBezTo>
                <a:cubicBezTo>
                  <a:pt x="77438" y="1523619"/>
                  <a:pt x="76962" y="1523143"/>
                  <a:pt x="76391" y="1523143"/>
                </a:cubicBezTo>
                <a:cubicBezTo>
                  <a:pt x="75819" y="1523143"/>
                  <a:pt x="75343" y="1523619"/>
                  <a:pt x="75343" y="1524191"/>
                </a:cubicBezTo>
                <a:cubicBezTo>
                  <a:pt x="75343" y="1524762"/>
                  <a:pt x="75819" y="1525238"/>
                  <a:pt x="76391" y="1525238"/>
                </a:cubicBezTo>
                <a:close/>
                <a:moveTo>
                  <a:pt x="152591" y="1526286"/>
                </a:moveTo>
                <a:cubicBezTo>
                  <a:pt x="153734" y="1526286"/>
                  <a:pt x="154686" y="1525334"/>
                  <a:pt x="154686" y="1524191"/>
                </a:cubicBezTo>
                <a:cubicBezTo>
                  <a:pt x="154686" y="1523048"/>
                  <a:pt x="153734" y="1522095"/>
                  <a:pt x="152591" y="1522095"/>
                </a:cubicBezTo>
                <a:cubicBezTo>
                  <a:pt x="151448" y="1522095"/>
                  <a:pt x="150495" y="1523048"/>
                  <a:pt x="150495" y="1524191"/>
                </a:cubicBezTo>
                <a:cubicBezTo>
                  <a:pt x="150495" y="1525334"/>
                  <a:pt x="151448" y="1526286"/>
                  <a:pt x="152591" y="1526286"/>
                </a:cubicBezTo>
                <a:close/>
                <a:moveTo>
                  <a:pt x="228791" y="1527620"/>
                </a:moveTo>
                <a:cubicBezTo>
                  <a:pt x="230696" y="1527620"/>
                  <a:pt x="232124" y="1526096"/>
                  <a:pt x="232124" y="1524286"/>
                </a:cubicBezTo>
                <a:cubicBezTo>
                  <a:pt x="232124" y="1522476"/>
                  <a:pt x="230600" y="1520952"/>
                  <a:pt x="228791" y="1520952"/>
                </a:cubicBezTo>
                <a:cubicBezTo>
                  <a:pt x="226886" y="1520952"/>
                  <a:pt x="225457" y="1522476"/>
                  <a:pt x="225457" y="1524286"/>
                </a:cubicBezTo>
                <a:cubicBezTo>
                  <a:pt x="225457" y="1526096"/>
                  <a:pt x="226981" y="1527620"/>
                  <a:pt x="228791" y="1527620"/>
                </a:cubicBezTo>
                <a:close/>
                <a:moveTo>
                  <a:pt x="304991" y="1528667"/>
                </a:moveTo>
                <a:cubicBezTo>
                  <a:pt x="307467" y="1528667"/>
                  <a:pt x="309467" y="1526667"/>
                  <a:pt x="309467" y="1524191"/>
                </a:cubicBezTo>
                <a:cubicBezTo>
                  <a:pt x="309467" y="1521714"/>
                  <a:pt x="307467" y="1519714"/>
                  <a:pt x="304991" y="1519714"/>
                </a:cubicBezTo>
                <a:cubicBezTo>
                  <a:pt x="302514" y="1519714"/>
                  <a:pt x="300514" y="1521714"/>
                  <a:pt x="300514" y="1524191"/>
                </a:cubicBezTo>
                <a:cubicBezTo>
                  <a:pt x="300609" y="1526667"/>
                  <a:pt x="302514" y="1528667"/>
                  <a:pt x="304991" y="1528667"/>
                </a:cubicBezTo>
                <a:close/>
                <a:moveTo>
                  <a:pt x="381191" y="1529906"/>
                </a:moveTo>
                <a:cubicBezTo>
                  <a:pt x="384334" y="1529906"/>
                  <a:pt x="386906" y="1527334"/>
                  <a:pt x="386906" y="1524191"/>
                </a:cubicBezTo>
                <a:cubicBezTo>
                  <a:pt x="386906" y="1521047"/>
                  <a:pt x="384334" y="1518476"/>
                  <a:pt x="381191" y="1518476"/>
                </a:cubicBezTo>
                <a:cubicBezTo>
                  <a:pt x="378047" y="1518476"/>
                  <a:pt x="375475" y="1521047"/>
                  <a:pt x="375475" y="1524191"/>
                </a:cubicBezTo>
                <a:cubicBezTo>
                  <a:pt x="375475" y="1527334"/>
                  <a:pt x="378047" y="1529906"/>
                  <a:pt x="381191" y="1529906"/>
                </a:cubicBezTo>
                <a:close/>
                <a:moveTo>
                  <a:pt x="457391" y="1530953"/>
                </a:moveTo>
                <a:cubicBezTo>
                  <a:pt x="461105" y="1530953"/>
                  <a:pt x="464153" y="1527905"/>
                  <a:pt x="464153" y="1524191"/>
                </a:cubicBezTo>
                <a:cubicBezTo>
                  <a:pt x="464153" y="1520476"/>
                  <a:pt x="461105" y="1517428"/>
                  <a:pt x="457391" y="1517428"/>
                </a:cubicBezTo>
                <a:cubicBezTo>
                  <a:pt x="453676" y="1517428"/>
                  <a:pt x="450628" y="1520476"/>
                  <a:pt x="450628" y="1524191"/>
                </a:cubicBezTo>
                <a:cubicBezTo>
                  <a:pt x="450628" y="1527905"/>
                  <a:pt x="453676" y="1530953"/>
                  <a:pt x="457391" y="1530953"/>
                </a:cubicBezTo>
                <a:close/>
                <a:moveTo>
                  <a:pt x="533591" y="1532287"/>
                </a:moveTo>
                <a:cubicBezTo>
                  <a:pt x="538067" y="1532287"/>
                  <a:pt x="541592" y="1528667"/>
                  <a:pt x="541592" y="1524286"/>
                </a:cubicBezTo>
                <a:cubicBezTo>
                  <a:pt x="541592" y="1519809"/>
                  <a:pt x="537972" y="1516285"/>
                  <a:pt x="533591" y="1516285"/>
                </a:cubicBezTo>
                <a:cubicBezTo>
                  <a:pt x="529114" y="1516285"/>
                  <a:pt x="525590" y="1519904"/>
                  <a:pt x="525590" y="1524286"/>
                </a:cubicBezTo>
                <a:cubicBezTo>
                  <a:pt x="525590" y="1528667"/>
                  <a:pt x="529209" y="1532287"/>
                  <a:pt x="533591" y="1532287"/>
                </a:cubicBezTo>
                <a:close/>
                <a:moveTo>
                  <a:pt x="609790" y="1533335"/>
                </a:moveTo>
                <a:cubicBezTo>
                  <a:pt x="614839" y="1533335"/>
                  <a:pt x="618839" y="1529239"/>
                  <a:pt x="618839" y="1524286"/>
                </a:cubicBezTo>
                <a:cubicBezTo>
                  <a:pt x="618839" y="1519333"/>
                  <a:pt x="614744" y="1515237"/>
                  <a:pt x="609790" y="1515237"/>
                </a:cubicBezTo>
                <a:cubicBezTo>
                  <a:pt x="604838" y="1515237"/>
                  <a:pt x="600742" y="1519333"/>
                  <a:pt x="600742" y="1524286"/>
                </a:cubicBezTo>
                <a:cubicBezTo>
                  <a:pt x="600742" y="1529239"/>
                  <a:pt x="604838" y="1533335"/>
                  <a:pt x="609790" y="1533335"/>
                </a:cubicBezTo>
                <a:close/>
                <a:moveTo>
                  <a:pt x="685990" y="1534573"/>
                </a:moveTo>
                <a:cubicBezTo>
                  <a:pt x="691706" y="1534573"/>
                  <a:pt x="696373" y="1529906"/>
                  <a:pt x="696373" y="1524191"/>
                </a:cubicBezTo>
                <a:cubicBezTo>
                  <a:pt x="696373" y="1518476"/>
                  <a:pt x="691706" y="1513808"/>
                  <a:pt x="685990" y="1513808"/>
                </a:cubicBezTo>
                <a:cubicBezTo>
                  <a:pt x="680276" y="1513808"/>
                  <a:pt x="675608" y="1518476"/>
                  <a:pt x="675608" y="1524191"/>
                </a:cubicBezTo>
                <a:cubicBezTo>
                  <a:pt x="675608" y="1529906"/>
                  <a:pt x="680276" y="1534573"/>
                  <a:pt x="685990" y="1534573"/>
                </a:cubicBezTo>
                <a:close/>
                <a:moveTo>
                  <a:pt x="762190" y="1535621"/>
                </a:moveTo>
                <a:cubicBezTo>
                  <a:pt x="768477" y="1535621"/>
                  <a:pt x="773621" y="1530477"/>
                  <a:pt x="773621" y="1524191"/>
                </a:cubicBezTo>
                <a:cubicBezTo>
                  <a:pt x="773621" y="1517904"/>
                  <a:pt x="768477" y="1512761"/>
                  <a:pt x="762190" y="1512761"/>
                </a:cubicBezTo>
                <a:cubicBezTo>
                  <a:pt x="755904" y="1512761"/>
                  <a:pt x="750761" y="1517904"/>
                  <a:pt x="750761" y="1524191"/>
                </a:cubicBezTo>
                <a:cubicBezTo>
                  <a:pt x="750761" y="1530477"/>
                  <a:pt x="755904" y="1535621"/>
                  <a:pt x="762190" y="1535621"/>
                </a:cubicBezTo>
                <a:close/>
                <a:moveTo>
                  <a:pt x="838390" y="1536859"/>
                </a:moveTo>
                <a:cubicBezTo>
                  <a:pt x="845439" y="1536859"/>
                  <a:pt x="851059" y="1531144"/>
                  <a:pt x="851059" y="1524191"/>
                </a:cubicBezTo>
                <a:cubicBezTo>
                  <a:pt x="851059" y="1517142"/>
                  <a:pt x="845344" y="1511522"/>
                  <a:pt x="838390" y="1511522"/>
                </a:cubicBezTo>
                <a:cubicBezTo>
                  <a:pt x="831437" y="1511522"/>
                  <a:pt x="825722" y="1517237"/>
                  <a:pt x="825722" y="1524191"/>
                </a:cubicBezTo>
                <a:cubicBezTo>
                  <a:pt x="825722" y="1531239"/>
                  <a:pt x="831437" y="1536859"/>
                  <a:pt x="838390" y="1536859"/>
                </a:cubicBezTo>
                <a:close/>
                <a:moveTo>
                  <a:pt x="914590" y="1537907"/>
                </a:moveTo>
                <a:cubicBezTo>
                  <a:pt x="922211" y="1537907"/>
                  <a:pt x="928307" y="1531715"/>
                  <a:pt x="928307" y="1524191"/>
                </a:cubicBezTo>
                <a:cubicBezTo>
                  <a:pt x="928307" y="1516666"/>
                  <a:pt x="922115" y="1510475"/>
                  <a:pt x="914590" y="1510475"/>
                </a:cubicBezTo>
                <a:cubicBezTo>
                  <a:pt x="906971" y="1510475"/>
                  <a:pt x="900875" y="1516666"/>
                  <a:pt x="900875" y="1524191"/>
                </a:cubicBezTo>
                <a:cubicBezTo>
                  <a:pt x="900875" y="1531715"/>
                  <a:pt x="907066" y="1537907"/>
                  <a:pt x="914590" y="1537907"/>
                </a:cubicBezTo>
                <a:close/>
                <a:moveTo>
                  <a:pt x="990790" y="1539050"/>
                </a:moveTo>
                <a:cubicBezTo>
                  <a:pt x="998982" y="1539050"/>
                  <a:pt x="1005554" y="1532382"/>
                  <a:pt x="1005554" y="1524286"/>
                </a:cubicBezTo>
                <a:cubicBezTo>
                  <a:pt x="1005554" y="1516189"/>
                  <a:pt x="998887" y="1509522"/>
                  <a:pt x="990790" y="1509522"/>
                </a:cubicBezTo>
                <a:cubicBezTo>
                  <a:pt x="982599" y="1509522"/>
                  <a:pt x="976027" y="1516189"/>
                  <a:pt x="976027" y="1524286"/>
                </a:cubicBezTo>
                <a:cubicBezTo>
                  <a:pt x="976027" y="1532382"/>
                  <a:pt x="982599" y="1539050"/>
                  <a:pt x="990790" y="1539050"/>
                </a:cubicBezTo>
                <a:close/>
                <a:moveTo>
                  <a:pt x="1066991" y="1540097"/>
                </a:moveTo>
                <a:cubicBezTo>
                  <a:pt x="1075754" y="1540097"/>
                  <a:pt x="1082802" y="1533049"/>
                  <a:pt x="1082802" y="1524286"/>
                </a:cubicBezTo>
                <a:cubicBezTo>
                  <a:pt x="1082802" y="1515523"/>
                  <a:pt x="1075754" y="1508474"/>
                  <a:pt x="1066991" y="1508474"/>
                </a:cubicBezTo>
                <a:cubicBezTo>
                  <a:pt x="1058228" y="1508474"/>
                  <a:pt x="1051179" y="1515523"/>
                  <a:pt x="1051179" y="1524286"/>
                </a:cubicBezTo>
                <a:cubicBezTo>
                  <a:pt x="1051179" y="1533049"/>
                  <a:pt x="1058228" y="1540097"/>
                  <a:pt x="1066991" y="1540097"/>
                </a:cubicBezTo>
                <a:close/>
                <a:moveTo>
                  <a:pt x="1143191" y="1541336"/>
                </a:moveTo>
                <a:cubicBezTo>
                  <a:pt x="1152620" y="1541336"/>
                  <a:pt x="1160336" y="1533716"/>
                  <a:pt x="1160336" y="1524191"/>
                </a:cubicBezTo>
                <a:cubicBezTo>
                  <a:pt x="1160336" y="1514666"/>
                  <a:pt x="1152716" y="1507046"/>
                  <a:pt x="1143191" y="1507046"/>
                </a:cubicBezTo>
                <a:cubicBezTo>
                  <a:pt x="1133666" y="1507046"/>
                  <a:pt x="1126046" y="1514666"/>
                  <a:pt x="1126046" y="1524191"/>
                </a:cubicBezTo>
                <a:cubicBezTo>
                  <a:pt x="1126046" y="1533716"/>
                  <a:pt x="1133761" y="1541336"/>
                  <a:pt x="1143191" y="1541336"/>
                </a:cubicBezTo>
                <a:close/>
                <a:moveTo>
                  <a:pt x="1219391" y="1542383"/>
                </a:moveTo>
                <a:cubicBezTo>
                  <a:pt x="1229392" y="1542383"/>
                  <a:pt x="1237583" y="1534287"/>
                  <a:pt x="1237583" y="1524191"/>
                </a:cubicBezTo>
                <a:cubicBezTo>
                  <a:pt x="1237583" y="1514189"/>
                  <a:pt x="1229487" y="1505998"/>
                  <a:pt x="1219391" y="1505998"/>
                </a:cubicBezTo>
                <a:cubicBezTo>
                  <a:pt x="1209389" y="1505998"/>
                  <a:pt x="1201198" y="1514094"/>
                  <a:pt x="1201198" y="1524191"/>
                </a:cubicBezTo>
                <a:cubicBezTo>
                  <a:pt x="1201198" y="1534287"/>
                  <a:pt x="1209389" y="1542383"/>
                  <a:pt x="1219391" y="1542383"/>
                </a:cubicBezTo>
                <a:close/>
                <a:moveTo>
                  <a:pt x="1295591" y="1543431"/>
                </a:moveTo>
                <a:cubicBezTo>
                  <a:pt x="1306163" y="1543431"/>
                  <a:pt x="1314831" y="1534859"/>
                  <a:pt x="1314831" y="1524191"/>
                </a:cubicBezTo>
                <a:cubicBezTo>
                  <a:pt x="1314831" y="1513523"/>
                  <a:pt x="1306259" y="1504950"/>
                  <a:pt x="1295591" y="1504950"/>
                </a:cubicBezTo>
                <a:cubicBezTo>
                  <a:pt x="1284923" y="1504950"/>
                  <a:pt x="1276350" y="1513523"/>
                  <a:pt x="1276350" y="1524191"/>
                </a:cubicBezTo>
                <a:cubicBezTo>
                  <a:pt x="1276350" y="1534859"/>
                  <a:pt x="1285018" y="1543431"/>
                  <a:pt x="1295591" y="1543431"/>
                </a:cubicBezTo>
                <a:close/>
                <a:moveTo>
                  <a:pt x="1371791" y="1544479"/>
                </a:moveTo>
                <a:cubicBezTo>
                  <a:pt x="1383030" y="1544479"/>
                  <a:pt x="1392079" y="1535430"/>
                  <a:pt x="1392079" y="1524191"/>
                </a:cubicBezTo>
                <a:cubicBezTo>
                  <a:pt x="1392079" y="1512951"/>
                  <a:pt x="1383030" y="1503902"/>
                  <a:pt x="1371791" y="1503902"/>
                </a:cubicBezTo>
                <a:cubicBezTo>
                  <a:pt x="1360551" y="1503902"/>
                  <a:pt x="1351502" y="1512951"/>
                  <a:pt x="1351502" y="1524191"/>
                </a:cubicBezTo>
                <a:cubicBezTo>
                  <a:pt x="1351502" y="1535430"/>
                  <a:pt x="1360646" y="1544479"/>
                  <a:pt x="1371791" y="1544479"/>
                </a:cubicBezTo>
                <a:close/>
                <a:moveTo>
                  <a:pt x="1447991" y="1545527"/>
                </a:moveTo>
                <a:cubicBezTo>
                  <a:pt x="1459802" y="1545527"/>
                  <a:pt x="1469327" y="1536002"/>
                  <a:pt x="1469327" y="1524191"/>
                </a:cubicBezTo>
                <a:cubicBezTo>
                  <a:pt x="1469327" y="1512380"/>
                  <a:pt x="1459802" y="1502855"/>
                  <a:pt x="1447991" y="1502855"/>
                </a:cubicBezTo>
                <a:cubicBezTo>
                  <a:pt x="1436180" y="1502855"/>
                  <a:pt x="1426655" y="1512380"/>
                  <a:pt x="1426655" y="1524191"/>
                </a:cubicBezTo>
                <a:cubicBezTo>
                  <a:pt x="1426655" y="1536002"/>
                  <a:pt x="1436180" y="1545527"/>
                  <a:pt x="1447991" y="1545527"/>
                </a:cubicBezTo>
                <a:close/>
                <a:moveTo>
                  <a:pt x="1524191" y="1546384"/>
                </a:moveTo>
                <a:cubicBezTo>
                  <a:pt x="1536478" y="1546384"/>
                  <a:pt x="1546384" y="1536478"/>
                  <a:pt x="1546384" y="1524191"/>
                </a:cubicBezTo>
                <a:cubicBezTo>
                  <a:pt x="1546384" y="1511903"/>
                  <a:pt x="1536478" y="1501997"/>
                  <a:pt x="1524191" y="1501997"/>
                </a:cubicBezTo>
                <a:cubicBezTo>
                  <a:pt x="1511903" y="1501997"/>
                  <a:pt x="1501997" y="1511903"/>
                  <a:pt x="1501997" y="1524191"/>
                </a:cubicBezTo>
                <a:cubicBezTo>
                  <a:pt x="1501997" y="1536478"/>
                  <a:pt x="1511999" y="1546384"/>
                  <a:pt x="1524191" y="1546384"/>
                </a:cubicBezTo>
                <a:close/>
                <a:moveTo>
                  <a:pt x="1600391" y="1547051"/>
                </a:moveTo>
                <a:cubicBezTo>
                  <a:pt x="1612964" y="1547051"/>
                  <a:pt x="1623251" y="1536859"/>
                  <a:pt x="1623251" y="1524191"/>
                </a:cubicBezTo>
                <a:cubicBezTo>
                  <a:pt x="1623251" y="1511522"/>
                  <a:pt x="1613059" y="1501331"/>
                  <a:pt x="1600391" y="1501331"/>
                </a:cubicBezTo>
                <a:cubicBezTo>
                  <a:pt x="1587722" y="1501331"/>
                  <a:pt x="1577531" y="1511522"/>
                  <a:pt x="1577531" y="1524191"/>
                </a:cubicBezTo>
                <a:cubicBezTo>
                  <a:pt x="1577531" y="1536859"/>
                  <a:pt x="1587818" y="1547051"/>
                  <a:pt x="1600391" y="1547051"/>
                </a:cubicBezTo>
                <a:close/>
                <a:moveTo>
                  <a:pt x="1676591" y="1547622"/>
                </a:moveTo>
                <a:cubicBezTo>
                  <a:pt x="1689545" y="1547622"/>
                  <a:pt x="1700022" y="1537145"/>
                  <a:pt x="1700022" y="1524191"/>
                </a:cubicBezTo>
                <a:cubicBezTo>
                  <a:pt x="1700022" y="1511237"/>
                  <a:pt x="1689545" y="1500759"/>
                  <a:pt x="1676591" y="1500759"/>
                </a:cubicBezTo>
                <a:cubicBezTo>
                  <a:pt x="1663637" y="1500759"/>
                  <a:pt x="1653159" y="1511237"/>
                  <a:pt x="1653159" y="1524191"/>
                </a:cubicBezTo>
                <a:cubicBezTo>
                  <a:pt x="1653159" y="1537145"/>
                  <a:pt x="1663637" y="1547622"/>
                  <a:pt x="1676591" y="1547622"/>
                </a:cubicBezTo>
                <a:close/>
                <a:moveTo>
                  <a:pt x="1752791" y="1547908"/>
                </a:moveTo>
                <a:cubicBezTo>
                  <a:pt x="1765840" y="1547908"/>
                  <a:pt x="1776413" y="1537335"/>
                  <a:pt x="1776413" y="1524286"/>
                </a:cubicBezTo>
                <a:cubicBezTo>
                  <a:pt x="1776413" y="1511237"/>
                  <a:pt x="1765840" y="1500664"/>
                  <a:pt x="1752791" y="1500664"/>
                </a:cubicBezTo>
                <a:cubicBezTo>
                  <a:pt x="1739741" y="1500664"/>
                  <a:pt x="1729168" y="1511237"/>
                  <a:pt x="1729168" y="1524286"/>
                </a:cubicBezTo>
                <a:cubicBezTo>
                  <a:pt x="1729168" y="1537240"/>
                  <a:pt x="1739741" y="1547908"/>
                  <a:pt x="1752791" y="1547908"/>
                </a:cubicBezTo>
                <a:close/>
                <a:moveTo>
                  <a:pt x="1828991" y="1547622"/>
                </a:moveTo>
                <a:cubicBezTo>
                  <a:pt x="1841945" y="1547622"/>
                  <a:pt x="1852422" y="1537145"/>
                  <a:pt x="1852422" y="1524191"/>
                </a:cubicBezTo>
                <a:cubicBezTo>
                  <a:pt x="1852422" y="1511237"/>
                  <a:pt x="1841945" y="1500759"/>
                  <a:pt x="1828991" y="1500759"/>
                </a:cubicBezTo>
                <a:cubicBezTo>
                  <a:pt x="1816037" y="1500759"/>
                  <a:pt x="1805559" y="1511237"/>
                  <a:pt x="1805559" y="1524191"/>
                </a:cubicBezTo>
                <a:cubicBezTo>
                  <a:pt x="1805559" y="1537145"/>
                  <a:pt x="1816037" y="1547622"/>
                  <a:pt x="1828991" y="1547622"/>
                </a:cubicBezTo>
                <a:close/>
                <a:moveTo>
                  <a:pt x="1905191" y="1547241"/>
                </a:moveTo>
                <a:cubicBezTo>
                  <a:pt x="1917954" y="1547241"/>
                  <a:pt x="1928241" y="1536954"/>
                  <a:pt x="1928241" y="1524191"/>
                </a:cubicBezTo>
                <a:cubicBezTo>
                  <a:pt x="1928241" y="1511427"/>
                  <a:pt x="1917954" y="1501140"/>
                  <a:pt x="1905191" y="1501140"/>
                </a:cubicBezTo>
                <a:cubicBezTo>
                  <a:pt x="1892427" y="1501140"/>
                  <a:pt x="1882140" y="1511427"/>
                  <a:pt x="1882140" y="1524191"/>
                </a:cubicBezTo>
                <a:cubicBezTo>
                  <a:pt x="1882140" y="1536954"/>
                  <a:pt x="1892522" y="1547241"/>
                  <a:pt x="1905191" y="1547241"/>
                </a:cubicBezTo>
                <a:close/>
                <a:moveTo>
                  <a:pt x="1981391" y="1546384"/>
                </a:moveTo>
                <a:cubicBezTo>
                  <a:pt x="1993678" y="1546384"/>
                  <a:pt x="2003584" y="1536478"/>
                  <a:pt x="2003584" y="1524191"/>
                </a:cubicBezTo>
                <a:cubicBezTo>
                  <a:pt x="2003584" y="1511903"/>
                  <a:pt x="1993678" y="1501997"/>
                  <a:pt x="1981391" y="1501997"/>
                </a:cubicBezTo>
                <a:cubicBezTo>
                  <a:pt x="1969103" y="1501997"/>
                  <a:pt x="1959197" y="1511903"/>
                  <a:pt x="1959197" y="1524191"/>
                </a:cubicBezTo>
                <a:cubicBezTo>
                  <a:pt x="1959197" y="1536478"/>
                  <a:pt x="1969199" y="1546384"/>
                  <a:pt x="1981391" y="1546384"/>
                </a:cubicBezTo>
                <a:close/>
                <a:moveTo>
                  <a:pt x="2057591" y="1545527"/>
                </a:moveTo>
                <a:cubicBezTo>
                  <a:pt x="2069402" y="1545527"/>
                  <a:pt x="2078927" y="1536002"/>
                  <a:pt x="2078927" y="1524191"/>
                </a:cubicBezTo>
                <a:cubicBezTo>
                  <a:pt x="2078927" y="1512380"/>
                  <a:pt x="2069402" y="1502855"/>
                  <a:pt x="2057591" y="1502855"/>
                </a:cubicBezTo>
                <a:cubicBezTo>
                  <a:pt x="2045780" y="1502855"/>
                  <a:pt x="2036255" y="1512380"/>
                  <a:pt x="2036255" y="1524191"/>
                </a:cubicBezTo>
                <a:cubicBezTo>
                  <a:pt x="2036255" y="1536002"/>
                  <a:pt x="2045780" y="1545527"/>
                  <a:pt x="2057591" y="1545527"/>
                </a:cubicBezTo>
                <a:close/>
                <a:moveTo>
                  <a:pt x="2133791" y="1544669"/>
                </a:moveTo>
                <a:cubicBezTo>
                  <a:pt x="2145125" y="1544669"/>
                  <a:pt x="2154269" y="1535525"/>
                  <a:pt x="2154269" y="1524191"/>
                </a:cubicBezTo>
                <a:cubicBezTo>
                  <a:pt x="2154269" y="1512856"/>
                  <a:pt x="2145125" y="1503712"/>
                  <a:pt x="2133791" y="1503712"/>
                </a:cubicBezTo>
                <a:cubicBezTo>
                  <a:pt x="2122456" y="1503712"/>
                  <a:pt x="2113312" y="1512856"/>
                  <a:pt x="2113312" y="1524191"/>
                </a:cubicBezTo>
                <a:cubicBezTo>
                  <a:pt x="2113312" y="1535525"/>
                  <a:pt x="2122456" y="1544669"/>
                  <a:pt x="2133791" y="1544669"/>
                </a:cubicBezTo>
                <a:close/>
                <a:moveTo>
                  <a:pt x="2209991" y="1543622"/>
                </a:moveTo>
                <a:cubicBezTo>
                  <a:pt x="2220754" y="1543622"/>
                  <a:pt x="2229422" y="1534954"/>
                  <a:pt x="2229422" y="1524191"/>
                </a:cubicBezTo>
                <a:cubicBezTo>
                  <a:pt x="2229422" y="1513427"/>
                  <a:pt x="2220754" y="1504760"/>
                  <a:pt x="2209991" y="1504760"/>
                </a:cubicBezTo>
                <a:cubicBezTo>
                  <a:pt x="2199227" y="1504760"/>
                  <a:pt x="2190560" y="1513427"/>
                  <a:pt x="2190560" y="1524191"/>
                </a:cubicBezTo>
                <a:cubicBezTo>
                  <a:pt x="2190560" y="1534954"/>
                  <a:pt x="2199323" y="1543622"/>
                  <a:pt x="2209991" y="1543622"/>
                </a:cubicBezTo>
                <a:close/>
                <a:moveTo>
                  <a:pt x="2286191" y="1542574"/>
                </a:moveTo>
                <a:cubicBezTo>
                  <a:pt x="2296382" y="1542574"/>
                  <a:pt x="2304574" y="1534382"/>
                  <a:pt x="2304574" y="1524191"/>
                </a:cubicBezTo>
                <a:cubicBezTo>
                  <a:pt x="2304574" y="1513999"/>
                  <a:pt x="2296382" y="1505807"/>
                  <a:pt x="2286191" y="1505807"/>
                </a:cubicBezTo>
                <a:cubicBezTo>
                  <a:pt x="2275999" y="1505807"/>
                  <a:pt x="2267807" y="1513999"/>
                  <a:pt x="2267807" y="1524191"/>
                </a:cubicBezTo>
                <a:cubicBezTo>
                  <a:pt x="2267807" y="1534382"/>
                  <a:pt x="2276094" y="1542574"/>
                  <a:pt x="2286191" y="1542574"/>
                </a:cubicBezTo>
                <a:close/>
                <a:moveTo>
                  <a:pt x="2362391" y="1541336"/>
                </a:moveTo>
                <a:cubicBezTo>
                  <a:pt x="2371820" y="1541336"/>
                  <a:pt x="2379536" y="1533716"/>
                  <a:pt x="2379536" y="1524191"/>
                </a:cubicBezTo>
                <a:cubicBezTo>
                  <a:pt x="2379536" y="1514666"/>
                  <a:pt x="2371916" y="1507046"/>
                  <a:pt x="2362391" y="1507046"/>
                </a:cubicBezTo>
                <a:cubicBezTo>
                  <a:pt x="2352866" y="1507046"/>
                  <a:pt x="2345246" y="1514666"/>
                  <a:pt x="2345246" y="1524191"/>
                </a:cubicBezTo>
                <a:cubicBezTo>
                  <a:pt x="2345246" y="1533716"/>
                  <a:pt x="2352961" y="1541336"/>
                  <a:pt x="2362391" y="1541336"/>
                </a:cubicBezTo>
                <a:close/>
                <a:moveTo>
                  <a:pt x="2438591" y="1540288"/>
                </a:moveTo>
                <a:cubicBezTo>
                  <a:pt x="2447449" y="1540288"/>
                  <a:pt x="2454688" y="1533144"/>
                  <a:pt x="2454688" y="1524191"/>
                </a:cubicBezTo>
                <a:cubicBezTo>
                  <a:pt x="2454688" y="1515332"/>
                  <a:pt x="2447544" y="1508093"/>
                  <a:pt x="2438591" y="1508093"/>
                </a:cubicBezTo>
                <a:cubicBezTo>
                  <a:pt x="2429732" y="1508093"/>
                  <a:pt x="2422493" y="1515237"/>
                  <a:pt x="2422493" y="1524191"/>
                </a:cubicBezTo>
                <a:cubicBezTo>
                  <a:pt x="2422589" y="1533049"/>
                  <a:pt x="2429732" y="1540288"/>
                  <a:pt x="2438591" y="1540288"/>
                </a:cubicBezTo>
                <a:close/>
                <a:moveTo>
                  <a:pt x="2514791" y="1539240"/>
                </a:moveTo>
                <a:cubicBezTo>
                  <a:pt x="2523078" y="1539240"/>
                  <a:pt x="2529840" y="1532477"/>
                  <a:pt x="2529840" y="1524286"/>
                </a:cubicBezTo>
                <a:cubicBezTo>
                  <a:pt x="2529840" y="1516094"/>
                  <a:pt x="2523078" y="1509236"/>
                  <a:pt x="2514791" y="1509236"/>
                </a:cubicBezTo>
                <a:cubicBezTo>
                  <a:pt x="2506504" y="1509236"/>
                  <a:pt x="2499741" y="1515999"/>
                  <a:pt x="2499741" y="1524286"/>
                </a:cubicBezTo>
                <a:cubicBezTo>
                  <a:pt x="2499741" y="1532573"/>
                  <a:pt x="2506504" y="1539240"/>
                  <a:pt x="2514791" y="1539240"/>
                </a:cubicBezTo>
                <a:close/>
                <a:moveTo>
                  <a:pt x="2590991" y="1537907"/>
                </a:moveTo>
                <a:cubicBezTo>
                  <a:pt x="2598611" y="1537907"/>
                  <a:pt x="2604707" y="1531715"/>
                  <a:pt x="2604707" y="1524191"/>
                </a:cubicBezTo>
                <a:cubicBezTo>
                  <a:pt x="2604707" y="1516666"/>
                  <a:pt x="2598515" y="1510475"/>
                  <a:pt x="2590991" y="1510475"/>
                </a:cubicBezTo>
                <a:cubicBezTo>
                  <a:pt x="2583371" y="1510475"/>
                  <a:pt x="2577274" y="1516666"/>
                  <a:pt x="2577274" y="1524191"/>
                </a:cubicBezTo>
                <a:cubicBezTo>
                  <a:pt x="2577274" y="1531715"/>
                  <a:pt x="2583466" y="1537907"/>
                  <a:pt x="2590991" y="1537907"/>
                </a:cubicBezTo>
                <a:close/>
                <a:moveTo>
                  <a:pt x="2667191" y="1536859"/>
                </a:moveTo>
                <a:cubicBezTo>
                  <a:pt x="2674239" y="1536859"/>
                  <a:pt x="2679859" y="1531144"/>
                  <a:pt x="2679859" y="1524191"/>
                </a:cubicBezTo>
                <a:cubicBezTo>
                  <a:pt x="2679859" y="1517142"/>
                  <a:pt x="2674144" y="1511522"/>
                  <a:pt x="2667191" y="1511522"/>
                </a:cubicBezTo>
                <a:cubicBezTo>
                  <a:pt x="2660142" y="1511522"/>
                  <a:pt x="2654522" y="1517237"/>
                  <a:pt x="2654522" y="1524191"/>
                </a:cubicBezTo>
                <a:cubicBezTo>
                  <a:pt x="2654522" y="1531239"/>
                  <a:pt x="2660237" y="1536859"/>
                  <a:pt x="2667191" y="1536859"/>
                </a:cubicBezTo>
                <a:close/>
                <a:moveTo>
                  <a:pt x="2743391" y="1535811"/>
                </a:moveTo>
                <a:cubicBezTo>
                  <a:pt x="2749772" y="1535811"/>
                  <a:pt x="2755011" y="1530572"/>
                  <a:pt x="2755011" y="1524191"/>
                </a:cubicBezTo>
                <a:cubicBezTo>
                  <a:pt x="2755011" y="1517809"/>
                  <a:pt x="2749772" y="1512570"/>
                  <a:pt x="2743391" y="1512570"/>
                </a:cubicBezTo>
                <a:cubicBezTo>
                  <a:pt x="2737009" y="1512570"/>
                  <a:pt x="2731770" y="1517809"/>
                  <a:pt x="2731770" y="1524191"/>
                </a:cubicBezTo>
                <a:cubicBezTo>
                  <a:pt x="2731770" y="1530668"/>
                  <a:pt x="2737009" y="1535811"/>
                  <a:pt x="2743391" y="1535811"/>
                </a:cubicBezTo>
                <a:close/>
                <a:moveTo>
                  <a:pt x="2819591" y="1534573"/>
                </a:moveTo>
                <a:cubicBezTo>
                  <a:pt x="2825306" y="1534573"/>
                  <a:pt x="2829973" y="1529906"/>
                  <a:pt x="2829973" y="1524191"/>
                </a:cubicBezTo>
                <a:cubicBezTo>
                  <a:pt x="2829973" y="1518476"/>
                  <a:pt x="2825306" y="1513808"/>
                  <a:pt x="2819591" y="1513808"/>
                </a:cubicBezTo>
                <a:cubicBezTo>
                  <a:pt x="2813876" y="1513808"/>
                  <a:pt x="2809208" y="1518476"/>
                  <a:pt x="2809208" y="1524191"/>
                </a:cubicBezTo>
                <a:cubicBezTo>
                  <a:pt x="2809208" y="1529906"/>
                  <a:pt x="2813876" y="1534573"/>
                  <a:pt x="2819591" y="1534573"/>
                </a:cubicBezTo>
                <a:close/>
                <a:moveTo>
                  <a:pt x="2895791" y="1533525"/>
                </a:moveTo>
                <a:cubicBezTo>
                  <a:pt x="2900934" y="1533525"/>
                  <a:pt x="2905125" y="1529334"/>
                  <a:pt x="2905125" y="1524191"/>
                </a:cubicBezTo>
                <a:cubicBezTo>
                  <a:pt x="2905125" y="1519047"/>
                  <a:pt x="2900934" y="1514856"/>
                  <a:pt x="2895791" y="1514856"/>
                </a:cubicBezTo>
                <a:cubicBezTo>
                  <a:pt x="2890647" y="1514856"/>
                  <a:pt x="2886456" y="1519047"/>
                  <a:pt x="2886456" y="1524191"/>
                </a:cubicBezTo>
                <a:cubicBezTo>
                  <a:pt x="2886551" y="1529334"/>
                  <a:pt x="2890647" y="1533525"/>
                  <a:pt x="2895791" y="1533525"/>
                </a:cubicBezTo>
                <a:close/>
                <a:moveTo>
                  <a:pt x="2971991" y="1532287"/>
                </a:moveTo>
                <a:cubicBezTo>
                  <a:pt x="2976467" y="1532287"/>
                  <a:pt x="2979991" y="1528667"/>
                  <a:pt x="2979991" y="1524286"/>
                </a:cubicBezTo>
                <a:cubicBezTo>
                  <a:pt x="2979991" y="1519809"/>
                  <a:pt x="2976372" y="1516285"/>
                  <a:pt x="2971991" y="1516285"/>
                </a:cubicBezTo>
                <a:cubicBezTo>
                  <a:pt x="2967514" y="1516285"/>
                  <a:pt x="2963990" y="1519904"/>
                  <a:pt x="2963990" y="1524286"/>
                </a:cubicBezTo>
                <a:cubicBezTo>
                  <a:pt x="2963990" y="1528667"/>
                  <a:pt x="2967609" y="1532287"/>
                  <a:pt x="2971991" y="1532287"/>
                </a:cubicBezTo>
                <a:close/>
                <a:moveTo>
                  <a:pt x="3048191" y="1531144"/>
                </a:moveTo>
                <a:cubicBezTo>
                  <a:pt x="3052001" y="1531144"/>
                  <a:pt x="3055144" y="1528001"/>
                  <a:pt x="3055144" y="1524191"/>
                </a:cubicBezTo>
                <a:cubicBezTo>
                  <a:pt x="3055144" y="1520381"/>
                  <a:pt x="3052001" y="1517237"/>
                  <a:pt x="3048191" y="1517237"/>
                </a:cubicBezTo>
                <a:cubicBezTo>
                  <a:pt x="3044381" y="1517237"/>
                  <a:pt x="3041237" y="1520381"/>
                  <a:pt x="3041237" y="1524191"/>
                </a:cubicBezTo>
                <a:cubicBezTo>
                  <a:pt x="3041237" y="1528001"/>
                  <a:pt x="3044381" y="1531144"/>
                  <a:pt x="3048191" y="1531144"/>
                </a:cubicBezTo>
                <a:close/>
                <a:moveTo>
                  <a:pt x="3124391" y="1529906"/>
                </a:moveTo>
                <a:cubicBezTo>
                  <a:pt x="3127534" y="1529906"/>
                  <a:pt x="3130106" y="1527334"/>
                  <a:pt x="3130106" y="1524191"/>
                </a:cubicBezTo>
                <a:cubicBezTo>
                  <a:pt x="3130106" y="1521047"/>
                  <a:pt x="3127534" y="1518476"/>
                  <a:pt x="3124391" y="1518476"/>
                </a:cubicBezTo>
                <a:cubicBezTo>
                  <a:pt x="3121247" y="1518476"/>
                  <a:pt x="3118676" y="1521047"/>
                  <a:pt x="3118676" y="1524191"/>
                </a:cubicBezTo>
                <a:cubicBezTo>
                  <a:pt x="3118676" y="1527334"/>
                  <a:pt x="3121247" y="1529906"/>
                  <a:pt x="3124391" y="1529906"/>
                </a:cubicBezTo>
                <a:close/>
                <a:moveTo>
                  <a:pt x="3200591" y="1528858"/>
                </a:moveTo>
                <a:cubicBezTo>
                  <a:pt x="3203162" y="1528858"/>
                  <a:pt x="3205258" y="1526762"/>
                  <a:pt x="3205258" y="1524191"/>
                </a:cubicBezTo>
                <a:cubicBezTo>
                  <a:pt x="3205258" y="1521619"/>
                  <a:pt x="3203162" y="1519523"/>
                  <a:pt x="3200591" y="1519523"/>
                </a:cubicBezTo>
                <a:cubicBezTo>
                  <a:pt x="3198019" y="1519523"/>
                  <a:pt x="3195923" y="1521619"/>
                  <a:pt x="3195923" y="1524191"/>
                </a:cubicBezTo>
                <a:cubicBezTo>
                  <a:pt x="3195923" y="1526762"/>
                  <a:pt x="3198019" y="1528858"/>
                  <a:pt x="3200591" y="1528858"/>
                </a:cubicBezTo>
                <a:close/>
                <a:moveTo>
                  <a:pt x="3276791" y="1527620"/>
                </a:moveTo>
                <a:cubicBezTo>
                  <a:pt x="3278696" y="1527620"/>
                  <a:pt x="3280124" y="1526096"/>
                  <a:pt x="3280124" y="1524286"/>
                </a:cubicBezTo>
                <a:cubicBezTo>
                  <a:pt x="3280124" y="1522476"/>
                  <a:pt x="3278600" y="1520952"/>
                  <a:pt x="3276791" y="1520952"/>
                </a:cubicBezTo>
                <a:cubicBezTo>
                  <a:pt x="3274886" y="1520952"/>
                  <a:pt x="3273457" y="1522476"/>
                  <a:pt x="3273457" y="1524286"/>
                </a:cubicBezTo>
                <a:cubicBezTo>
                  <a:pt x="3273457" y="1526096"/>
                  <a:pt x="3274981" y="1527620"/>
                  <a:pt x="3276791" y="1527620"/>
                </a:cubicBezTo>
                <a:close/>
                <a:moveTo>
                  <a:pt x="3352991" y="1526572"/>
                </a:moveTo>
                <a:cubicBezTo>
                  <a:pt x="3354229" y="1526572"/>
                  <a:pt x="3355277" y="1525524"/>
                  <a:pt x="3355277" y="1524286"/>
                </a:cubicBezTo>
                <a:cubicBezTo>
                  <a:pt x="3355277" y="1523048"/>
                  <a:pt x="3354229" y="1522000"/>
                  <a:pt x="3352991" y="1522000"/>
                </a:cubicBezTo>
                <a:cubicBezTo>
                  <a:pt x="3351753" y="1522000"/>
                  <a:pt x="3350705" y="1523048"/>
                  <a:pt x="3350705" y="1524286"/>
                </a:cubicBezTo>
                <a:cubicBezTo>
                  <a:pt x="3350705" y="1525524"/>
                  <a:pt x="3351753" y="1526572"/>
                  <a:pt x="3352991" y="1526572"/>
                </a:cubicBezTo>
                <a:close/>
                <a:moveTo>
                  <a:pt x="3429191" y="1525524"/>
                </a:moveTo>
                <a:cubicBezTo>
                  <a:pt x="3429857" y="1525524"/>
                  <a:pt x="3430429" y="1524953"/>
                  <a:pt x="3430429" y="1524286"/>
                </a:cubicBezTo>
                <a:cubicBezTo>
                  <a:pt x="3430429" y="1523619"/>
                  <a:pt x="3429857" y="1523048"/>
                  <a:pt x="3429191" y="1523048"/>
                </a:cubicBezTo>
                <a:cubicBezTo>
                  <a:pt x="3428524" y="1523048"/>
                  <a:pt x="3427953" y="1523619"/>
                  <a:pt x="3427953" y="1524286"/>
                </a:cubicBezTo>
                <a:cubicBezTo>
                  <a:pt x="3427953" y="1524953"/>
                  <a:pt x="3428524" y="1525524"/>
                  <a:pt x="3429191" y="1525524"/>
                </a:cubicBezTo>
                <a:close/>
                <a:moveTo>
                  <a:pt x="3505391" y="1524381"/>
                </a:moveTo>
                <a:cubicBezTo>
                  <a:pt x="3505486" y="1524381"/>
                  <a:pt x="3505581" y="1524286"/>
                  <a:pt x="3505581" y="1524191"/>
                </a:cubicBezTo>
                <a:cubicBezTo>
                  <a:pt x="3505581" y="1524095"/>
                  <a:pt x="3505486" y="1524000"/>
                  <a:pt x="3505391" y="1524000"/>
                </a:cubicBezTo>
                <a:cubicBezTo>
                  <a:pt x="3505295" y="1524000"/>
                  <a:pt x="3505200" y="1524095"/>
                  <a:pt x="3505200" y="1524191"/>
                </a:cubicBezTo>
                <a:cubicBezTo>
                  <a:pt x="3505200" y="1524286"/>
                  <a:pt x="3505295" y="1524381"/>
                  <a:pt x="3505391" y="1524381"/>
                </a:cubicBezTo>
                <a:close/>
                <a:moveTo>
                  <a:pt x="191" y="1600581"/>
                </a:moveTo>
                <a:cubicBezTo>
                  <a:pt x="286" y="1600581"/>
                  <a:pt x="381" y="1600486"/>
                  <a:pt x="381" y="1600391"/>
                </a:cubicBezTo>
                <a:cubicBezTo>
                  <a:pt x="381" y="1600295"/>
                  <a:pt x="286" y="1600200"/>
                  <a:pt x="191" y="1600200"/>
                </a:cubicBezTo>
                <a:cubicBezTo>
                  <a:pt x="95" y="1600200"/>
                  <a:pt x="0" y="1600295"/>
                  <a:pt x="0" y="1600391"/>
                </a:cubicBezTo>
                <a:cubicBezTo>
                  <a:pt x="0" y="1600486"/>
                  <a:pt x="95" y="1600581"/>
                  <a:pt x="191" y="1600581"/>
                </a:cubicBezTo>
                <a:close/>
                <a:moveTo>
                  <a:pt x="76391" y="1601724"/>
                </a:moveTo>
                <a:cubicBezTo>
                  <a:pt x="77057" y="1601724"/>
                  <a:pt x="77629" y="1601153"/>
                  <a:pt x="77629" y="1600486"/>
                </a:cubicBezTo>
                <a:cubicBezTo>
                  <a:pt x="77629" y="1599819"/>
                  <a:pt x="77057" y="1599248"/>
                  <a:pt x="76391" y="1599248"/>
                </a:cubicBezTo>
                <a:cubicBezTo>
                  <a:pt x="75724" y="1599248"/>
                  <a:pt x="75152" y="1599819"/>
                  <a:pt x="75152" y="1600486"/>
                </a:cubicBezTo>
                <a:cubicBezTo>
                  <a:pt x="75152" y="1601153"/>
                  <a:pt x="75724" y="1601724"/>
                  <a:pt x="76391" y="1601724"/>
                </a:cubicBezTo>
                <a:close/>
                <a:moveTo>
                  <a:pt x="152591" y="1602772"/>
                </a:moveTo>
                <a:cubicBezTo>
                  <a:pt x="153829" y="1602772"/>
                  <a:pt x="154877" y="1601724"/>
                  <a:pt x="154877" y="1600486"/>
                </a:cubicBezTo>
                <a:cubicBezTo>
                  <a:pt x="154877" y="1599248"/>
                  <a:pt x="153829" y="1598200"/>
                  <a:pt x="152591" y="1598200"/>
                </a:cubicBezTo>
                <a:cubicBezTo>
                  <a:pt x="151352" y="1598200"/>
                  <a:pt x="150305" y="1599248"/>
                  <a:pt x="150305" y="1600486"/>
                </a:cubicBezTo>
                <a:cubicBezTo>
                  <a:pt x="150305" y="1601724"/>
                  <a:pt x="151352" y="1602772"/>
                  <a:pt x="152591" y="1602772"/>
                </a:cubicBezTo>
                <a:close/>
                <a:moveTo>
                  <a:pt x="228791" y="1604010"/>
                </a:moveTo>
                <a:cubicBezTo>
                  <a:pt x="230791" y="1604010"/>
                  <a:pt x="232410" y="1602391"/>
                  <a:pt x="232410" y="1600391"/>
                </a:cubicBezTo>
                <a:cubicBezTo>
                  <a:pt x="232410" y="1598390"/>
                  <a:pt x="230791" y="1596771"/>
                  <a:pt x="228791" y="1596771"/>
                </a:cubicBezTo>
                <a:cubicBezTo>
                  <a:pt x="226790" y="1596771"/>
                  <a:pt x="225171" y="1598390"/>
                  <a:pt x="225171" y="1600391"/>
                </a:cubicBezTo>
                <a:cubicBezTo>
                  <a:pt x="225171" y="1602391"/>
                  <a:pt x="226790" y="1604010"/>
                  <a:pt x="228791" y="1604010"/>
                </a:cubicBezTo>
                <a:close/>
                <a:moveTo>
                  <a:pt x="304991" y="1605058"/>
                </a:moveTo>
                <a:cubicBezTo>
                  <a:pt x="307562" y="1605058"/>
                  <a:pt x="309658" y="1602962"/>
                  <a:pt x="309658" y="1600391"/>
                </a:cubicBezTo>
                <a:cubicBezTo>
                  <a:pt x="309658" y="1597819"/>
                  <a:pt x="307562" y="1595723"/>
                  <a:pt x="304991" y="1595723"/>
                </a:cubicBezTo>
                <a:cubicBezTo>
                  <a:pt x="302419" y="1595723"/>
                  <a:pt x="300323" y="1597819"/>
                  <a:pt x="300323" y="1600391"/>
                </a:cubicBezTo>
                <a:cubicBezTo>
                  <a:pt x="300323" y="1602962"/>
                  <a:pt x="302419" y="1605058"/>
                  <a:pt x="304991" y="1605058"/>
                </a:cubicBezTo>
                <a:close/>
                <a:moveTo>
                  <a:pt x="381191" y="1606296"/>
                </a:moveTo>
                <a:cubicBezTo>
                  <a:pt x="384429" y="1606296"/>
                  <a:pt x="387096" y="1603629"/>
                  <a:pt x="387096" y="1600391"/>
                </a:cubicBezTo>
                <a:cubicBezTo>
                  <a:pt x="387096" y="1597152"/>
                  <a:pt x="384429" y="1594485"/>
                  <a:pt x="381191" y="1594485"/>
                </a:cubicBezTo>
                <a:cubicBezTo>
                  <a:pt x="377952" y="1594485"/>
                  <a:pt x="375285" y="1597152"/>
                  <a:pt x="375285" y="1600391"/>
                </a:cubicBezTo>
                <a:cubicBezTo>
                  <a:pt x="375285" y="1603724"/>
                  <a:pt x="377952" y="1606296"/>
                  <a:pt x="381191" y="1606296"/>
                </a:cubicBezTo>
                <a:close/>
                <a:moveTo>
                  <a:pt x="457391" y="1607344"/>
                </a:moveTo>
                <a:cubicBezTo>
                  <a:pt x="461200" y="1607344"/>
                  <a:pt x="464344" y="1604201"/>
                  <a:pt x="464344" y="1600391"/>
                </a:cubicBezTo>
                <a:cubicBezTo>
                  <a:pt x="464344" y="1596581"/>
                  <a:pt x="461200" y="1593437"/>
                  <a:pt x="457391" y="1593437"/>
                </a:cubicBezTo>
                <a:cubicBezTo>
                  <a:pt x="453581" y="1593437"/>
                  <a:pt x="450437" y="1596581"/>
                  <a:pt x="450437" y="1600391"/>
                </a:cubicBezTo>
                <a:cubicBezTo>
                  <a:pt x="450437" y="1604201"/>
                  <a:pt x="453581" y="1607344"/>
                  <a:pt x="457391" y="1607344"/>
                </a:cubicBezTo>
                <a:close/>
                <a:moveTo>
                  <a:pt x="533591" y="1608487"/>
                </a:moveTo>
                <a:cubicBezTo>
                  <a:pt x="538067" y="1608487"/>
                  <a:pt x="541592" y="1604867"/>
                  <a:pt x="541592" y="1600486"/>
                </a:cubicBezTo>
                <a:cubicBezTo>
                  <a:pt x="541592" y="1596009"/>
                  <a:pt x="537972" y="1592485"/>
                  <a:pt x="533591" y="1592485"/>
                </a:cubicBezTo>
                <a:cubicBezTo>
                  <a:pt x="529114" y="1592485"/>
                  <a:pt x="525590" y="1596104"/>
                  <a:pt x="525590" y="1600486"/>
                </a:cubicBezTo>
                <a:cubicBezTo>
                  <a:pt x="525590" y="1604867"/>
                  <a:pt x="529209" y="1608487"/>
                  <a:pt x="533591" y="1608487"/>
                </a:cubicBezTo>
                <a:close/>
                <a:moveTo>
                  <a:pt x="609790" y="1609725"/>
                </a:moveTo>
                <a:cubicBezTo>
                  <a:pt x="614934" y="1609725"/>
                  <a:pt x="619125" y="1605534"/>
                  <a:pt x="619125" y="1600391"/>
                </a:cubicBezTo>
                <a:cubicBezTo>
                  <a:pt x="619125" y="1595247"/>
                  <a:pt x="614934" y="1591056"/>
                  <a:pt x="609790" y="1591056"/>
                </a:cubicBezTo>
                <a:cubicBezTo>
                  <a:pt x="604647" y="1591056"/>
                  <a:pt x="600456" y="1595247"/>
                  <a:pt x="600456" y="1600391"/>
                </a:cubicBezTo>
                <a:cubicBezTo>
                  <a:pt x="600551" y="1605534"/>
                  <a:pt x="604647" y="1609725"/>
                  <a:pt x="609790" y="1609725"/>
                </a:cubicBezTo>
                <a:close/>
                <a:moveTo>
                  <a:pt x="685990" y="1610963"/>
                </a:moveTo>
                <a:cubicBezTo>
                  <a:pt x="691801" y="1610963"/>
                  <a:pt x="696563" y="1606201"/>
                  <a:pt x="696563" y="1600391"/>
                </a:cubicBezTo>
                <a:cubicBezTo>
                  <a:pt x="696563" y="1594580"/>
                  <a:pt x="691801" y="1589818"/>
                  <a:pt x="685990" y="1589818"/>
                </a:cubicBezTo>
                <a:cubicBezTo>
                  <a:pt x="680180" y="1589818"/>
                  <a:pt x="675418" y="1594580"/>
                  <a:pt x="675418" y="1600391"/>
                </a:cubicBezTo>
                <a:cubicBezTo>
                  <a:pt x="675418" y="1606201"/>
                  <a:pt x="680180" y="1610963"/>
                  <a:pt x="685990" y="1610963"/>
                </a:cubicBezTo>
                <a:close/>
                <a:moveTo>
                  <a:pt x="762190" y="1612011"/>
                </a:moveTo>
                <a:cubicBezTo>
                  <a:pt x="768572" y="1612011"/>
                  <a:pt x="773811" y="1606772"/>
                  <a:pt x="773811" y="1600391"/>
                </a:cubicBezTo>
                <a:cubicBezTo>
                  <a:pt x="773811" y="1594009"/>
                  <a:pt x="768572" y="1588770"/>
                  <a:pt x="762190" y="1588770"/>
                </a:cubicBezTo>
                <a:cubicBezTo>
                  <a:pt x="755809" y="1588770"/>
                  <a:pt x="750570" y="1594009"/>
                  <a:pt x="750570" y="1600391"/>
                </a:cubicBezTo>
                <a:cubicBezTo>
                  <a:pt x="750570" y="1606868"/>
                  <a:pt x="755809" y="1612011"/>
                  <a:pt x="762190" y="1612011"/>
                </a:cubicBezTo>
                <a:close/>
                <a:moveTo>
                  <a:pt x="838390" y="1613345"/>
                </a:moveTo>
                <a:cubicBezTo>
                  <a:pt x="845534" y="1613345"/>
                  <a:pt x="851249" y="1607534"/>
                  <a:pt x="851249" y="1600486"/>
                </a:cubicBezTo>
                <a:cubicBezTo>
                  <a:pt x="851249" y="1593342"/>
                  <a:pt x="845439" y="1587627"/>
                  <a:pt x="838390" y="1587627"/>
                </a:cubicBezTo>
                <a:cubicBezTo>
                  <a:pt x="831247" y="1587627"/>
                  <a:pt x="825532" y="1593437"/>
                  <a:pt x="825532" y="1600486"/>
                </a:cubicBezTo>
                <a:cubicBezTo>
                  <a:pt x="825532" y="1607534"/>
                  <a:pt x="831247" y="1613345"/>
                  <a:pt x="838390" y="1613345"/>
                </a:cubicBezTo>
                <a:close/>
                <a:moveTo>
                  <a:pt x="914590" y="1614392"/>
                </a:moveTo>
                <a:cubicBezTo>
                  <a:pt x="922306" y="1614392"/>
                  <a:pt x="928497" y="1608106"/>
                  <a:pt x="928497" y="1600486"/>
                </a:cubicBezTo>
                <a:cubicBezTo>
                  <a:pt x="928497" y="1592771"/>
                  <a:pt x="922211" y="1586579"/>
                  <a:pt x="914590" y="1586579"/>
                </a:cubicBezTo>
                <a:cubicBezTo>
                  <a:pt x="906971" y="1586579"/>
                  <a:pt x="900684" y="1592866"/>
                  <a:pt x="900684" y="1600486"/>
                </a:cubicBezTo>
                <a:cubicBezTo>
                  <a:pt x="900684" y="1608106"/>
                  <a:pt x="906875" y="1614392"/>
                  <a:pt x="914590" y="1614392"/>
                </a:cubicBezTo>
                <a:close/>
                <a:moveTo>
                  <a:pt x="990790" y="1615631"/>
                </a:moveTo>
                <a:cubicBezTo>
                  <a:pt x="999173" y="1615631"/>
                  <a:pt x="1006031" y="1608773"/>
                  <a:pt x="1006031" y="1600391"/>
                </a:cubicBezTo>
                <a:cubicBezTo>
                  <a:pt x="1006031" y="1592009"/>
                  <a:pt x="999173" y="1585151"/>
                  <a:pt x="990790" y="1585151"/>
                </a:cubicBezTo>
                <a:cubicBezTo>
                  <a:pt x="982409" y="1585151"/>
                  <a:pt x="975551" y="1592009"/>
                  <a:pt x="975551" y="1600391"/>
                </a:cubicBezTo>
                <a:cubicBezTo>
                  <a:pt x="975551" y="1608773"/>
                  <a:pt x="982409" y="1615631"/>
                  <a:pt x="990790" y="1615631"/>
                </a:cubicBezTo>
                <a:close/>
                <a:moveTo>
                  <a:pt x="1066991" y="1616678"/>
                </a:moveTo>
                <a:cubicBezTo>
                  <a:pt x="1075944" y="1616678"/>
                  <a:pt x="1083278" y="1609439"/>
                  <a:pt x="1083278" y="1600391"/>
                </a:cubicBezTo>
                <a:cubicBezTo>
                  <a:pt x="1083278" y="1591342"/>
                  <a:pt x="1076039" y="1584103"/>
                  <a:pt x="1066991" y="1584103"/>
                </a:cubicBezTo>
                <a:cubicBezTo>
                  <a:pt x="1058037" y="1584103"/>
                  <a:pt x="1050703" y="1591342"/>
                  <a:pt x="1050703" y="1600391"/>
                </a:cubicBezTo>
                <a:cubicBezTo>
                  <a:pt x="1050703" y="1609439"/>
                  <a:pt x="1058037" y="1616678"/>
                  <a:pt x="1066991" y="1616678"/>
                </a:cubicBezTo>
                <a:close/>
                <a:moveTo>
                  <a:pt x="1143191" y="1617726"/>
                </a:moveTo>
                <a:cubicBezTo>
                  <a:pt x="1152716" y="1617726"/>
                  <a:pt x="1160526" y="1610011"/>
                  <a:pt x="1160526" y="1600391"/>
                </a:cubicBezTo>
                <a:cubicBezTo>
                  <a:pt x="1160526" y="1590866"/>
                  <a:pt x="1152811" y="1583055"/>
                  <a:pt x="1143191" y="1583055"/>
                </a:cubicBezTo>
                <a:cubicBezTo>
                  <a:pt x="1133666" y="1583055"/>
                  <a:pt x="1125855" y="1590770"/>
                  <a:pt x="1125855" y="1600391"/>
                </a:cubicBezTo>
                <a:cubicBezTo>
                  <a:pt x="1125855" y="1610011"/>
                  <a:pt x="1133666" y="1617726"/>
                  <a:pt x="1143191" y="1617726"/>
                </a:cubicBezTo>
                <a:close/>
                <a:moveTo>
                  <a:pt x="1219391" y="1618964"/>
                </a:moveTo>
                <a:cubicBezTo>
                  <a:pt x="1229678" y="1618964"/>
                  <a:pt x="1237964" y="1610678"/>
                  <a:pt x="1237964" y="1600391"/>
                </a:cubicBezTo>
                <a:cubicBezTo>
                  <a:pt x="1237964" y="1590104"/>
                  <a:pt x="1229678" y="1581817"/>
                  <a:pt x="1219391" y="1581817"/>
                </a:cubicBezTo>
                <a:cubicBezTo>
                  <a:pt x="1209104" y="1581817"/>
                  <a:pt x="1200817" y="1590104"/>
                  <a:pt x="1200817" y="1600391"/>
                </a:cubicBezTo>
                <a:cubicBezTo>
                  <a:pt x="1200817" y="1610678"/>
                  <a:pt x="1209104" y="1618964"/>
                  <a:pt x="1219391" y="1618964"/>
                </a:cubicBezTo>
                <a:close/>
                <a:moveTo>
                  <a:pt x="1295591" y="1620107"/>
                </a:moveTo>
                <a:cubicBezTo>
                  <a:pt x="1306449" y="1620107"/>
                  <a:pt x="1315212" y="1611344"/>
                  <a:pt x="1315212" y="1600486"/>
                </a:cubicBezTo>
                <a:cubicBezTo>
                  <a:pt x="1315212" y="1589627"/>
                  <a:pt x="1306449" y="1580864"/>
                  <a:pt x="1295591" y="1580864"/>
                </a:cubicBezTo>
                <a:cubicBezTo>
                  <a:pt x="1284732" y="1580864"/>
                  <a:pt x="1275969" y="1589627"/>
                  <a:pt x="1275969" y="1600486"/>
                </a:cubicBezTo>
                <a:cubicBezTo>
                  <a:pt x="1275969" y="1611344"/>
                  <a:pt x="1284732" y="1620107"/>
                  <a:pt x="1295591" y="1620107"/>
                </a:cubicBezTo>
                <a:close/>
                <a:moveTo>
                  <a:pt x="1371791" y="1621346"/>
                </a:moveTo>
                <a:cubicBezTo>
                  <a:pt x="1383316" y="1621346"/>
                  <a:pt x="1392746" y="1612011"/>
                  <a:pt x="1392746" y="1600391"/>
                </a:cubicBezTo>
                <a:cubicBezTo>
                  <a:pt x="1392746" y="1588770"/>
                  <a:pt x="1383411" y="1579436"/>
                  <a:pt x="1371791" y="1579436"/>
                </a:cubicBezTo>
                <a:cubicBezTo>
                  <a:pt x="1360170" y="1579436"/>
                  <a:pt x="1350836" y="1588770"/>
                  <a:pt x="1350836" y="1600391"/>
                </a:cubicBezTo>
                <a:cubicBezTo>
                  <a:pt x="1350836" y="1612011"/>
                  <a:pt x="1360265" y="1621346"/>
                  <a:pt x="1371791" y="1621346"/>
                </a:cubicBezTo>
                <a:close/>
                <a:moveTo>
                  <a:pt x="1447991" y="1622393"/>
                </a:moveTo>
                <a:cubicBezTo>
                  <a:pt x="1460087" y="1622393"/>
                  <a:pt x="1469993" y="1612583"/>
                  <a:pt x="1469993" y="1600391"/>
                </a:cubicBezTo>
                <a:cubicBezTo>
                  <a:pt x="1469993" y="1588199"/>
                  <a:pt x="1460183" y="1578388"/>
                  <a:pt x="1447991" y="1578388"/>
                </a:cubicBezTo>
                <a:cubicBezTo>
                  <a:pt x="1435799" y="1578388"/>
                  <a:pt x="1425988" y="1588199"/>
                  <a:pt x="1425988" y="1600391"/>
                </a:cubicBezTo>
                <a:cubicBezTo>
                  <a:pt x="1425988" y="1612583"/>
                  <a:pt x="1435894" y="1622393"/>
                  <a:pt x="1447991" y="1622393"/>
                </a:cubicBezTo>
                <a:close/>
                <a:moveTo>
                  <a:pt x="1524191" y="1623251"/>
                </a:moveTo>
                <a:cubicBezTo>
                  <a:pt x="1536764" y="1623251"/>
                  <a:pt x="1547051" y="1613059"/>
                  <a:pt x="1547051" y="1600391"/>
                </a:cubicBezTo>
                <a:cubicBezTo>
                  <a:pt x="1547051" y="1587722"/>
                  <a:pt x="1536859" y="1577531"/>
                  <a:pt x="1524191" y="1577531"/>
                </a:cubicBezTo>
                <a:cubicBezTo>
                  <a:pt x="1511522" y="1577531"/>
                  <a:pt x="1501331" y="1587722"/>
                  <a:pt x="1501331" y="1600391"/>
                </a:cubicBezTo>
                <a:cubicBezTo>
                  <a:pt x="1501331" y="1613059"/>
                  <a:pt x="1511618" y="1623251"/>
                  <a:pt x="1524191" y="1623251"/>
                </a:cubicBezTo>
                <a:close/>
                <a:moveTo>
                  <a:pt x="1600391" y="1624298"/>
                </a:moveTo>
                <a:cubicBezTo>
                  <a:pt x="1613535" y="1624298"/>
                  <a:pt x="1624298" y="1613630"/>
                  <a:pt x="1624298" y="1600391"/>
                </a:cubicBezTo>
                <a:cubicBezTo>
                  <a:pt x="1624298" y="1587246"/>
                  <a:pt x="1613630" y="1576483"/>
                  <a:pt x="1600391" y="1576483"/>
                </a:cubicBezTo>
                <a:cubicBezTo>
                  <a:pt x="1587246" y="1576483"/>
                  <a:pt x="1576483" y="1587151"/>
                  <a:pt x="1576483" y="1600391"/>
                </a:cubicBezTo>
                <a:cubicBezTo>
                  <a:pt x="1576578" y="1613630"/>
                  <a:pt x="1587246" y="1624298"/>
                  <a:pt x="1600391" y="1624298"/>
                </a:cubicBezTo>
                <a:close/>
                <a:moveTo>
                  <a:pt x="1676591" y="1624965"/>
                </a:moveTo>
                <a:cubicBezTo>
                  <a:pt x="1690116" y="1624965"/>
                  <a:pt x="1701070" y="1614011"/>
                  <a:pt x="1701070" y="1600486"/>
                </a:cubicBezTo>
                <a:cubicBezTo>
                  <a:pt x="1701070" y="1586960"/>
                  <a:pt x="1690116" y="1576007"/>
                  <a:pt x="1676591" y="1576007"/>
                </a:cubicBezTo>
                <a:cubicBezTo>
                  <a:pt x="1663065" y="1576007"/>
                  <a:pt x="1652111" y="1586960"/>
                  <a:pt x="1652111" y="1600486"/>
                </a:cubicBezTo>
                <a:cubicBezTo>
                  <a:pt x="1652111" y="1614011"/>
                  <a:pt x="1663065" y="1624965"/>
                  <a:pt x="1676591" y="1624965"/>
                </a:cubicBezTo>
                <a:close/>
                <a:moveTo>
                  <a:pt x="1752791" y="1625156"/>
                </a:moveTo>
                <a:cubicBezTo>
                  <a:pt x="1766411" y="1625156"/>
                  <a:pt x="1777556" y="1614107"/>
                  <a:pt x="1777556" y="1600391"/>
                </a:cubicBezTo>
                <a:cubicBezTo>
                  <a:pt x="1777556" y="1586770"/>
                  <a:pt x="1766507" y="1575626"/>
                  <a:pt x="1752791" y="1575626"/>
                </a:cubicBezTo>
                <a:cubicBezTo>
                  <a:pt x="1739170" y="1575626"/>
                  <a:pt x="1728026" y="1586675"/>
                  <a:pt x="1728026" y="1600391"/>
                </a:cubicBezTo>
                <a:cubicBezTo>
                  <a:pt x="1728121" y="1614107"/>
                  <a:pt x="1739170" y="1625156"/>
                  <a:pt x="1752791" y="1625156"/>
                </a:cubicBezTo>
                <a:close/>
                <a:moveTo>
                  <a:pt x="1828991" y="1624965"/>
                </a:moveTo>
                <a:cubicBezTo>
                  <a:pt x="1842516" y="1624965"/>
                  <a:pt x="1853470" y="1614011"/>
                  <a:pt x="1853470" y="1600486"/>
                </a:cubicBezTo>
                <a:cubicBezTo>
                  <a:pt x="1853470" y="1586960"/>
                  <a:pt x="1842516" y="1576007"/>
                  <a:pt x="1828991" y="1576007"/>
                </a:cubicBezTo>
                <a:cubicBezTo>
                  <a:pt x="1815465" y="1576007"/>
                  <a:pt x="1804511" y="1586960"/>
                  <a:pt x="1804511" y="1600486"/>
                </a:cubicBezTo>
                <a:cubicBezTo>
                  <a:pt x="1804511" y="1614011"/>
                  <a:pt x="1815465" y="1624965"/>
                  <a:pt x="1828991" y="1624965"/>
                </a:cubicBezTo>
                <a:close/>
                <a:moveTo>
                  <a:pt x="1905191" y="1624298"/>
                </a:moveTo>
                <a:cubicBezTo>
                  <a:pt x="1918335" y="1624298"/>
                  <a:pt x="1929098" y="1613630"/>
                  <a:pt x="1929098" y="1600391"/>
                </a:cubicBezTo>
                <a:cubicBezTo>
                  <a:pt x="1929098" y="1587246"/>
                  <a:pt x="1918430" y="1576483"/>
                  <a:pt x="1905191" y="1576483"/>
                </a:cubicBezTo>
                <a:cubicBezTo>
                  <a:pt x="1892046" y="1576483"/>
                  <a:pt x="1881283" y="1587151"/>
                  <a:pt x="1881283" y="1600391"/>
                </a:cubicBezTo>
                <a:cubicBezTo>
                  <a:pt x="1881378" y="1613630"/>
                  <a:pt x="1892046" y="1624298"/>
                  <a:pt x="1905191" y="1624298"/>
                </a:cubicBezTo>
                <a:close/>
                <a:moveTo>
                  <a:pt x="1981391" y="1623441"/>
                </a:moveTo>
                <a:cubicBezTo>
                  <a:pt x="1994154" y="1623441"/>
                  <a:pt x="2004441" y="1613154"/>
                  <a:pt x="2004441" y="1600391"/>
                </a:cubicBezTo>
                <a:cubicBezTo>
                  <a:pt x="2004441" y="1587627"/>
                  <a:pt x="1994154" y="1577340"/>
                  <a:pt x="1981391" y="1577340"/>
                </a:cubicBezTo>
                <a:cubicBezTo>
                  <a:pt x="1968627" y="1577340"/>
                  <a:pt x="1958340" y="1587627"/>
                  <a:pt x="1958340" y="1600391"/>
                </a:cubicBezTo>
                <a:cubicBezTo>
                  <a:pt x="1958340" y="1613154"/>
                  <a:pt x="1968722" y="1623441"/>
                  <a:pt x="1981391" y="1623441"/>
                </a:cubicBezTo>
                <a:close/>
                <a:moveTo>
                  <a:pt x="2057591" y="1622393"/>
                </a:moveTo>
                <a:cubicBezTo>
                  <a:pt x="2069687" y="1622393"/>
                  <a:pt x="2079593" y="1612583"/>
                  <a:pt x="2079593" y="1600391"/>
                </a:cubicBezTo>
                <a:cubicBezTo>
                  <a:pt x="2079593" y="1588199"/>
                  <a:pt x="2069783" y="1578388"/>
                  <a:pt x="2057591" y="1578388"/>
                </a:cubicBezTo>
                <a:cubicBezTo>
                  <a:pt x="2045399" y="1578388"/>
                  <a:pt x="2035588" y="1588199"/>
                  <a:pt x="2035588" y="1600391"/>
                </a:cubicBezTo>
                <a:cubicBezTo>
                  <a:pt x="2035588" y="1612583"/>
                  <a:pt x="2045494" y="1622393"/>
                  <a:pt x="2057591" y="1622393"/>
                </a:cubicBezTo>
                <a:close/>
                <a:moveTo>
                  <a:pt x="2133791" y="1621346"/>
                </a:moveTo>
                <a:cubicBezTo>
                  <a:pt x="2145316" y="1621346"/>
                  <a:pt x="2154746" y="1612011"/>
                  <a:pt x="2154746" y="1600391"/>
                </a:cubicBezTo>
                <a:cubicBezTo>
                  <a:pt x="2154746" y="1588770"/>
                  <a:pt x="2145411" y="1579436"/>
                  <a:pt x="2133791" y="1579436"/>
                </a:cubicBezTo>
                <a:cubicBezTo>
                  <a:pt x="2122170" y="1579436"/>
                  <a:pt x="2112836" y="1588770"/>
                  <a:pt x="2112836" y="1600391"/>
                </a:cubicBezTo>
                <a:cubicBezTo>
                  <a:pt x="2112836" y="1612011"/>
                  <a:pt x="2122265" y="1621346"/>
                  <a:pt x="2133791" y="1621346"/>
                </a:cubicBezTo>
                <a:close/>
                <a:moveTo>
                  <a:pt x="2209991" y="1620298"/>
                </a:moveTo>
                <a:cubicBezTo>
                  <a:pt x="2220944" y="1620298"/>
                  <a:pt x="2229898" y="1611439"/>
                  <a:pt x="2229898" y="1600391"/>
                </a:cubicBezTo>
                <a:cubicBezTo>
                  <a:pt x="2229898" y="1589342"/>
                  <a:pt x="2221040" y="1580483"/>
                  <a:pt x="2209991" y="1580483"/>
                </a:cubicBezTo>
                <a:cubicBezTo>
                  <a:pt x="2199037" y="1580483"/>
                  <a:pt x="2190083" y="1589342"/>
                  <a:pt x="2190083" y="1600391"/>
                </a:cubicBezTo>
                <a:cubicBezTo>
                  <a:pt x="2190083" y="1611439"/>
                  <a:pt x="2199037" y="1620298"/>
                  <a:pt x="2209991" y="1620298"/>
                </a:cubicBezTo>
                <a:close/>
                <a:moveTo>
                  <a:pt x="2286191" y="1619250"/>
                </a:moveTo>
                <a:cubicBezTo>
                  <a:pt x="2296573" y="1619250"/>
                  <a:pt x="2304955" y="1610868"/>
                  <a:pt x="2304955" y="1600486"/>
                </a:cubicBezTo>
                <a:cubicBezTo>
                  <a:pt x="2304955" y="1590104"/>
                  <a:pt x="2296573" y="1581722"/>
                  <a:pt x="2286191" y="1581722"/>
                </a:cubicBezTo>
                <a:cubicBezTo>
                  <a:pt x="2275808" y="1581722"/>
                  <a:pt x="2267426" y="1590104"/>
                  <a:pt x="2267426" y="1600486"/>
                </a:cubicBezTo>
                <a:cubicBezTo>
                  <a:pt x="2267426" y="1610773"/>
                  <a:pt x="2275808" y="1619250"/>
                  <a:pt x="2286191" y="1619250"/>
                </a:cubicBezTo>
                <a:close/>
                <a:moveTo>
                  <a:pt x="2362391" y="1617917"/>
                </a:moveTo>
                <a:cubicBezTo>
                  <a:pt x="2372106" y="1617917"/>
                  <a:pt x="2379917" y="1610106"/>
                  <a:pt x="2379917" y="1600391"/>
                </a:cubicBezTo>
                <a:cubicBezTo>
                  <a:pt x="2379917" y="1590675"/>
                  <a:pt x="2372106" y="1582864"/>
                  <a:pt x="2362391" y="1582864"/>
                </a:cubicBezTo>
                <a:cubicBezTo>
                  <a:pt x="2352675" y="1582864"/>
                  <a:pt x="2344865" y="1590675"/>
                  <a:pt x="2344865" y="1600391"/>
                </a:cubicBezTo>
                <a:cubicBezTo>
                  <a:pt x="2344865" y="1610106"/>
                  <a:pt x="2352770" y="1617917"/>
                  <a:pt x="2362391" y="1617917"/>
                </a:cubicBezTo>
                <a:close/>
                <a:moveTo>
                  <a:pt x="2438591" y="1616869"/>
                </a:moveTo>
                <a:cubicBezTo>
                  <a:pt x="2447735" y="1616869"/>
                  <a:pt x="2455069" y="1609535"/>
                  <a:pt x="2455069" y="1600391"/>
                </a:cubicBezTo>
                <a:cubicBezTo>
                  <a:pt x="2455069" y="1591247"/>
                  <a:pt x="2447735" y="1583912"/>
                  <a:pt x="2438591" y="1583912"/>
                </a:cubicBezTo>
                <a:cubicBezTo>
                  <a:pt x="2429447" y="1583912"/>
                  <a:pt x="2422112" y="1591247"/>
                  <a:pt x="2422112" y="1600391"/>
                </a:cubicBezTo>
                <a:cubicBezTo>
                  <a:pt x="2422112" y="1609535"/>
                  <a:pt x="2429542" y="1616869"/>
                  <a:pt x="2438591" y="1616869"/>
                </a:cubicBezTo>
                <a:close/>
                <a:moveTo>
                  <a:pt x="2514791" y="1615631"/>
                </a:moveTo>
                <a:cubicBezTo>
                  <a:pt x="2523173" y="1615631"/>
                  <a:pt x="2530031" y="1608773"/>
                  <a:pt x="2530031" y="1600391"/>
                </a:cubicBezTo>
                <a:cubicBezTo>
                  <a:pt x="2530031" y="1592009"/>
                  <a:pt x="2523173" y="1585151"/>
                  <a:pt x="2514791" y="1585151"/>
                </a:cubicBezTo>
                <a:cubicBezTo>
                  <a:pt x="2506409" y="1585151"/>
                  <a:pt x="2499551" y="1592009"/>
                  <a:pt x="2499551" y="1600391"/>
                </a:cubicBezTo>
                <a:cubicBezTo>
                  <a:pt x="2499551" y="1608773"/>
                  <a:pt x="2506409" y="1615631"/>
                  <a:pt x="2514791" y="1615631"/>
                </a:cubicBezTo>
                <a:close/>
                <a:moveTo>
                  <a:pt x="2590991" y="1614583"/>
                </a:moveTo>
                <a:cubicBezTo>
                  <a:pt x="2598801" y="1614583"/>
                  <a:pt x="2605183" y="1608201"/>
                  <a:pt x="2605183" y="1600391"/>
                </a:cubicBezTo>
                <a:cubicBezTo>
                  <a:pt x="2605183" y="1592580"/>
                  <a:pt x="2598801" y="1586198"/>
                  <a:pt x="2590991" y="1586198"/>
                </a:cubicBezTo>
                <a:cubicBezTo>
                  <a:pt x="2583180" y="1586198"/>
                  <a:pt x="2576798" y="1592580"/>
                  <a:pt x="2576798" y="1600391"/>
                </a:cubicBezTo>
                <a:cubicBezTo>
                  <a:pt x="2576894" y="1608201"/>
                  <a:pt x="2583180" y="1614583"/>
                  <a:pt x="2590991" y="1614583"/>
                </a:cubicBezTo>
                <a:close/>
                <a:moveTo>
                  <a:pt x="2667191" y="1613345"/>
                </a:moveTo>
                <a:cubicBezTo>
                  <a:pt x="2674334" y="1613345"/>
                  <a:pt x="2680049" y="1607534"/>
                  <a:pt x="2680049" y="1600486"/>
                </a:cubicBezTo>
                <a:cubicBezTo>
                  <a:pt x="2680049" y="1593342"/>
                  <a:pt x="2674239" y="1587627"/>
                  <a:pt x="2667191" y="1587627"/>
                </a:cubicBezTo>
                <a:cubicBezTo>
                  <a:pt x="2660047" y="1587627"/>
                  <a:pt x="2654332" y="1593437"/>
                  <a:pt x="2654332" y="1600486"/>
                </a:cubicBezTo>
                <a:cubicBezTo>
                  <a:pt x="2654332" y="1607534"/>
                  <a:pt x="2660047" y="1613345"/>
                  <a:pt x="2667191" y="1613345"/>
                </a:cubicBezTo>
                <a:close/>
                <a:moveTo>
                  <a:pt x="2743391" y="1612202"/>
                </a:moveTo>
                <a:cubicBezTo>
                  <a:pt x="2749963" y="1612202"/>
                  <a:pt x="2755202" y="1606868"/>
                  <a:pt x="2755202" y="1600391"/>
                </a:cubicBezTo>
                <a:cubicBezTo>
                  <a:pt x="2755202" y="1593914"/>
                  <a:pt x="2749868" y="1588580"/>
                  <a:pt x="2743391" y="1588580"/>
                </a:cubicBezTo>
                <a:cubicBezTo>
                  <a:pt x="2736818" y="1588580"/>
                  <a:pt x="2731580" y="1593914"/>
                  <a:pt x="2731580" y="1600391"/>
                </a:cubicBezTo>
                <a:cubicBezTo>
                  <a:pt x="2731580" y="1606868"/>
                  <a:pt x="2736914" y="1612202"/>
                  <a:pt x="2743391" y="1612202"/>
                </a:cubicBezTo>
                <a:close/>
                <a:moveTo>
                  <a:pt x="2819591" y="1611154"/>
                </a:moveTo>
                <a:cubicBezTo>
                  <a:pt x="2825496" y="1611154"/>
                  <a:pt x="2830354" y="1606296"/>
                  <a:pt x="2830354" y="1600391"/>
                </a:cubicBezTo>
                <a:cubicBezTo>
                  <a:pt x="2830354" y="1594485"/>
                  <a:pt x="2825496" y="1589627"/>
                  <a:pt x="2819591" y="1589627"/>
                </a:cubicBezTo>
                <a:cubicBezTo>
                  <a:pt x="2813685" y="1589627"/>
                  <a:pt x="2808828" y="1594485"/>
                  <a:pt x="2808828" y="1600391"/>
                </a:cubicBezTo>
                <a:cubicBezTo>
                  <a:pt x="2808828" y="1606296"/>
                  <a:pt x="2813685" y="1611154"/>
                  <a:pt x="2819591" y="1611154"/>
                </a:cubicBezTo>
                <a:close/>
                <a:moveTo>
                  <a:pt x="2895791" y="1609916"/>
                </a:moveTo>
                <a:cubicBezTo>
                  <a:pt x="2901029" y="1609916"/>
                  <a:pt x="2905316" y="1605629"/>
                  <a:pt x="2905316" y="1600391"/>
                </a:cubicBezTo>
                <a:cubicBezTo>
                  <a:pt x="2905316" y="1595152"/>
                  <a:pt x="2901029" y="1590866"/>
                  <a:pt x="2895791" y="1590866"/>
                </a:cubicBezTo>
                <a:cubicBezTo>
                  <a:pt x="2890552" y="1590866"/>
                  <a:pt x="2886266" y="1595152"/>
                  <a:pt x="2886266" y="1600391"/>
                </a:cubicBezTo>
                <a:cubicBezTo>
                  <a:pt x="2886266" y="1605629"/>
                  <a:pt x="2890552" y="1609916"/>
                  <a:pt x="2895791" y="1609916"/>
                </a:cubicBezTo>
                <a:close/>
                <a:moveTo>
                  <a:pt x="2971991" y="1608677"/>
                </a:moveTo>
                <a:cubicBezTo>
                  <a:pt x="2976563" y="1608677"/>
                  <a:pt x="2980278" y="1604963"/>
                  <a:pt x="2980278" y="1600391"/>
                </a:cubicBezTo>
                <a:cubicBezTo>
                  <a:pt x="2980278" y="1595818"/>
                  <a:pt x="2976563" y="1592104"/>
                  <a:pt x="2971991" y="1592104"/>
                </a:cubicBezTo>
                <a:cubicBezTo>
                  <a:pt x="2967419" y="1592104"/>
                  <a:pt x="2963704" y="1595818"/>
                  <a:pt x="2963704" y="1600391"/>
                </a:cubicBezTo>
                <a:cubicBezTo>
                  <a:pt x="2963704" y="1604963"/>
                  <a:pt x="2967419" y="1608677"/>
                  <a:pt x="2971991" y="1608677"/>
                </a:cubicBezTo>
                <a:close/>
                <a:moveTo>
                  <a:pt x="3048191" y="1607630"/>
                </a:moveTo>
                <a:cubicBezTo>
                  <a:pt x="3052191" y="1607630"/>
                  <a:pt x="3055334" y="1604391"/>
                  <a:pt x="3055334" y="1600486"/>
                </a:cubicBezTo>
                <a:cubicBezTo>
                  <a:pt x="3055334" y="1596485"/>
                  <a:pt x="3052096" y="1593342"/>
                  <a:pt x="3048191" y="1593342"/>
                </a:cubicBezTo>
                <a:cubicBezTo>
                  <a:pt x="3044190" y="1593342"/>
                  <a:pt x="3041047" y="1596581"/>
                  <a:pt x="3041047" y="1600486"/>
                </a:cubicBezTo>
                <a:cubicBezTo>
                  <a:pt x="3041047" y="1604391"/>
                  <a:pt x="3044285" y="1607630"/>
                  <a:pt x="3048191" y="1607630"/>
                </a:cubicBezTo>
                <a:close/>
                <a:moveTo>
                  <a:pt x="3124391" y="1606296"/>
                </a:moveTo>
                <a:cubicBezTo>
                  <a:pt x="3127629" y="1606296"/>
                  <a:pt x="3130296" y="1603629"/>
                  <a:pt x="3130296" y="1600391"/>
                </a:cubicBezTo>
                <a:cubicBezTo>
                  <a:pt x="3130296" y="1597152"/>
                  <a:pt x="3127629" y="1594485"/>
                  <a:pt x="3124391" y="1594485"/>
                </a:cubicBezTo>
                <a:cubicBezTo>
                  <a:pt x="3121152" y="1594485"/>
                  <a:pt x="3118485" y="1597152"/>
                  <a:pt x="3118485" y="1600391"/>
                </a:cubicBezTo>
                <a:cubicBezTo>
                  <a:pt x="3118485" y="1603724"/>
                  <a:pt x="3121152" y="1606296"/>
                  <a:pt x="3124391" y="1606296"/>
                </a:cubicBezTo>
                <a:close/>
                <a:moveTo>
                  <a:pt x="3200591" y="1605248"/>
                </a:moveTo>
                <a:cubicBezTo>
                  <a:pt x="3203258" y="1605248"/>
                  <a:pt x="3205448" y="1603058"/>
                  <a:pt x="3205448" y="1600391"/>
                </a:cubicBezTo>
                <a:cubicBezTo>
                  <a:pt x="3205448" y="1597724"/>
                  <a:pt x="3203258" y="1595533"/>
                  <a:pt x="3200591" y="1595533"/>
                </a:cubicBezTo>
                <a:cubicBezTo>
                  <a:pt x="3197924" y="1595533"/>
                  <a:pt x="3195733" y="1597724"/>
                  <a:pt x="3195733" y="1600391"/>
                </a:cubicBezTo>
                <a:cubicBezTo>
                  <a:pt x="3195733" y="1603058"/>
                  <a:pt x="3197924" y="1605248"/>
                  <a:pt x="3200591" y="1605248"/>
                </a:cubicBezTo>
                <a:close/>
                <a:moveTo>
                  <a:pt x="3276791" y="1604010"/>
                </a:moveTo>
                <a:cubicBezTo>
                  <a:pt x="3278791" y="1604010"/>
                  <a:pt x="3280410" y="1602391"/>
                  <a:pt x="3280410" y="1600391"/>
                </a:cubicBezTo>
                <a:cubicBezTo>
                  <a:pt x="3280410" y="1598390"/>
                  <a:pt x="3278791" y="1596771"/>
                  <a:pt x="3276791" y="1596771"/>
                </a:cubicBezTo>
                <a:cubicBezTo>
                  <a:pt x="3274790" y="1596771"/>
                  <a:pt x="3273171" y="1598390"/>
                  <a:pt x="3273171" y="1600391"/>
                </a:cubicBezTo>
                <a:cubicBezTo>
                  <a:pt x="3273171" y="1602391"/>
                  <a:pt x="3274790" y="1604010"/>
                  <a:pt x="3276791" y="1604010"/>
                </a:cubicBezTo>
                <a:close/>
                <a:moveTo>
                  <a:pt x="3352991" y="1602962"/>
                </a:moveTo>
                <a:cubicBezTo>
                  <a:pt x="3354420" y="1602962"/>
                  <a:pt x="3355562" y="1601819"/>
                  <a:pt x="3355562" y="1600391"/>
                </a:cubicBezTo>
                <a:cubicBezTo>
                  <a:pt x="3355562" y="1598962"/>
                  <a:pt x="3354420" y="1597819"/>
                  <a:pt x="3352991" y="1597819"/>
                </a:cubicBezTo>
                <a:cubicBezTo>
                  <a:pt x="3351562" y="1597819"/>
                  <a:pt x="3350419" y="1598962"/>
                  <a:pt x="3350419" y="1600391"/>
                </a:cubicBezTo>
                <a:cubicBezTo>
                  <a:pt x="3350419" y="1601819"/>
                  <a:pt x="3351657" y="1602962"/>
                  <a:pt x="3352991" y="1602962"/>
                </a:cubicBezTo>
                <a:close/>
                <a:moveTo>
                  <a:pt x="3429191" y="1601724"/>
                </a:moveTo>
                <a:cubicBezTo>
                  <a:pt x="3429857" y="1601724"/>
                  <a:pt x="3430429" y="1601153"/>
                  <a:pt x="3430429" y="1600486"/>
                </a:cubicBezTo>
                <a:cubicBezTo>
                  <a:pt x="3430429" y="1599819"/>
                  <a:pt x="3429857" y="1599248"/>
                  <a:pt x="3429191" y="1599248"/>
                </a:cubicBezTo>
                <a:cubicBezTo>
                  <a:pt x="3428524" y="1599248"/>
                  <a:pt x="3427953" y="1599819"/>
                  <a:pt x="3427953" y="1600486"/>
                </a:cubicBezTo>
                <a:cubicBezTo>
                  <a:pt x="3427953" y="1601153"/>
                  <a:pt x="3428524" y="1601724"/>
                  <a:pt x="3429191" y="1601724"/>
                </a:cubicBezTo>
                <a:close/>
                <a:moveTo>
                  <a:pt x="3505391" y="1600581"/>
                </a:moveTo>
                <a:cubicBezTo>
                  <a:pt x="3505486" y="1600581"/>
                  <a:pt x="3505581" y="1600486"/>
                  <a:pt x="3505581" y="1600391"/>
                </a:cubicBezTo>
                <a:cubicBezTo>
                  <a:pt x="3505581" y="1600295"/>
                  <a:pt x="3505486" y="1600200"/>
                  <a:pt x="3505391" y="1600200"/>
                </a:cubicBezTo>
                <a:cubicBezTo>
                  <a:pt x="3505295" y="1600200"/>
                  <a:pt x="3505200" y="1600295"/>
                  <a:pt x="3505200" y="1600391"/>
                </a:cubicBezTo>
                <a:cubicBezTo>
                  <a:pt x="3505200" y="1600486"/>
                  <a:pt x="3505295" y="1600581"/>
                  <a:pt x="3505391" y="1600581"/>
                </a:cubicBezTo>
                <a:close/>
                <a:moveTo>
                  <a:pt x="191" y="1676781"/>
                </a:moveTo>
                <a:cubicBezTo>
                  <a:pt x="286" y="1676781"/>
                  <a:pt x="381" y="1676686"/>
                  <a:pt x="381" y="1676591"/>
                </a:cubicBezTo>
                <a:cubicBezTo>
                  <a:pt x="381" y="1676495"/>
                  <a:pt x="286" y="1676400"/>
                  <a:pt x="191" y="1676400"/>
                </a:cubicBezTo>
                <a:cubicBezTo>
                  <a:pt x="95" y="1676400"/>
                  <a:pt x="0" y="1676495"/>
                  <a:pt x="0" y="1676591"/>
                </a:cubicBezTo>
                <a:cubicBezTo>
                  <a:pt x="0" y="1676686"/>
                  <a:pt x="95" y="1676781"/>
                  <a:pt x="191" y="1676781"/>
                </a:cubicBezTo>
                <a:close/>
                <a:moveTo>
                  <a:pt x="76391" y="1677924"/>
                </a:moveTo>
                <a:cubicBezTo>
                  <a:pt x="77057" y="1677924"/>
                  <a:pt x="77629" y="1677353"/>
                  <a:pt x="77629" y="1676686"/>
                </a:cubicBezTo>
                <a:cubicBezTo>
                  <a:pt x="77629" y="1676019"/>
                  <a:pt x="77057" y="1675448"/>
                  <a:pt x="76391" y="1675448"/>
                </a:cubicBezTo>
                <a:cubicBezTo>
                  <a:pt x="75724" y="1675448"/>
                  <a:pt x="75152" y="1676019"/>
                  <a:pt x="75152" y="1676686"/>
                </a:cubicBezTo>
                <a:cubicBezTo>
                  <a:pt x="75152" y="1677353"/>
                  <a:pt x="75724" y="1677924"/>
                  <a:pt x="76391" y="1677924"/>
                </a:cubicBezTo>
                <a:close/>
                <a:moveTo>
                  <a:pt x="152591" y="1678972"/>
                </a:moveTo>
                <a:cubicBezTo>
                  <a:pt x="153829" y="1678972"/>
                  <a:pt x="154877" y="1677924"/>
                  <a:pt x="154877" y="1676686"/>
                </a:cubicBezTo>
                <a:cubicBezTo>
                  <a:pt x="154877" y="1675448"/>
                  <a:pt x="153829" y="1674400"/>
                  <a:pt x="152591" y="1674400"/>
                </a:cubicBezTo>
                <a:cubicBezTo>
                  <a:pt x="151352" y="1674400"/>
                  <a:pt x="150305" y="1675448"/>
                  <a:pt x="150305" y="1676686"/>
                </a:cubicBezTo>
                <a:cubicBezTo>
                  <a:pt x="150305" y="1677924"/>
                  <a:pt x="151352" y="1678972"/>
                  <a:pt x="152591" y="1678972"/>
                </a:cubicBezTo>
                <a:close/>
                <a:moveTo>
                  <a:pt x="228791" y="1680210"/>
                </a:moveTo>
                <a:cubicBezTo>
                  <a:pt x="230791" y="1680210"/>
                  <a:pt x="232410" y="1678591"/>
                  <a:pt x="232410" y="1676591"/>
                </a:cubicBezTo>
                <a:cubicBezTo>
                  <a:pt x="232410" y="1674590"/>
                  <a:pt x="230791" y="1672971"/>
                  <a:pt x="228791" y="1672971"/>
                </a:cubicBezTo>
                <a:cubicBezTo>
                  <a:pt x="226790" y="1672971"/>
                  <a:pt x="225171" y="1674590"/>
                  <a:pt x="225171" y="1676591"/>
                </a:cubicBezTo>
                <a:cubicBezTo>
                  <a:pt x="225171" y="1678591"/>
                  <a:pt x="226790" y="1680210"/>
                  <a:pt x="228791" y="1680210"/>
                </a:cubicBezTo>
                <a:close/>
                <a:moveTo>
                  <a:pt x="304991" y="1681258"/>
                </a:moveTo>
                <a:cubicBezTo>
                  <a:pt x="307562" y="1681258"/>
                  <a:pt x="309658" y="1679162"/>
                  <a:pt x="309658" y="1676591"/>
                </a:cubicBezTo>
                <a:cubicBezTo>
                  <a:pt x="309658" y="1674019"/>
                  <a:pt x="307562" y="1671923"/>
                  <a:pt x="304991" y="1671923"/>
                </a:cubicBezTo>
                <a:cubicBezTo>
                  <a:pt x="302419" y="1671923"/>
                  <a:pt x="300323" y="1674019"/>
                  <a:pt x="300323" y="1676591"/>
                </a:cubicBezTo>
                <a:cubicBezTo>
                  <a:pt x="300323" y="1679162"/>
                  <a:pt x="302419" y="1681258"/>
                  <a:pt x="304991" y="1681258"/>
                </a:cubicBezTo>
                <a:close/>
                <a:moveTo>
                  <a:pt x="381191" y="1682496"/>
                </a:moveTo>
                <a:cubicBezTo>
                  <a:pt x="384429" y="1682496"/>
                  <a:pt x="387096" y="1679829"/>
                  <a:pt x="387096" y="1676591"/>
                </a:cubicBezTo>
                <a:cubicBezTo>
                  <a:pt x="387096" y="1673352"/>
                  <a:pt x="384429" y="1670685"/>
                  <a:pt x="381191" y="1670685"/>
                </a:cubicBezTo>
                <a:cubicBezTo>
                  <a:pt x="377952" y="1670685"/>
                  <a:pt x="375285" y="1673352"/>
                  <a:pt x="375285" y="1676591"/>
                </a:cubicBezTo>
                <a:cubicBezTo>
                  <a:pt x="375285" y="1679924"/>
                  <a:pt x="377952" y="1682496"/>
                  <a:pt x="381191" y="1682496"/>
                </a:cubicBezTo>
                <a:close/>
                <a:moveTo>
                  <a:pt x="457391" y="1683544"/>
                </a:moveTo>
                <a:cubicBezTo>
                  <a:pt x="461200" y="1683544"/>
                  <a:pt x="464344" y="1680401"/>
                  <a:pt x="464344" y="1676591"/>
                </a:cubicBezTo>
                <a:cubicBezTo>
                  <a:pt x="464344" y="1672781"/>
                  <a:pt x="461200" y="1669637"/>
                  <a:pt x="457391" y="1669637"/>
                </a:cubicBezTo>
                <a:cubicBezTo>
                  <a:pt x="453581" y="1669637"/>
                  <a:pt x="450437" y="1672781"/>
                  <a:pt x="450437" y="1676591"/>
                </a:cubicBezTo>
                <a:cubicBezTo>
                  <a:pt x="450437" y="1680401"/>
                  <a:pt x="453581" y="1683544"/>
                  <a:pt x="457391" y="1683544"/>
                </a:cubicBezTo>
                <a:close/>
                <a:moveTo>
                  <a:pt x="533591" y="1684877"/>
                </a:moveTo>
                <a:cubicBezTo>
                  <a:pt x="538163" y="1684877"/>
                  <a:pt x="541877" y="1681163"/>
                  <a:pt x="541877" y="1676591"/>
                </a:cubicBezTo>
                <a:cubicBezTo>
                  <a:pt x="541877" y="1672018"/>
                  <a:pt x="538163" y="1668304"/>
                  <a:pt x="533591" y="1668304"/>
                </a:cubicBezTo>
                <a:cubicBezTo>
                  <a:pt x="529019" y="1668304"/>
                  <a:pt x="525304" y="1672018"/>
                  <a:pt x="525304" y="1676591"/>
                </a:cubicBezTo>
                <a:cubicBezTo>
                  <a:pt x="525304" y="1681163"/>
                  <a:pt x="529019" y="1684877"/>
                  <a:pt x="533591" y="1684877"/>
                </a:cubicBezTo>
                <a:close/>
                <a:moveTo>
                  <a:pt x="609790" y="1686116"/>
                </a:moveTo>
                <a:cubicBezTo>
                  <a:pt x="615029" y="1686116"/>
                  <a:pt x="619315" y="1681829"/>
                  <a:pt x="619315" y="1676591"/>
                </a:cubicBezTo>
                <a:cubicBezTo>
                  <a:pt x="619315" y="1671352"/>
                  <a:pt x="615029" y="1667066"/>
                  <a:pt x="609790" y="1667066"/>
                </a:cubicBezTo>
                <a:cubicBezTo>
                  <a:pt x="604552" y="1667066"/>
                  <a:pt x="600266" y="1671352"/>
                  <a:pt x="600266" y="1676591"/>
                </a:cubicBezTo>
                <a:cubicBezTo>
                  <a:pt x="600266" y="1681829"/>
                  <a:pt x="604552" y="1686116"/>
                  <a:pt x="609790" y="1686116"/>
                </a:cubicBezTo>
                <a:close/>
                <a:moveTo>
                  <a:pt x="685990" y="1687163"/>
                </a:moveTo>
                <a:cubicBezTo>
                  <a:pt x="691801" y="1687163"/>
                  <a:pt x="696563" y="1682401"/>
                  <a:pt x="696563" y="1676591"/>
                </a:cubicBezTo>
                <a:cubicBezTo>
                  <a:pt x="696563" y="1670780"/>
                  <a:pt x="691801" y="1666018"/>
                  <a:pt x="685990" y="1666018"/>
                </a:cubicBezTo>
                <a:cubicBezTo>
                  <a:pt x="680180" y="1666018"/>
                  <a:pt x="675418" y="1670780"/>
                  <a:pt x="675418" y="1676591"/>
                </a:cubicBezTo>
                <a:cubicBezTo>
                  <a:pt x="675418" y="1682401"/>
                  <a:pt x="680180" y="1687163"/>
                  <a:pt x="685990" y="1687163"/>
                </a:cubicBezTo>
                <a:close/>
                <a:moveTo>
                  <a:pt x="762190" y="1688402"/>
                </a:moveTo>
                <a:cubicBezTo>
                  <a:pt x="768763" y="1688402"/>
                  <a:pt x="774002" y="1683068"/>
                  <a:pt x="774002" y="1676591"/>
                </a:cubicBezTo>
                <a:cubicBezTo>
                  <a:pt x="774002" y="1670114"/>
                  <a:pt x="768668" y="1664780"/>
                  <a:pt x="762190" y="1664780"/>
                </a:cubicBezTo>
                <a:cubicBezTo>
                  <a:pt x="755618" y="1664780"/>
                  <a:pt x="750380" y="1670114"/>
                  <a:pt x="750380" y="1676591"/>
                </a:cubicBezTo>
                <a:cubicBezTo>
                  <a:pt x="750380" y="1683068"/>
                  <a:pt x="755713" y="1688402"/>
                  <a:pt x="762190" y="1688402"/>
                </a:cubicBezTo>
                <a:close/>
                <a:moveTo>
                  <a:pt x="838390" y="1689545"/>
                </a:moveTo>
                <a:cubicBezTo>
                  <a:pt x="845534" y="1689545"/>
                  <a:pt x="851249" y="1683734"/>
                  <a:pt x="851249" y="1676686"/>
                </a:cubicBezTo>
                <a:cubicBezTo>
                  <a:pt x="851249" y="1669542"/>
                  <a:pt x="845439" y="1663827"/>
                  <a:pt x="838390" y="1663827"/>
                </a:cubicBezTo>
                <a:cubicBezTo>
                  <a:pt x="831247" y="1663827"/>
                  <a:pt x="825532" y="1669637"/>
                  <a:pt x="825532" y="1676686"/>
                </a:cubicBezTo>
                <a:cubicBezTo>
                  <a:pt x="825532" y="1683734"/>
                  <a:pt x="831247" y="1689545"/>
                  <a:pt x="838390" y="1689545"/>
                </a:cubicBezTo>
                <a:close/>
                <a:moveTo>
                  <a:pt x="914590" y="1690783"/>
                </a:moveTo>
                <a:cubicBezTo>
                  <a:pt x="922401" y="1690783"/>
                  <a:pt x="928783" y="1684401"/>
                  <a:pt x="928783" y="1676591"/>
                </a:cubicBezTo>
                <a:cubicBezTo>
                  <a:pt x="928783" y="1668780"/>
                  <a:pt x="922401" y="1662398"/>
                  <a:pt x="914590" y="1662398"/>
                </a:cubicBezTo>
                <a:cubicBezTo>
                  <a:pt x="906780" y="1662398"/>
                  <a:pt x="900398" y="1668780"/>
                  <a:pt x="900398" y="1676591"/>
                </a:cubicBezTo>
                <a:cubicBezTo>
                  <a:pt x="900494" y="1684401"/>
                  <a:pt x="906780" y="1690783"/>
                  <a:pt x="914590" y="1690783"/>
                </a:cubicBezTo>
                <a:close/>
                <a:moveTo>
                  <a:pt x="990790" y="1691831"/>
                </a:moveTo>
                <a:cubicBezTo>
                  <a:pt x="999173" y="1691831"/>
                  <a:pt x="1006031" y="1684973"/>
                  <a:pt x="1006031" y="1676591"/>
                </a:cubicBezTo>
                <a:cubicBezTo>
                  <a:pt x="1006031" y="1668209"/>
                  <a:pt x="999173" y="1661351"/>
                  <a:pt x="990790" y="1661351"/>
                </a:cubicBezTo>
                <a:cubicBezTo>
                  <a:pt x="982409" y="1661351"/>
                  <a:pt x="975551" y="1668209"/>
                  <a:pt x="975551" y="1676591"/>
                </a:cubicBezTo>
                <a:cubicBezTo>
                  <a:pt x="975551" y="1684973"/>
                  <a:pt x="982409" y="1691831"/>
                  <a:pt x="990790" y="1691831"/>
                </a:cubicBezTo>
                <a:close/>
                <a:moveTo>
                  <a:pt x="1066991" y="1693069"/>
                </a:moveTo>
                <a:cubicBezTo>
                  <a:pt x="1076135" y="1693069"/>
                  <a:pt x="1083469" y="1685735"/>
                  <a:pt x="1083469" y="1676591"/>
                </a:cubicBezTo>
                <a:cubicBezTo>
                  <a:pt x="1083469" y="1667447"/>
                  <a:pt x="1076135" y="1660112"/>
                  <a:pt x="1066991" y="1660112"/>
                </a:cubicBezTo>
                <a:cubicBezTo>
                  <a:pt x="1057847" y="1660112"/>
                  <a:pt x="1050512" y="1667447"/>
                  <a:pt x="1050512" y="1676591"/>
                </a:cubicBezTo>
                <a:cubicBezTo>
                  <a:pt x="1050512" y="1685735"/>
                  <a:pt x="1057942" y="1693069"/>
                  <a:pt x="1066991" y="1693069"/>
                </a:cubicBezTo>
                <a:close/>
                <a:moveTo>
                  <a:pt x="1143191" y="1694117"/>
                </a:moveTo>
                <a:cubicBezTo>
                  <a:pt x="1152906" y="1694117"/>
                  <a:pt x="1160717" y="1686306"/>
                  <a:pt x="1160717" y="1676591"/>
                </a:cubicBezTo>
                <a:cubicBezTo>
                  <a:pt x="1160717" y="1666875"/>
                  <a:pt x="1152906" y="1659064"/>
                  <a:pt x="1143191" y="1659064"/>
                </a:cubicBezTo>
                <a:cubicBezTo>
                  <a:pt x="1133475" y="1659064"/>
                  <a:pt x="1125665" y="1666875"/>
                  <a:pt x="1125665" y="1676591"/>
                </a:cubicBezTo>
                <a:cubicBezTo>
                  <a:pt x="1125665" y="1686306"/>
                  <a:pt x="1133570" y="1694117"/>
                  <a:pt x="1143191" y="1694117"/>
                </a:cubicBezTo>
                <a:close/>
                <a:moveTo>
                  <a:pt x="1219391" y="1695450"/>
                </a:moveTo>
                <a:cubicBezTo>
                  <a:pt x="1229773" y="1695450"/>
                  <a:pt x="1238155" y="1687068"/>
                  <a:pt x="1238155" y="1676686"/>
                </a:cubicBezTo>
                <a:cubicBezTo>
                  <a:pt x="1238155" y="1666304"/>
                  <a:pt x="1229773" y="1657922"/>
                  <a:pt x="1219391" y="1657922"/>
                </a:cubicBezTo>
                <a:cubicBezTo>
                  <a:pt x="1209008" y="1657922"/>
                  <a:pt x="1200626" y="1666304"/>
                  <a:pt x="1200626" y="1676686"/>
                </a:cubicBezTo>
                <a:cubicBezTo>
                  <a:pt x="1200626" y="1686973"/>
                  <a:pt x="1209008" y="1695450"/>
                  <a:pt x="1219391" y="1695450"/>
                </a:cubicBezTo>
                <a:close/>
                <a:moveTo>
                  <a:pt x="1295591" y="1696688"/>
                </a:moveTo>
                <a:cubicBezTo>
                  <a:pt x="1306639" y="1696688"/>
                  <a:pt x="1315688" y="1687735"/>
                  <a:pt x="1315688" y="1676591"/>
                </a:cubicBezTo>
                <a:cubicBezTo>
                  <a:pt x="1315688" y="1665446"/>
                  <a:pt x="1306735" y="1656493"/>
                  <a:pt x="1295591" y="1656493"/>
                </a:cubicBezTo>
                <a:cubicBezTo>
                  <a:pt x="1284446" y="1656493"/>
                  <a:pt x="1275493" y="1665446"/>
                  <a:pt x="1275493" y="1676591"/>
                </a:cubicBezTo>
                <a:cubicBezTo>
                  <a:pt x="1275493" y="1687735"/>
                  <a:pt x="1284542" y="1696688"/>
                  <a:pt x="1295591" y="1696688"/>
                </a:cubicBezTo>
                <a:close/>
                <a:moveTo>
                  <a:pt x="1371791" y="1697736"/>
                </a:moveTo>
                <a:cubicBezTo>
                  <a:pt x="1383506" y="1697736"/>
                  <a:pt x="1392936" y="1688306"/>
                  <a:pt x="1392936" y="1676591"/>
                </a:cubicBezTo>
                <a:cubicBezTo>
                  <a:pt x="1392936" y="1664875"/>
                  <a:pt x="1383506" y="1655445"/>
                  <a:pt x="1371791" y="1655445"/>
                </a:cubicBezTo>
                <a:cubicBezTo>
                  <a:pt x="1360075" y="1655445"/>
                  <a:pt x="1350645" y="1664875"/>
                  <a:pt x="1350645" y="1676591"/>
                </a:cubicBezTo>
                <a:cubicBezTo>
                  <a:pt x="1350645" y="1688306"/>
                  <a:pt x="1360170" y="1697736"/>
                  <a:pt x="1371791" y="1697736"/>
                </a:cubicBezTo>
                <a:close/>
                <a:moveTo>
                  <a:pt x="1447991" y="1698974"/>
                </a:moveTo>
                <a:cubicBezTo>
                  <a:pt x="1460373" y="1698974"/>
                  <a:pt x="1470374" y="1688973"/>
                  <a:pt x="1470374" y="1676591"/>
                </a:cubicBezTo>
                <a:cubicBezTo>
                  <a:pt x="1470374" y="1664208"/>
                  <a:pt x="1460373" y="1654207"/>
                  <a:pt x="1447991" y="1654207"/>
                </a:cubicBezTo>
                <a:cubicBezTo>
                  <a:pt x="1435608" y="1654207"/>
                  <a:pt x="1425607" y="1664208"/>
                  <a:pt x="1425607" y="1676591"/>
                </a:cubicBezTo>
                <a:cubicBezTo>
                  <a:pt x="1425607" y="1688973"/>
                  <a:pt x="1435608" y="1698974"/>
                  <a:pt x="1447991" y="1698974"/>
                </a:cubicBezTo>
                <a:close/>
                <a:moveTo>
                  <a:pt x="1524191" y="1700022"/>
                </a:moveTo>
                <a:cubicBezTo>
                  <a:pt x="1537145" y="1700022"/>
                  <a:pt x="1547622" y="1689545"/>
                  <a:pt x="1547622" y="1676591"/>
                </a:cubicBezTo>
                <a:cubicBezTo>
                  <a:pt x="1547622" y="1663637"/>
                  <a:pt x="1537145" y="1653159"/>
                  <a:pt x="1524191" y="1653159"/>
                </a:cubicBezTo>
                <a:cubicBezTo>
                  <a:pt x="1511237" y="1653159"/>
                  <a:pt x="1500759" y="1663637"/>
                  <a:pt x="1500759" y="1676591"/>
                </a:cubicBezTo>
                <a:cubicBezTo>
                  <a:pt x="1500759" y="1689545"/>
                  <a:pt x="1511237" y="1700022"/>
                  <a:pt x="1524191" y="1700022"/>
                </a:cubicBezTo>
                <a:close/>
                <a:moveTo>
                  <a:pt x="1600391" y="1701165"/>
                </a:moveTo>
                <a:cubicBezTo>
                  <a:pt x="1613916" y="1701165"/>
                  <a:pt x="1624870" y="1690211"/>
                  <a:pt x="1624870" y="1676686"/>
                </a:cubicBezTo>
                <a:cubicBezTo>
                  <a:pt x="1624870" y="1663160"/>
                  <a:pt x="1613916" y="1652207"/>
                  <a:pt x="1600391" y="1652207"/>
                </a:cubicBezTo>
                <a:cubicBezTo>
                  <a:pt x="1586865" y="1652207"/>
                  <a:pt x="1575911" y="1663160"/>
                  <a:pt x="1575911" y="1676686"/>
                </a:cubicBezTo>
                <a:cubicBezTo>
                  <a:pt x="1575911" y="1690211"/>
                  <a:pt x="1586865" y="1701165"/>
                  <a:pt x="1600391" y="1701165"/>
                </a:cubicBezTo>
                <a:close/>
                <a:moveTo>
                  <a:pt x="1676591" y="1701927"/>
                </a:moveTo>
                <a:cubicBezTo>
                  <a:pt x="1690592" y="1701927"/>
                  <a:pt x="1701927" y="1690592"/>
                  <a:pt x="1701927" y="1676591"/>
                </a:cubicBezTo>
                <a:cubicBezTo>
                  <a:pt x="1701927" y="1662589"/>
                  <a:pt x="1690592" y="1651254"/>
                  <a:pt x="1676591" y="1651254"/>
                </a:cubicBezTo>
                <a:cubicBezTo>
                  <a:pt x="1662589" y="1651254"/>
                  <a:pt x="1651254" y="1662589"/>
                  <a:pt x="1651254" y="1676591"/>
                </a:cubicBezTo>
                <a:cubicBezTo>
                  <a:pt x="1651254" y="1690592"/>
                  <a:pt x="1662589" y="1701927"/>
                  <a:pt x="1676591" y="1701927"/>
                </a:cubicBezTo>
                <a:close/>
                <a:moveTo>
                  <a:pt x="1752791" y="1702594"/>
                </a:moveTo>
                <a:cubicBezTo>
                  <a:pt x="1767173" y="1702594"/>
                  <a:pt x="1778794" y="1690973"/>
                  <a:pt x="1778794" y="1676591"/>
                </a:cubicBezTo>
                <a:cubicBezTo>
                  <a:pt x="1778794" y="1662208"/>
                  <a:pt x="1767173" y="1650587"/>
                  <a:pt x="1752791" y="1650587"/>
                </a:cubicBezTo>
                <a:cubicBezTo>
                  <a:pt x="1738408" y="1650587"/>
                  <a:pt x="1726787" y="1662208"/>
                  <a:pt x="1726787" y="1676591"/>
                </a:cubicBezTo>
                <a:cubicBezTo>
                  <a:pt x="1726787" y="1690973"/>
                  <a:pt x="1738503" y="1702594"/>
                  <a:pt x="1752791" y="1702594"/>
                </a:cubicBezTo>
                <a:close/>
                <a:moveTo>
                  <a:pt x="1828991" y="1702213"/>
                </a:moveTo>
                <a:cubicBezTo>
                  <a:pt x="1843088" y="1702213"/>
                  <a:pt x="1854518" y="1690783"/>
                  <a:pt x="1854518" y="1676686"/>
                </a:cubicBezTo>
                <a:cubicBezTo>
                  <a:pt x="1854518" y="1662589"/>
                  <a:pt x="1843088" y="1651159"/>
                  <a:pt x="1828991" y="1651159"/>
                </a:cubicBezTo>
                <a:cubicBezTo>
                  <a:pt x="1814893" y="1651159"/>
                  <a:pt x="1803464" y="1662589"/>
                  <a:pt x="1803464" y="1676686"/>
                </a:cubicBezTo>
                <a:cubicBezTo>
                  <a:pt x="1803464" y="1690688"/>
                  <a:pt x="1814893" y="1702213"/>
                  <a:pt x="1828991" y="1702213"/>
                </a:cubicBezTo>
                <a:close/>
                <a:moveTo>
                  <a:pt x="1905191" y="1701165"/>
                </a:moveTo>
                <a:cubicBezTo>
                  <a:pt x="1918716" y="1701165"/>
                  <a:pt x="1929670" y="1690211"/>
                  <a:pt x="1929670" y="1676686"/>
                </a:cubicBezTo>
                <a:cubicBezTo>
                  <a:pt x="1929670" y="1663160"/>
                  <a:pt x="1918716" y="1652207"/>
                  <a:pt x="1905191" y="1652207"/>
                </a:cubicBezTo>
                <a:cubicBezTo>
                  <a:pt x="1891665" y="1652207"/>
                  <a:pt x="1880711" y="1663160"/>
                  <a:pt x="1880711" y="1676686"/>
                </a:cubicBezTo>
                <a:cubicBezTo>
                  <a:pt x="1880711" y="1690211"/>
                  <a:pt x="1891665" y="1701165"/>
                  <a:pt x="1905191" y="1701165"/>
                </a:cubicBezTo>
                <a:close/>
                <a:moveTo>
                  <a:pt x="1981391" y="1700022"/>
                </a:moveTo>
                <a:cubicBezTo>
                  <a:pt x="1994345" y="1700022"/>
                  <a:pt x="2004822" y="1689545"/>
                  <a:pt x="2004822" y="1676591"/>
                </a:cubicBezTo>
                <a:cubicBezTo>
                  <a:pt x="2004822" y="1663637"/>
                  <a:pt x="1994345" y="1653159"/>
                  <a:pt x="1981391" y="1653159"/>
                </a:cubicBezTo>
                <a:cubicBezTo>
                  <a:pt x="1968437" y="1653159"/>
                  <a:pt x="1957959" y="1663637"/>
                  <a:pt x="1957959" y="1676591"/>
                </a:cubicBezTo>
                <a:cubicBezTo>
                  <a:pt x="1957959" y="1689545"/>
                  <a:pt x="1968437" y="1700022"/>
                  <a:pt x="1981391" y="1700022"/>
                </a:cubicBezTo>
                <a:close/>
                <a:moveTo>
                  <a:pt x="2057591" y="1698974"/>
                </a:moveTo>
                <a:cubicBezTo>
                  <a:pt x="2069973" y="1698974"/>
                  <a:pt x="2079974" y="1688973"/>
                  <a:pt x="2079974" y="1676591"/>
                </a:cubicBezTo>
                <a:cubicBezTo>
                  <a:pt x="2079974" y="1664208"/>
                  <a:pt x="2069973" y="1654207"/>
                  <a:pt x="2057591" y="1654207"/>
                </a:cubicBezTo>
                <a:cubicBezTo>
                  <a:pt x="2045208" y="1654207"/>
                  <a:pt x="2035207" y="1664208"/>
                  <a:pt x="2035207" y="1676591"/>
                </a:cubicBezTo>
                <a:cubicBezTo>
                  <a:pt x="2035207" y="1688973"/>
                  <a:pt x="2045208" y="1698974"/>
                  <a:pt x="2057591" y="1698974"/>
                </a:cubicBezTo>
                <a:close/>
                <a:moveTo>
                  <a:pt x="2133791" y="1697927"/>
                </a:moveTo>
                <a:cubicBezTo>
                  <a:pt x="2145602" y="1697927"/>
                  <a:pt x="2155127" y="1688402"/>
                  <a:pt x="2155127" y="1676591"/>
                </a:cubicBezTo>
                <a:cubicBezTo>
                  <a:pt x="2155127" y="1664780"/>
                  <a:pt x="2145602" y="1655255"/>
                  <a:pt x="2133791" y="1655255"/>
                </a:cubicBezTo>
                <a:cubicBezTo>
                  <a:pt x="2121980" y="1655255"/>
                  <a:pt x="2112455" y="1664780"/>
                  <a:pt x="2112455" y="1676591"/>
                </a:cubicBezTo>
                <a:cubicBezTo>
                  <a:pt x="2112455" y="1688402"/>
                  <a:pt x="2121980" y="1697927"/>
                  <a:pt x="2133791" y="1697927"/>
                </a:cubicBezTo>
                <a:close/>
                <a:moveTo>
                  <a:pt x="2209991" y="1696688"/>
                </a:moveTo>
                <a:cubicBezTo>
                  <a:pt x="2221040" y="1696688"/>
                  <a:pt x="2230088" y="1687735"/>
                  <a:pt x="2230088" y="1676591"/>
                </a:cubicBezTo>
                <a:cubicBezTo>
                  <a:pt x="2230088" y="1665446"/>
                  <a:pt x="2221135" y="1656493"/>
                  <a:pt x="2209991" y="1656493"/>
                </a:cubicBezTo>
                <a:cubicBezTo>
                  <a:pt x="2198846" y="1656493"/>
                  <a:pt x="2189893" y="1665446"/>
                  <a:pt x="2189893" y="1676591"/>
                </a:cubicBezTo>
                <a:cubicBezTo>
                  <a:pt x="2189893" y="1687735"/>
                  <a:pt x="2198942" y="1696688"/>
                  <a:pt x="2209991" y="1696688"/>
                </a:cubicBezTo>
                <a:close/>
                <a:moveTo>
                  <a:pt x="2286191" y="1695641"/>
                </a:moveTo>
                <a:cubicBezTo>
                  <a:pt x="2296668" y="1695641"/>
                  <a:pt x="2305241" y="1687163"/>
                  <a:pt x="2305241" y="1676591"/>
                </a:cubicBezTo>
                <a:cubicBezTo>
                  <a:pt x="2305241" y="1666113"/>
                  <a:pt x="2296763" y="1657541"/>
                  <a:pt x="2286191" y="1657541"/>
                </a:cubicBezTo>
                <a:cubicBezTo>
                  <a:pt x="2275713" y="1657541"/>
                  <a:pt x="2267141" y="1666018"/>
                  <a:pt x="2267141" y="1676591"/>
                </a:cubicBezTo>
                <a:cubicBezTo>
                  <a:pt x="2267236" y="1687068"/>
                  <a:pt x="2275713" y="1695641"/>
                  <a:pt x="2286191" y="1695641"/>
                </a:cubicBezTo>
                <a:close/>
                <a:moveTo>
                  <a:pt x="2362391" y="1694402"/>
                </a:moveTo>
                <a:cubicBezTo>
                  <a:pt x="2372201" y="1694402"/>
                  <a:pt x="2380107" y="1686497"/>
                  <a:pt x="2380107" y="1676686"/>
                </a:cubicBezTo>
                <a:cubicBezTo>
                  <a:pt x="2380107" y="1666875"/>
                  <a:pt x="2372201" y="1658969"/>
                  <a:pt x="2362391" y="1658969"/>
                </a:cubicBezTo>
                <a:cubicBezTo>
                  <a:pt x="2352580" y="1658969"/>
                  <a:pt x="2344674" y="1666875"/>
                  <a:pt x="2344674" y="1676686"/>
                </a:cubicBezTo>
                <a:cubicBezTo>
                  <a:pt x="2344674" y="1686401"/>
                  <a:pt x="2352580" y="1694402"/>
                  <a:pt x="2362391" y="1694402"/>
                </a:cubicBezTo>
                <a:close/>
                <a:moveTo>
                  <a:pt x="2438591" y="1693259"/>
                </a:moveTo>
                <a:cubicBezTo>
                  <a:pt x="2447830" y="1693259"/>
                  <a:pt x="2455259" y="1685830"/>
                  <a:pt x="2455259" y="1676591"/>
                </a:cubicBezTo>
                <a:cubicBezTo>
                  <a:pt x="2455259" y="1667351"/>
                  <a:pt x="2447830" y="1659922"/>
                  <a:pt x="2438591" y="1659922"/>
                </a:cubicBezTo>
                <a:cubicBezTo>
                  <a:pt x="2429351" y="1659922"/>
                  <a:pt x="2421922" y="1667351"/>
                  <a:pt x="2421922" y="1676591"/>
                </a:cubicBezTo>
                <a:cubicBezTo>
                  <a:pt x="2421922" y="1685830"/>
                  <a:pt x="2429351" y="1693259"/>
                  <a:pt x="2438591" y="1693259"/>
                </a:cubicBezTo>
                <a:close/>
                <a:moveTo>
                  <a:pt x="2514791" y="1692021"/>
                </a:moveTo>
                <a:cubicBezTo>
                  <a:pt x="2523268" y="1692021"/>
                  <a:pt x="2530221" y="1685068"/>
                  <a:pt x="2530221" y="1676591"/>
                </a:cubicBezTo>
                <a:cubicBezTo>
                  <a:pt x="2530221" y="1668113"/>
                  <a:pt x="2523268" y="1661160"/>
                  <a:pt x="2514791" y="1661160"/>
                </a:cubicBezTo>
                <a:cubicBezTo>
                  <a:pt x="2506313" y="1661160"/>
                  <a:pt x="2499360" y="1668113"/>
                  <a:pt x="2499360" y="1676591"/>
                </a:cubicBezTo>
                <a:cubicBezTo>
                  <a:pt x="2499360" y="1685068"/>
                  <a:pt x="2506313" y="1692021"/>
                  <a:pt x="2514791" y="1692021"/>
                </a:cubicBezTo>
                <a:close/>
                <a:moveTo>
                  <a:pt x="2590991" y="1690973"/>
                </a:moveTo>
                <a:cubicBezTo>
                  <a:pt x="2598896" y="1690973"/>
                  <a:pt x="2605373" y="1684496"/>
                  <a:pt x="2605373" y="1676591"/>
                </a:cubicBezTo>
                <a:cubicBezTo>
                  <a:pt x="2605373" y="1668685"/>
                  <a:pt x="2598896" y="1662208"/>
                  <a:pt x="2590991" y="1662208"/>
                </a:cubicBezTo>
                <a:cubicBezTo>
                  <a:pt x="2583085" y="1662208"/>
                  <a:pt x="2576608" y="1668685"/>
                  <a:pt x="2576608" y="1676591"/>
                </a:cubicBezTo>
                <a:cubicBezTo>
                  <a:pt x="2576608" y="1684496"/>
                  <a:pt x="2583085" y="1690973"/>
                  <a:pt x="2590991" y="1690973"/>
                </a:cubicBezTo>
                <a:close/>
                <a:moveTo>
                  <a:pt x="2667191" y="1689735"/>
                </a:moveTo>
                <a:cubicBezTo>
                  <a:pt x="2674430" y="1689735"/>
                  <a:pt x="2680335" y="1683830"/>
                  <a:pt x="2680335" y="1676591"/>
                </a:cubicBezTo>
                <a:cubicBezTo>
                  <a:pt x="2680335" y="1669352"/>
                  <a:pt x="2674430" y="1663446"/>
                  <a:pt x="2667191" y="1663446"/>
                </a:cubicBezTo>
                <a:cubicBezTo>
                  <a:pt x="2659952" y="1663446"/>
                  <a:pt x="2654046" y="1669352"/>
                  <a:pt x="2654046" y="1676591"/>
                </a:cubicBezTo>
                <a:cubicBezTo>
                  <a:pt x="2654046" y="1683830"/>
                  <a:pt x="2659952" y="1689735"/>
                  <a:pt x="2667191" y="1689735"/>
                </a:cubicBezTo>
                <a:close/>
                <a:moveTo>
                  <a:pt x="2743391" y="1688687"/>
                </a:moveTo>
                <a:cubicBezTo>
                  <a:pt x="2750058" y="1688687"/>
                  <a:pt x="2755392" y="1683258"/>
                  <a:pt x="2755392" y="1676686"/>
                </a:cubicBezTo>
                <a:cubicBezTo>
                  <a:pt x="2755392" y="1670018"/>
                  <a:pt x="2749963" y="1664684"/>
                  <a:pt x="2743391" y="1664684"/>
                </a:cubicBezTo>
                <a:cubicBezTo>
                  <a:pt x="2736723" y="1664684"/>
                  <a:pt x="2731389" y="1670114"/>
                  <a:pt x="2731389" y="1676686"/>
                </a:cubicBezTo>
                <a:cubicBezTo>
                  <a:pt x="2731389" y="1683258"/>
                  <a:pt x="2736723" y="1688687"/>
                  <a:pt x="2743391" y="1688687"/>
                </a:cubicBezTo>
                <a:close/>
                <a:moveTo>
                  <a:pt x="2819591" y="1687354"/>
                </a:moveTo>
                <a:cubicBezTo>
                  <a:pt x="2825496" y="1687354"/>
                  <a:pt x="2830354" y="1682496"/>
                  <a:pt x="2830354" y="1676591"/>
                </a:cubicBezTo>
                <a:cubicBezTo>
                  <a:pt x="2830354" y="1670685"/>
                  <a:pt x="2825496" y="1665827"/>
                  <a:pt x="2819591" y="1665827"/>
                </a:cubicBezTo>
                <a:cubicBezTo>
                  <a:pt x="2813685" y="1665827"/>
                  <a:pt x="2808828" y="1670685"/>
                  <a:pt x="2808828" y="1676591"/>
                </a:cubicBezTo>
                <a:cubicBezTo>
                  <a:pt x="2808828" y="1682496"/>
                  <a:pt x="2813685" y="1687354"/>
                  <a:pt x="2819591" y="1687354"/>
                </a:cubicBezTo>
                <a:close/>
                <a:moveTo>
                  <a:pt x="2895791" y="1686116"/>
                </a:moveTo>
                <a:cubicBezTo>
                  <a:pt x="2901029" y="1686116"/>
                  <a:pt x="2905316" y="1681829"/>
                  <a:pt x="2905316" y="1676591"/>
                </a:cubicBezTo>
                <a:cubicBezTo>
                  <a:pt x="2905316" y="1671352"/>
                  <a:pt x="2901029" y="1667066"/>
                  <a:pt x="2895791" y="1667066"/>
                </a:cubicBezTo>
                <a:cubicBezTo>
                  <a:pt x="2890552" y="1667066"/>
                  <a:pt x="2886266" y="1671352"/>
                  <a:pt x="2886266" y="1676591"/>
                </a:cubicBezTo>
                <a:cubicBezTo>
                  <a:pt x="2886266" y="1681829"/>
                  <a:pt x="2890552" y="1686116"/>
                  <a:pt x="2895791" y="1686116"/>
                </a:cubicBezTo>
                <a:close/>
                <a:moveTo>
                  <a:pt x="2971991" y="1685068"/>
                </a:moveTo>
                <a:cubicBezTo>
                  <a:pt x="2976658" y="1685068"/>
                  <a:pt x="2980468" y="1681258"/>
                  <a:pt x="2980468" y="1676591"/>
                </a:cubicBezTo>
                <a:cubicBezTo>
                  <a:pt x="2980468" y="1671923"/>
                  <a:pt x="2976658" y="1668113"/>
                  <a:pt x="2971991" y="1668113"/>
                </a:cubicBezTo>
                <a:cubicBezTo>
                  <a:pt x="2967323" y="1668113"/>
                  <a:pt x="2963513" y="1671923"/>
                  <a:pt x="2963513" y="1676591"/>
                </a:cubicBezTo>
                <a:cubicBezTo>
                  <a:pt x="2963513" y="1681258"/>
                  <a:pt x="2967323" y="1685068"/>
                  <a:pt x="2971991" y="1685068"/>
                </a:cubicBezTo>
                <a:close/>
                <a:moveTo>
                  <a:pt x="3048191" y="1683830"/>
                </a:moveTo>
                <a:cubicBezTo>
                  <a:pt x="3052191" y="1683830"/>
                  <a:pt x="3055334" y="1680591"/>
                  <a:pt x="3055334" y="1676686"/>
                </a:cubicBezTo>
                <a:cubicBezTo>
                  <a:pt x="3055334" y="1672685"/>
                  <a:pt x="3052096" y="1669542"/>
                  <a:pt x="3048191" y="1669542"/>
                </a:cubicBezTo>
                <a:cubicBezTo>
                  <a:pt x="3044190" y="1669542"/>
                  <a:pt x="3041047" y="1672781"/>
                  <a:pt x="3041047" y="1676686"/>
                </a:cubicBezTo>
                <a:cubicBezTo>
                  <a:pt x="3041047" y="1680591"/>
                  <a:pt x="3044285" y="1683830"/>
                  <a:pt x="3048191" y="1683830"/>
                </a:cubicBezTo>
                <a:close/>
                <a:moveTo>
                  <a:pt x="3124391" y="1682782"/>
                </a:moveTo>
                <a:cubicBezTo>
                  <a:pt x="3127820" y="1682782"/>
                  <a:pt x="3130487" y="1680020"/>
                  <a:pt x="3130487" y="1676686"/>
                </a:cubicBezTo>
                <a:cubicBezTo>
                  <a:pt x="3130487" y="1673352"/>
                  <a:pt x="3127724" y="1670590"/>
                  <a:pt x="3124391" y="1670590"/>
                </a:cubicBezTo>
                <a:cubicBezTo>
                  <a:pt x="3120962" y="1670590"/>
                  <a:pt x="3118295" y="1673352"/>
                  <a:pt x="3118295" y="1676686"/>
                </a:cubicBezTo>
                <a:cubicBezTo>
                  <a:pt x="3118295" y="1680020"/>
                  <a:pt x="3121057" y="1682782"/>
                  <a:pt x="3124391" y="1682782"/>
                </a:cubicBezTo>
                <a:close/>
                <a:moveTo>
                  <a:pt x="3200591" y="1681448"/>
                </a:moveTo>
                <a:cubicBezTo>
                  <a:pt x="3203258" y="1681448"/>
                  <a:pt x="3205448" y="1679258"/>
                  <a:pt x="3205448" y="1676591"/>
                </a:cubicBezTo>
                <a:cubicBezTo>
                  <a:pt x="3205448" y="1673924"/>
                  <a:pt x="3203258" y="1671733"/>
                  <a:pt x="3200591" y="1671733"/>
                </a:cubicBezTo>
                <a:cubicBezTo>
                  <a:pt x="3197924" y="1671733"/>
                  <a:pt x="3195733" y="1673924"/>
                  <a:pt x="3195733" y="1676591"/>
                </a:cubicBezTo>
                <a:cubicBezTo>
                  <a:pt x="3195733" y="1679258"/>
                  <a:pt x="3197924" y="1681448"/>
                  <a:pt x="3200591" y="1681448"/>
                </a:cubicBezTo>
                <a:close/>
                <a:moveTo>
                  <a:pt x="3276791" y="1680401"/>
                </a:moveTo>
                <a:cubicBezTo>
                  <a:pt x="3278886" y="1680401"/>
                  <a:pt x="3280601" y="1678686"/>
                  <a:pt x="3280601" y="1676591"/>
                </a:cubicBezTo>
                <a:cubicBezTo>
                  <a:pt x="3280601" y="1674495"/>
                  <a:pt x="3278886" y="1672781"/>
                  <a:pt x="3276791" y="1672781"/>
                </a:cubicBezTo>
                <a:cubicBezTo>
                  <a:pt x="3274695" y="1672781"/>
                  <a:pt x="3272981" y="1674495"/>
                  <a:pt x="3272981" y="1676591"/>
                </a:cubicBezTo>
                <a:cubicBezTo>
                  <a:pt x="3272981" y="1678686"/>
                  <a:pt x="3274695" y="1680401"/>
                  <a:pt x="3276791" y="1680401"/>
                </a:cubicBezTo>
                <a:close/>
                <a:moveTo>
                  <a:pt x="3352991" y="1679162"/>
                </a:moveTo>
                <a:cubicBezTo>
                  <a:pt x="3354420" y="1679162"/>
                  <a:pt x="3355562" y="1678019"/>
                  <a:pt x="3355562" y="1676591"/>
                </a:cubicBezTo>
                <a:cubicBezTo>
                  <a:pt x="3355562" y="1675162"/>
                  <a:pt x="3354420" y="1674019"/>
                  <a:pt x="3352991" y="1674019"/>
                </a:cubicBezTo>
                <a:cubicBezTo>
                  <a:pt x="3351562" y="1674019"/>
                  <a:pt x="3350419" y="1675162"/>
                  <a:pt x="3350419" y="1676591"/>
                </a:cubicBezTo>
                <a:cubicBezTo>
                  <a:pt x="3350419" y="1678019"/>
                  <a:pt x="3351657" y="1679162"/>
                  <a:pt x="3352991" y="1679162"/>
                </a:cubicBezTo>
                <a:close/>
                <a:moveTo>
                  <a:pt x="3429191" y="1677924"/>
                </a:moveTo>
                <a:cubicBezTo>
                  <a:pt x="3429857" y="1677924"/>
                  <a:pt x="3430429" y="1677353"/>
                  <a:pt x="3430429" y="1676686"/>
                </a:cubicBezTo>
                <a:cubicBezTo>
                  <a:pt x="3430429" y="1676019"/>
                  <a:pt x="3429857" y="1675448"/>
                  <a:pt x="3429191" y="1675448"/>
                </a:cubicBezTo>
                <a:cubicBezTo>
                  <a:pt x="3428524" y="1675448"/>
                  <a:pt x="3427953" y="1676019"/>
                  <a:pt x="3427953" y="1676686"/>
                </a:cubicBezTo>
                <a:cubicBezTo>
                  <a:pt x="3427953" y="1677353"/>
                  <a:pt x="3428524" y="1677924"/>
                  <a:pt x="3429191" y="1677924"/>
                </a:cubicBezTo>
                <a:close/>
                <a:moveTo>
                  <a:pt x="3505391" y="1676781"/>
                </a:moveTo>
                <a:cubicBezTo>
                  <a:pt x="3505486" y="1676781"/>
                  <a:pt x="3505581" y="1676686"/>
                  <a:pt x="3505581" y="1676591"/>
                </a:cubicBezTo>
                <a:cubicBezTo>
                  <a:pt x="3505581" y="1676495"/>
                  <a:pt x="3505486" y="1676400"/>
                  <a:pt x="3505391" y="1676400"/>
                </a:cubicBezTo>
                <a:cubicBezTo>
                  <a:pt x="3505295" y="1676400"/>
                  <a:pt x="3505200" y="1676495"/>
                  <a:pt x="3505200" y="1676591"/>
                </a:cubicBezTo>
                <a:cubicBezTo>
                  <a:pt x="3505200" y="1676686"/>
                  <a:pt x="3505295" y="1676781"/>
                  <a:pt x="3505391" y="1676781"/>
                </a:cubicBezTo>
                <a:close/>
                <a:moveTo>
                  <a:pt x="191" y="1752981"/>
                </a:moveTo>
                <a:cubicBezTo>
                  <a:pt x="286" y="1752981"/>
                  <a:pt x="381" y="1752886"/>
                  <a:pt x="381" y="1752791"/>
                </a:cubicBezTo>
                <a:cubicBezTo>
                  <a:pt x="381" y="1752695"/>
                  <a:pt x="286" y="1752600"/>
                  <a:pt x="191" y="1752600"/>
                </a:cubicBezTo>
                <a:cubicBezTo>
                  <a:pt x="95" y="1752600"/>
                  <a:pt x="0" y="1752695"/>
                  <a:pt x="0" y="1752791"/>
                </a:cubicBezTo>
                <a:cubicBezTo>
                  <a:pt x="0" y="1752886"/>
                  <a:pt x="95" y="1752981"/>
                  <a:pt x="191" y="1752981"/>
                </a:cubicBezTo>
                <a:close/>
                <a:moveTo>
                  <a:pt x="76391" y="1754124"/>
                </a:moveTo>
                <a:cubicBezTo>
                  <a:pt x="77057" y="1754124"/>
                  <a:pt x="77629" y="1753553"/>
                  <a:pt x="77629" y="1752886"/>
                </a:cubicBezTo>
                <a:cubicBezTo>
                  <a:pt x="77629" y="1752219"/>
                  <a:pt x="77057" y="1751648"/>
                  <a:pt x="76391" y="1751648"/>
                </a:cubicBezTo>
                <a:cubicBezTo>
                  <a:pt x="75724" y="1751648"/>
                  <a:pt x="75152" y="1752219"/>
                  <a:pt x="75152" y="1752886"/>
                </a:cubicBezTo>
                <a:cubicBezTo>
                  <a:pt x="75152" y="1753553"/>
                  <a:pt x="75724" y="1754124"/>
                  <a:pt x="76391" y="1754124"/>
                </a:cubicBezTo>
                <a:close/>
                <a:moveTo>
                  <a:pt x="152591" y="1755362"/>
                </a:moveTo>
                <a:cubicBezTo>
                  <a:pt x="154019" y="1755362"/>
                  <a:pt x="155162" y="1754219"/>
                  <a:pt x="155162" y="1752791"/>
                </a:cubicBezTo>
                <a:cubicBezTo>
                  <a:pt x="155162" y="1751362"/>
                  <a:pt x="154019" y="1750219"/>
                  <a:pt x="152591" y="1750219"/>
                </a:cubicBezTo>
                <a:cubicBezTo>
                  <a:pt x="151162" y="1750219"/>
                  <a:pt x="150019" y="1751362"/>
                  <a:pt x="150019" y="1752791"/>
                </a:cubicBezTo>
                <a:cubicBezTo>
                  <a:pt x="150019" y="1754219"/>
                  <a:pt x="151257" y="1755362"/>
                  <a:pt x="152591" y="1755362"/>
                </a:cubicBezTo>
                <a:close/>
                <a:moveTo>
                  <a:pt x="228791" y="1756410"/>
                </a:moveTo>
                <a:cubicBezTo>
                  <a:pt x="230791" y="1756410"/>
                  <a:pt x="232410" y="1754791"/>
                  <a:pt x="232410" y="1752791"/>
                </a:cubicBezTo>
                <a:cubicBezTo>
                  <a:pt x="232410" y="1750790"/>
                  <a:pt x="230791" y="1749171"/>
                  <a:pt x="228791" y="1749171"/>
                </a:cubicBezTo>
                <a:cubicBezTo>
                  <a:pt x="226790" y="1749171"/>
                  <a:pt x="225171" y="1750790"/>
                  <a:pt x="225171" y="1752791"/>
                </a:cubicBezTo>
                <a:cubicBezTo>
                  <a:pt x="225171" y="1754791"/>
                  <a:pt x="226790" y="1756410"/>
                  <a:pt x="228791" y="1756410"/>
                </a:cubicBezTo>
                <a:close/>
                <a:moveTo>
                  <a:pt x="304991" y="1757648"/>
                </a:moveTo>
                <a:cubicBezTo>
                  <a:pt x="307658" y="1757648"/>
                  <a:pt x="309848" y="1755458"/>
                  <a:pt x="309848" y="1752791"/>
                </a:cubicBezTo>
                <a:cubicBezTo>
                  <a:pt x="309848" y="1750124"/>
                  <a:pt x="307658" y="1747933"/>
                  <a:pt x="304991" y="1747933"/>
                </a:cubicBezTo>
                <a:cubicBezTo>
                  <a:pt x="302324" y="1747933"/>
                  <a:pt x="300133" y="1750124"/>
                  <a:pt x="300133" y="1752791"/>
                </a:cubicBezTo>
                <a:cubicBezTo>
                  <a:pt x="300133" y="1755458"/>
                  <a:pt x="302324" y="1757648"/>
                  <a:pt x="304991" y="1757648"/>
                </a:cubicBezTo>
                <a:close/>
                <a:moveTo>
                  <a:pt x="381191" y="1758696"/>
                </a:moveTo>
                <a:cubicBezTo>
                  <a:pt x="384429" y="1758696"/>
                  <a:pt x="387096" y="1756029"/>
                  <a:pt x="387096" y="1752791"/>
                </a:cubicBezTo>
                <a:cubicBezTo>
                  <a:pt x="387096" y="1749552"/>
                  <a:pt x="384429" y="1746885"/>
                  <a:pt x="381191" y="1746885"/>
                </a:cubicBezTo>
                <a:cubicBezTo>
                  <a:pt x="377952" y="1746885"/>
                  <a:pt x="375285" y="1749552"/>
                  <a:pt x="375285" y="1752791"/>
                </a:cubicBezTo>
                <a:cubicBezTo>
                  <a:pt x="375285" y="1756124"/>
                  <a:pt x="377952" y="1758696"/>
                  <a:pt x="381191" y="1758696"/>
                </a:cubicBezTo>
                <a:close/>
                <a:moveTo>
                  <a:pt x="457391" y="1760030"/>
                </a:moveTo>
                <a:cubicBezTo>
                  <a:pt x="461391" y="1760030"/>
                  <a:pt x="464534" y="1756791"/>
                  <a:pt x="464534" y="1752886"/>
                </a:cubicBezTo>
                <a:cubicBezTo>
                  <a:pt x="464534" y="1748885"/>
                  <a:pt x="461296" y="1745742"/>
                  <a:pt x="457391" y="1745742"/>
                </a:cubicBezTo>
                <a:cubicBezTo>
                  <a:pt x="453390" y="1745742"/>
                  <a:pt x="450247" y="1748981"/>
                  <a:pt x="450247" y="1752886"/>
                </a:cubicBezTo>
                <a:cubicBezTo>
                  <a:pt x="450247" y="1756791"/>
                  <a:pt x="453485" y="1760030"/>
                  <a:pt x="457391" y="1760030"/>
                </a:cubicBezTo>
                <a:close/>
                <a:moveTo>
                  <a:pt x="533591" y="1761077"/>
                </a:moveTo>
                <a:cubicBezTo>
                  <a:pt x="538163" y="1761077"/>
                  <a:pt x="541877" y="1757363"/>
                  <a:pt x="541877" y="1752791"/>
                </a:cubicBezTo>
                <a:cubicBezTo>
                  <a:pt x="541877" y="1748218"/>
                  <a:pt x="538163" y="1744504"/>
                  <a:pt x="533591" y="1744504"/>
                </a:cubicBezTo>
                <a:cubicBezTo>
                  <a:pt x="529019" y="1744504"/>
                  <a:pt x="525304" y="1748218"/>
                  <a:pt x="525304" y="1752791"/>
                </a:cubicBezTo>
                <a:cubicBezTo>
                  <a:pt x="525304" y="1757363"/>
                  <a:pt x="529019" y="1761077"/>
                  <a:pt x="533591" y="1761077"/>
                </a:cubicBezTo>
                <a:close/>
                <a:moveTo>
                  <a:pt x="609790" y="1762316"/>
                </a:moveTo>
                <a:cubicBezTo>
                  <a:pt x="615029" y="1762316"/>
                  <a:pt x="619315" y="1758029"/>
                  <a:pt x="619315" y="1752791"/>
                </a:cubicBezTo>
                <a:cubicBezTo>
                  <a:pt x="619315" y="1747552"/>
                  <a:pt x="615029" y="1743266"/>
                  <a:pt x="609790" y="1743266"/>
                </a:cubicBezTo>
                <a:cubicBezTo>
                  <a:pt x="604552" y="1743266"/>
                  <a:pt x="600266" y="1747552"/>
                  <a:pt x="600266" y="1752791"/>
                </a:cubicBezTo>
                <a:cubicBezTo>
                  <a:pt x="600266" y="1758029"/>
                  <a:pt x="604552" y="1762316"/>
                  <a:pt x="609790" y="1762316"/>
                </a:cubicBezTo>
                <a:close/>
                <a:moveTo>
                  <a:pt x="685990" y="1763554"/>
                </a:moveTo>
                <a:cubicBezTo>
                  <a:pt x="691896" y="1763554"/>
                  <a:pt x="696754" y="1758696"/>
                  <a:pt x="696754" y="1752791"/>
                </a:cubicBezTo>
                <a:cubicBezTo>
                  <a:pt x="696754" y="1746885"/>
                  <a:pt x="691896" y="1742027"/>
                  <a:pt x="685990" y="1742027"/>
                </a:cubicBezTo>
                <a:cubicBezTo>
                  <a:pt x="680085" y="1742027"/>
                  <a:pt x="675227" y="1746885"/>
                  <a:pt x="675227" y="1752791"/>
                </a:cubicBezTo>
                <a:cubicBezTo>
                  <a:pt x="675227" y="1758696"/>
                  <a:pt x="680085" y="1763554"/>
                  <a:pt x="685990" y="1763554"/>
                </a:cubicBezTo>
                <a:close/>
                <a:moveTo>
                  <a:pt x="762190" y="1764602"/>
                </a:moveTo>
                <a:cubicBezTo>
                  <a:pt x="768763" y="1764602"/>
                  <a:pt x="774002" y="1759268"/>
                  <a:pt x="774002" y="1752791"/>
                </a:cubicBezTo>
                <a:cubicBezTo>
                  <a:pt x="774002" y="1746314"/>
                  <a:pt x="768668" y="1740980"/>
                  <a:pt x="762190" y="1740980"/>
                </a:cubicBezTo>
                <a:cubicBezTo>
                  <a:pt x="755618" y="1740980"/>
                  <a:pt x="750380" y="1746314"/>
                  <a:pt x="750380" y="1752791"/>
                </a:cubicBezTo>
                <a:cubicBezTo>
                  <a:pt x="750380" y="1759268"/>
                  <a:pt x="755713" y="1764602"/>
                  <a:pt x="762190" y="1764602"/>
                </a:cubicBezTo>
                <a:close/>
                <a:moveTo>
                  <a:pt x="838390" y="1765935"/>
                </a:moveTo>
                <a:cubicBezTo>
                  <a:pt x="845630" y="1765935"/>
                  <a:pt x="851535" y="1760030"/>
                  <a:pt x="851535" y="1752791"/>
                </a:cubicBezTo>
                <a:cubicBezTo>
                  <a:pt x="851535" y="1745552"/>
                  <a:pt x="845630" y="1739646"/>
                  <a:pt x="838390" y="1739646"/>
                </a:cubicBezTo>
                <a:cubicBezTo>
                  <a:pt x="831152" y="1739646"/>
                  <a:pt x="825246" y="1745552"/>
                  <a:pt x="825246" y="1752791"/>
                </a:cubicBezTo>
                <a:cubicBezTo>
                  <a:pt x="825246" y="1760030"/>
                  <a:pt x="831152" y="1765935"/>
                  <a:pt x="838390" y="1765935"/>
                </a:cubicBezTo>
                <a:close/>
                <a:moveTo>
                  <a:pt x="914590" y="1766983"/>
                </a:moveTo>
                <a:cubicBezTo>
                  <a:pt x="922401" y="1766983"/>
                  <a:pt x="928783" y="1760601"/>
                  <a:pt x="928783" y="1752791"/>
                </a:cubicBezTo>
                <a:cubicBezTo>
                  <a:pt x="928783" y="1744980"/>
                  <a:pt x="922401" y="1738598"/>
                  <a:pt x="914590" y="1738598"/>
                </a:cubicBezTo>
                <a:cubicBezTo>
                  <a:pt x="906780" y="1738598"/>
                  <a:pt x="900398" y="1744980"/>
                  <a:pt x="900398" y="1752791"/>
                </a:cubicBezTo>
                <a:cubicBezTo>
                  <a:pt x="900494" y="1760601"/>
                  <a:pt x="906780" y="1766983"/>
                  <a:pt x="914590" y="1766983"/>
                </a:cubicBezTo>
                <a:close/>
                <a:moveTo>
                  <a:pt x="990790" y="1768221"/>
                </a:moveTo>
                <a:cubicBezTo>
                  <a:pt x="999268" y="1768221"/>
                  <a:pt x="1006221" y="1761268"/>
                  <a:pt x="1006221" y="1752791"/>
                </a:cubicBezTo>
                <a:cubicBezTo>
                  <a:pt x="1006221" y="1744313"/>
                  <a:pt x="999363" y="1737360"/>
                  <a:pt x="990790" y="1737360"/>
                </a:cubicBezTo>
                <a:cubicBezTo>
                  <a:pt x="982218" y="1737360"/>
                  <a:pt x="975360" y="1744313"/>
                  <a:pt x="975360" y="1752791"/>
                </a:cubicBezTo>
                <a:cubicBezTo>
                  <a:pt x="975360" y="1761268"/>
                  <a:pt x="982313" y="1768221"/>
                  <a:pt x="990790" y="1768221"/>
                </a:cubicBezTo>
                <a:close/>
                <a:moveTo>
                  <a:pt x="1066991" y="1769269"/>
                </a:moveTo>
                <a:cubicBezTo>
                  <a:pt x="1076135" y="1769269"/>
                  <a:pt x="1083469" y="1761935"/>
                  <a:pt x="1083469" y="1752791"/>
                </a:cubicBezTo>
                <a:cubicBezTo>
                  <a:pt x="1083469" y="1743647"/>
                  <a:pt x="1076135" y="1736312"/>
                  <a:pt x="1066991" y="1736312"/>
                </a:cubicBezTo>
                <a:cubicBezTo>
                  <a:pt x="1057847" y="1736312"/>
                  <a:pt x="1050512" y="1743647"/>
                  <a:pt x="1050512" y="1752791"/>
                </a:cubicBezTo>
                <a:cubicBezTo>
                  <a:pt x="1050512" y="1761935"/>
                  <a:pt x="1057942" y="1769269"/>
                  <a:pt x="1066991" y="1769269"/>
                </a:cubicBezTo>
                <a:close/>
                <a:moveTo>
                  <a:pt x="1143191" y="1770602"/>
                </a:moveTo>
                <a:cubicBezTo>
                  <a:pt x="1153001" y="1770602"/>
                  <a:pt x="1160907" y="1762697"/>
                  <a:pt x="1160907" y="1752886"/>
                </a:cubicBezTo>
                <a:cubicBezTo>
                  <a:pt x="1160907" y="1743075"/>
                  <a:pt x="1153001" y="1735169"/>
                  <a:pt x="1143191" y="1735169"/>
                </a:cubicBezTo>
                <a:cubicBezTo>
                  <a:pt x="1133380" y="1735169"/>
                  <a:pt x="1125474" y="1743075"/>
                  <a:pt x="1125474" y="1752886"/>
                </a:cubicBezTo>
                <a:cubicBezTo>
                  <a:pt x="1125474" y="1762601"/>
                  <a:pt x="1133380" y="1770602"/>
                  <a:pt x="1143191" y="1770602"/>
                </a:cubicBezTo>
                <a:close/>
                <a:moveTo>
                  <a:pt x="1219391" y="1771841"/>
                </a:moveTo>
                <a:cubicBezTo>
                  <a:pt x="1229868" y="1771841"/>
                  <a:pt x="1238441" y="1763363"/>
                  <a:pt x="1238441" y="1752791"/>
                </a:cubicBezTo>
                <a:cubicBezTo>
                  <a:pt x="1238441" y="1742313"/>
                  <a:pt x="1229963" y="1733741"/>
                  <a:pt x="1219391" y="1733741"/>
                </a:cubicBezTo>
                <a:cubicBezTo>
                  <a:pt x="1208913" y="1733741"/>
                  <a:pt x="1200341" y="1742218"/>
                  <a:pt x="1200341" y="1752791"/>
                </a:cubicBezTo>
                <a:cubicBezTo>
                  <a:pt x="1200436" y="1763268"/>
                  <a:pt x="1208913" y="1771841"/>
                  <a:pt x="1219391" y="1771841"/>
                </a:cubicBezTo>
                <a:close/>
                <a:moveTo>
                  <a:pt x="1295591" y="1772888"/>
                </a:moveTo>
                <a:cubicBezTo>
                  <a:pt x="1306639" y="1772888"/>
                  <a:pt x="1315688" y="1763935"/>
                  <a:pt x="1315688" y="1752791"/>
                </a:cubicBezTo>
                <a:cubicBezTo>
                  <a:pt x="1315688" y="1741646"/>
                  <a:pt x="1306735" y="1732693"/>
                  <a:pt x="1295591" y="1732693"/>
                </a:cubicBezTo>
                <a:cubicBezTo>
                  <a:pt x="1284446" y="1732693"/>
                  <a:pt x="1275493" y="1741646"/>
                  <a:pt x="1275493" y="1752791"/>
                </a:cubicBezTo>
                <a:cubicBezTo>
                  <a:pt x="1275493" y="1763935"/>
                  <a:pt x="1284542" y="1772888"/>
                  <a:pt x="1295591" y="1772888"/>
                </a:cubicBezTo>
                <a:close/>
                <a:moveTo>
                  <a:pt x="1371791" y="1774127"/>
                </a:moveTo>
                <a:cubicBezTo>
                  <a:pt x="1383602" y="1774127"/>
                  <a:pt x="1393127" y="1764602"/>
                  <a:pt x="1393127" y="1752791"/>
                </a:cubicBezTo>
                <a:cubicBezTo>
                  <a:pt x="1393127" y="1740980"/>
                  <a:pt x="1383602" y="1731455"/>
                  <a:pt x="1371791" y="1731455"/>
                </a:cubicBezTo>
                <a:cubicBezTo>
                  <a:pt x="1359980" y="1731455"/>
                  <a:pt x="1350455" y="1740980"/>
                  <a:pt x="1350455" y="1752791"/>
                </a:cubicBezTo>
                <a:cubicBezTo>
                  <a:pt x="1350455" y="1764602"/>
                  <a:pt x="1359980" y="1774127"/>
                  <a:pt x="1371791" y="1774127"/>
                </a:cubicBezTo>
                <a:close/>
                <a:moveTo>
                  <a:pt x="1447991" y="1775174"/>
                </a:moveTo>
                <a:cubicBezTo>
                  <a:pt x="1460373" y="1775174"/>
                  <a:pt x="1470374" y="1765173"/>
                  <a:pt x="1470374" y="1752791"/>
                </a:cubicBezTo>
                <a:cubicBezTo>
                  <a:pt x="1470374" y="1740408"/>
                  <a:pt x="1460373" y="1730407"/>
                  <a:pt x="1447991" y="1730407"/>
                </a:cubicBezTo>
                <a:cubicBezTo>
                  <a:pt x="1435608" y="1730407"/>
                  <a:pt x="1425607" y="1740408"/>
                  <a:pt x="1425607" y="1752791"/>
                </a:cubicBezTo>
                <a:cubicBezTo>
                  <a:pt x="1425607" y="1765173"/>
                  <a:pt x="1435608" y="1775174"/>
                  <a:pt x="1447991" y="1775174"/>
                </a:cubicBezTo>
                <a:close/>
                <a:moveTo>
                  <a:pt x="1524191" y="1776508"/>
                </a:moveTo>
                <a:cubicBezTo>
                  <a:pt x="1537240" y="1776508"/>
                  <a:pt x="1547813" y="1765935"/>
                  <a:pt x="1547813" y="1752886"/>
                </a:cubicBezTo>
                <a:cubicBezTo>
                  <a:pt x="1547813" y="1739837"/>
                  <a:pt x="1537240" y="1729264"/>
                  <a:pt x="1524191" y="1729264"/>
                </a:cubicBezTo>
                <a:cubicBezTo>
                  <a:pt x="1511141" y="1729264"/>
                  <a:pt x="1500568" y="1739837"/>
                  <a:pt x="1500568" y="1752886"/>
                </a:cubicBezTo>
                <a:cubicBezTo>
                  <a:pt x="1500568" y="1765840"/>
                  <a:pt x="1511141" y="1776508"/>
                  <a:pt x="1524191" y="1776508"/>
                </a:cubicBezTo>
                <a:close/>
                <a:moveTo>
                  <a:pt x="1600391" y="1777556"/>
                </a:moveTo>
                <a:cubicBezTo>
                  <a:pt x="1614011" y="1777556"/>
                  <a:pt x="1625156" y="1766507"/>
                  <a:pt x="1625156" y="1752791"/>
                </a:cubicBezTo>
                <a:cubicBezTo>
                  <a:pt x="1625156" y="1739170"/>
                  <a:pt x="1614107" y="1728026"/>
                  <a:pt x="1600391" y="1728026"/>
                </a:cubicBezTo>
                <a:cubicBezTo>
                  <a:pt x="1586770" y="1728026"/>
                  <a:pt x="1575626" y="1739075"/>
                  <a:pt x="1575626" y="1752791"/>
                </a:cubicBezTo>
                <a:cubicBezTo>
                  <a:pt x="1575721" y="1766507"/>
                  <a:pt x="1586770" y="1777556"/>
                  <a:pt x="1600391" y="1777556"/>
                </a:cubicBezTo>
                <a:close/>
                <a:moveTo>
                  <a:pt x="1676591" y="1778794"/>
                </a:moveTo>
                <a:cubicBezTo>
                  <a:pt x="1690973" y="1778794"/>
                  <a:pt x="1702594" y="1767173"/>
                  <a:pt x="1702594" y="1752791"/>
                </a:cubicBezTo>
                <a:cubicBezTo>
                  <a:pt x="1702594" y="1738408"/>
                  <a:pt x="1690973" y="1726787"/>
                  <a:pt x="1676591" y="1726787"/>
                </a:cubicBezTo>
                <a:cubicBezTo>
                  <a:pt x="1662208" y="1726787"/>
                  <a:pt x="1650587" y="1738408"/>
                  <a:pt x="1650587" y="1752791"/>
                </a:cubicBezTo>
                <a:cubicBezTo>
                  <a:pt x="1650587" y="1767173"/>
                  <a:pt x="1662303" y="1778794"/>
                  <a:pt x="1676591" y="1778794"/>
                </a:cubicBezTo>
                <a:close/>
                <a:moveTo>
                  <a:pt x="1752791" y="1779461"/>
                </a:moveTo>
                <a:cubicBezTo>
                  <a:pt x="1767459" y="1779461"/>
                  <a:pt x="1779461" y="1767554"/>
                  <a:pt x="1779461" y="1752791"/>
                </a:cubicBezTo>
                <a:cubicBezTo>
                  <a:pt x="1779461" y="1738027"/>
                  <a:pt x="1767554" y="1726121"/>
                  <a:pt x="1752791" y="1726121"/>
                </a:cubicBezTo>
                <a:cubicBezTo>
                  <a:pt x="1738027" y="1726121"/>
                  <a:pt x="1726121" y="1738027"/>
                  <a:pt x="1726121" y="1752791"/>
                </a:cubicBezTo>
                <a:cubicBezTo>
                  <a:pt x="1726121" y="1767554"/>
                  <a:pt x="1738122" y="1779461"/>
                  <a:pt x="1752791" y="1779461"/>
                </a:cubicBezTo>
                <a:close/>
                <a:moveTo>
                  <a:pt x="1828991" y="1778794"/>
                </a:moveTo>
                <a:cubicBezTo>
                  <a:pt x="1843373" y="1778794"/>
                  <a:pt x="1854994" y="1767173"/>
                  <a:pt x="1854994" y="1752791"/>
                </a:cubicBezTo>
                <a:cubicBezTo>
                  <a:pt x="1854994" y="1738408"/>
                  <a:pt x="1843373" y="1726787"/>
                  <a:pt x="1828991" y="1726787"/>
                </a:cubicBezTo>
                <a:cubicBezTo>
                  <a:pt x="1814608" y="1726787"/>
                  <a:pt x="1802987" y="1738408"/>
                  <a:pt x="1802987" y="1752791"/>
                </a:cubicBezTo>
                <a:cubicBezTo>
                  <a:pt x="1802987" y="1767173"/>
                  <a:pt x="1814703" y="1778794"/>
                  <a:pt x="1828991" y="1778794"/>
                </a:cubicBezTo>
                <a:close/>
                <a:moveTo>
                  <a:pt x="1905191" y="1777746"/>
                </a:moveTo>
                <a:cubicBezTo>
                  <a:pt x="1919002" y="1777746"/>
                  <a:pt x="1930146" y="1766602"/>
                  <a:pt x="1930146" y="1752791"/>
                </a:cubicBezTo>
                <a:cubicBezTo>
                  <a:pt x="1930146" y="1738979"/>
                  <a:pt x="1919002" y="1727835"/>
                  <a:pt x="1905191" y="1727835"/>
                </a:cubicBezTo>
                <a:cubicBezTo>
                  <a:pt x="1891379" y="1727835"/>
                  <a:pt x="1880235" y="1738979"/>
                  <a:pt x="1880235" y="1752791"/>
                </a:cubicBezTo>
                <a:cubicBezTo>
                  <a:pt x="1880235" y="1766602"/>
                  <a:pt x="1891475" y="1777746"/>
                  <a:pt x="1905191" y="1777746"/>
                </a:cubicBezTo>
                <a:close/>
                <a:moveTo>
                  <a:pt x="1981391" y="1776508"/>
                </a:moveTo>
                <a:cubicBezTo>
                  <a:pt x="1994440" y="1776508"/>
                  <a:pt x="2005013" y="1765935"/>
                  <a:pt x="2005013" y="1752886"/>
                </a:cubicBezTo>
                <a:cubicBezTo>
                  <a:pt x="2005013" y="1739837"/>
                  <a:pt x="1994440" y="1729264"/>
                  <a:pt x="1981391" y="1729264"/>
                </a:cubicBezTo>
                <a:cubicBezTo>
                  <a:pt x="1968341" y="1729264"/>
                  <a:pt x="1957768" y="1739837"/>
                  <a:pt x="1957768" y="1752886"/>
                </a:cubicBezTo>
                <a:cubicBezTo>
                  <a:pt x="1957768" y="1765840"/>
                  <a:pt x="1968341" y="1776508"/>
                  <a:pt x="1981391" y="1776508"/>
                </a:cubicBezTo>
                <a:close/>
                <a:moveTo>
                  <a:pt x="2057591" y="1775460"/>
                </a:moveTo>
                <a:cubicBezTo>
                  <a:pt x="2070068" y="1775460"/>
                  <a:pt x="2080165" y="1765364"/>
                  <a:pt x="2080165" y="1752886"/>
                </a:cubicBezTo>
                <a:cubicBezTo>
                  <a:pt x="2080165" y="1740408"/>
                  <a:pt x="2070068" y="1730312"/>
                  <a:pt x="2057591" y="1730312"/>
                </a:cubicBezTo>
                <a:cubicBezTo>
                  <a:pt x="2045113" y="1730312"/>
                  <a:pt x="2035016" y="1740408"/>
                  <a:pt x="2035016" y="1752886"/>
                </a:cubicBezTo>
                <a:cubicBezTo>
                  <a:pt x="2035016" y="1765364"/>
                  <a:pt x="2045113" y="1775460"/>
                  <a:pt x="2057591" y="1775460"/>
                </a:cubicBezTo>
                <a:close/>
                <a:moveTo>
                  <a:pt x="2133791" y="1774127"/>
                </a:moveTo>
                <a:cubicBezTo>
                  <a:pt x="2145602" y="1774127"/>
                  <a:pt x="2155127" y="1764602"/>
                  <a:pt x="2155127" y="1752791"/>
                </a:cubicBezTo>
                <a:cubicBezTo>
                  <a:pt x="2155127" y="1740980"/>
                  <a:pt x="2145602" y="1731455"/>
                  <a:pt x="2133791" y="1731455"/>
                </a:cubicBezTo>
                <a:cubicBezTo>
                  <a:pt x="2121980" y="1731455"/>
                  <a:pt x="2112455" y="1740980"/>
                  <a:pt x="2112455" y="1752791"/>
                </a:cubicBezTo>
                <a:cubicBezTo>
                  <a:pt x="2112455" y="1764602"/>
                  <a:pt x="2121980" y="1774127"/>
                  <a:pt x="2133791" y="1774127"/>
                </a:cubicBezTo>
                <a:close/>
                <a:moveTo>
                  <a:pt x="2209991" y="1773079"/>
                </a:moveTo>
                <a:cubicBezTo>
                  <a:pt x="2221230" y="1773079"/>
                  <a:pt x="2230279" y="1764030"/>
                  <a:pt x="2230279" y="1752791"/>
                </a:cubicBezTo>
                <a:cubicBezTo>
                  <a:pt x="2230279" y="1741551"/>
                  <a:pt x="2221230" y="1732502"/>
                  <a:pt x="2209991" y="1732502"/>
                </a:cubicBezTo>
                <a:cubicBezTo>
                  <a:pt x="2198751" y="1732502"/>
                  <a:pt x="2189702" y="1741551"/>
                  <a:pt x="2189702" y="1752791"/>
                </a:cubicBezTo>
                <a:cubicBezTo>
                  <a:pt x="2189702" y="1764030"/>
                  <a:pt x="2198846" y="1773079"/>
                  <a:pt x="2209991" y="1773079"/>
                </a:cubicBezTo>
                <a:close/>
                <a:moveTo>
                  <a:pt x="2286191" y="1771841"/>
                </a:moveTo>
                <a:cubicBezTo>
                  <a:pt x="2296668" y="1771841"/>
                  <a:pt x="2305241" y="1763363"/>
                  <a:pt x="2305241" y="1752791"/>
                </a:cubicBezTo>
                <a:cubicBezTo>
                  <a:pt x="2305241" y="1742313"/>
                  <a:pt x="2296763" y="1733741"/>
                  <a:pt x="2286191" y="1733741"/>
                </a:cubicBezTo>
                <a:cubicBezTo>
                  <a:pt x="2275713" y="1733741"/>
                  <a:pt x="2267141" y="1742218"/>
                  <a:pt x="2267141" y="1752791"/>
                </a:cubicBezTo>
                <a:cubicBezTo>
                  <a:pt x="2267236" y="1763268"/>
                  <a:pt x="2275713" y="1771841"/>
                  <a:pt x="2286191" y="1771841"/>
                </a:cubicBezTo>
                <a:close/>
                <a:moveTo>
                  <a:pt x="2362391" y="1770793"/>
                </a:moveTo>
                <a:cubicBezTo>
                  <a:pt x="2372297" y="1770793"/>
                  <a:pt x="2380393" y="1762792"/>
                  <a:pt x="2380393" y="1752791"/>
                </a:cubicBezTo>
                <a:cubicBezTo>
                  <a:pt x="2380393" y="1742789"/>
                  <a:pt x="2372392" y="1734788"/>
                  <a:pt x="2362391" y="1734788"/>
                </a:cubicBezTo>
                <a:cubicBezTo>
                  <a:pt x="2352389" y="1734788"/>
                  <a:pt x="2344388" y="1742789"/>
                  <a:pt x="2344388" y="1752791"/>
                </a:cubicBezTo>
                <a:cubicBezTo>
                  <a:pt x="2344388" y="1762792"/>
                  <a:pt x="2352485" y="1770793"/>
                  <a:pt x="2362391" y="1770793"/>
                </a:cubicBezTo>
                <a:close/>
                <a:moveTo>
                  <a:pt x="2438591" y="1769459"/>
                </a:moveTo>
                <a:cubicBezTo>
                  <a:pt x="2447830" y="1769459"/>
                  <a:pt x="2455259" y="1762030"/>
                  <a:pt x="2455259" y="1752791"/>
                </a:cubicBezTo>
                <a:cubicBezTo>
                  <a:pt x="2455259" y="1743551"/>
                  <a:pt x="2447830" y="1736122"/>
                  <a:pt x="2438591" y="1736122"/>
                </a:cubicBezTo>
                <a:cubicBezTo>
                  <a:pt x="2429351" y="1736122"/>
                  <a:pt x="2421922" y="1743551"/>
                  <a:pt x="2421922" y="1752791"/>
                </a:cubicBezTo>
                <a:cubicBezTo>
                  <a:pt x="2421922" y="1762030"/>
                  <a:pt x="2429351" y="1769459"/>
                  <a:pt x="2438591" y="1769459"/>
                </a:cubicBezTo>
                <a:close/>
                <a:moveTo>
                  <a:pt x="2514791" y="1768221"/>
                </a:moveTo>
                <a:cubicBezTo>
                  <a:pt x="2523268" y="1768221"/>
                  <a:pt x="2530221" y="1761268"/>
                  <a:pt x="2530221" y="1752791"/>
                </a:cubicBezTo>
                <a:cubicBezTo>
                  <a:pt x="2530221" y="1744313"/>
                  <a:pt x="2523268" y="1737360"/>
                  <a:pt x="2514791" y="1737360"/>
                </a:cubicBezTo>
                <a:cubicBezTo>
                  <a:pt x="2506313" y="1737360"/>
                  <a:pt x="2499360" y="1744313"/>
                  <a:pt x="2499360" y="1752791"/>
                </a:cubicBezTo>
                <a:cubicBezTo>
                  <a:pt x="2499360" y="1761268"/>
                  <a:pt x="2506313" y="1768221"/>
                  <a:pt x="2514791" y="1768221"/>
                </a:cubicBezTo>
                <a:close/>
                <a:moveTo>
                  <a:pt x="2590991" y="1767173"/>
                </a:moveTo>
                <a:cubicBezTo>
                  <a:pt x="2598896" y="1767173"/>
                  <a:pt x="2605373" y="1760696"/>
                  <a:pt x="2605373" y="1752791"/>
                </a:cubicBezTo>
                <a:cubicBezTo>
                  <a:pt x="2605373" y="1744885"/>
                  <a:pt x="2598896" y="1738408"/>
                  <a:pt x="2590991" y="1738408"/>
                </a:cubicBezTo>
                <a:cubicBezTo>
                  <a:pt x="2583085" y="1738408"/>
                  <a:pt x="2576608" y="1744885"/>
                  <a:pt x="2576608" y="1752791"/>
                </a:cubicBezTo>
                <a:cubicBezTo>
                  <a:pt x="2576608" y="1760696"/>
                  <a:pt x="2583085" y="1767173"/>
                  <a:pt x="2590991" y="1767173"/>
                </a:cubicBezTo>
                <a:close/>
                <a:moveTo>
                  <a:pt x="2667191" y="1765935"/>
                </a:moveTo>
                <a:cubicBezTo>
                  <a:pt x="2674430" y="1765935"/>
                  <a:pt x="2680335" y="1760030"/>
                  <a:pt x="2680335" y="1752791"/>
                </a:cubicBezTo>
                <a:cubicBezTo>
                  <a:pt x="2680335" y="1745552"/>
                  <a:pt x="2674430" y="1739646"/>
                  <a:pt x="2667191" y="1739646"/>
                </a:cubicBezTo>
                <a:cubicBezTo>
                  <a:pt x="2659952" y="1739646"/>
                  <a:pt x="2654046" y="1745552"/>
                  <a:pt x="2654046" y="1752791"/>
                </a:cubicBezTo>
                <a:cubicBezTo>
                  <a:pt x="2654046" y="1760030"/>
                  <a:pt x="2659952" y="1765935"/>
                  <a:pt x="2667191" y="1765935"/>
                </a:cubicBezTo>
                <a:close/>
                <a:moveTo>
                  <a:pt x="2743391" y="1764887"/>
                </a:moveTo>
                <a:cubicBezTo>
                  <a:pt x="2750058" y="1764887"/>
                  <a:pt x="2755392" y="1759458"/>
                  <a:pt x="2755392" y="1752886"/>
                </a:cubicBezTo>
                <a:cubicBezTo>
                  <a:pt x="2755392" y="1746218"/>
                  <a:pt x="2749963" y="1740884"/>
                  <a:pt x="2743391" y="1740884"/>
                </a:cubicBezTo>
                <a:cubicBezTo>
                  <a:pt x="2736723" y="1740884"/>
                  <a:pt x="2731389" y="1746314"/>
                  <a:pt x="2731389" y="1752886"/>
                </a:cubicBezTo>
                <a:cubicBezTo>
                  <a:pt x="2731389" y="1759458"/>
                  <a:pt x="2736723" y="1764887"/>
                  <a:pt x="2743391" y="1764887"/>
                </a:cubicBezTo>
                <a:close/>
                <a:moveTo>
                  <a:pt x="2819591" y="1763554"/>
                </a:moveTo>
                <a:cubicBezTo>
                  <a:pt x="2825496" y="1763554"/>
                  <a:pt x="2830354" y="1758696"/>
                  <a:pt x="2830354" y="1752791"/>
                </a:cubicBezTo>
                <a:cubicBezTo>
                  <a:pt x="2830354" y="1746885"/>
                  <a:pt x="2825496" y="1742027"/>
                  <a:pt x="2819591" y="1742027"/>
                </a:cubicBezTo>
                <a:cubicBezTo>
                  <a:pt x="2813685" y="1742027"/>
                  <a:pt x="2808828" y="1746885"/>
                  <a:pt x="2808828" y="1752791"/>
                </a:cubicBezTo>
                <a:cubicBezTo>
                  <a:pt x="2808828" y="1758696"/>
                  <a:pt x="2813685" y="1763554"/>
                  <a:pt x="2819591" y="1763554"/>
                </a:cubicBezTo>
                <a:close/>
                <a:moveTo>
                  <a:pt x="2895791" y="1762506"/>
                </a:moveTo>
                <a:cubicBezTo>
                  <a:pt x="2901124" y="1762506"/>
                  <a:pt x="2905506" y="1758125"/>
                  <a:pt x="2905506" y="1752791"/>
                </a:cubicBezTo>
                <a:cubicBezTo>
                  <a:pt x="2905506" y="1747457"/>
                  <a:pt x="2901124" y="1743075"/>
                  <a:pt x="2895791" y="1743075"/>
                </a:cubicBezTo>
                <a:cubicBezTo>
                  <a:pt x="2890457" y="1743075"/>
                  <a:pt x="2886075" y="1747457"/>
                  <a:pt x="2886075" y="1752791"/>
                </a:cubicBezTo>
                <a:cubicBezTo>
                  <a:pt x="2886075" y="1758125"/>
                  <a:pt x="2890457" y="1762506"/>
                  <a:pt x="2895791" y="1762506"/>
                </a:cubicBezTo>
                <a:close/>
                <a:moveTo>
                  <a:pt x="2971991" y="1761268"/>
                </a:moveTo>
                <a:cubicBezTo>
                  <a:pt x="2976658" y="1761268"/>
                  <a:pt x="2980468" y="1757458"/>
                  <a:pt x="2980468" y="1752791"/>
                </a:cubicBezTo>
                <a:cubicBezTo>
                  <a:pt x="2980468" y="1748123"/>
                  <a:pt x="2976658" y="1744313"/>
                  <a:pt x="2971991" y="1744313"/>
                </a:cubicBezTo>
                <a:cubicBezTo>
                  <a:pt x="2967323" y="1744313"/>
                  <a:pt x="2963513" y="1748123"/>
                  <a:pt x="2963513" y="1752791"/>
                </a:cubicBezTo>
                <a:cubicBezTo>
                  <a:pt x="2963513" y="1757458"/>
                  <a:pt x="2967323" y="1761268"/>
                  <a:pt x="2971991" y="1761268"/>
                </a:cubicBezTo>
                <a:close/>
                <a:moveTo>
                  <a:pt x="3048191" y="1760030"/>
                </a:moveTo>
                <a:cubicBezTo>
                  <a:pt x="3052191" y="1760030"/>
                  <a:pt x="3055334" y="1756791"/>
                  <a:pt x="3055334" y="1752886"/>
                </a:cubicBezTo>
                <a:cubicBezTo>
                  <a:pt x="3055334" y="1748885"/>
                  <a:pt x="3052096" y="1745742"/>
                  <a:pt x="3048191" y="1745742"/>
                </a:cubicBezTo>
                <a:cubicBezTo>
                  <a:pt x="3044190" y="1745742"/>
                  <a:pt x="3041047" y="1748981"/>
                  <a:pt x="3041047" y="1752886"/>
                </a:cubicBezTo>
                <a:cubicBezTo>
                  <a:pt x="3041047" y="1756791"/>
                  <a:pt x="3044285" y="1760030"/>
                  <a:pt x="3048191" y="1760030"/>
                </a:cubicBezTo>
                <a:close/>
                <a:moveTo>
                  <a:pt x="3124391" y="1758982"/>
                </a:moveTo>
                <a:cubicBezTo>
                  <a:pt x="3127820" y="1758982"/>
                  <a:pt x="3130487" y="1756220"/>
                  <a:pt x="3130487" y="1752886"/>
                </a:cubicBezTo>
                <a:cubicBezTo>
                  <a:pt x="3130487" y="1749552"/>
                  <a:pt x="3127724" y="1746790"/>
                  <a:pt x="3124391" y="1746790"/>
                </a:cubicBezTo>
                <a:cubicBezTo>
                  <a:pt x="3120962" y="1746790"/>
                  <a:pt x="3118295" y="1749552"/>
                  <a:pt x="3118295" y="1752886"/>
                </a:cubicBezTo>
                <a:cubicBezTo>
                  <a:pt x="3118295" y="1756220"/>
                  <a:pt x="3121057" y="1758982"/>
                  <a:pt x="3124391" y="1758982"/>
                </a:cubicBezTo>
                <a:close/>
                <a:moveTo>
                  <a:pt x="3200591" y="1757648"/>
                </a:moveTo>
                <a:cubicBezTo>
                  <a:pt x="3203258" y="1757648"/>
                  <a:pt x="3205448" y="1755458"/>
                  <a:pt x="3205448" y="1752791"/>
                </a:cubicBezTo>
                <a:cubicBezTo>
                  <a:pt x="3205448" y="1750124"/>
                  <a:pt x="3203258" y="1747933"/>
                  <a:pt x="3200591" y="1747933"/>
                </a:cubicBezTo>
                <a:cubicBezTo>
                  <a:pt x="3197924" y="1747933"/>
                  <a:pt x="3195733" y="1750124"/>
                  <a:pt x="3195733" y="1752791"/>
                </a:cubicBezTo>
                <a:cubicBezTo>
                  <a:pt x="3195733" y="1755458"/>
                  <a:pt x="3197924" y="1757648"/>
                  <a:pt x="3200591" y="1757648"/>
                </a:cubicBezTo>
                <a:close/>
                <a:moveTo>
                  <a:pt x="3276791" y="1756601"/>
                </a:moveTo>
                <a:cubicBezTo>
                  <a:pt x="3278886" y="1756601"/>
                  <a:pt x="3280601" y="1754886"/>
                  <a:pt x="3280601" y="1752791"/>
                </a:cubicBezTo>
                <a:cubicBezTo>
                  <a:pt x="3280601" y="1750695"/>
                  <a:pt x="3278886" y="1748981"/>
                  <a:pt x="3276791" y="1748981"/>
                </a:cubicBezTo>
                <a:cubicBezTo>
                  <a:pt x="3274695" y="1748981"/>
                  <a:pt x="3272981" y="1750695"/>
                  <a:pt x="3272981" y="1752791"/>
                </a:cubicBezTo>
                <a:cubicBezTo>
                  <a:pt x="3272981" y="1754886"/>
                  <a:pt x="3274695" y="1756601"/>
                  <a:pt x="3276791" y="1756601"/>
                </a:cubicBezTo>
                <a:close/>
                <a:moveTo>
                  <a:pt x="3352991" y="1755362"/>
                </a:moveTo>
                <a:cubicBezTo>
                  <a:pt x="3354420" y="1755362"/>
                  <a:pt x="3355562" y="1754219"/>
                  <a:pt x="3355562" y="1752791"/>
                </a:cubicBezTo>
                <a:cubicBezTo>
                  <a:pt x="3355562" y="1751362"/>
                  <a:pt x="3354420" y="1750219"/>
                  <a:pt x="3352991" y="1750219"/>
                </a:cubicBezTo>
                <a:cubicBezTo>
                  <a:pt x="3351562" y="1750219"/>
                  <a:pt x="3350419" y="1751362"/>
                  <a:pt x="3350419" y="1752791"/>
                </a:cubicBezTo>
                <a:cubicBezTo>
                  <a:pt x="3350419" y="1754219"/>
                  <a:pt x="3351657" y="1755362"/>
                  <a:pt x="3352991" y="1755362"/>
                </a:cubicBezTo>
                <a:close/>
                <a:moveTo>
                  <a:pt x="3429191" y="1754314"/>
                </a:moveTo>
                <a:cubicBezTo>
                  <a:pt x="3430048" y="1754314"/>
                  <a:pt x="3430715" y="1753648"/>
                  <a:pt x="3430715" y="1752791"/>
                </a:cubicBezTo>
                <a:cubicBezTo>
                  <a:pt x="3430715" y="1751933"/>
                  <a:pt x="3430048" y="1751267"/>
                  <a:pt x="3429191" y="1751267"/>
                </a:cubicBezTo>
                <a:cubicBezTo>
                  <a:pt x="3428333" y="1751267"/>
                  <a:pt x="3427666" y="1751933"/>
                  <a:pt x="3427666" y="1752791"/>
                </a:cubicBezTo>
                <a:cubicBezTo>
                  <a:pt x="3427666" y="1753648"/>
                  <a:pt x="3428429" y="1754314"/>
                  <a:pt x="3429191" y="1754314"/>
                </a:cubicBezTo>
                <a:close/>
                <a:moveTo>
                  <a:pt x="3505391" y="1752981"/>
                </a:moveTo>
                <a:cubicBezTo>
                  <a:pt x="3505486" y="1752981"/>
                  <a:pt x="3505581" y="1752886"/>
                  <a:pt x="3505581" y="1752791"/>
                </a:cubicBezTo>
                <a:cubicBezTo>
                  <a:pt x="3505581" y="1752695"/>
                  <a:pt x="3505486" y="1752600"/>
                  <a:pt x="3505391" y="1752600"/>
                </a:cubicBezTo>
                <a:cubicBezTo>
                  <a:pt x="3505295" y="1752600"/>
                  <a:pt x="3505200" y="1752695"/>
                  <a:pt x="3505200" y="1752791"/>
                </a:cubicBezTo>
                <a:cubicBezTo>
                  <a:pt x="3505200" y="1752886"/>
                  <a:pt x="3505295" y="1752981"/>
                  <a:pt x="3505391" y="1752981"/>
                </a:cubicBezTo>
                <a:close/>
                <a:moveTo>
                  <a:pt x="191" y="1829181"/>
                </a:moveTo>
                <a:cubicBezTo>
                  <a:pt x="286" y="1829181"/>
                  <a:pt x="381" y="1829086"/>
                  <a:pt x="381" y="1828991"/>
                </a:cubicBezTo>
                <a:cubicBezTo>
                  <a:pt x="381" y="1828895"/>
                  <a:pt x="286" y="1828800"/>
                  <a:pt x="191" y="1828800"/>
                </a:cubicBezTo>
                <a:cubicBezTo>
                  <a:pt x="95" y="1828800"/>
                  <a:pt x="0" y="1828895"/>
                  <a:pt x="0" y="1828991"/>
                </a:cubicBezTo>
                <a:cubicBezTo>
                  <a:pt x="0" y="1829086"/>
                  <a:pt x="95" y="1829181"/>
                  <a:pt x="191" y="1829181"/>
                </a:cubicBezTo>
                <a:close/>
                <a:moveTo>
                  <a:pt x="76391" y="1830324"/>
                </a:moveTo>
                <a:cubicBezTo>
                  <a:pt x="77057" y="1830324"/>
                  <a:pt x="77629" y="1829753"/>
                  <a:pt x="77629" y="1829086"/>
                </a:cubicBezTo>
                <a:cubicBezTo>
                  <a:pt x="77629" y="1828419"/>
                  <a:pt x="77057" y="1827848"/>
                  <a:pt x="76391" y="1827848"/>
                </a:cubicBezTo>
                <a:cubicBezTo>
                  <a:pt x="75724" y="1827848"/>
                  <a:pt x="75152" y="1828419"/>
                  <a:pt x="75152" y="1829086"/>
                </a:cubicBezTo>
                <a:cubicBezTo>
                  <a:pt x="75152" y="1829753"/>
                  <a:pt x="75724" y="1830324"/>
                  <a:pt x="76391" y="1830324"/>
                </a:cubicBezTo>
                <a:close/>
                <a:moveTo>
                  <a:pt x="152591" y="1831372"/>
                </a:moveTo>
                <a:cubicBezTo>
                  <a:pt x="153829" y="1831372"/>
                  <a:pt x="154877" y="1830324"/>
                  <a:pt x="154877" y="1829086"/>
                </a:cubicBezTo>
                <a:cubicBezTo>
                  <a:pt x="154877" y="1827848"/>
                  <a:pt x="153829" y="1826800"/>
                  <a:pt x="152591" y="1826800"/>
                </a:cubicBezTo>
                <a:cubicBezTo>
                  <a:pt x="151352" y="1826800"/>
                  <a:pt x="150305" y="1827848"/>
                  <a:pt x="150305" y="1829086"/>
                </a:cubicBezTo>
                <a:cubicBezTo>
                  <a:pt x="150305" y="1830324"/>
                  <a:pt x="151352" y="1831372"/>
                  <a:pt x="152591" y="1831372"/>
                </a:cubicBezTo>
                <a:close/>
                <a:moveTo>
                  <a:pt x="228791" y="1832610"/>
                </a:moveTo>
                <a:cubicBezTo>
                  <a:pt x="230791" y="1832610"/>
                  <a:pt x="232410" y="1830991"/>
                  <a:pt x="232410" y="1828991"/>
                </a:cubicBezTo>
                <a:cubicBezTo>
                  <a:pt x="232410" y="1826990"/>
                  <a:pt x="230791" y="1825371"/>
                  <a:pt x="228791" y="1825371"/>
                </a:cubicBezTo>
                <a:cubicBezTo>
                  <a:pt x="226790" y="1825371"/>
                  <a:pt x="225171" y="1826990"/>
                  <a:pt x="225171" y="1828991"/>
                </a:cubicBezTo>
                <a:cubicBezTo>
                  <a:pt x="225171" y="1830991"/>
                  <a:pt x="226790" y="1832610"/>
                  <a:pt x="228791" y="1832610"/>
                </a:cubicBezTo>
                <a:close/>
                <a:moveTo>
                  <a:pt x="304991" y="1833658"/>
                </a:moveTo>
                <a:cubicBezTo>
                  <a:pt x="307562" y="1833658"/>
                  <a:pt x="309658" y="1831562"/>
                  <a:pt x="309658" y="1828991"/>
                </a:cubicBezTo>
                <a:cubicBezTo>
                  <a:pt x="309658" y="1826419"/>
                  <a:pt x="307562" y="1824323"/>
                  <a:pt x="304991" y="1824323"/>
                </a:cubicBezTo>
                <a:cubicBezTo>
                  <a:pt x="302419" y="1824323"/>
                  <a:pt x="300323" y="1826419"/>
                  <a:pt x="300323" y="1828991"/>
                </a:cubicBezTo>
                <a:cubicBezTo>
                  <a:pt x="300323" y="1831562"/>
                  <a:pt x="302419" y="1833658"/>
                  <a:pt x="304991" y="1833658"/>
                </a:cubicBezTo>
                <a:close/>
                <a:moveTo>
                  <a:pt x="381191" y="1834896"/>
                </a:moveTo>
                <a:cubicBezTo>
                  <a:pt x="384429" y="1834896"/>
                  <a:pt x="387096" y="1832229"/>
                  <a:pt x="387096" y="1828991"/>
                </a:cubicBezTo>
                <a:cubicBezTo>
                  <a:pt x="387096" y="1825752"/>
                  <a:pt x="384429" y="1823085"/>
                  <a:pt x="381191" y="1823085"/>
                </a:cubicBezTo>
                <a:cubicBezTo>
                  <a:pt x="377952" y="1823085"/>
                  <a:pt x="375285" y="1825752"/>
                  <a:pt x="375285" y="1828991"/>
                </a:cubicBezTo>
                <a:cubicBezTo>
                  <a:pt x="375285" y="1832324"/>
                  <a:pt x="377952" y="1834896"/>
                  <a:pt x="381191" y="1834896"/>
                </a:cubicBezTo>
                <a:close/>
                <a:moveTo>
                  <a:pt x="457391" y="1835944"/>
                </a:moveTo>
                <a:cubicBezTo>
                  <a:pt x="461200" y="1835944"/>
                  <a:pt x="464344" y="1832801"/>
                  <a:pt x="464344" y="1828991"/>
                </a:cubicBezTo>
                <a:cubicBezTo>
                  <a:pt x="464344" y="1825181"/>
                  <a:pt x="461200" y="1822037"/>
                  <a:pt x="457391" y="1822037"/>
                </a:cubicBezTo>
                <a:cubicBezTo>
                  <a:pt x="453581" y="1822037"/>
                  <a:pt x="450437" y="1825181"/>
                  <a:pt x="450437" y="1828991"/>
                </a:cubicBezTo>
                <a:cubicBezTo>
                  <a:pt x="450437" y="1832801"/>
                  <a:pt x="453581" y="1835944"/>
                  <a:pt x="457391" y="1835944"/>
                </a:cubicBezTo>
                <a:close/>
                <a:moveTo>
                  <a:pt x="533591" y="1837277"/>
                </a:moveTo>
                <a:cubicBezTo>
                  <a:pt x="538163" y="1837277"/>
                  <a:pt x="541877" y="1833563"/>
                  <a:pt x="541877" y="1828991"/>
                </a:cubicBezTo>
                <a:cubicBezTo>
                  <a:pt x="541877" y="1824418"/>
                  <a:pt x="538163" y="1820704"/>
                  <a:pt x="533591" y="1820704"/>
                </a:cubicBezTo>
                <a:cubicBezTo>
                  <a:pt x="529019" y="1820704"/>
                  <a:pt x="525304" y="1824418"/>
                  <a:pt x="525304" y="1828991"/>
                </a:cubicBezTo>
                <a:cubicBezTo>
                  <a:pt x="525304" y="1833563"/>
                  <a:pt x="529019" y="1837277"/>
                  <a:pt x="533591" y="1837277"/>
                </a:cubicBezTo>
                <a:close/>
                <a:moveTo>
                  <a:pt x="609790" y="1838516"/>
                </a:moveTo>
                <a:cubicBezTo>
                  <a:pt x="615029" y="1838516"/>
                  <a:pt x="619315" y="1834229"/>
                  <a:pt x="619315" y="1828991"/>
                </a:cubicBezTo>
                <a:cubicBezTo>
                  <a:pt x="619315" y="1823752"/>
                  <a:pt x="615029" y="1819466"/>
                  <a:pt x="609790" y="1819466"/>
                </a:cubicBezTo>
                <a:cubicBezTo>
                  <a:pt x="604552" y="1819466"/>
                  <a:pt x="600266" y="1823752"/>
                  <a:pt x="600266" y="1828991"/>
                </a:cubicBezTo>
                <a:cubicBezTo>
                  <a:pt x="600266" y="1834229"/>
                  <a:pt x="604552" y="1838516"/>
                  <a:pt x="609790" y="1838516"/>
                </a:cubicBezTo>
                <a:close/>
                <a:moveTo>
                  <a:pt x="685990" y="1839754"/>
                </a:moveTo>
                <a:cubicBezTo>
                  <a:pt x="691896" y="1839754"/>
                  <a:pt x="696754" y="1834896"/>
                  <a:pt x="696754" y="1828991"/>
                </a:cubicBezTo>
                <a:cubicBezTo>
                  <a:pt x="696754" y="1823085"/>
                  <a:pt x="691896" y="1818227"/>
                  <a:pt x="685990" y="1818227"/>
                </a:cubicBezTo>
                <a:cubicBezTo>
                  <a:pt x="680085" y="1818227"/>
                  <a:pt x="675227" y="1823085"/>
                  <a:pt x="675227" y="1828991"/>
                </a:cubicBezTo>
                <a:cubicBezTo>
                  <a:pt x="675227" y="1834896"/>
                  <a:pt x="680085" y="1839754"/>
                  <a:pt x="685990" y="1839754"/>
                </a:cubicBezTo>
                <a:close/>
                <a:moveTo>
                  <a:pt x="762190" y="1840802"/>
                </a:moveTo>
                <a:cubicBezTo>
                  <a:pt x="768763" y="1840802"/>
                  <a:pt x="774002" y="1835468"/>
                  <a:pt x="774002" y="1828991"/>
                </a:cubicBezTo>
                <a:cubicBezTo>
                  <a:pt x="774002" y="1822514"/>
                  <a:pt x="768668" y="1817180"/>
                  <a:pt x="762190" y="1817180"/>
                </a:cubicBezTo>
                <a:cubicBezTo>
                  <a:pt x="755618" y="1817180"/>
                  <a:pt x="750380" y="1822514"/>
                  <a:pt x="750380" y="1828991"/>
                </a:cubicBezTo>
                <a:cubicBezTo>
                  <a:pt x="750380" y="1835468"/>
                  <a:pt x="755713" y="1840802"/>
                  <a:pt x="762190" y="1840802"/>
                </a:cubicBezTo>
                <a:close/>
                <a:moveTo>
                  <a:pt x="838390" y="1842135"/>
                </a:moveTo>
                <a:cubicBezTo>
                  <a:pt x="845630" y="1842135"/>
                  <a:pt x="851535" y="1836230"/>
                  <a:pt x="851535" y="1828991"/>
                </a:cubicBezTo>
                <a:cubicBezTo>
                  <a:pt x="851535" y="1821752"/>
                  <a:pt x="845630" y="1815846"/>
                  <a:pt x="838390" y="1815846"/>
                </a:cubicBezTo>
                <a:cubicBezTo>
                  <a:pt x="831152" y="1815846"/>
                  <a:pt x="825246" y="1821752"/>
                  <a:pt x="825246" y="1828991"/>
                </a:cubicBezTo>
                <a:cubicBezTo>
                  <a:pt x="825246" y="1836230"/>
                  <a:pt x="831152" y="1842135"/>
                  <a:pt x="838390" y="1842135"/>
                </a:cubicBezTo>
                <a:close/>
                <a:moveTo>
                  <a:pt x="914590" y="1843183"/>
                </a:moveTo>
                <a:cubicBezTo>
                  <a:pt x="922401" y="1843183"/>
                  <a:pt x="928783" y="1836801"/>
                  <a:pt x="928783" y="1828991"/>
                </a:cubicBezTo>
                <a:cubicBezTo>
                  <a:pt x="928783" y="1821180"/>
                  <a:pt x="922401" y="1814798"/>
                  <a:pt x="914590" y="1814798"/>
                </a:cubicBezTo>
                <a:cubicBezTo>
                  <a:pt x="906780" y="1814798"/>
                  <a:pt x="900398" y="1821180"/>
                  <a:pt x="900398" y="1828991"/>
                </a:cubicBezTo>
                <a:cubicBezTo>
                  <a:pt x="900494" y="1836801"/>
                  <a:pt x="906780" y="1843183"/>
                  <a:pt x="914590" y="1843183"/>
                </a:cubicBezTo>
                <a:close/>
                <a:moveTo>
                  <a:pt x="990790" y="1844421"/>
                </a:moveTo>
                <a:cubicBezTo>
                  <a:pt x="999268" y="1844421"/>
                  <a:pt x="1006221" y="1837468"/>
                  <a:pt x="1006221" y="1828991"/>
                </a:cubicBezTo>
                <a:cubicBezTo>
                  <a:pt x="1006221" y="1820513"/>
                  <a:pt x="999363" y="1813560"/>
                  <a:pt x="990790" y="1813560"/>
                </a:cubicBezTo>
                <a:cubicBezTo>
                  <a:pt x="982218" y="1813560"/>
                  <a:pt x="975360" y="1820513"/>
                  <a:pt x="975360" y="1828991"/>
                </a:cubicBezTo>
                <a:cubicBezTo>
                  <a:pt x="975360" y="1837468"/>
                  <a:pt x="982313" y="1844421"/>
                  <a:pt x="990790" y="1844421"/>
                </a:cubicBezTo>
                <a:close/>
                <a:moveTo>
                  <a:pt x="1066991" y="1845469"/>
                </a:moveTo>
                <a:cubicBezTo>
                  <a:pt x="1076135" y="1845469"/>
                  <a:pt x="1083469" y="1838135"/>
                  <a:pt x="1083469" y="1828991"/>
                </a:cubicBezTo>
                <a:cubicBezTo>
                  <a:pt x="1083469" y="1819847"/>
                  <a:pt x="1076135" y="1812512"/>
                  <a:pt x="1066991" y="1812512"/>
                </a:cubicBezTo>
                <a:cubicBezTo>
                  <a:pt x="1057847" y="1812512"/>
                  <a:pt x="1050512" y="1819847"/>
                  <a:pt x="1050512" y="1828991"/>
                </a:cubicBezTo>
                <a:cubicBezTo>
                  <a:pt x="1050512" y="1838135"/>
                  <a:pt x="1057942" y="1845469"/>
                  <a:pt x="1066991" y="1845469"/>
                </a:cubicBezTo>
                <a:close/>
                <a:moveTo>
                  <a:pt x="1143191" y="1846802"/>
                </a:moveTo>
                <a:cubicBezTo>
                  <a:pt x="1153001" y="1846802"/>
                  <a:pt x="1160907" y="1838897"/>
                  <a:pt x="1160907" y="1829086"/>
                </a:cubicBezTo>
                <a:cubicBezTo>
                  <a:pt x="1160907" y="1819275"/>
                  <a:pt x="1153001" y="1811369"/>
                  <a:pt x="1143191" y="1811369"/>
                </a:cubicBezTo>
                <a:cubicBezTo>
                  <a:pt x="1133380" y="1811369"/>
                  <a:pt x="1125474" y="1819275"/>
                  <a:pt x="1125474" y="1829086"/>
                </a:cubicBezTo>
                <a:cubicBezTo>
                  <a:pt x="1125474" y="1838801"/>
                  <a:pt x="1133380" y="1846802"/>
                  <a:pt x="1143191" y="1846802"/>
                </a:cubicBezTo>
                <a:close/>
                <a:moveTo>
                  <a:pt x="1219391" y="1847850"/>
                </a:moveTo>
                <a:cubicBezTo>
                  <a:pt x="1229773" y="1847850"/>
                  <a:pt x="1238155" y="1839468"/>
                  <a:pt x="1238155" y="1829086"/>
                </a:cubicBezTo>
                <a:cubicBezTo>
                  <a:pt x="1238155" y="1818704"/>
                  <a:pt x="1229773" y="1810322"/>
                  <a:pt x="1219391" y="1810322"/>
                </a:cubicBezTo>
                <a:cubicBezTo>
                  <a:pt x="1209008" y="1810322"/>
                  <a:pt x="1200626" y="1818704"/>
                  <a:pt x="1200626" y="1829086"/>
                </a:cubicBezTo>
                <a:cubicBezTo>
                  <a:pt x="1200626" y="1839373"/>
                  <a:pt x="1209008" y="1847850"/>
                  <a:pt x="1219391" y="1847850"/>
                </a:cubicBezTo>
                <a:close/>
                <a:moveTo>
                  <a:pt x="1295591" y="1849088"/>
                </a:moveTo>
                <a:cubicBezTo>
                  <a:pt x="1306639" y="1849088"/>
                  <a:pt x="1315688" y="1840135"/>
                  <a:pt x="1315688" y="1828991"/>
                </a:cubicBezTo>
                <a:cubicBezTo>
                  <a:pt x="1315688" y="1817846"/>
                  <a:pt x="1306735" y="1808893"/>
                  <a:pt x="1295591" y="1808893"/>
                </a:cubicBezTo>
                <a:cubicBezTo>
                  <a:pt x="1284446" y="1808893"/>
                  <a:pt x="1275493" y="1817846"/>
                  <a:pt x="1275493" y="1828991"/>
                </a:cubicBezTo>
                <a:cubicBezTo>
                  <a:pt x="1275493" y="1840135"/>
                  <a:pt x="1284542" y="1849088"/>
                  <a:pt x="1295591" y="1849088"/>
                </a:cubicBezTo>
                <a:close/>
                <a:moveTo>
                  <a:pt x="1371791" y="1850136"/>
                </a:moveTo>
                <a:cubicBezTo>
                  <a:pt x="1383506" y="1850136"/>
                  <a:pt x="1392936" y="1840706"/>
                  <a:pt x="1392936" y="1828991"/>
                </a:cubicBezTo>
                <a:cubicBezTo>
                  <a:pt x="1392936" y="1817275"/>
                  <a:pt x="1383506" y="1807845"/>
                  <a:pt x="1371791" y="1807845"/>
                </a:cubicBezTo>
                <a:cubicBezTo>
                  <a:pt x="1360075" y="1807845"/>
                  <a:pt x="1350645" y="1817275"/>
                  <a:pt x="1350645" y="1828991"/>
                </a:cubicBezTo>
                <a:cubicBezTo>
                  <a:pt x="1350645" y="1840706"/>
                  <a:pt x="1360170" y="1850136"/>
                  <a:pt x="1371791" y="1850136"/>
                </a:cubicBezTo>
                <a:close/>
                <a:moveTo>
                  <a:pt x="1447991" y="1851374"/>
                </a:moveTo>
                <a:cubicBezTo>
                  <a:pt x="1460373" y="1851374"/>
                  <a:pt x="1470374" y="1841373"/>
                  <a:pt x="1470374" y="1828991"/>
                </a:cubicBezTo>
                <a:cubicBezTo>
                  <a:pt x="1470374" y="1816608"/>
                  <a:pt x="1460373" y="1806607"/>
                  <a:pt x="1447991" y="1806607"/>
                </a:cubicBezTo>
                <a:cubicBezTo>
                  <a:pt x="1435608" y="1806607"/>
                  <a:pt x="1425607" y="1816608"/>
                  <a:pt x="1425607" y="1828991"/>
                </a:cubicBezTo>
                <a:cubicBezTo>
                  <a:pt x="1425607" y="1841373"/>
                  <a:pt x="1435608" y="1851374"/>
                  <a:pt x="1447991" y="1851374"/>
                </a:cubicBezTo>
                <a:close/>
                <a:moveTo>
                  <a:pt x="1524191" y="1852422"/>
                </a:moveTo>
                <a:cubicBezTo>
                  <a:pt x="1537145" y="1852422"/>
                  <a:pt x="1547622" y="1841945"/>
                  <a:pt x="1547622" y="1828991"/>
                </a:cubicBezTo>
                <a:cubicBezTo>
                  <a:pt x="1547622" y="1816037"/>
                  <a:pt x="1537145" y="1805559"/>
                  <a:pt x="1524191" y="1805559"/>
                </a:cubicBezTo>
                <a:cubicBezTo>
                  <a:pt x="1511237" y="1805559"/>
                  <a:pt x="1500759" y="1816037"/>
                  <a:pt x="1500759" y="1828991"/>
                </a:cubicBezTo>
                <a:cubicBezTo>
                  <a:pt x="1500759" y="1841945"/>
                  <a:pt x="1511237" y="1852422"/>
                  <a:pt x="1524191" y="1852422"/>
                </a:cubicBezTo>
                <a:close/>
                <a:moveTo>
                  <a:pt x="1600391" y="1853565"/>
                </a:moveTo>
                <a:cubicBezTo>
                  <a:pt x="1613916" y="1853565"/>
                  <a:pt x="1624870" y="1842611"/>
                  <a:pt x="1624870" y="1829086"/>
                </a:cubicBezTo>
                <a:cubicBezTo>
                  <a:pt x="1624870" y="1815560"/>
                  <a:pt x="1613916" y="1804607"/>
                  <a:pt x="1600391" y="1804607"/>
                </a:cubicBezTo>
                <a:cubicBezTo>
                  <a:pt x="1586865" y="1804607"/>
                  <a:pt x="1575911" y="1815560"/>
                  <a:pt x="1575911" y="1829086"/>
                </a:cubicBezTo>
                <a:cubicBezTo>
                  <a:pt x="1575911" y="1842611"/>
                  <a:pt x="1586865" y="1853565"/>
                  <a:pt x="1600391" y="1853565"/>
                </a:cubicBezTo>
                <a:close/>
                <a:moveTo>
                  <a:pt x="1676591" y="1854613"/>
                </a:moveTo>
                <a:cubicBezTo>
                  <a:pt x="1690688" y="1854613"/>
                  <a:pt x="1702118" y="1843183"/>
                  <a:pt x="1702118" y="1829086"/>
                </a:cubicBezTo>
                <a:cubicBezTo>
                  <a:pt x="1702118" y="1814989"/>
                  <a:pt x="1690688" y="1803559"/>
                  <a:pt x="1676591" y="1803559"/>
                </a:cubicBezTo>
                <a:cubicBezTo>
                  <a:pt x="1662493" y="1803559"/>
                  <a:pt x="1651064" y="1814989"/>
                  <a:pt x="1651064" y="1829086"/>
                </a:cubicBezTo>
                <a:cubicBezTo>
                  <a:pt x="1651064" y="1843088"/>
                  <a:pt x="1662493" y="1854613"/>
                  <a:pt x="1676591" y="1854613"/>
                </a:cubicBezTo>
                <a:close/>
                <a:moveTo>
                  <a:pt x="1752791" y="1854994"/>
                </a:moveTo>
                <a:cubicBezTo>
                  <a:pt x="1767173" y="1854994"/>
                  <a:pt x="1778794" y="1843373"/>
                  <a:pt x="1778794" y="1828991"/>
                </a:cubicBezTo>
                <a:cubicBezTo>
                  <a:pt x="1778794" y="1814608"/>
                  <a:pt x="1767173" y="1802987"/>
                  <a:pt x="1752791" y="1802987"/>
                </a:cubicBezTo>
                <a:cubicBezTo>
                  <a:pt x="1738408" y="1802987"/>
                  <a:pt x="1726787" y="1814608"/>
                  <a:pt x="1726787" y="1828991"/>
                </a:cubicBezTo>
                <a:cubicBezTo>
                  <a:pt x="1726787" y="1843373"/>
                  <a:pt x="1738503" y="1854994"/>
                  <a:pt x="1752791" y="1854994"/>
                </a:cubicBezTo>
                <a:close/>
                <a:moveTo>
                  <a:pt x="1828991" y="1854613"/>
                </a:moveTo>
                <a:cubicBezTo>
                  <a:pt x="1843088" y="1854613"/>
                  <a:pt x="1854518" y="1843183"/>
                  <a:pt x="1854518" y="1829086"/>
                </a:cubicBezTo>
                <a:cubicBezTo>
                  <a:pt x="1854518" y="1814989"/>
                  <a:pt x="1843088" y="1803559"/>
                  <a:pt x="1828991" y="1803559"/>
                </a:cubicBezTo>
                <a:cubicBezTo>
                  <a:pt x="1814893" y="1803559"/>
                  <a:pt x="1803464" y="1814989"/>
                  <a:pt x="1803464" y="1829086"/>
                </a:cubicBezTo>
                <a:cubicBezTo>
                  <a:pt x="1803464" y="1843088"/>
                  <a:pt x="1814893" y="1854613"/>
                  <a:pt x="1828991" y="1854613"/>
                </a:cubicBezTo>
                <a:close/>
                <a:moveTo>
                  <a:pt x="1905191" y="1853756"/>
                </a:moveTo>
                <a:cubicBezTo>
                  <a:pt x="1918811" y="1853756"/>
                  <a:pt x="1929956" y="1842707"/>
                  <a:pt x="1929956" y="1828991"/>
                </a:cubicBezTo>
                <a:cubicBezTo>
                  <a:pt x="1929956" y="1815370"/>
                  <a:pt x="1918907" y="1804226"/>
                  <a:pt x="1905191" y="1804226"/>
                </a:cubicBezTo>
                <a:cubicBezTo>
                  <a:pt x="1891570" y="1804226"/>
                  <a:pt x="1880426" y="1815275"/>
                  <a:pt x="1880426" y="1828991"/>
                </a:cubicBezTo>
                <a:cubicBezTo>
                  <a:pt x="1880521" y="1842707"/>
                  <a:pt x="1891570" y="1853756"/>
                  <a:pt x="1905191" y="1853756"/>
                </a:cubicBezTo>
                <a:close/>
                <a:moveTo>
                  <a:pt x="1981391" y="1852708"/>
                </a:moveTo>
                <a:cubicBezTo>
                  <a:pt x="1994440" y="1852708"/>
                  <a:pt x="2005013" y="1842135"/>
                  <a:pt x="2005013" y="1829086"/>
                </a:cubicBezTo>
                <a:cubicBezTo>
                  <a:pt x="2005013" y="1816037"/>
                  <a:pt x="1994440" y="1805464"/>
                  <a:pt x="1981391" y="1805464"/>
                </a:cubicBezTo>
                <a:cubicBezTo>
                  <a:pt x="1968341" y="1805464"/>
                  <a:pt x="1957768" y="1816037"/>
                  <a:pt x="1957768" y="1829086"/>
                </a:cubicBezTo>
                <a:cubicBezTo>
                  <a:pt x="1957768" y="1842040"/>
                  <a:pt x="1968341" y="1852708"/>
                  <a:pt x="1981391" y="1852708"/>
                </a:cubicBezTo>
                <a:close/>
                <a:moveTo>
                  <a:pt x="2057591" y="1851374"/>
                </a:moveTo>
                <a:cubicBezTo>
                  <a:pt x="2069973" y="1851374"/>
                  <a:pt x="2079974" y="1841373"/>
                  <a:pt x="2079974" y="1828991"/>
                </a:cubicBezTo>
                <a:cubicBezTo>
                  <a:pt x="2079974" y="1816608"/>
                  <a:pt x="2069973" y="1806607"/>
                  <a:pt x="2057591" y="1806607"/>
                </a:cubicBezTo>
                <a:cubicBezTo>
                  <a:pt x="2045208" y="1806607"/>
                  <a:pt x="2035207" y="1816608"/>
                  <a:pt x="2035207" y="1828991"/>
                </a:cubicBezTo>
                <a:cubicBezTo>
                  <a:pt x="2035207" y="1841373"/>
                  <a:pt x="2045208" y="1851374"/>
                  <a:pt x="2057591" y="1851374"/>
                </a:cubicBezTo>
                <a:close/>
                <a:moveTo>
                  <a:pt x="2133791" y="1850327"/>
                </a:moveTo>
                <a:cubicBezTo>
                  <a:pt x="2145602" y="1850327"/>
                  <a:pt x="2155127" y="1840802"/>
                  <a:pt x="2155127" y="1828991"/>
                </a:cubicBezTo>
                <a:cubicBezTo>
                  <a:pt x="2155127" y="1817180"/>
                  <a:pt x="2145602" y="1807655"/>
                  <a:pt x="2133791" y="1807655"/>
                </a:cubicBezTo>
                <a:cubicBezTo>
                  <a:pt x="2121980" y="1807655"/>
                  <a:pt x="2112455" y="1817180"/>
                  <a:pt x="2112455" y="1828991"/>
                </a:cubicBezTo>
                <a:cubicBezTo>
                  <a:pt x="2112455" y="1840802"/>
                  <a:pt x="2121980" y="1850327"/>
                  <a:pt x="2133791" y="1850327"/>
                </a:cubicBezTo>
                <a:close/>
                <a:moveTo>
                  <a:pt x="2209991" y="1849088"/>
                </a:moveTo>
                <a:cubicBezTo>
                  <a:pt x="2221040" y="1849088"/>
                  <a:pt x="2230088" y="1840135"/>
                  <a:pt x="2230088" y="1828991"/>
                </a:cubicBezTo>
                <a:cubicBezTo>
                  <a:pt x="2230088" y="1817846"/>
                  <a:pt x="2221135" y="1808893"/>
                  <a:pt x="2209991" y="1808893"/>
                </a:cubicBezTo>
                <a:cubicBezTo>
                  <a:pt x="2198846" y="1808893"/>
                  <a:pt x="2189893" y="1817846"/>
                  <a:pt x="2189893" y="1828991"/>
                </a:cubicBezTo>
                <a:cubicBezTo>
                  <a:pt x="2189893" y="1840135"/>
                  <a:pt x="2198942" y="1849088"/>
                  <a:pt x="2209991" y="1849088"/>
                </a:cubicBezTo>
                <a:close/>
                <a:moveTo>
                  <a:pt x="2286191" y="1848041"/>
                </a:moveTo>
                <a:cubicBezTo>
                  <a:pt x="2296668" y="1848041"/>
                  <a:pt x="2305241" y="1839563"/>
                  <a:pt x="2305241" y="1828991"/>
                </a:cubicBezTo>
                <a:cubicBezTo>
                  <a:pt x="2305241" y="1818513"/>
                  <a:pt x="2296763" y="1809941"/>
                  <a:pt x="2286191" y="1809941"/>
                </a:cubicBezTo>
                <a:cubicBezTo>
                  <a:pt x="2275713" y="1809941"/>
                  <a:pt x="2267141" y="1818418"/>
                  <a:pt x="2267141" y="1828991"/>
                </a:cubicBezTo>
                <a:cubicBezTo>
                  <a:pt x="2267236" y="1839468"/>
                  <a:pt x="2275713" y="1848041"/>
                  <a:pt x="2286191" y="1848041"/>
                </a:cubicBezTo>
                <a:close/>
                <a:moveTo>
                  <a:pt x="2362391" y="1846802"/>
                </a:moveTo>
                <a:cubicBezTo>
                  <a:pt x="2372201" y="1846802"/>
                  <a:pt x="2380107" y="1838897"/>
                  <a:pt x="2380107" y="1829086"/>
                </a:cubicBezTo>
                <a:cubicBezTo>
                  <a:pt x="2380107" y="1819275"/>
                  <a:pt x="2372201" y="1811369"/>
                  <a:pt x="2362391" y="1811369"/>
                </a:cubicBezTo>
                <a:cubicBezTo>
                  <a:pt x="2352580" y="1811369"/>
                  <a:pt x="2344674" y="1819275"/>
                  <a:pt x="2344674" y="1829086"/>
                </a:cubicBezTo>
                <a:cubicBezTo>
                  <a:pt x="2344674" y="1838801"/>
                  <a:pt x="2352580" y="1846802"/>
                  <a:pt x="2362391" y="1846802"/>
                </a:cubicBezTo>
                <a:close/>
                <a:moveTo>
                  <a:pt x="2438591" y="1845659"/>
                </a:moveTo>
                <a:cubicBezTo>
                  <a:pt x="2447830" y="1845659"/>
                  <a:pt x="2455259" y="1838230"/>
                  <a:pt x="2455259" y="1828991"/>
                </a:cubicBezTo>
                <a:cubicBezTo>
                  <a:pt x="2455259" y="1819751"/>
                  <a:pt x="2447830" y="1812322"/>
                  <a:pt x="2438591" y="1812322"/>
                </a:cubicBezTo>
                <a:cubicBezTo>
                  <a:pt x="2429351" y="1812322"/>
                  <a:pt x="2421922" y="1819751"/>
                  <a:pt x="2421922" y="1828991"/>
                </a:cubicBezTo>
                <a:cubicBezTo>
                  <a:pt x="2421922" y="1838230"/>
                  <a:pt x="2429351" y="1845659"/>
                  <a:pt x="2438591" y="1845659"/>
                </a:cubicBezTo>
                <a:close/>
                <a:moveTo>
                  <a:pt x="2514791" y="1844421"/>
                </a:moveTo>
                <a:cubicBezTo>
                  <a:pt x="2523268" y="1844421"/>
                  <a:pt x="2530221" y="1837468"/>
                  <a:pt x="2530221" y="1828991"/>
                </a:cubicBezTo>
                <a:cubicBezTo>
                  <a:pt x="2530221" y="1820513"/>
                  <a:pt x="2523268" y="1813560"/>
                  <a:pt x="2514791" y="1813560"/>
                </a:cubicBezTo>
                <a:cubicBezTo>
                  <a:pt x="2506313" y="1813560"/>
                  <a:pt x="2499360" y="1820513"/>
                  <a:pt x="2499360" y="1828991"/>
                </a:cubicBezTo>
                <a:cubicBezTo>
                  <a:pt x="2499360" y="1837468"/>
                  <a:pt x="2506313" y="1844421"/>
                  <a:pt x="2514791" y="1844421"/>
                </a:cubicBezTo>
                <a:close/>
                <a:moveTo>
                  <a:pt x="2590991" y="1843373"/>
                </a:moveTo>
                <a:cubicBezTo>
                  <a:pt x="2598896" y="1843373"/>
                  <a:pt x="2605373" y="1836896"/>
                  <a:pt x="2605373" y="1828991"/>
                </a:cubicBezTo>
                <a:cubicBezTo>
                  <a:pt x="2605373" y="1821085"/>
                  <a:pt x="2598896" y="1814608"/>
                  <a:pt x="2590991" y="1814608"/>
                </a:cubicBezTo>
                <a:cubicBezTo>
                  <a:pt x="2583085" y="1814608"/>
                  <a:pt x="2576608" y="1821085"/>
                  <a:pt x="2576608" y="1828991"/>
                </a:cubicBezTo>
                <a:cubicBezTo>
                  <a:pt x="2576608" y="1836896"/>
                  <a:pt x="2583085" y="1843373"/>
                  <a:pt x="2590991" y="1843373"/>
                </a:cubicBezTo>
                <a:close/>
                <a:moveTo>
                  <a:pt x="2667191" y="1842135"/>
                </a:moveTo>
                <a:cubicBezTo>
                  <a:pt x="2674430" y="1842135"/>
                  <a:pt x="2680335" y="1836230"/>
                  <a:pt x="2680335" y="1828991"/>
                </a:cubicBezTo>
                <a:cubicBezTo>
                  <a:pt x="2680335" y="1821752"/>
                  <a:pt x="2674430" y="1815846"/>
                  <a:pt x="2667191" y="1815846"/>
                </a:cubicBezTo>
                <a:cubicBezTo>
                  <a:pt x="2659952" y="1815846"/>
                  <a:pt x="2654046" y="1821752"/>
                  <a:pt x="2654046" y="1828991"/>
                </a:cubicBezTo>
                <a:cubicBezTo>
                  <a:pt x="2654046" y="1836230"/>
                  <a:pt x="2659952" y="1842135"/>
                  <a:pt x="2667191" y="1842135"/>
                </a:cubicBezTo>
                <a:close/>
                <a:moveTo>
                  <a:pt x="2743391" y="1841087"/>
                </a:moveTo>
                <a:cubicBezTo>
                  <a:pt x="2750058" y="1841087"/>
                  <a:pt x="2755392" y="1835658"/>
                  <a:pt x="2755392" y="1829086"/>
                </a:cubicBezTo>
                <a:cubicBezTo>
                  <a:pt x="2755392" y="1822418"/>
                  <a:pt x="2749963" y="1817084"/>
                  <a:pt x="2743391" y="1817084"/>
                </a:cubicBezTo>
                <a:cubicBezTo>
                  <a:pt x="2736723" y="1817084"/>
                  <a:pt x="2731389" y="1822514"/>
                  <a:pt x="2731389" y="1829086"/>
                </a:cubicBezTo>
                <a:cubicBezTo>
                  <a:pt x="2731389" y="1835658"/>
                  <a:pt x="2736723" y="1841087"/>
                  <a:pt x="2743391" y="1841087"/>
                </a:cubicBezTo>
                <a:close/>
                <a:moveTo>
                  <a:pt x="2819591" y="1839754"/>
                </a:moveTo>
                <a:cubicBezTo>
                  <a:pt x="2825496" y="1839754"/>
                  <a:pt x="2830354" y="1834896"/>
                  <a:pt x="2830354" y="1828991"/>
                </a:cubicBezTo>
                <a:cubicBezTo>
                  <a:pt x="2830354" y="1823085"/>
                  <a:pt x="2825496" y="1818227"/>
                  <a:pt x="2819591" y="1818227"/>
                </a:cubicBezTo>
                <a:cubicBezTo>
                  <a:pt x="2813685" y="1818227"/>
                  <a:pt x="2808828" y="1823085"/>
                  <a:pt x="2808828" y="1828991"/>
                </a:cubicBezTo>
                <a:cubicBezTo>
                  <a:pt x="2808828" y="1834896"/>
                  <a:pt x="2813685" y="1839754"/>
                  <a:pt x="2819591" y="1839754"/>
                </a:cubicBezTo>
                <a:close/>
                <a:moveTo>
                  <a:pt x="2895791" y="1838706"/>
                </a:moveTo>
                <a:cubicBezTo>
                  <a:pt x="2901124" y="1838706"/>
                  <a:pt x="2905506" y="1834325"/>
                  <a:pt x="2905506" y="1828991"/>
                </a:cubicBezTo>
                <a:cubicBezTo>
                  <a:pt x="2905506" y="1823657"/>
                  <a:pt x="2901124" y="1819275"/>
                  <a:pt x="2895791" y="1819275"/>
                </a:cubicBezTo>
                <a:cubicBezTo>
                  <a:pt x="2890457" y="1819275"/>
                  <a:pt x="2886075" y="1823657"/>
                  <a:pt x="2886075" y="1828991"/>
                </a:cubicBezTo>
                <a:cubicBezTo>
                  <a:pt x="2886075" y="1834325"/>
                  <a:pt x="2890457" y="1838706"/>
                  <a:pt x="2895791" y="1838706"/>
                </a:cubicBezTo>
                <a:close/>
                <a:moveTo>
                  <a:pt x="2971991" y="1837468"/>
                </a:moveTo>
                <a:cubicBezTo>
                  <a:pt x="2976658" y="1837468"/>
                  <a:pt x="2980468" y="1833658"/>
                  <a:pt x="2980468" y="1828991"/>
                </a:cubicBezTo>
                <a:cubicBezTo>
                  <a:pt x="2980468" y="1824323"/>
                  <a:pt x="2976658" y="1820513"/>
                  <a:pt x="2971991" y="1820513"/>
                </a:cubicBezTo>
                <a:cubicBezTo>
                  <a:pt x="2967323" y="1820513"/>
                  <a:pt x="2963513" y="1824323"/>
                  <a:pt x="2963513" y="1828991"/>
                </a:cubicBezTo>
                <a:cubicBezTo>
                  <a:pt x="2963513" y="1833658"/>
                  <a:pt x="2967323" y="1837468"/>
                  <a:pt x="2971991" y="1837468"/>
                </a:cubicBezTo>
                <a:close/>
                <a:moveTo>
                  <a:pt x="3048191" y="1836230"/>
                </a:moveTo>
                <a:cubicBezTo>
                  <a:pt x="3052191" y="1836230"/>
                  <a:pt x="3055334" y="1832991"/>
                  <a:pt x="3055334" y="1829086"/>
                </a:cubicBezTo>
                <a:cubicBezTo>
                  <a:pt x="3055334" y="1825085"/>
                  <a:pt x="3052096" y="1821942"/>
                  <a:pt x="3048191" y="1821942"/>
                </a:cubicBezTo>
                <a:cubicBezTo>
                  <a:pt x="3044190" y="1821942"/>
                  <a:pt x="3041047" y="1825181"/>
                  <a:pt x="3041047" y="1829086"/>
                </a:cubicBezTo>
                <a:cubicBezTo>
                  <a:pt x="3041047" y="1832991"/>
                  <a:pt x="3044285" y="1836230"/>
                  <a:pt x="3048191" y="1836230"/>
                </a:cubicBezTo>
                <a:close/>
                <a:moveTo>
                  <a:pt x="3124391" y="1835182"/>
                </a:moveTo>
                <a:cubicBezTo>
                  <a:pt x="3127820" y="1835182"/>
                  <a:pt x="3130487" y="1832420"/>
                  <a:pt x="3130487" y="1829086"/>
                </a:cubicBezTo>
                <a:cubicBezTo>
                  <a:pt x="3130487" y="1825752"/>
                  <a:pt x="3127724" y="1822990"/>
                  <a:pt x="3124391" y="1822990"/>
                </a:cubicBezTo>
                <a:cubicBezTo>
                  <a:pt x="3120962" y="1822990"/>
                  <a:pt x="3118295" y="1825752"/>
                  <a:pt x="3118295" y="1829086"/>
                </a:cubicBezTo>
                <a:cubicBezTo>
                  <a:pt x="3118295" y="1832420"/>
                  <a:pt x="3121057" y="1835182"/>
                  <a:pt x="3124391" y="1835182"/>
                </a:cubicBezTo>
                <a:close/>
                <a:moveTo>
                  <a:pt x="3200591" y="1833848"/>
                </a:moveTo>
                <a:cubicBezTo>
                  <a:pt x="3203258" y="1833848"/>
                  <a:pt x="3205448" y="1831658"/>
                  <a:pt x="3205448" y="1828991"/>
                </a:cubicBezTo>
                <a:cubicBezTo>
                  <a:pt x="3205448" y="1826324"/>
                  <a:pt x="3203258" y="1824133"/>
                  <a:pt x="3200591" y="1824133"/>
                </a:cubicBezTo>
                <a:cubicBezTo>
                  <a:pt x="3197924" y="1824133"/>
                  <a:pt x="3195733" y="1826324"/>
                  <a:pt x="3195733" y="1828991"/>
                </a:cubicBezTo>
                <a:cubicBezTo>
                  <a:pt x="3195733" y="1831658"/>
                  <a:pt x="3197924" y="1833848"/>
                  <a:pt x="3200591" y="1833848"/>
                </a:cubicBezTo>
                <a:close/>
                <a:moveTo>
                  <a:pt x="3276791" y="1832801"/>
                </a:moveTo>
                <a:cubicBezTo>
                  <a:pt x="3278886" y="1832801"/>
                  <a:pt x="3280601" y="1831086"/>
                  <a:pt x="3280601" y="1828991"/>
                </a:cubicBezTo>
                <a:cubicBezTo>
                  <a:pt x="3280601" y="1826895"/>
                  <a:pt x="3278886" y="1825181"/>
                  <a:pt x="3276791" y="1825181"/>
                </a:cubicBezTo>
                <a:cubicBezTo>
                  <a:pt x="3274695" y="1825181"/>
                  <a:pt x="3272981" y="1826895"/>
                  <a:pt x="3272981" y="1828991"/>
                </a:cubicBezTo>
                <a:cubicBezTo>
                  <a:pt x="3272981" y="1831086"/>
                  <a:pt x="3274695" y="1832801"/>
                  <a:pt x="3276791" y="1832801"/>
                </a:cubicBezTo>
                <a:close/>
                <a:moveTo>
                  <a:pt x="3352991" y="1831562"/>
                </a:moveTo>
                <a:cubicBezTo>
                  <a:pt x="3354420" y="1831562"/>
                  <a:pt x="3355562" y="1830419"/>
                  <a:pt x="3355562" y="1828991"/>
                </a:cubicBezTo>
                <a:cubicBezTo>
                  <a:pt x="3355562" y="1827562"/>
                  <a:pt x="3354420" y="1826419"/>
                  <a:pt x="3352991" y="1826419"/>
                </a:cubicBezTo>
                <a:cubicBezTo>
                  <a:pt x="3351562" y="1826419"/>
                  <a:pt x="3350419" y="1827562"/>
                  <a:pt x="3350419" y="1828991"/>
                </a:cubicBezTo>
                <a:cubicBezTo>
                  <a:pt x="3350419" y="1830419"/>
                  <a:pt x="3351657" y="1831562"/>
                  <a:pt x="3352991" y="1831562"/>
                </a:cubicBezTo>
                <a:close/>
                <a:moveTo>
                  <a:pt x="3429191" y="1830514"/>
                </a:moveTo>
                <a:cubicBezTo>
                  <a:pt x="3430048" y="1830514"/>
                  <a:pt x="3430715" y="1829848"/>
                  <a:pt x="3430715" y="1828991"/>
                </a:cubicBezTo>
                <a:cubicBezTo>
                  <a:pt x="3430715" y="1828133"/>
                  <a:pt x="3430048" y="1827467"/>
                  <a:pt x="3429191" y="1827467"/>
                </a:cubicBezTo>
                <a:cubicBezTo>
                  <a:pt x="3428333" y="1827467"/>
                  <a:pt x="3427666" y="1828133"/>
                  <a:pt x="3427666" y="1828991"/>
                </a:cubicBezTo>
                <a:cubicBezTo>
                  <a:pt x="3427666" y="1829848"/>
                  <a:pt x="3428429" y="1830514"/>
                  <a:pt x="3429191" y="1830514"/>
                </a:cubicBezTo>
                <a:close/>
                <a:moveTo>
                  <a:pt x="3505391" y="1829181"/>
                </a:moveTo>
                <a:cubicBezTo>
                  <a:pt x="3505486" y="1829181"/>
                  <a:pt x="3505581" y="1829086"/>
                  <a:pt x="3505581" y="1828991"/>
                </a:cubicBezTo>
                <a:cubicBezTo>
                  <a:pt x="3505581" y="1828895"/>
                  <a:pt x="3505486" y="1828800"/>
                  <a:pt x="3505391" y="1828800"/>
                </a:cubicBezTo>
                <a:cubicBezTo>
                  <a:pt x="3505295" y="1828800"/>
                  <a:pt x="3505200" y="1828895"/>
                  <a:pt x="3505200" y="1828991"/>
                </a:cubicBezTo>
                <a:cubicBezTo>
                  <a:pt x="3505200" y="1829086"/>
                  <a:pt x="3505295" y="1829181"/>
                  <a:pt x="3505391" y="1829181"/>
                </a:cubicBezTo>
                <a:close/>
                <a:moveTo>
                  <a:pt x="191" y="1905381"/>
                </a:moveTo>
                <a:cubicBezTo>
                  <a:pt x="286" y="1905381"/>
                  <a:pt x="381" y="1905286"/>
                  <a:pt x="381" y="1905191"/>
                </a:cubicBezTo>
                <a:cubicBezTo>
                  <a:pt x="381" y="1905095"/>
                  <a:pt x="286" y="1905000"/>
                  <a:pt x="191" y="1905000"/>
                </a:cubicBezTo>
                <a:cubicBezTo>
                  <a:pt x="95" y="1905000"/>
                  <a:pt x="0" y="1905095"/>
                  <a:pt x="0" y="1905191"/>
                </a:cubicBezTo>
                <a:cubicBezTo>
                  <a:pt x="0" y="1905286"/>
                  <a:pt x="95" y="1905381"/>
                  <a:pt x="191" y="1905381"/>
                </a:cubicBezTo>
                <a:close/>
                <a:moveTo>
                  <a:pt x="76391" y="1906524"/>
                </a:moveTo>
                <a:cubicBezTo>
                  <a:pt x="77057" y="1906524"/>
                  <a:pt x="77629" y="1905953"/>
                  <a:pt x="77629" y="1905286"/>
                </a:cubicBezTo>
                <a:cubicBezTo>
                  <a:pt x="77629" y="1904619"/>
                  <a:pt x="77057" y="1904048"/>
                  <a:pt x="76391" y="1904048"/>
                </a:cubicBezTo>
                <a:cubicBezTo>
                  <a:pt x="75724" y="1904048"/>
                  <a:pt x="75152" y="1904619"/>
                  <a:pt x="75152" y="1905286"/>
                </a:cubicBezTo>
                <a:cubicBezTo>
                  <a:pt x="75152" y="1905953"/>
                  <a:pt x="75724" y="1906524"/>
                  <a:pt x="76391" y="1906524"/>
                </a:cubicBezTo>
                <a:close/>
                <a:moveTo>
                  <a:pt x="152591" y="1907572"/>
                </a:moveTo>
                <a:cubicBezTo>
                  <a:pt x="153829" y="1907572"/>
                  <a:pt x="154877" y="1906524"/>
                  <a:pt x="154877" y="1905286"/>
                </a:cubicBezTo>
                <a:cubicBezTo>
                  <a:pt x="154877" y="1904048"/>
                  <a:pt x="153829" y="1903000"/>
                  <a:pt x="152591" y="1903000"/>
                </a:cubicBezTo>
                <a:cubicBezTo>
                  <a:pt x="151352" y="1903000"/>
                  <a:pt x="150305" y="1904048"/>
                  <a:pt x="150305" y="1905286"/>
                </a:cubicBezTo>
                <a:cubicBezTo>
                  <a:pt x="150305" y="1906524"/>
                  <a:pt x="151352" y="1907572"/>
                  <a:pt x="152591" y="1907572"/>
                </a:cubicBezTo>
                <a:close/>
                <a:moveTo>
                  <a:pt x="228791" y="1908810"/>
                </a:moveTo>
                <a:cubicBezTo>
                  <a:pt x="230791" y="1908810"/>
                  <a:pt x="232410" y="1907191"/>
                  <a:pt x="232410" y="1905191"/>
                </a:cubicBezTo>
                <a:cubicBezTo>
                  <a:pt x="232410" y="1903190"/>
                  <a:pt x="230791" y="1901571"/>
                  <a:pt x="228791" y="1901571"/>
                </a:cubicBezTo>
                <a:cubicBezTo>
                  <a:pt x="226790" y="1901571"/>
                  <a:pt x="225171" y="1903190"/>
                  <a:pt x="225171" y="1905191"/>
                </a:cubicBezTo>
                <a:cubicBezTo>
                  <a:pt x="225171" y="1907191"/>
                  <a:pt x="226790" y="1908810"/>
                  <a:pt x="228791" y="1908810"/>
                </a:cubicBezTo>
                <a:close/>
                <a:moveTo>
                  <a:pt x="304991" y="1909858"/>
                </a:moveTo>
                <a:cubicBezTo>
                  <a:pt x="307562" y="1909858"/>
                  <a:pt x="309658" y="1907762"/>
                  <a:pt x="309658" y="1905191"/>
                </a:cubicBezTo>
                <a:cubicBezTo>
                  <a:pt x="309658" y="1902619"/>
                  <a:pt x="307562" y="1900523"/>
                  <a:pt x="304991" y="1900523"/>
                </a:cubicBezTo>
                <a:cubicBezTo>
                  <a:pt x="302419" y="1900523"/>
                  <a:pt x="300323" y="1902619"/>
                  <a:pt x="300323" y="1905191"/>
                </a:cubicBezTo>
                <a:cubicBezTo>
                  <a:pt x="300323" y="1907762"/>
                  <a:pt x="302419" y="1909858"/>
                  <a:pt x="304991" y="1909858"/>
                </a:cubicBezTo>
                <a:close/>
                <a:moveTo>
                  <a:pt x="381191" y="1911096"/>
                </a:moveTo>
                <a:cubicBezTo>
                  <a:pt x="384429" y="1911096"/>
                  <a:pt x="387096" y="1908429"/>
                  <a:pt x="387096" y="1905191"/>
                </a:cubicBezTo>
                <a:cubicBezTo>
                  <a:pt x="387096" y="1901952"/>
                  <a:pt x="384429" y="1899285"/>
                  <a:pt x="381191" y="1899285"/>
                </a:cubicBezTo>
                <a:cubicBezTo>
                  <a:pt x="377952" y="1899285"/>
                  <a:pt x="375285" y="1901952"/>
                  <a:pt x="375285" y="1905191"/>
                </a:cubicBezTo>
                <a:cubicBezTo>
                  <a:pt x="375285" y="1908524"/>
                  <a:pt x="377952" y="1911096"/>
                  <a:pt x="381191" y="1911096"/>
                </a:cubicBezTo>
                <a:close/>
                <a:moveTo>
                  <a:pt x="457391" y="1912144"/>
                </a:moveTo>
                <a:cubicBezTo>
                  <a:pt x="461200" y="1912144"/>
                  <a:pt x="464344" y="1909001"/>
                  <a:pt x="464344" y="1905191"/>
                </a:cubicBezTo>
                <a:cubicBezTo>
                  <a:pt x="464344" y="1901381"/>
                  <a:pt x="461200" y="1898237"/>
                  <a:pt x="457391" y="1898237"/>
                </a:cubicBezTo>
                <a:cubicBezTo>
                  <a:pt x="453581" y="1898237"/>
                  <a:pt x="450437" y="1901381"/>
                  <a:pt x="450437" y="1905191"/>
                </a:cubicBezTo>
                <a:cubicBezTo>
                  <a:pt x="450437" y="1909001"/>
                  <a:pt x="453581" y="1912144"/>
                  <a:pt x="457391" y="1912144"/>
                </a:cubicBezTo>
                <a:close/>
                <a:moveTo>
                  <a:pt x="533591" y="1913287"/>
                </a:moveTo>
                <a:cubicBezTo>
                  <a:pt x="538067" y="1913287"/>
                  <a:pt x="541592" y="1909667"/>
                  <a:pt x="541592" y="1905286"/>
                </a:cubicBezTo>
                <a:cubicBezTo>
                  <a:pt x="541592" y="1900809"/>
                  <a:pt x="537972" y="1897285"/>
                  <a:pt x="533591" y="1897285"/>
                </a:cubicBezTo>
                <a:cubicBezTo>
                  <a:pt x="529114" y="1897285"/>
                  <a:pt x="525590" y="1900904"/>
                  <a:pt x="525590" y="1905286"/>
                </a:cubicBezTo>
                <a:cubicBezTo>
                  <a:pt x="525590" y="1909667"/>
                  <a:pt x="529209" y="1913287"/>
                  <a:pt x="533591" y="1913287"/>
                </a:cubicBezTo>
                <a:close/>
                <a:moveTo>
                  <a:pt x="609790" y="1914525"/>
                </a:moveTo>
                <a:cubicBezTo>
                  <a:pt x="614934" y="1914525"/>
                  <a:pt x="619125" y="1910334"/>
                  <a:pt x="619125" y="1905191"/>
                </a:cubicBezTo>
                <a:cubicBezTo>
                  <a:pt x="619125" y="1900047"/>
                  <a:pt x="614934" y="1895856"/>
                  <a:pt x="609790" y="1895856"/>
                </a:cubicBezTo>
                <a:cubicBezTo>
                  <a:pt x="604647" y="1895856"/>
                  <a:pt x="600456" y="1900047"/>
                  <a:pt x="600456" y="1905191"/>
                </a:cubicBezTo>
                <a:cubicBezTo>
                  <a:pt x="600551" y="1910334"/>
                  <a:pt x="604647" y="1914525"/>
                  <a:pt x="609790" y="1914525"/>
                </a:cubicBezTo>
                <a:close/>
                <a:moveTo>
                  <a:pt x="685990" y="1915763"/>
                </a:moveTo>
                <a:cubicBezTo>
                  <a:pt x="691801" y="1915763"/>
                  <a:pt x="696563" y="1911001"/>
                  <a:pt x="696563" y="1905191"/>
                </a:cubicBezTo>
                <a:cubicBezTo>
                  <a:pt x="696563" y="1899380"/>
                  <a:pt x="691801" y="1894618"/>
                  <a:pt x="685990" y="1894618"/>
                </a:cubicBezTo>
                <a:cubicBezTo>
                  <a:pt x="680180" y="1894618"/>
                  <a:pt x="675418" y="1899380"/>
                  <a:pt x="675418" y="1905191"/>
                </a:cubicBezTo>
                <a:cubicBezTo>
                  <a:pt x="675418" y="1911001"/>
                  <a:pt x="680180" y="1915763"/>
                  <a:pt x="685990" y="1915763"/>
                </a:cubicBezTo>
                <a:close/>
                <a:moveTo>
                  <a:pt x="762190" y="1916811"/>
                </a:moveTo>
                <a:cubicBezTo>
                  <a:pt x="768572" y="1916811"/>
                  <a:pt x="773811" y="1911572"/>
                  <a:pt x="773811" y="1905191"/>
                </a:cubicBezTo>
                <a:cubicBezTo>
                  <a:pt x="773811" y="1898809"/>
                  <a:pt x="768572" y="1893570"/>
                  <a:pt x="762190" y="1893570"/>
                </a:cubicBezTo>
                <a:cubicBezTo>
                  <a:pt x="755809" y="1893570"/>
                  <a:pt x="750570" y="1898809"/>
                  <a:pt x="750570" y="1905191"/>
                </a:cubicBezTo>
                <a:cubicBezTo>
                  <a:pt x="750570" y="1911668"/>
                  <a:pt x="755809" y="1916811"/>
                  <a:pt x="762190" y="1916811"/>
                </a:cubicBezTo>
                <a:close/>
                <a:moveTo>
                  <a:pt x="838390" y="1918145"/>
                </a:moveTo>
                <a:cubicBezTo>
                  <a:pt x="845534" y="1918145"/>
                  <a:pt x="851249" y="1912334"/>
                  <a:pt x="851249" y="1905286"/>
                </a:cubicBezTo>
                <a:cubicBezTo>
                  <a:pt x="851249" y="1898142"/>
                  <a:pt x="845439" y="1892427"/>
                  <a:pt x="838390" y="1892427"/>
                </a:cubicBezTo>
                <a:cubicBezTo>
                  <a:pt x="831247" y="1892427"/>
                  <a:pt x="825532" y="1898237"/>
                  <a:pt x="825532" y="1905286"/>
                </a:cubicBezTo>
                <a:cubicBezTo>
                  <a:pt x="825532" y="1912334"/>
                  <a:pt x="831247" y="1918145"/>
                  <a:pt x="838390" y="1918145"/>
                </a:cubicBezTo>
                <a:close/>
                <a:moveTo>
                  <a:pt x="914590" y="1919192"/>
                </a:moveTo>
                <a:cubicBezTo>
                  <a:pt x="922306" y="1919192"/>
                  <a:pt x="928497" y="1912906"/>
                  <a:pt x="928497" y="1905286"/>
                </a:cubicBezTo>
                <a:cubicBezTo>
                  <a:pt x="928497" y="1897571"/>
                  <a:pt x="922211" y="1891379"/>
                  <a:pt x="914590" y="1891379"/>
                </a:cubicBezTo>
                <a:cubicBezTo>
                  <a:pt x="906971" y="1891379"/>
                  <a:pt x="900684" y="1897666"/>
                  <a:pt x="900684" y="1905286"/>
                </a:cubicBezTo>
                <a:cubicBezTo>
                  <a:pt x="900684" y="1912906"/>
                  <a:pt x="906875" y="1919192"/>
                  <a:pt x="914590" y="1919192"/>
                </a:cubicBezTo>
                <a:close/>
                <a:moveTo>
                  <a:pt x="990790" y="1920431"/>
                </a:moveTo>
                <a:cubicBezTo>
                  <a:pt x="999173" y="1920431"/>
                  <a:pt x="1006031" y="1913573"/>
                  <a:pt x="1006031" y="1905191"/>
                </a:cubicBezTo>
                <a:cubicBezTo>
                  <a:pt x="1006031" y="1896809"/>
                  <a:pt x="999173" y="1889951"/>
                  <a:pt x="990790" y="1889951"/>
                </a:cubicBezTo>
                <a:cubicBezTo>
                  <a:pt x="982409" y="1889951"/>
                  <a:pt x="975551" y="1896809"/>
                  <a:pt x="975551" y="1905191"/>
                </a:cubicBezTo>
                <a:cubicBezTo>
                  <a:pt x="975551" y="1913573"/>
                  <a:pt x="982409" y="1920431"/>
                  <a:pt x="990790" y="1920431"/>
                </a:cubicBezTo>
                <a:close/>
                <a:moveTo>
                  <a:pt x="1066991" y="1921478"/>
                </a:moveTo>
                <a:cubicBezTo>
                  <a:pt x="1075944" y="1921478"/>
                  <a:pt x="1083278" y="1914239"/>
                  <a:pt x="1083278" y="1905191"/>
                </a:cubicBezTo>
                <a:cubicBezTo>
                  <a:pt x="1083278" y="1896142"/>
                  <a:pt x="1076039" y="1888903"/>
                  <a:pt x="1066991" y="1888903"/>
                </a:cubicBezTo>
                <a:cubicBezTo>
                  <a:pt x="1058037" y="1888903"/>
                  <a:pt x="1050703" y="1896142"/>
                  <a:pt x="1050703" y="1905191"/>
                </a:cubicBezTo>
                <a:cubicBezTo>
                  <a:pt x="1050703" y="1914239"/>
                  <a:pt x="1058037" y="1921478"/>
                  <a:pt x="1066991" y="1921478"/>
                </a:cubicBezTo>
                <a:close/>
                <a:moveTo>
                  <a:pt x="1143191" y="1922717"/>
                </a:moveTo>
                <a:cubicBezTo>
                  <a:pt x="1152906" y="1922717"/>
                  <a:pt x="1160717" y="1914906"/>
                  <a:pt x="1160717" y="1905191"/>
                </a:cubicBezTo>
                <a:cubicBezTo>
                  <a:pt x="1160717" y="1895475"/>
                  <a:pt x="1152906" y="1887664"/>
                  <a:pt x="1143191" y="1887664"/>
                </a:cubicBezTo>
                <a:cubicBezTo>
                  <a:pt x="1133475" y="1887664"/>
                  <a:pt x="1125665" y="1895475"/>
                  <a:pt x="1125665" y="1905191"/>
                </a:cubicBezTo>
                <a:cubicBezTo>
                  <a:pt x="1125665" y="1914906"/>
                  <a:pt x="1133570" y="1922717"/>
                  <a:pt x="1143191" y="1922717"/>
                </a:cubicBezTo>
                <a:close/>
                <a:moveTo>
                  <a:pt x="1219391" y="1923764"/>
                </a:moveTo>
                <a:cubicBezTo>
                  <a:pt x="1229678" y="1923764"/>
                  <a:pt x="1237964" y="1915478"/>
                  <a:pt x="1237964" y="1905191"/>
                </a:cubicBezTo>
                <a:cubicBezTo>
                  <a:pt x="1237964" y="1894904"/>
                  <a:pt x="1229678" y="1886617"/>
                  <a:pt x="1219391" y="1886617"/>
                </a:cubicBezTo>
                <a:cubicBezTo>
                  <a:pt x="1209104" y="1886617"/>
                  <a:pt x="1200817" y="1894904"/>
                  <a:pt x="1200817" y="1905191"/>
                </a:cubicBezTo>
                <a:cubicBezTo>
                  <a:pt x="1200817" y="1915478"/>
                  <a:pt x="1209104" y="1923764"/>
                  <a:pt x="1219391" y="1923764"/>
                </a:cubicBezTo>
                <a:close/>
                <a:moveTo>
                  <a:pt x="1295591" y="1925098"/>
                </a:moveTo>
                <a:cubicBezTo>
                  <a:pt x="1306544" y="1925098"/>
                  <a:pt x="1315498" y="1916239"/>
                  <a:pt x="1315498" y="1905191"/>
                </a:cubicBezTo>
                <a:cubicBezTo>
                  <a:pt x="1315498" y="1894142"/>
                  <a:pt x="1306639" y="1885283"/>
                  <a:pt x="1295591" y="1885283"/>
                </a:cubicBezTo>
                <a:cubicBezTo>
                  <a:pt x="1284637" y="1885283"/>
                  <a:pt x="1275683" y="1894142"/>
                  <a:pt x="1275683" y="1905191"/>
                </a:cubicBezTo>
                <a:cubicBezTo>
                  <a:pt x="1275683" y="1916239"/>
                  <a:pt x="1284637" y="1925098"/>
                  <a:pt x="1295591" y="1925098"/>
                </a:cubicBezTo>
                <a:close/>
                <a:moveTo>
                  <a:pt x="1371791" y="1926146"/>
                </a:moveTo>
                <a:cubicBezTo>
                  <a:pt x="1383316" y="1926146"/>
                  <a:pt x="1392746" y="1916811"/>
                  <a:pt x="1392746" y="1905191"/>
                </a:cubicBezTo>
                <a:cubicBezTo>
                  <a:pt x="1392746" y="1893570"/>
                  <a:pt x="1383411" y="1884236"/>
                  <a:pt x="1371791" y="1884236"/>
                </a:cubicBezTo>
                <a:cubicBezTo>
                  <a:pt x="1360170" y="1884236"/>
                  <a:pt x="1350836" y="1893570"/>
                  <a:pt x="1350836" y="1905191"/>
                </a:cubicBezTo>
                <a:cubicBezTo>
                  <a:pt x="1350836" y="1916811"/>
                  <a:pt x="1360265" y="1926146"/>
                  <a:pt x="1371791" y="1926146"/>
                </a:cubicBezTo>
                <a:close/>
                <a:moveTo>
                  <a:pt x="1447991" y="1927193"/>
                </a:moveTo>
                <a:cubicBezTo>
                  <a:pt x="1460087" y="1927193"/>
                  <a:pt x="1469993" y="1917383"/>
                  <a:pt x="1469993" y="1905191"/>
                </a:cubicBezTo>
                <a:cubicBezTo>
                  <a:pt x="1469993" y="1892999"/>
                  <a:pt x="1460183" y="1883188"/>
                  <a:pt x="1447991" y="1883188"/>
                </a:cubicBezTo>
                <a:cubicBezTo>
                  <a:pt x="1435799" y="1883188"/>
                  <a:pt x="1425988" y="1892999"/>
                  <a:pt x="1425988" y="1905191"/>
                </a:cubicBezTo>
                <a:cubicBezTo>
                  <a:pt x="1425988" y="1917383"/>
                  <a:pt x="1435894" y="1927193"/>
                  <a:pt x="1447991" y="1927193"/>
                </a:cubicBezTo>
                <a:close/>
                <a:moveTo>
                  <a:pt x="1524191" y="1928241"/>
                </a:moveTo>
                <a:cubicBezTo>
                  <a:pt x="1536954" y="1928241"/>
                  <a:pt x="1547241" y="1917954"/>
                  <a:pt x="1547241" y="1905191"/>
                </a:cubicBezTo>
                <a:cubicBezTo>
                  <a:pt x="1547241" y="1892427"/>
                  <a:pt x="1536954" y="1882140"/>
                  <a:pt x="1524191" y="1882140"/>
                </a:cubicBezTo>
                <a:cubicBezTo>
                  <a:pt x="1511427" y="1882140"/>
                  <a:pt x="1501140" y="1892427"/>
                  <a:pt x="1501140" y="1905191"/>
                </a:cubicBezTo>
                <a:cubicBezTo>
                  <a:pt x="1501140" y="1917954"/>
                  <a:pt x="1511522" y="1928241"/>
                  <a:pt x="1524191" y="1928241"/>
                </a:cubicBezTo>
                <a:close/>
                <a:moveTo>
                  <a:pt x="1600391" y="1929098"/>
                </a:moveTo>
                <a:cubicBezTo>
                  <a:pt x="1613535" y="1929098"/>
                  <a:pt x="1624298" y="1918430"/>
                  <a:pt x="1624298" y="1905191"/>
                </a:cubicBezTo>
                <a:cubicBezTo>
                  <a:pt x="1624298" y="1892046"/>
                  <a:pt x="1613630" y="1881283"/>
                  <a:pt x="1600391" y="1881283"/>
                </a:cubicBezTo>
                <a:cubicBezTo>
                  <a:pt x="1587246" y="1881283"/>
                  <a:pt x="1576483" y="1891951"/>
                  <a:pt x="1576483" y="1905191"/>
                </a:cubicBezTo>
                <a:cubicBezTo>
                  <a:pt x="1576578" y="1918430"/>
                  <a:pt x="1587246" y="1929098"/>
                  <a:pt x="1600391" y="1929098"/>
                </a:cubicBezTo>
                <a:close/>
                <a:moveTo>
                  <a:pt x="1676591" y="1929765"/>
                </a:moveTo>
                <a:cubicBezTo>
                  <a:pt x="1690116" y="1929765"/>
                  <a:pt x="1701070" y="1918811"/>
                  <a:pt x="1701070" y="1905286"/>
                </a:cubicBezTo>
                <a:cubicBezTo>
                  <a:pt x="1701070" y="1891760"/>
                  <a:pt x="1690116" y="1880807"/>
                  <a:pt x="1676591" y="1880807"/>
                </a:cubicBezTo>
                <a:cubicBezTo>
                  <a:pt x="1663065" y="1880807"/>
                  <a:pt x="1652111" y="1891760"/>
                  <a:pt x="1652111" y="1905286"/>
                </a:cubicBezTo>
                <a:cubicBezTo>
                  <a:pt x="1652111" y="1918811"/>
                  <a:pt x="1663065" y="1929765"/>
                  <a:pt x="1676591" y="1929765"/>
                </a:cubicBezTo>
                <a:close/>
                <a:moveTo>
                  <a:pt x="1752791" y="1930146"/>
                </a:moveTo>
                <a:cubicBezTo>
                  <a:pt x="1766602" y="1930146"/>
                  <a:pt x="1777746" y="1919002"/>
                  <a:pt x="1777746" y="1905191"/>
                </a:cubicBezTo>
                <a:cubicBezTo>
                  <a:pt x="1777746" y="1891379"/>
                  <a:pt x="1766602" y="1880235"/>
                  <a:pt x="1752791" y="1880235"/>
                </a:cubicBezTo>
                <a:cubicBezTo>
                  <a:pt x="1738979" y="1880235"/>
                  <a:pt x="1727835" y="1891379"/>
                  <a:pt x="1727835" y="1905191"/>
                </a:cubicBezTo>
                <a:cubicBezTo>
                  <a:pt x="1727835" y="1919002"/>
                  <a:pt x="1739075" y="1930146"/>
                  <a:pt x="1752791" y="1930146"/>
                </a:cubicBezTo>
                <a:close/>
                <a:moveTo>
                  <a:pt x="1828991" y="1929956"/>
                </a:moveTo>
                <a:cubicBezTo>
                  <a:pt x="1842611" y="1929956"/>
                  <a:pt x="1853756" y="1918907"/>
                  <a:pt x="1853756" y="1905191"/>
                </a:cubicBezTo>
                <a:cubicBezTo>
                  <a:pt x="1853756" y="1891570"/>
                  <a:pt x="1842707" y="1880426"/>
                  <a:pt x="1828991" y="1880426"/>
                </a:cubicBezTo>
                <a:cubicBezTo>
                  <a:pt x="1815370" y="1880426"/>
                  <a:pt x="1804226" y="1891475"/>
                  <a:pt x="1804226" y="1905191"/>
                </a:cubicBezTo>
                <a:cubicBezTo>
                  <a:pt x="1804321" y="1918907"/>
                  <a:pt x="1815370" y="1929956"/>
                  <a:pt x="1828991" y="1929956"/>
                </a:cubicBezTo>
                <a:close/>
                <a:moveTo>
                  <a:pt x="1905191" y="1929098"/>
                </a:moveTo>
                <a:cubicBezTo>
                  <a:pt x="1918335" y="1929098"/>
                  <a:pt x="1929098" y="1918430"/>
                  <a:pt x="1929098" y="1905191"/>
                </a:cubicBezTo>
                <a:cubicBezTo>
                  <a:pt x="1929098" y="1892046"/>
                  <a:pt x="1918430" y="1881283"/>
                  <a:pt x="1905191" y="1881283"/>
                </a:cubicBezTo>
                <a:cubicBezTo>
                  <a:pt x="1892046" y="1881283"/>
                  <a:pt x="1881283" y="1891951"/>
                  <a:pt x="1881283" y="1905191"/>
                </a:cubicBezTo>
                <a:cubicBezTo>
                  <a:pt x="1881378" y="1918430"/>
                  <a:pt x="1892046" y="1929098"/>
                  <a:pt x="1905191" y="1929098"/>
                </a:cubicBezTo>
                <a:close/>
                <a:moveTo>
                  <a:pt x="1981391" y="1928241"/>
                </a:moveTo>
                <a:cubicBezTo>
                  <a:pt x="1994154" y="1928241"/>
                  <a:pt x="2004441" y="1917954"/>
                  <a:pt x="2004441" y="1905191"/>
                </a:cubicBezTo>
                <a:cubicBezTo>
                  <a:pt x="2004441" y="1892427"/>
                  <a:pt x="1994154" y="1882140"/>
                  <a:pt x="1981391" y="1882140"/>
                </a:cubicBezTo>
                <a:cubicBezTo>
                  <a:pt x="1968627" y="1882140"/>
                  <a:pt x="1958340" y="1892427"/>
                  <a:pt x="1958340" y="1905191"/>
                </a:cubicBezTo>
                <a:cubicBezTo>
                  <a:pt x="1958340" y="1917954"/>
                  <a:pt x="1968722" y="1928241"/>
                  <a:pt x="1981391" y="1928241"/>
                </a:cubicBezTo>
                <a:close/>
                <a:moveTo>
                  <a:pt x="2057591" y="1927193"/>
                </a:moveTo>
                <a:cubicBezTo>
                  <a:pt x="2069687" y="1927193"/>
                  <a:pt x="2079593" y="1917383"/>
                  <a:pt x="2079593" y="1905191"/>
                </a:cubicBezTo>
                <a:cubicBezTo>
                  <a:pt x="2079593" y="1892999"/>
                  <a:pt x="2069783" y="1883188"/>
                  <a:pt x="2057591" y="1883188"/>
                </a:cubicBezTo>
                <a:cubicBezTo>
                  <a:pt x="2045399" y="1883188"/>
                  <a:pt x="2035588" y="1892999"/>
                  <a:pt x="2035588" y="1905191"/>
                </a:cubicBezTo>
                <a:cubicBezTo>
                  <a:pt x="2035588" y="1917383"/>
                  <a:pt x="2045494" y="1927193"/>
                  <a:pt x="2057591" y="1927193"/>
                </a:cubicBezTo>
                <a:close/>
                <a:moveTo>
                  <a:pt x="2133791" y="1926146"/>
                </a:moveTo>
                <a:cubicBezTo>
                  <a:pt x="2145316" y="1926146"/>
                  <a:pt x="2154746" y="1916811"/>
                  <a:pt x="2154746" y="1905191"/>
                </a:cubicBezTo>
                <a:cubicBezTo>
                  <a:pt x="2154746" y="1893570"/>
                  <a:pt x="2145411" y="1884236"/>
                  <a:pt x="2133791" y="1884236"/>
                </a:cubicBezTo>
                <a:cubicBezTo>
                  <a:pt x="2122170" y="1884236"/>
                  <a:pt x="2112836" y="1893570"/>
                  <a:pt x="2112836" y="1905191"/>
                </a:cubicBezTo>
                <a:cubicBezTo>
                  <a:pt x="2112836" y="1916811"/>
                  <a:pt x="2122265" y="1926146"/>
                  <a:pt x="2133791" y="1926146"/>
                </a:cubicBezTo>
                <a:close/>
                <a:moveTo>
                  <a:pt x="2209991" y="1925098"/>
                </a:moveTo>
                <a:cubicBezTo>
                  <a:pt x="2220944" y="1925098"/>
                  <a:pt x="2229898" y="1916239"/>
                  <a:pt x="2229898" y="1905191"/>
                </a:cubicBezTo>
                <a:cubicBezTo>
                  <a:pt x="2229898" y="1894142"/>
                  <a:pt x="2221040" y="1885283"/>
                  <a:pt x="2209991" y="1885283"/>
                </a:cubicBezTo>
                <a:cubicBezTo>
                  <a:pt x="2199037" y="1885283"/>
                  <a:pt x="2190083" y="1894142"/>
                  <a:pt x="2190083" y="1905191"/>
                </a:cubicBezTo>
                <a:cubicBezTo>
                  <a:pt x="2190083" y="1916239"/>
                  <a:pt x="2199037" y="1925098"/>
                  <a:pt x="2209991" y="1925098"/>
                </a:cubicBezTo>
                <a:close/>
                <a:moveTo>
                  <a:pt x="2286191" y="1924050"/>
                </a:moveTo>
                <a:cubicBezTo>
                  <a:pt x="2296573" y="1924050"/>
                  <a:pt x="2304955" y="1915668"/>
                  <a:pt x="2304955" y="1905286"/>
                </a:cubicBezTo>
                <a:cubicBezTo>
                  <a:pt x="2304955" y="1894904"/>
                  <a:pt x="2296573" y="1886522"/>
                  <a:pt x="2286191" y="1886522"/>
                </a:cubicBezTo>
                <a:cubicBezTo>
                  <a:pt x="2275808" y="1886522"/>
                  <a:pt x="2267426" y="1894904"/>
                  <a:pt x="2267426" y="1905286"/>
                </a:cubicBezTo>
                <a:cubicBezTo>
                  <a:pt x="2267426" y="1915573"/>
                  <a:pt x="2275808" y="1924050"/>
                  <a:pt x="2286191" y="1924050"/>
                </a:cubicBezTo>
                <a:close/>
                <a:moveTo>
                  <a:pt x="2362391" y="1922717"/>
                </a:moveTo>
                <a:cubicBezTo>
                  <a:pt x="2372106" y="1922717"/>
                  <a:pt x="2379917" y="1914906"/>
                  <a:pt x="2379917" y="1905191"/>
                </a:cubicBezTo>
                <a:cubicBezTo>
                  <a:pt x="2379917" y="1895475"/>
                  <a:pt x="2372106" y="1887664"/>
                  <a:pt x="2362391" y="1887664"/>
                </a:cubicBezTo>
                <a:cubicBezTo>
                  <a:pt x="2352675" y="1887664"/>
                  <a:pt x="2344865" y="1895475"/>
                  <a:pt x="2344865" y="1905191"/>
                </a:cubicBezTo>
                <a:cubicBezTo>
                  <a:pt x="2344865" y="1914906"/>
                  <a:pt x="2352770" y="1922717"/>
                  <a:pt x="2362391" y="1922717"/>
                </a:cubicBezTo>
                <a:close/>
                <a:moveTo>
                  <a:pt x="2438591" y="1921669"/>
                </a:moveTo>
                <a:cubicBezTo>
                  <a:pt x="2447735" y="1921669"/>
                  <a:pt x="2455069" y="1914335"/>
                  <a:pt x="2455069" y="1905191"/>
                </a:cubicBezTo>
                <a:cubicBezTo>
                  <a:pt x="2455069" y="1896047"/>
                  <a:pt x="2447735" y="1888712"/>
                  <a:pt x="2438591" y="1888712"/>
                </a:cubicBezTo>
                <a:cubicBezTo>
                  <a:pt x="2429447" y="1888712"/>
                  <a:pt x="2422112" y="1896047"/>
                  <a:pt x="2422112" y="1905191"/>
                </a:cubicBezTo>
                <a:cubicBezTo>
                  <a:pt x="2422112" y="1914335"/>
                  <a:pt x="2429542" y="1921669"/>
                  <a:pt x="2438591" y="1921669"/>
                </a:cubicBezTo>
                <a:close/>
                <a:moveTo>
                  <a:pt x="2514791" y="1920431"/>
                </a:moveTo>
                <a:cubicBezTo>
                  <a:pt x="2523173" y="1920431"/>
                  <a:pt x="2530031" y="1913573"/>
                  <a:pt x="2530031" y="1905191"/>
                </a:cubicBezTo>
                <a:cubicBezTo>
                  <a:pt x="2530031" y="1896809"/>
                  <a:pt x="2523173" y="1889951"/>
                  <a:pt x="2514791" y="1889951"/>
                </a:cubicBezTo>
                <a:cubicBezTo>
                  <a:pt x="2506409" y="1889951"/>
                  <a:pt x="2499551" y="1896809"/>
                  <a:pt x="2499551" y="1905191"/>
                </a:cubicBezTo>
                <a:cubicBezTo>
                  <a:pt x="2499551" y="1913573"/>
                  <a:pt x="2506409" y="1920431"/>
                  <a:pt x="2514791" y="1920431"/>
                </a:cubicBezTo>
                <a:close/>
                <a:moveTo>
                  <a:pt x="2590991" y="1919383"/>
                </a:moveTo>
                <a:cubicBezTo>
                  <a:pt x="2598801" y="1919383"/>
                  <a:pt x="2605183" y="1913001"/>
                  <a:pt x="2605183" y="1905191"/>
                </a:cubicBezTo>
                <a:cubicBezTo>
                  <a:pt x="2605183" y="1897380"/>
                  <a:pt x="2598801" y="1890998"/>
                  <a:pt x="2590991" y="1890998"/>
                </a:cubicBezTo>
                <a:cubicBezTo>
                  <a:pt x="2583180" y="1890998"/>
                  <a:pt x="2576798" y="1897380"/>
                  <a:pt x="2576798" y="1905191"/>
                </a:cubicBezTo>
                <a:cubicBezTo>
                  <a:pt x="2576894" y="1913001"/>
                  <a:pt x="2583180" y="1919383"/>
                  <a:pt x="2590991" y="1919383"/>
                </a:cubicBezTo>
                <a:close/>
                <a:moveTo>
                  <a:pt x="2667191" y="1918145"/>
                </a:moveTo>
                <a:cubicBezTo>
                  <a:pt x="2674334" y="1918145"/>
                  <a:pt x="2680049" y="1912334"/>
                  <a:pt x="2680049" y="1905286"/>
                </a:cubicBezTo>
                <a:cubicBezTo>
                  <a:pt x="2680049" y="1898142"/>
                  <a:pt x="2674239" y="1892427"/>
                  <a:pt x="2667191" y="1892427"/>
                </a:cubicBezTo>
                <a:cubicBezTo>
                  <a:pt x="2660047" y="1892427"/>
                  <a:pt x="2654332" y="1898237"/>
                  <a:pt x="2654332" y="1905286"/>
                </a:cubicBezTo>
                <a:cubicBezTo>
                  <a:pt x="2654332" y="1912334"/>
                  <a:pt x="2660047" y="1918145"/>
                  <a:pt x="2667191" y="1918145"/>
                </a:cubicBezTo>
                <a:close/>
                <a:moveTo>
                  <a:pt x="2743391" y="1917002"/>
                </a:moveTo>
                <a:cubicBezTo>
                  <a:pt x="2749963" y="1917002"/>
                  <a:pt x="2755202" y="1911668"/>
                  <a:pt x="2755202" y="1905191"/>
                </a:cubicBezTo>
                <a:cubicBezTo>
                  <a:pt x="2755202" y="1898714"/>
                  <a:pt x="2749868" y="1893380"/>
                  <a:pt x="2743391" y="1893380"/>
                </a:cubicBezTo>
                <a:cubicBezTo>
                  <a:pt x="2736818" y="1893380"/>
                  <a:pt x="2731580" y="1898714"/>
                  <a:pt x="2731580" y="1905191"/>
                </a:cubicBezTo>
                <a:cubicBezTo>
                  <a:pt x="2731580" y="1911668"/>
                  <a:pt x="2736914" y="1917002"/>
                  <a:pt x="2743391" y="1917002"/>
                </a:cubicBezTo>
                <a:close/>
                <a:moveTo>
                  <a:pt x="2819591" y="1915954"/>
                </a:moveTo>
                <a:cubicBezTo>
                  <a:pt x="2825496" y="1915954"/>
                  <a:pt x="2830354" y="1911096"/>
                  <a:pt x="2830354" y="1905191"/>
                </a:cubicBezTo>
                <a:cubicBezTo>
                  <a:pt x="2830354" y="1899285"/>
                  <a:pt x="2825496" y="1894427"/>
                  <a:pt x="2819591" y="1894427"/>
                </a:cubicBezTo>
                <a:cubicBezTo>
                  <a:pt x="2813685" y="1894427"/>
                  <a:pt x="2808828" y="1899285"/>
                  <a:pt x="2808828" y="1905191"/>
                </a:cubicBezTo>
                <a:cubicBezTo>
                  <a:pt x="2808828" y="1911096"/>
                  <a:pt x="2813685" y="1915954"/>
                  <a:pt x="2819591" y="1915954"/>
                </a:cubicBezTo>
                <a:close/>
                <a:moveTo>
                  <a:pt x="2895791" y="1914716"/>
                </a:moveTo>
                <a:cubicBezTo>
                  <a:pt x="2901029" y="1914716"/>
                  <a:pt x="2905316" y="1910429"/>
                  <a:pt x="2905316" y="1905191"/>
                </a:cubicBezTo>
                <a:cubicBezTo>
                  <a:pt x="2905316" y="1899952"/>
                  <a:pt x="2901029" y="1895666"/>
                  <a:pt x="2895791" y="1895666"/>
                </a:cubicBezTo>
                <a:cubicBezTo>
                  <a:pt x="2890552" y="1895666"/>
                  <a:pt x="2886266" y="1899952"/>
                  <a:pt x="2886266" y="1905191"/>
                </a:cubicBezTo>
                <a:cubicBezTo>
                  <a:pt x="2886266" y="1910429"/>
                  <a:pt x="2890552" y="1914716"/>
                  <a:pt x="2895791" y="1914716"/>
                </a:cubicBezTo>
                <a:close/>
                <a:moveTo>
                  <a:pt x="2971991" y="1913477"/>
                </a:moveTo>
                <a:cubicBezTo>
                  <a:pt x="2976563" y="1913477"/>
                  <a:pt x="2980278" y="1909763"/>
                  <a:pt x="2980278" y="1905191"/>
                </a:cubicBezTo>
                <a:cubicBezTo>
                  <a:pt x="2980278" y="1900618"/>
                  <a:pt x="2976563" y="1896904"/>
                  <a:pt x="2971991" y="1896904"/>
                </a:cubicBezTo>
                <a:cubicBezTo>
                  <a:pt x="2967419" y="1896904"/>
                  <a:pt x="2963704" y="1900618"/>
                  <a:pt x="2963704" y="1905191"/>
                </a:cubicBezTo>
                <a:cubicBezTo>
                  <a:pt x="2963704" y="1909763"/>
                  <a:pt x="2967419" y="1913477"/>
                  <a:pt x="2971991" y="1913477"/>
                </a:cubicBezTo>
                <a:close/>
                <a:moveTo>
                  <a:pt x="3048191" y="1912430"/>
                </a:moveTo>
                <a:cubicBezTo>
                  <a:pt x="3052191" y="1912430"/>
                  <a:pt x="3055334" y="1909191"/>
                  <a:pt x="3055334" y="1905286"/>
                </a:cubicBezTo>
                <a:cubicBezTo>
                  <a:pt x="3055334" y="1901285"/>
                  <a:pt x="3052096" y="1898142"/>
                  <a:pt x="3048191" y="1898142"/>
                </a:cubicBezTo>
                <a:cubicBezTo>
                  <a:pt x="3044190" y="1898142"/>
                  <a:pt x="3041047" y="1901381"/>
                  <a:pt x="3041047" y="1905286"/>
                </a:cubicBezTo>
                <a:cubicBezTo>
                  <a:pt x="3041047" y="1909191"/>
                  <a:pt x="3044285" y="1912430"/>
                  <a:pt x="3048191" y="1912430"/>
                </a:cubicBezTo>
                <a:close/>
                <a:moveTo>
                  <a:pt x="3124391" y="1911096"/>
                </a:moveTo>
                <a:cubicBezTo>
                  <a:pt x="3127629" y="1911096"/>
                  <a:pt x="3130296" y="1908429"/>
                  <a:pt x="3130296" y="1905191"/>
                </a:cubicBezTo>
                <a:cubicBezTo>
                  <a:pt x="3130296" y="1901952"/>
                  <a:pt x="3127629" y="1899285"/>
                  <a:pt x="3124391" y="1899285"/>
                </a:cubicBezTo>
                <a:cubicBezTo>
                  <a:pt x="3121152" y="1899285"/>
                  <a:pt x="3118485" y="1901952"/>
                  <a:pt x="3118485" y="1905191"/>
                </a:cubicBezTo>
                <a:cubicBezTo>
                  <a:pt x="3118485" y="1908524"/>
                  <a:pt x="3121152" y="1911096"/>
                  <a:pt x="3124391" y="1911096"/>
                </a:cubicBezTo>
                <a:close/>
                <a:moveTo>
                  <a:pt x="3200591" y="1910048"/>
                </a:moveTo>
                <a:cubicBezTo>
                  <a:pt x="3203258" y="1910048"/>
                  <a:pt x="3205448" y="1907858"/>
                  <a:pt x="3205448" y="1905191"/>
                </a:cubicBezTo>
                <a:cubicBezTo>
                  <a:pt x="3205448" y="1902524"/>
                  <a:pt x="3203258" y="1900333"/>
                  <a:pt x="3200591" y="1900333"/>
                </a:cubicBezTo>
                <a:cubicBezTo>
                  <a:pt x="3197924" y="1900333"/>
                  <a:pt x="3195733" y="1902524"/>
                  <a:pt x="3195733" y="1905191"/>
                </a:cubicBezTo>
                <a:cubicBezTo>
                  <a:pt x="3195733" y="1907858"/>
                  <a:pt x="3197924" y="1910048"/>
                  <a:pt x="3200591" y="1910048"/>
                </a:cubicBezTo>
                <a:close/>
                <a:moveTo>
                  <a:pt x="3276791" y="1908810"/>
                </a:moveTo>
                <a:cubicBezTo>
                  <a:pt x="3278791" y="1908810"/>
                  <a:pt x="3280410" y="1907191"/>
                  <a:pt x="3280410" y="1905191"/>
                </a:cubicBezTo>
                <a:cubicBezTo>
                  <a:pt x="3280410" y="1903190"/>
                  <a:pt x="3278791" y="1901571"/>
                  <a:pt x="3276791" y="1901571"/>
                </a:cubicBezTo>
                <a:cubicBezTo>
                  <a:pt x="3274790" y="1901571"/>
                  <a:pt x="3273171" y="1903190"/>
                  <a:pt x="3273171" y="1905191"/>
                </a:cubicBezTo>
                <a:cubicBezTo>
                  <a:pt x="3273171" y="1907191"/>
                  <a:pt x="3274790" y="1908810"/>
                  <a:pt x="3276791" y="1908810"/>
                </a:cubicBezTo>
                <a:close/>
                <a:moveTo>
                  <a:pt x="3352991" y="1907762"/>
                </a:moveTo>
                <a:cubicBezTo>
                  <a:pt x="3354420" y="1907762"/>
                  <a:pt x="3355562" y="1906619"/>
                  <a:pt x="3355562" y="1905191"/>
                </a:cubicBezTo>
                <a:cubicBezTo>
                  <a:pt x="3355562" y="1903762"/>
                  <a:pt x="3354420" y="1902619"/>
                  <a:pt x="3352991" y="1902619"/>
                </a:cubicBezTo>
                <a:cubicBezTo>
                  <a:pt x="3351562" y="1902619"/>
                  <a:pt x="3350419" y="1903762"/>
                  <a:pt x="3350419" y="1905191"/>
                </a:cubicBezTo>
                <a:cubicBezTo>
                  <a:pt x="3350419" y="1906619"/>
                  <a:pt x="3351657" y="1907762"/>
                  <a:pt x="3352991" y="1907762"/>
                </a:cubicBezTo>
                <a:close/>
                <a:moveTo>
                  <a:pt x="3429191" y="1906524"/>
                </a:moveTo>
                <a:cubicBezTo>
                  <a:pt x="3429857" y="1906524"/>
                  <a:pt x="3430429" y="1905953"/>
                  <a:pt x="3430429" y="1905286"/>
                </a:cubicBezTo>
                <a:cubicBezTo>
                  <a:pt x="3430429" y="1904619"/>
                  <a:pt x="3429857" y="1904048"/>
                  <a:pt x="3429191" y="1904048"/>
                </a:cubicBezTo>
                <a:cubicBezTo>
                  <a:pt x="3428524" y="1904048"/>
                  <a:pt x="3427953" y="1904619"/>
                  <a:pt x="3427953" y="1905286"/>
                </a:cubicBezTo>
                <a:cubicBezTo>
                  <a:pt x="3427953" y="1905953"/>
                  <a:pt x="3428524" y="1906524"/>
                  <a:pt x="3429191" y="1906524"/>
                </a:cubicBezTo>
                <a:close/>
                <a:moveTo>
                  <a:pt x="3505391" y="1905381"/>
                </a:moveTo>
                <a:cubicBezTo>
                  <a:pt x="3505486" y="1905381"/>
                  <a:pt x="3505581" y="1905286"/>
                  <a:pt x="3505581" y="1905191"/>
                </a:cubicBezTo>
                <a:cubicBezTo>
                  <a:pt x="3505581" y="1905095"/>
                  <a:pt x="3505486" y="1905000"/>
                  <a:pt x="3505391" y="1905000"/>
                </a:cubicBezTo>
                <a:cubicBezTo>
                  <a:pt x="3505295" y="1905000"/>
                  <a:pt x="3505200" y="1905095"/>
                  <a:pt x="3505200" y="1905191"/>
                </a:cubicBezTo>
                <a:cubicBezTo>
                  <a:pt x="3505200" y="1905286"/>
                  <a:pt x="3505295" y="1905381"/>
                  <a:pt x="3505391" y="1905381"/>
                </a:cubicBezTo>
                <a:close/>
                <a:moveTo>
                  <a:pt x="76391" y="1982438"/>
                </a:moveTo>
                <a:cubicBezTo>
                  <a:pt x="76962" y="1982438"/>
                  <a:pt x="77438" y="1981962"/>
                  <a:pt x="77438" y="1981391"/>
                </a:cubicBezTo>
                <a:cubicBezTo>
                  <a:pt x="77438" y="1980819"/>
                  <a:pt x="76962" y="1980343"/>
                  <a:pt x="76391" y="1980343"/>
                </a:cubicBezTo>
                <a:cubicBezTo>
                  <a:pt x="75819" y="1980343"/>
                  <a:pt x="75343" y="1980819"/>
                  <a:pt x="75343" y="1981391"/>
                </a:cubicBezTo>
                <a:cubicBezTo>
                  <a:pt x="75343" y="1981962"/>
                  <a:pt x="75819" y="1982438"/>
                  <a:pt x="76391" y="1982438"/>
                </a:cubicBezTo>
                <a:close/>
                <a:moveTo>
                  <a:pt x="152591" y="1983486"/>
                </a:moveTo>
                <a:cubicBezTo>
                  <a:pt x="153734" y="1983486"/>
                  <a:pt x="154686" y="1982534"/>
                  <a:pt x="154686" y="1981391"/>
                </a:cubicBezTo>
                <a:cubicBezTo>
                  <a:pt x="154686" y="1980248"/>
                  <a:pt x="153734" y="1979295"/>
                  <a:pt x="152591" y="1979295"/>
                </a:cubicBezTo>
                <a:cubicBezTo>
                  <a:pt x="151448" y="1979295"/>
                  <a:pt x="150495" y="1980248"/>
                  <a:pt x="150495" y="1981391"/>
                </a:cubicBezTo>
                <a:cubicBezTo>
                  <a:pt x="150495" y="1982534"/>
                  <a:pt x="151448" y="1983486"/>
                  <a:pt x="152591" y="1983486"/>
                </a:cubicBezTo>
                <a:close/>
                <a:moveTo>
                  <a:pt x="228791" y="1984820"/>
                </a:moveTo>
                <a:cubicBezTo>
                  <a:pt x="230696" y="1984820"/>
                  <a:pt x="232124" y="1983296"/>
                  <a:pt x="232124" y="1981486"/>
                </a:cubicBezTo>
                <a:cubicBezTo>
                  <a:pt x="232124" y="1979676"/>
                  <a:pt x="230600" y="1978152"/>
                  <a:pt x="228791" y="1978152"/>
                </a:cubicBezTo>
                <a:cubicBezTo>
                  <a:pt x="226886" y="1978152"/>
                  <a:pt x="225457" y="1979676"/>
                  <a:pt x="225457" y="1981486"/>
                </a:cubicBezTo>
                <a:cubicBezTo>
                  <a:pt x="225457" y="1983296"/>
                  <a:pt x="226981" y="1984820"/>
                  <a:pt x="228791" y="1984820"/>
                </a:cubicBezTo>
                <a:close/>
                <a:moveTo>
                  <a:pt x="304991" y="1985867"/>
                </a:moveTo>
                <a:cubicBezTo>
                  <a:pt x="307467" y="1985867"/>
                  <a:pt x="309467" y="1983867"/>
                  <a:pt x="309467" y="1981391"/>
                </a:cubicBezTo>
                <a:cubicBezTo>
                  <a:pt x="309467" y="1978914"/>
                  <a:pt x="307467" y="1976914"/>
                  <a:pt x="304991" y="1976914"/>
                </a:cubicBezTo>
                <a:cubicBezTo>
                  <a:pt x="302514" y="1976914"/>
                  <a:pt x="300514" y="1978914"/>
                  <a:pt x="300514" y="1981391"/>
                </a:cubicBezTo>
                <a:cubicBezTo>
                  <a:pt x="300609" y="1983867"/>
                  <a:pt x="302514" y="1985867"/>
                  <a:pt x="304991" y="1985867"/>
                </a:cubicBezTo>
                <a:close/>
                <a:moveTo>
                  <a:pt x="381191" y="1987106"/>
                </a:moveTo>
                <a:cubicBezTo>
                  <a:pt x="384334" y="1987106"/>
                  <a:pt x="386906" y="1984534"/>
                  <a:pt x="386906" y="1981391"/>
                </a:cubicBezTo>
                <a:cubicBezTo>
                  <a:pt x="386906" y="1978247"/>
                  <a:pt x="384334" y="1975676"/>
                  <a:pt x="381191" y="1975676"/>
                </a:cubicBezTo>
                <a:cubicBezTo>
                  <a:pt x="378047" y="1975676"/>
                  <a:pt x="375475" y="1978247"/>
                  <a:pt x="375475" y="1981391"/>
                </a:cubicBezTo>
                <a:cubicBezTo>
                  <a:pt x="375475" y="1984534"/>
                  <a:pt x="378047" y="1987106"/>
                  <a:pt x="381191" y="1987106"/>
                </a:cubicBezTo>
                <a:close/>
                <a:moveTo>
                  <a:pt x="457391" y="1988153"/>
                </a:moveTo>
                <a:cubicBezTo>
                  <a:pt x="461105" y="1988153"/>
                  <a:pt x="464153" y="1985105"/>
                  <a:pt x="464153" y="1981391"/>
                </a:cubicBezTo>
                <a:cubicBezTo>
                  <a:pt x="464153" y="1977676"/>
                  <a:pt x="461105" y="1974628"/>
                  <a:pt x="457391" y="1974628"/>
                </a:cubicBezTo>
                <a:cubicBezTo>
                  <a:pt x="453676" y="1974628"/>
                  <a:pt x="450628" y="1977676"/>
                  <a:pt x="450628" y="1981391"/>
                </a:cubicBezTo>
                <a:cubicBezTo>
                  <a:pt x="450628" y="1985105"/>
                  <a:pt x="453676" y="1988153"/>
                  <a:pt x="457391" y="1988153"/>
                </a:cubicBezTo>
                <a:close/>
                <a:moveTo>
                  <a:pt x="533591" y="1989487"/>
                </a:moveTo>
                <a:cubicBezTo>
                  <a:pt x="538067" y="1989487"/>
                  <a:pt x="541592" y="1985867"/>
                  <a:pt x="541592" y="1981486"/>
                </a:cubicBezTo>
                <a:cubicBezTo>
                  <a:pt x="541592" y="1977009"/>
                  <a:pt x="537972" y="1973485"/>
                  <a:pt x="533591" y="1973485"/>
                </a:cubicBezTo>
                <a:cubicBezTo>
                  <a:pt x="529114" y="1973485"/>
                  <a:pt x="525590" y="1977104"/>
                  <a:pt x="525590" y="1981486"/>
                </a:cubicBezTo>
                <a:cubicBezTo>
                  <a:pt x="525590" y="1985867"/>
                  <a:pt x="529209" y="1989487"/>
                  <a:pt x="533591" y="1989487"/>
                </a:cubicBezTo>
                <a:close/>
                <a:moveTo>
                  <a:pt x="609790" y="1990535"/>
                </a:moveTo>
                <a:cubicBezTo>
                  <a:pt x="614839" y="1990535"/>
                  <a:pt x="618839" y="1986439"/>
                  <a:pt x="618839" y="1981486"/>
                </a:cubicBezTo>
                <a:cubicBezTo>
                  <a:pt x="618839" y="1976533"/>
                  <a:pt x="614744" y="1972437"/>
                  <a:pt x="609790" y="1972437"/>
                </a:cubicBezTo>
                <a:cubicBezTo>
                  <a:pt x="604838" y="1972437"/>
                  <a:pt x="600742" y="1976533"/>
                  <a:pt x="600742" y="1981486"/>
                </a:cubicBezTo>
                <a:cubicBezTo>
                  <a:pt x="600742" y="1986439"/>
                  <a:pt x="604838" y="1990535"/>
                  <a:pt x="609790" y="1990535"/>
                </a:cubicBezTo>
                <a:close/>
                <a:moveTo>
                  <a:pt x="685990" y="1991773"/>
                </a:moveTo>
                <a:cubicBezTo>
                  <a:pt x="691706" y="1991773"/>
                  <a:pt x="696373" y="1987106"/>
                  <a:pt x="696373" y="1981391"/>
                </a:cubicBezTo>
                <a:cubicBezTo>
                  <a:pt x="696373" y="1975676"/>
                  <a:pt x="691706" y="1971008"/>
                  <a:pt x="685990" y="1971008"/>
                </a:cubicBezTo>
                <a:cubicBezTo>
                  <a:pt x="680276" y="1971008"/>
                  <a:pt x="675608" y="1975676"/>
                  <a:pt x="675608" y="1981391"/>
                </a:cubicBezTo>
                <a:cubicBezTo>
                  <a:pt x="675608" y="1987106"/>
                  <a:pt x="680276" y="1991773"/>
                  <a:pt x="685990" y="1991773"/>
                </a:cubicBezTo>
                <a:close/>
                <a:moveTo>
                  <a:pt x="762190" y="1992821"/>
                </a:moveTo>
                <a:cubicBezTo>
                  <a:pt x="768477" y="1992821"/>
                  <a:pt x="773621" y="1987677"/>
                  <a:pt x="773621" y="1981391"/>
                </a:cubicBezTo>
                <a:cubicBezTo>
                  <a:pt x="773621" y="1975104"/>
                  <a:pt x="768477" y="1969961"/>
                  <a:pt x="762190" y="1969961"/>
                </a:cubicBezTo>
                <a:cubicBezTo>
                  <a:pt x="755904" y="1969961"/>
                  <a:pt x="750761" y="1975104"/>
                  <a:pt x="750761" y="1981391"/>
                </a:cubicBezTo>
                <a:cubicBezTo>
                  <a:pt x="750761" y="1987677"/>
                  <a:pt x="755904" y="1992821"/>
                  <a:pt x="762190" y="1992821"/>
                </a:cubicBezTo>
                <a:close/>
                <a:moveTo>
                  <a:pt x="838390" y="1994059"/>
                </a:moveTo>
                <a:cubicBezTo>
                  <a:pt x="845439" y="1994059"/>
                  <a:pt x="851059" y="1988344"/>
                  <a:pt x="851059" y="1981391"/>
                </a:cubicBezTo>
                <a:cubicBezTo>
                  <a:pt x="851059" y="1974342"/>
                  <a:pt x="845344" y="1968722"/>
                  <a:pt x="838390" y="1968722"/>
                </a:cubicBezTo>
                <a:cubicBezTo>
                  <a:pt x="831437" y="1968722"/>
                  <a:pt x="825722" y="1974437"/>
                  <a:pt x="825722" y="1981391"/>
                </a:cubicBezTo>
                <a:cubicBezTo>
                  <a:pt x="825722" y="1988439"/>
                  <a:pt x="831437" y="1994059"/>
                  <a:pt x="838390" y="1994059"/>
                </a:cubicBezTo>
                <a:close/>
                <a:moveTo>
                  <a:pt x="914590" y="1995107"/>
                </a:moveTo>
                <a:cubicBezTo>
                  <a:pt x="922211" y="1995107"/>
                  <a:pt x="928307" y="1988915"/>
                  <a:pt x="928307" y="1981391"/>
                </a:cubicBezTo>
                <a:cubicBezTo>
                  <a:pt x="928307" y="1973866"/>
                  <a:pt x="922115" y="1967675"/>
                  <a:pt x="914590" y="1967675"/>
                </a:cubicBezTo>
                <a:cubicBezTo>
                  <a:pt x="906971" y="1967675"/>
                  <a:pt x="900875" y="1973866"/>
                  <a:pt x="900875" y="1981391"/>
                </a:cubicBezTo>
                <a:cubicBezTo>
                  <a:pt x="900875" y="1988915"/>
                  <a:pt x="907066" y="1995107"/>
                  <a:pt x="914590" y="1995107"/>
                </a:cubicBezTo>
                <a:close/>
                <a:moveTo>
                  <a:pt x="990790" y="1996250"/>
                </a:moveTo>
                <a:cubicBezTo>
                  <a:pt x="998982" y="1996250"/>
                  <a:pt x="1005554" y="1989582"/>
                  <a:pt x="1005554" y="1981486"/>
                </a:cubicBezTo>
                <a:cubicBezTo>
                  <a:pt x="1005554" y="1973389"/>
                  <a:pt x="998887" y="1966722"/>
                  <a:pt x="990790" y="1966722"/>
                </a:cubicBezTo>
                <a:cubicBezTo>
                  <a:pt x="982599" y="1966722"/>
                  <a:pt x="976027" y="1973389"/>
                  <a:pt x="976027" y="1981486"/>
                </a:cubicBezTo>
                <a:cubicBezTo>
                  <a:pt x="976027" y="1989582"/>
                  <a:pt x="982599" y="1996250"/>
                  <a:pt x="990790" y="1996250"/>
                </a:cubicBezTo>
                <a:close/>
                <a:moveTo>
                  <a:pt x="1066991" y="1997488"/>
                </a:moveTo>
                <a:cubicBezTo>
                  <a:pt x="1075849" y="1997488"/>
                  <a:pt x="1083088" y="1990344"/>
                  <a:pt x="1083088" y="1981391"/>
                </a:cubicBezTo>
                <a:cubicBezTo>
                  <a:pt x="1083088" y="1972532"/>
                  <a:pt x="1075944" y="1965293"/>
                  <a:pt x="1066991" y="1965293"/>
                </a:cubicBezTo>
                <a:cubicBezTo>
                  <a:pt x="1058037" y="1965293"/>
                  <a:pt x="1050893" y="1972437"/>
                  <a:pt x="1050893" y="1981391"/>
                </a:cubicBezTo>
                <a:cubicBezTo>
                  <a:pt x="1050989" y="1990249"/>
                  <a:pt x="1058132" y="1997488"/>
                  <a:pt x="1066991" y="1997488"/>
                </a:cubicBezTo>
                <a:close/>
                <a:moveTo>
                  <a:pt x="1143191" y="1998536"/>
                </a:moveTo>
                <a:cubicBezTo>
                  <a:pt x="1152620" y="1998536"/>
                  <a:pt x="1160336" y="1990916"/>
                  <a:pt x="1160336" y="1981391"/>
                </a:cubicBezTo>
                <a:cubicBezTo>
                  <a:pt x="1160336" y="1971866"/>
                  <a:pt x="1152716" y="1964246"/>
                  <a:pt x="1143191" y="1964246"/>
                </a:cubicBezTo>
                <a:cubicBezTo>
                  <a:pt x="1133666" y="1964246"/>
                  <a:pt x="1126046" y="1971866"/>
                  <a:pt x="1126046" y="1981391"/>
                </a:cubicBezTo>
                <a:cubicBezTo>
                  <a:pt x="1126046" y="1990916"/>
                  <a:pt x="1133761" y="1998536"/>
                  <a:pt x="1143191" y="1998536"/>
                </a:cubicBezTo>
                <a:close/>
                <a:moveTo>
                  <a:pt x="1219391" y="1999583"/>
                </a:moveTo>
                <a:cubicBezTo>
                  <a:pt x="1229392" y="1999583"/>
                  <a:pt x="1237583" y="1991487"/>
                  <a:pt x="1237583" y="1981391"/>
                </a:cubicBezTo>
                <a:cubicBezTo>
                  <a:pt x="1237583" y="1971389"/>
                  <a:pt x="1229487" y="1963198"/>
                  <a:pt x="1219391" y="1963198"/>
                </a:cubicBezTo>
                <a:cubicBezTo>
                  <a:pt x="1209389" y="1963198"/>
                  <a:pt x="1201198" y="1971294"/>
                  <a:pt x="1201198" y="1981391"/>
                </a:cubicBezTo>
                <a:cubicBezTo>
                  <a:pt x="1201198" y="1991487"/>
                  <a:pt x="1209389" y="1999583"/>
                  <a:pt x="1219391" y="1999583"/>
                </a:cubicBezTo>
                <a:close/>
                <a:moveTo>
                  <a:pt x="1295591" y="2000822"/>
                </a:moveTo>
                <a:cubicBezTo>
                  <a:pt x="1306354" y="2000822"/>
                  <a:pt x="1315022" y="1992154"/>
                  <a:pt x="1315022" y="1981391"/>
                </a:cubicBezTo>
                <a:cubicBezTo>
                  <a:pt x="1315022" y="1970627"/>
                  <a:pt x="1306354" y="1961960"/>
                  <a:pt x="1295591" y="1961960"/>
                </a:cubicBezTo>
                <a:cubicBezTo>
                  <a:pt x="1284827" y="1961960"/>
                  <a:pt x="1276160" y="1970627"/>
                  <a:pt x="1276160" y="1981391"/>
                </a:cubicBezTo>
                <a:cubicBezTo>
                  <a:pt x="1276160" y="1992154"/>
                  <a:pt x="1284923" y="2000822"/>
                  <a:pt x="1295591" y="2000822"/>
                </a:cubicBezTo>
                <a:close/>
                <a:moveTo>
                  <a:pt x="1371791" y="2001679"/>
                </a:moveTo>
                <a:cubicBezTo>
                  <a:pt x="1383030" y="2001679"/>
                  <a:pt x="1392079" y="1992630"/>
                  <a:pt x="1392079" y="1981391"/>
                </a:cubicBezTo>
                <a:cubicBezTo>
                  <a:pt x="1392079" y="1970151"/>
                  <a:pt x="1383030" y="1961102"/>
                  <a:pt x="1371791" y="1961102"/>
                </a:cubicBezTo>
                <a:cubicBezTo>
                  <a:pt x="1360551" y="1961102"/>
                  <a:pt x="1351502" y="1970151"/>
                  <a:pt x="1351502" y="1981391"/>
                </a:cubicBezTo>
                <a:cubicBezTo>
                  <a:pt x="1351502" y="1992630"/>
                  <a:pt x="1360646" y="2001679"/>
                  <a:pt x="1371791" y="2001679"/>
                </a:cubicBezTo>
                <a:close/>
                <a:moveTo>
                  <a:pt x="1447991" y="2002727"/>
                </a:moveTo>
                <a:cubicBezTo>
                  <a:pt x="1459802" y="2002727"/>
                  <a:pt x="1469327" y="1993202"/>
                  <a:pt x="1469327" y="1981391"/>
                </a:cubicBezTo>
                <a:cubicBezTo>
                  <a:pt x="1469327" y="1969580"/>
                  <a:pt x="1459802" y="1960055"/>
                  <a:pt x="1447991" y="1960055"/>
                </a:cubicBezTo>
                <a:cubicBezTo>
                  <a:pt x="1436180" y="1960055"/>
                  <a:pt x="1426655" y="1969580"/>
                  <a:pt x="1426655" y="1981391"/>
                </a:cubicBezTo>
                <a:cubicBezTo>
                  <a:pt x="1426655" y="1993202"/>
                  <a:pt x="1436180" y="2002727"/>
                  <a:pt x="1447991" y="2002727"/>
                </a:cubicBezTo>
                <a:close/>
                <a:moveTo>
                  <a:pt x="1524191" y="2003584"/>
                </a:moveTo>
                <a:cubicBezTo>
                  <a:pt x="1536478" y="2003584"/>
                  <a:pt x="1546384" y="1993678"/>
                  <a:pt x="1546384" y="1981391"/>
                </a:cubicBezTo>
                <a:cubicBezTo>
                  <a:pt x="1546384" y="1969103"/>
                  <a:pt x="1536478" y="1959197"/>
                  <a:pt x="1524191" y="1959197"/>
                </a:cubicBezTo>
                <a:cubicBezTo>
                  <a:pt x="1511903" y="1959197"/>
                  <a:pt x="1501997" y="1969103"/>
                  <a:pt x="1501997" y="1981391"/>
                </a:cubicBezTo>
                <a:cubicBezTo>
                  <a:pt x="1501997" y="1993678"/>
                  <a:pt x="1511999" y="2003584"/>
                  <a:pt x="1524191" y="2003584"/>
                </a:cubicBezTo>
                <a:close/>
                <a:moveTo>
                  <a:pt x="1600391" y="2004441"/>
                </a:moveTo>
                <a:cubicBezTo>
                  <a:pt x="1613154" y="2004441"/>
                  <a:pt x="1623441" y="1994154"/>
                  <a:pt x="1623441" y="1981391"/>
                </a:cubicBezTo>
                <a:cubicBezTo>
                  <a:pt x="1623441" y="1968627"/>
                  <a:pt x="1613154" y="1958340"/>
                  <a:pt x="1600391" y="1958340"/>
                </a:cubicBezTo>
                <a:cubicBezTo>
                  <a:pt x="1587627" y="1958340"/>
                  <a:pt x="1577340" y="1968627"/>
                  <a:pt x="1577340" y="1981391"/>
                </a:cubicBezTo>
                <a:cubicBezTo>
                  <a:pt x="1577340" y="1994154"/>
                  <a:pt x="1587722" y="2004441"/>
                  <a:pt x="1600391" y="2004441"/>
                </a:cubicBezTo>
                <a:close/>
                <a:moveTo>
                  <a:pt x="1676591" y="2004822"/>
                </a:moveTo>
                <a:cubicBezTo>
                  <a:pt x="1689545" y="2004822"/>
                  <a:pt x="1700022" y="1994345"/>
                  <a:pt x="1700022" y="1981391"/>
                </a:cubicBezTo>
                <a:cubicBezTo>
                  <a:pt x="1700022" y="1968437"/>
                  <a:pt x="1689545" y="1957959"/>
                  <a:pt x="1676591" y="1957959"/>
                </a:cubicBezTo>
                <a:cubicBezTo>
                  <a:pt x="1663637" y="1957959"/>
                  <a:pt x="1653159" y="1968437"/>
                  <a:pt x="1653159" y="1981391"/>
                </a:cubicBezTo>
                <a:cubicBezTo>
                  <a:pt x="1653159" y="1994345"/>
                  <a:pt x="1663637" y="2004822"/>
                  <a:pt x="1676591" y="2004822"/>
                </a:cubicBezTo>
                <a:close/>
                <a:moveTo>
                  <a:pt x="1752791" y="2005108"/>
                </a:moveTo>
                <a:cubicBezTo>
                  <a:pt x="1765840" y="2005108"/>
                  <a:pt x="1776413" y="1994535"/>
                  <a:pt x="1776413" y="1981486"/>
                </a:cubicBezTo>
                <a:cubicBezTo>
                  <a:pt x="1776413" y="1968437"/>
                  <a:pt x="1765840" y="1957864"/>
                  <a:pt x="1752791" y="1957864"/>
                </a:cubicBezTo>
                <a:cubicBezTo>
                  <a:pt x="1739741" y="1957864"/>
                  <a:pt x="1729168" y="1968437"/>
                  <a:pt x="1729168" y="1981486"/>
                </a:cubicBezTo>
                <a:cubicBezTo>
                  <a:pt x="1729168" y="1994440"/>
                  <a:pt x="1739741" y="2005108"/>
                  <a:pt x="1752791" y="2005108"/>
                </a:cubicBezTo>
                <a:close/>
                <a:moveTo>
                  <a:pt x="1828991" y="2005108"/>
                </a:moveTo>
                <a:cubicBezTo>
                  <a:pt x="1842040" y="2005108"/>
                  <a:pt x="1852613" y="1994535"/>
                  <a:pt x="1852613" y="1981486"/>
                </a:cubicBezTo>
                <a:cubicBezTo>
                  <a:pt x="1852613" y="1968437"/>
                  <a:pt x="1842040" y="1957864"/>
                  <a:pt x="1828991" y="1957864"/>
                </a:cubicBezTo>
                <a:cubicBezTo>
                  <a:pt x="1815941" y="1957864"/>
                  <a:pt x="1805368" y="1968437"/>
                  <a:pt x="1805368" y="1981486"/>
                </a:cubicBezTo>
                <a:cubicBezTo>
                  <a:pt x="1805368" y="1994440"/>
                  <a:pt x="1815941" y="2005108"/>
                  <a:pt x="1828991" y="2005108"/>
                </a:cubicBezTo>
                <a:close/>
                <a:moveTo>
                  <a:pt x="1905191" y="2004441"/>
                </a:moveTo>
                <a:cubicBezTo>
                  <a:pt x="1917954" y="2004441"/>
                  <a:pt x="1928241" y="1994154"/>
                  <a:pt x="1928241" y="1981391"/>
                </a:cubicBezTo>
                <a:cubicBezTo>
                  <a:pt x="1928241" y="1968627"/>
                  <a:pt x="1917954" y="1958340"/>
                  <a:pt x="1905191" y="1958340"/>
                </a:cubicBezTo>
                <a:cubicBezTo>
                  <a:pt x="1892427" y="1958340"/>
                  <a:pt x="1882140" y="1968627"/>
                  <a:pt x="1882140" y="1981391"/>
                </a:cubicBezTo>
                <a:cubicBezTo>
                  <a:pt x="1882140" y="1994154"/>
                  <a:pt x="1892522" y="2004441"/>
                  <a:pt x="1905191" y="2004441"/>
                </a:cubicBezTo>
                <a:close/>
                <a:moveTo>
                  <a:pt x="1981391" y="2003774"/>
                </a:moveTo>
                <a:cubicBezTo>
                  <a:pt x="1993773" y="2003774"/>
                  <a:pt x="2003774" y="1993773"/>
                  <a:pt x="2003774" y="1981391"/>
                </a:cubicBezTo>
                <a:cubicBezTo>
                  <a:pt x="2003774" y="1969008"/>
                  <a:pt x="1993773" y="1959007"/>
                  <a:pt x="1981391" y="1959007"/>
                </a:cubicBezTo>
                <a:cubicBezTo>
                  <a:pt x="1969008" y="1959007"/>
                  <a:pt x="1959007" y="1969008"/>
                  <a:pt x="1959007" y="1981391"/>
                </a:cubicBezTo>
                <a:cubicBezTo>
                  <a:pt x="1959007" y="1993773"/>
                  <a:pt x="1969008" y="2003774"/>
                  <a:pt x="1981391" y="2003774"/>
                </a:cubicBezTo>
                <a:close/>
                <a:moveTo>
                  <a:pt x="2057591" y="2002917"/>
                </a:moveTo>
                <a:cubicBezTo>
                  <a:pt x="2069497" y="2002917"/>
                  <a:pt x="2079117" y="1993297"/>
                  <a:pt x="2079117" y="1981391"/>
                </a:cubicBezTo>
                <a:cubicBezTo>
                  <a:pt x="2079117" y="1969484"/>
                  <a:pt x="2069497" y="1959864"/>
                  <a:pt x="2057591" y="1959864"/>
                </a:cubicBezTo>
                <a:cubicBezTo>
                  <a:pt x="2045684" y="1959864"/>
                  <a:pt x="2036064" y="1969484"/>
                  <a:pt x="2036064" y="1981391"/>
                </a:cubicBezTo>
                <a:cubicBezTo>
                  <a:pt x="2036064" y="1993297"/>
                  <a:pt x="2045684" y="2002917"/>
                  <a:pt x="2057591" y="2002917"/>
                </a:cubicBezTo>
                <a:close/>
                <a:moveTo>
                  <a:pt x="2133791" y="2001869"/>
                </a:moveTo>
                <a:cubicBezTo>
                  <a:pt x="2145125" y="2001869"/>
                  <a:pt x="2154269" y="1992725"/>
                  <a:pt x="2154269" y="1981391"/>
                </a:cubicBezTo>
                <a:cubicBezTo>
                  <a:pt x="2154269" y="1970056"/>
                  <a:pt x="2145125" y="1960912"/>
                  <a:pt x="2133791" y="1960912"/>
                </a:cubicBezTo>
                <a:cubicBezTo>
                  <a:pt x="2122456" y="1960912"/>
                  <a:pt x="2113312" y="1970056"/>
                  <a:pt x="2113312" y="1981391"/>
                </a:cubicBezTo>
                <a:cubicBezTo>
                  <a:pt x="2113312" y="1992725"/>
                  <a:pt x="2122456" y="2001869"/>
                  <a:pt x="2133791" y="2001869"/>
                </a:cubicBezTo>
                <a:close/>
                <a:moveTo>
                  <a:pt x="2209991" y="2000822"/>
                </a:moveTo>
                <a:cubicBezTo>
                  <a:pt x="2220754" y="2000822"/>
                  <a:pt x="2229422" y="1992154"/>
                  <a:pt x="2229422" y="1981391"/>
                </a:cubicBezTo>
                <a:cubicBezTo>
                  <a:pt x="2229422" y="1970627"/>
                  <a:pt x="2220754" y="1961960"/>
                  <a:pt x="2209991" y="1961960"/>
                </a:cubicBezTo>
                <a:cubicBezTo>
                  <a:pt x="2199227" y="1961960"/>
                  <a:pt x="2190560" y="1970627"/>
                  <a:pt x="2190560" y="1981391"/>
                </a:cubicBezTo>
                <a:cubicBezTo>
                  <a:pt x="2190560" y="1992154"/>
                  <a:pt x="2199323" y="2000822"/>
                  <a:pt x="2209991" y="2000822"/>
                </a:cubicBezTo>
                <a:close/>
                <a:moveTo>
                  <a:pt x="2286191" y="1999774"/>
                </a:moveTo>
                <a:cubicBezTo>
                  <a:pt x="2296382" y="1999774"/>
                  <a:pt x="2304574" y="1991582"/>
                  <a:pt x="2304574" y="1981391"/>
                </a:cubicBezTo>
                <a:cubicBezTo>
                  <a:pt x="2304574" y="1971199"/>
                  <a:pt x="2296382" y="1963007"/>
                  <a:pt x="2286191" y="1963007"/>
                </a:cubicBezTo>
                <a:cubicBezTo>
                  <a:pt x="2275999" y="1963007"/>
                  <a:pt x="2267807" y="1971199"/>
                  <a:pt x="2267807" y="1981391"/>
                </a:cubicBezTo>
                <a:cubicBezTo>
                  <a:pt x="2267807" y="1991582"/>
                  <a:pt x="2276094" y="1999774"/>
                  <a:pt x="2286191" y="1999774"/>
                </a:cubicBezTo>
                <a:close/>
                <a:moveTo>
                  <a:pt x="2362391" y="1998536"/>
                </a:moveTo>
                <a:cubicBezTo>
                  <a:pt x="2371820" y="1998536"/>
                  <a:pt x="2379536" y="1990916"/>
                  <a:pt x="2379536" y="1981391"/>
                </a:cubicBezTo>
                <a:cubicBezTo>
                  <a:pt x="2379536" y="1971866"/>
                  <a:pt x="2371916" y="1964246"/>
                  <a:pt x="2362391" y="1964246"/>
                </a:cubicBezTo>
                <a:cubicBezTo>
                  <a:pt x="2352866" y="1964246"/>
                  <a:pt x="2345246" y="1971866"/>
                  <a:pt x="2345246" y="1981391"/>
                </a:cubicBezTo>
                <a:cubicBezTo>
                  <a:pt x="2345246" y="1990916"/>
                  <a:pt x="2352961" y="1998536"/>
                  <a:pt x="2362391" y="1998536"/>
                </a:cubicBezTo>
                <a:close/>
                <a:moveTo>
                  <a:pt x="2438591" y="1997488"/>
                </a:moveTo>
                <a:cubicBezTo>
                  <a:pt x="2447449" y="1997488"/>
                  <a:pt x="2454688" y="1990344"/>
                  <a:pt x="2454688" y="1981391"/>
                </a:cubicBezTo>
                <a:cubicBezTo>
                  <a:pt x="2454688" y="1972532"/>
                  <a:pt x="2447544" y="1965293"/>
                  <a:pt x="2438591" y="1965293"/>
                </a:cubicBezTo>
                <a:cubicBezTo>
                  <a:pt x="2429732" y="1965293"/>
                  <a:pt x="2422493" y="1972437"/>
                  <a:pt x="2422493" y="1981391"/>
                </a:cubicBezTo>
                <a:cubicBezTo>
                  <a:pt x="2422589" y="1990249"/>
                  <a:pt x="2429732" y="1997488"/>
                  <a:pt x="2438591" y="1997488"/>
                </a:cubicBezTo>
                <a:close/>
                <a:moveTo>
                  <a:pt x="2514791" y="1996440"/>
                </a:moveTo>
                <a:cubicBezTo>
                  <a:pt x="2523078" y="1996440"/>
                  <a:pt x="2529840" y="1989677"/>
                  <a:pt x="2529840" y="1981486"/>
                </a:cubicBezTo>
                <a:cubicBezTo>
                  <a:pt x="2529840" y="1973294"/>
                  <a:pt x="2523078" y="1966436"/>
                  <a:pt x="2514791" y="1966436"/>
                </a:cubicBezTo>
                <a:cubicBezTo>
                  <a:pt x="2506504" y="1966436"/>
                  <a:pt x="2499741" y="1973199"/>
                  <a:pt x="2499741" y="1981486"/>
                </a:cubicBezTo>
                <a:cubicBezTo>
                  <a:pt x="2499741" y="1989773"/>
                  <a:pt x="2506504" y="1996440"/>
                  <a:pt x="2514791" y="1996440"/>
                </a:cubicBezTo>
                <a:close/>
                <a:moveTo>
                  <a:pt x="2590991" y="1995392"/>
                </a:moveTo>
                <a:cubicBezTo>
                  <a:pt x="2598706" y="1995392"/>
                  <a:pt x="2604897" y="1989106"/>
                  <a:pt x="2604897" y="1981486"/>
                </a:cubicBezTo>
                <a:cubicBezTo>
                  <a:pt x="2604897" y="1973771"/>
                  <a:pt x="2598611" y="1967579"/>
                  <a:pt x="2590991" y="1967579"/>
                </a:cubicBezTo>
                <a:cubicBezTo>
                  <a:pt x="2583275" y="1967579"/>
                  <a:pt x="2577084" y="1973866"/>
                  <a:pt x="2577084" y="1981486"/>
                </a:cubicBezTo>
                <a:cubicBezTo>
                  <a:pt x="2577084" y="1989106"/>
                  <a:pt x="2583275" y="1995392"/>
                  <a:pt x="2590991" y="1995392"/>
                </a:cubicBezTo>
                <a:close/>
                <a:moveTo>
                  <a:pt x="2667191" y="1994059"/>
                </a:moveTo>
                <a:cubicBezTo>
                  <a:pt x="2674239" y="1994059"/>
                  <a:pt x="2679859" y="1988344"/>
                  <a:pt x="2679859" y="1981391"/>
                </a:cubicBezTo>
                <a:cubicBezTo>
                  <a:pt x="2679859" y="1974342"/>
                  <a:pt x="2674144" y="1968722"/>
                  <a:pt x="2667191" y="1968722"/>
                </a:cubicBezTo>
                <a:cubicBezTo>
                  <a:pt x="2660142" y="1968722"/>
                  <a:pt x="2654522" y="1974437"/>
                  <a:pt x="2654522" y="1981391"/>
                </a:cubicBezTo>
                <a:cubicBezTo>
                  <a:pt x="2654522" y="1988439"/>
                  <a:pt x="2660237" y="1994059"/>
                  <a:pt x="2667191" y="1994059"/>
                </a:cubicBezTo>
                <a:close/>
                <a:moveTo>
                  <a:pt x="2743391" y="1993011"/>
                </a:moveTo>
                <a:cubicBezTo>
                  <a:pt x="2749772" y="1993011"/>
                  <a:pt x="2755011" y="1987772"/>
                  <a:pt x="2755011" y="1981391"/>
                </a:cubicBezTo>
                <a:cubicBezTo>
                  <a:pt x="2755011" y="1975009"/>
                  <a:pt x="2749772" y="1969770"/>
                  <a:pt x="2743391" y="1969770"/>
                </a:cubicBezTo>
                <a:cubicBezTo>
                  <a:pt x="2737009" y="1969770"/>
                  <a:pt x="2731770" y="1975009"/>
                  <a:pt x="2731770" y="1981391"/>
                </a:cubicBezTo>
                <a:cubicBezTo>
                  <a:pt x="2731770" y="1987868"/>
                  <a:pt x="2737009" y="1993011"/>
                  <a:pt x="2743391" y="1993011"/>
                </a:cubicBezTo>
                <a:close/>
                <a:moveTo>
                  <a:pt x="2819591" y="1991773"/>
                </a:moveTo>
                <a:cubicBezTo>
                  <a:pt x="2825306" y="1991773"/>
                  <a:pt x="2829973" y="1987106"/>
                  <a:pt x="2829973" y="1981391"/>
                </a:cubicBezTo>
                <a:cubicBezTo>
                  <a:pt x="2829973" y="1975676"/>
                  <a:pt x="2825306" y="1971008"/>
                  <a:pt x="2819591" y="1971008"/>
                </a:cubicBezTo>
                <a:cubicBezTo>
                  <a:pt x="2813876" y="1971008"/>
                  <a:pt x="2809208" y="1975676"/>
                  <a:pt x="2809208" y="1981391"/>
                </a:cubicBezTo>
                <a:cubicBezTo>
                  <a:pt x="2809208" y="1987106"/>
                  <a:pt x="2813876" y="1991773"/>
                  <a:pt x="2819591" y="1991773"/>
                </a:cubicBezTo>
                <a:close/>
                <a:moveTo>
                  <a:pt x="2895791" y="1990725"/>
                </a:moveTo>
                <a:cubicBezTo>
                  <a:pt x="2900934" y="1990725"/>
                  <a:pt x="2905125" y="1986534"/>
                  <a:pt x="2905125" y="1981391"/>
                </a:cubicBezTo>
                <a:cubicBezTo>
                  <a:pt x="2905125" y="1976247"/>
                  <a:pt x="2900934" y="1972056"/>
                  <a:pt x="2895791" y="1972056"/>
                </a:cubicBezTo>
                <a:cubicBezTo>
                  <a:pt x="2890647" y="1972056"/>
                  <a:pt x="2886456" y="1976247"/>
                  <a:pt x="2886456" y="1981391"/>
                </a:cubicBezTo>
                <a:cubicBezTo>
                  <a:pt x="2886551" y="1986534"/>
                  <a:pt x="2890647" y="1990725"/>
                  <a:pt x="2895791" y="1990725"/>
                </a:cubicBezTo>
                <a:close/>
                <a:moveTo>
                  <a:pt x="2971991" y="1989487"/>
                </a:moveTo>
                <a:cubicBezTo>
                  <a:pt x="2976467" y="1989487"/>
                  <a:pt x="2979991" y="1985867"/>
                  <a:pt x="2979991" y="1981486"/>
                </a:cubicBezTo>
                <a:cubicBezTo>
                  <a:pt x="2979991" y="1977009"/>
                  <a:pt x="2976372" y="1973485"/>
                  <a:pt x="2971991" y="1973485"/>
                </a:cubicBezTo>
                <a:cubicBezTo>
                  <a:pt x="2967514" y="1973485"/>
                  <a:pt x="2963990" y="1977104"/>
                  <a:pt x="2963990" y="1981486"/>
                </a:cubicBezTo>
                <a:cubicBezTo>
                  <a:pt x="2963990" y="1985867"/>
                  <a:pt x="2967609" y="1989487"/>
                  <a:pt x="2971991" y="1989487"/>
                </a:cubicBezTo>
                <a:close/>
                <a:moveTo>
                  <a:pt x="3048191" y="1988344"/>
                </a:moveTo>
                <a:cubicBezTo>
                  <a:pt x="3052001" y="1988344"/>
                  <a:pt x="3055144" y="1985201"/>
                  <a:pt x="3055144" y="1981391"/>
                </a:cubicBezTo>
                <a:cubicBezTo>
                  <a:pt x="3055144" y="1977581"/>
                  <a:pt x="3052001" y="1974437"/>
                  <a:pt x="3048191" y="1974437"/>
                </a:cubicBezTo>
                <a:cubicBezTo>
                  <a:pt x="3044381" y="1974437"/>
                  <a:pt x="3041237" y="1977581"/>
                  <a:pt x="3041237" y="1981391"/>
                </a:cubicBezTo>
                <a:cubicBezTo>
                  <a:pt x="3041237" y="1985201"/>
                  <a:pt x="3044381" y="1988344"/>
                  <a:pt x="3048191" y="1988344"/>
                </a:cubicBezTo>
                <a:close/>
                <a:moveTo>
                  <a:pt x="3124391" y="1987106"/>
                </a:moveTo>
                <a:cubicBezTo>
                  <a:pt x="3127534" y="1987106"/>
                  <a:pt x="3130106" y="1984534"/>
                  <a:pt x="3130106" y="1981391"/>
                </a:cubicBezTo>
                <a:cubicBezTo>
                  <a:pt x="3130106" y="1978247"/>
                  <a:pt x="3127534" y="1975676"/>
                  <a:pt x="3124391" y="1975676"/>
                </a:cubicBezTo>
                <a:cubicBezTo>
                  <a:pt x="3121247" y="1975676"/>
                  <a:pt x="3118676" y="1978247"/>
                  <a:pt x="3118676" y="1981391"/>
                </a:cubicBezTo>
                <a:cubicBezTo>
                  <a:pt x="3118676" y="1984534"/>
                  <a:pt x="3121247" y="1987106"/>
                  <a:pt x="3124391" y="1987106"/>
                </a:cubicBezTo>
                <a:close/>
                <a:moveTo>
                  <a:pt x="3200591" y="1986058"/>
                </a:moveTo>
                <a:cubicBezTo>
                  <a:pt x="3203162" y="1986058"/>
                  <a:pt x="3205258" y="1983962"/>
                  <a:pt x="3205258" y="1981391"/>
                </a:cubicBezTo>
                <a:cubicBezTo>
                  <a:pt x="3205258" y="1978819"/>
                  <a:pt x="3203162" y="1976723"/>
                  <a:pt x="3200591" y="1976723"/>
                </a:cubicBezTo>
                <a:cubicBezTo>
                  <a:pt x="3198019" y="1976723"/>
                  <a:pt x="3195923" y="1978819"/>
                  <a:pt x="3195923" y="1981391"/>
                </a:cubicBezTo>
                <a:cubicBezTo>
                  <a:pt x="3195923" y="1983962"/>
                  <a:pt x="3198019" y="1986058"/>
                  <a:pt x="3200591" y="1986058"/>
                </a:cubicBezTo>
                <a:close/>
                <a:moveTo>
                  <a:pt x="3276791" y="1985010"/>
                </a:moveTo>
                <a:cubicBezTo>
                  <a:pt x="3278791" y="1985010"/>
                  <a:pt x="3280410" y="1983391"/>
                  <a:pt x="3280410" y="1981391"/>
                </a:cubicBezTo>
                <a:cubicBezTo>
                  <a:pt x="3280410" y="1979390"/>
                  <a:pt x="3278791" y="1977771"/>
                  <a:pt x="3276791" y="1977771"/>
                </a:cubicBezTo>
                <a:cubicBezTo>
                  <a:pt x="3274790" y="1977771"/>
                  <a:pt x="3273171" y="1979390"/>
                  <a:pt x="3273171" y="1981391"/>
                </a:cubicBezTo>
                <a:cubicBezTo>
                  <a:pt x="3273171" y="1983391"/>
                  <a:pt x="3274790" y="1985010"/>
                  <a:pt x="3276791" y="1985010"/>
                </a:cubicBezTo>
                <a:close/>
                <a:moveTo>
                  <a:pt x="3352991" y="1983772"/>
                </a:moveTo>
                <a:cubicBezTo>
                  <a:pt x="3354229" y="1983772"/>
                  <a:pt x="3355277" y="1982724"/>
                  <a:pt x="3355277" y="1981486"/>
                </a:cubicBezTo>
                <a:cubicBezTo>
                  <a:pt x="3355277" y="1980248"/>
                  <a:pt x="3354229" y="1979200"/>
                  <a:pt x="3352991" y="1979200"/>
                </a:cubicBezTo>
                <a:cubicBezTo>
                  <a:pt x="3351753" y="1979200"/>
                  <a:pt x="3350705" y="1980248"/>
                  <a:pt x="3350705" y="1981486"/>
                </a:cubicBezTo>
                <a:cubicBezTo>
                  <a:pt x="3350705" y="1982724"/>
                  <a:pt x="3351753" y="1983772"/>
                  <a:pt x="3352991" y="1983772"/>
                </a:cubicBezTo>
                <a:close/>
                <a:moveTo>
                  <a:pt x="3429191" y="1982724"/>
                </a:moveTo>
                <a:cubicBezTo>
                  <a:pt x="3429857" y="1982724"/>
                  <a:pt x="3430429" y="1982153"/>
                  <a:pt x="3430429" y="1981486"/>
                </a:cubicBezTo>
                <a:cubicBezTo>
                  <a:pt x="3430429" y="1980819"/>
                  <a:pt x="3429857" y="1980248"/>
                  <a:pt x="3429191" y="1980248"/>
                </a:cubicBezTo>
                <a:cubicBezTo>
                  <a:pt x="3428524" y="1980248"/>
                  <a:pt x="3427953" y="1980819"/>
                  <a:pt x="3427953" y="1981486"/>
                </a:cubicBezTo>
                <a:cubicBezTo>
                  <a:pt x="3427953" y="1982153"/>
                  <a:pt x="3428524" y="1982724"/>
                  <a:pt x="3429191" y="1982724"/>
                </a:cubicBezTo>
                <a:close/>
                <a:moveTo>
                  <a:pt x="3505391" y="1981581"/>
                </a:moveTo>
                <a:cubicBezTo>
                  <a:pt x="3505486" y="1981581"/>
                  <a:pt x="3505581" y="1981486"/>
                  <a:pt x="3505581" y="1981391"/>
                </a:cubicBezTo>
                <a:cubicBezTo>
                  <a:pt x="3505581" y="1981295"/>
                  <a:pt x="3505486" y="1981200"/>
                  <a:pt x="3505391" y="1981200"/>
                </a:cubicBezTo>
                <a:cubicBezTo>
                  <a:pt x="3505295" y="1981200"/>
                  <a:pt x="3505200" y="1981295"/>
                  <a:pt x="3505200" y="1981391"/>
                </a:cubicBezTo>
                <a:cubicBezTo>
                  <a:pt x="3505200" y="1981486"/>
                  <a:pt x="3505295" y="1981581"/>
                  <a:pt x="3505391" y="1981581"/>
                </a:cubicBezTo>
                <a:close/>
                <a:moveTo>
                  <a:pt x="76391" y="2058448"/>
                </a:moveTo>
                <a:cubicBezTo>
                  <a:pt x="76867" y="2058448"/>
                  <a:pt x="77248" y="2058067"/>
                  <a:pt x="77248" y="2057591"/>
                </a:cubicBezTo>
                <a:cubicBezTo>
                  <a:pt x="77248" y="2057114"/>
                  <a:pt x="76867" y="2056733"/>
                  <a:pt x="76391" y="2056733"/>
                </a:cubicBezTo>
                <a:cubicBezTo>
                  <a:pt x="75914" y="2056733"/>
                  <a:pt x="75533" y="2057114"/>
                  <a:pt x="75533" y="2057591"/>
                </a:cubicBezTo>
                <a:cubicBezTo>
                  <a:pt x="75533" y="2058067"/>
                  <a:pt x="75914" y="2058448"/>
                  <a:pt x="76391" y="2058448"/>
                </a:cubicBezTo>
                <a:close/>
                <a:moveTo>
                  <a:pt x="152591" y="2059686"/>
                </a:moveTo>
                <a:cubicBezTo>
                  <a:pt x="153734" y="2059686"/>
                  <a:pt x="154686" y="2058734"/>
                  <a:pt x="154686" y="2057591"/>
                </a:cubicBezTo>
                <a:cubicBezTo>
                  <a:pt x="154686" y="2056448"/>
                  <a:pt x="153734" y="2055495"/>
                  <a:pt x="152591" y="2055495"/>
                </a:cubicBezTo>
                <a:cubicBezTo>
                  <a:pt x="151448" y="2055495"/>
                  <a:pt x="150495" y="2056448"/>
                  <a:pt x="150495" y="2057591"/>
                </a:cubicBezTo>
                <a:cubicBezTo>
                  <a:pt x="150495" y="2058734"/>
                  <a:pt x="151448" y="2059686"/>
                  <a:pt x="152591" y="2059686"/>
                </a:cubicBezTo>
                <a:close/>
                <a:moveTo>
                  <a:pt x="228791" y="2060734"/>
                </a:moveTo>
                <a:cubicBezTo>
                  <a:pt x="230505" y="2060734"/>
                  <a:pt x="231934" y="2059305"/>
                  <a:pt x="231934" y="2057591"/>
                </a:cubicBezTo>
                <a:cubicBezTo>
                  <a:pt x="231934" y="2055876"/>
                  <a:pt x="230505" y="2054447"/>
                  <a:pt x="228791" y="2054447"/>
                </a:cubicBezTo>
                <a:cubicBezTo>
                  <a:pt x="227076" y="2054447"/>
                  <a:pt x="225647" y="2055876"/>
                  <a:pt x="225647" y="2057591"/>
                </a:cubicBezTo>
                <a:cubicBezTo>
                  <a:pt x="225647" y="2059400"/>
                  <a:pt x="227076" y="2060734"/>
                  <a:pt x="228791" y="2060734"/>
                </a:cubicBezTo>
                <a:close/>
                <a:moveTo>
                  <a:pt x="304991" y="2061877"/>
                </a:moveTo>
                <a:cubicBezTo>
                  <a:pt x="307276" y="2061877"/>
                  <a:pt x="309182" y="2059972"/>
                  <a:pt x="309182" y="2057686"/>
                </a:cubicBezTo>
                <a:cubicBezTo>
                  <a:pt x="309182" y="2055400"/>
                  <a:pt x="307276" y="2053495"/>
                  <a:pt x="304991" y="2053495"/>
                </a:cubicBezTo>
                <a:cubicBezTo>
                  <a:pt x="302609" y="2053495"/>
                  <a:pt x="300800" y="2055400"/>
                  <a:pt x="300800" y="2057686"/>
                </a:cubicBezTo>
                <a:cubicBezTo>
                  <a:pt x="300800" y="2059972"/>
                  <a:pt x="302705" y="2061877"/>
                  <a:pt x="304991" y="2061877"/>
                </a:cubicBezTo>
                <a:close/>
                <a:moveTo>
                  <a:pt x="381191" y="2063115"/>
                </a:moveTo>
                <a:cubicBezTo>
                  <a:pt x="384239" y="2063115"/>
                  <a:pt x="386715" y="2060639"/>
                  <a:pt x="386715" y="2057591"/>
                </a:cubicBezTo>
                <a:cubicBezTo>
                  <a:pt x="386715" y="2054543"/>
                  <a:pt x="384239" y="2052066"/>
                  <a:pt x="381191" y="2052066"/>
                </a:cubicBezTo>
                <a:cubicBezTo>
                  <a:pt x="378143" y="2052066"/>
                  <a:pt x="375666" y="2054543"/>
                  <a:pt x="375666" y="2057591"/>
                </a:cubicBezTo>
                <a:cubicBezTo>
                  <a:pt x="375761" y="2060639"/>
                  <a:pt x="378143" y="2063115"/>
                  <a:pt x="381191" y="2063115"/>
                </a:cubicBezTo>
                <a:close/>
                <a:moveTo>
                  <a:pt x="457391" y="2064163"/>
                </a:moveTo>
                <a:cubicBezTo>
                  <a:pt x="461010" y="2064163"/>
                  <a:pt x="463963" y="2061210"/>
                  <a:pt x="463963" y="2057591"/>
                </a:cubicBezTo>
                <a:cubicBezTo>
                  <a:pt x="463963" y="2053971"/>
                  <a:pt x="461010" y="2051018"/>
                  <a:pt x="457391" y="2051018"/>
                </a:cubicBezTo>
                <a:cubicBezTo>
                  <a:pt x="453771" y="2051018"/>
                  <a:pt x="450818" y="2053971"/>
                  <a:pt x="450818" y="2057591"/>
                </a:cubicBezTo>
                <a:cubicBezTo>
                  <a:pt x="450818" y="2061210"/>
                  <a:pt x="453771" y="2064163"/>
                  <a:pt x="457391" y="2064163"/>
                </a:cubicBezTo>
                <a:close/>
                <a:moveTo>
                  <a:pt x="533591" y="2065401"/>
                </a:moveTo>
                <a:cubicBezTo>
                  <a:pt x="537877" y="2065401"/>
                  <a:pt x="541401" y="2061877"/>
                  <a:pt x="541401" y="2057591"/>
                </a:cubicBezTo>
                <a:cubicBezTo>
                  <a:pt x="541401" y="2053304"/>
                  <a:pt x="537877" y="2049780"/>
                  <a:pt x="533591" y="2049780"/>
                </a:cubicBezTo>
                <a:cubicBezTo>
                  <a:pt x="529304" y="2049780"/>
                  <a:pt x="525780" y="2053304"/>
                  <a:pt x="525780" y="2057591"/>
                </a:cubicBezTo>
                <a:cubicBezTo>
                  <a:pt x="525780" y="2061972"/>
                  <a:pt x="529304" y="2065401"/>
                  <a:pt x="533591" y="2065401"/>
                </a:cubicBezTo>
                <a:close/>
                <a:moveTo>
                  <a:pt x="609790" y="2066449"/>
                </a:moveTo>
                <a:cubicBezTo>
                  <a:pt x="614648" y="2066449"/>
                  <a:pt x="618649" y="2062448"/>
                  <a:pt x="618649" y="2057591"/>
                </a:cubicBezTo>
                <a:cubicBezTo>
                  <a:pt x="618649" y="2052733"/>
                  <a:pt x="614648" y="2048732"/>
                  <a:pt x="609790" y="2048732"/>
                </a:cubicBezTo>
                <a:cubicBezTo>
                  <a:pt x="604933" y="2048732"/>
                  <a:pt x="600932" y="2052733"/>
                  <a:pt x="600932" y="2057591"/>
                </a:cubicBezTo>
                <a:cubicBezTo>
                  <a:pt x="600932" y="2062448"/>
                  <a:pt x="604933" y="2066449"/>
                  <a:pt x="609790" y="2066449"/>
                </a:cubicBezTo>
                <a:close/>
                <a:moveTo>
                  <a:pt x="685990" y="2067782"/>
                </a:moveTo>
                <a:cubicBezTo>
                  <a:pt x="691610" y="2067782"/>
                  <a:pt x="696087" y="2063210"/>
                  <a:pt x="696087" y="2057686"/>
                </a:cubicBezTo>
                <a:cubicBezTo>
                  <a:pt x="696087" y="2052161"/>
                  <a:pt x="691515" y="2047589"/>
                  <a:pt x="685990" y="2047589"/>
                </a:cubicBezTo>
                <a:cubicBezTo>
                  <a:pt x="680371" y="2047589"/>
                  <a:pt x="675894" y="2052161"/>
                  <a:pt x="675894" y="2057686"/>
                </a:cubicBezTo>
                <a:cubicBezTo>
                  <a:pt x="675894" y="2063210"/>
                  <a:pt x="680371" y="2067782"/>
                  <a:pt x="685990" y="2067782"/>
                </a:cubicBezTo>
                <a:close/>
                <a:moveTo>
                  <a:pt x="762190" y="2068830"/>
                </a:moveTo>
                <a:cubicBezTo>
                  <a:pt x="768382" y="2068830"/>
                  <a:pt x="773430" y="2063782"/>
                  <a:pt x="773430" y="2057591"/>
                </a:cubicBezTo>
                <a:cubicBezTo>
                  <a:pt x="773430" y="2051399"/>
                  <a:pt x="768382" y="2046351"/>
                  <a:pt x="762190" y="2046351"/>
                </a:cubicBezTo>
                <a:cubicBezTo>
                  <a:pt x="755999" y="2046351"/>
                  <a:pt x="750951" y="2051399"/>
                  <a:pt x="750951" y="2057591"/>
                </a:cubicBezTo>
                <a:cubicBezTo>
                  <a:pt x="751046" y="2063782"/>
                  <a:pt x="755999" y="2068830"/>
                  <a:pt x="762190" y="2068830"/>
                </a:cubicBezTo>
                <a:close/>
                <a:moveTo>
                  <a:pt x="838390" y="2069878"/>
                </a:moveTo>
                <a:cubicBezTo>
                  <a:pt x="845153" y="2069878"/>
                  <a:pt x="850678" y="2064353"/>
                  <a:pt x="850678" y="2057591"/>
                </a:cubicBezTo>
                <a:cubicBezTo>
                  <a:pt x="850678" y="2050828"/>
                  <a:pt x="845153" y="2045303"/>
                  <a:pt x="838390" y="2045303"/>
                </a:cubicBezTo>
                <a:cubicBezTo>
                  <a:pt x="831628" y="2045303"/>
                  <a:pt x="826103" y="2050828"/>
                  <a:pt x="826103" y="2057591"/>
                </a:cubicBezTo>
                <a:cubicBezTo>
                  <a:pt x="826103" y="2064353"/>
                  <a:pt x="831628" y="2069878"/>
                  <a:pt x="838390" y="2069878"/>
                </a:cubicBezTo>
                <a:close/>
                <a:moveTo>
                  <a:pt x="914590" y="2070926"/>
                </a:moveTo>
                <a:cubicBezTo>
                  <a:pt x="921925" y="2070926"/>
                  <a:pt x="927926" y="2064925"/>
                  <a:pt x="927926" y="2057591"/>
                </a:cubicBezTo>
                <a:cubicBezTo>
                  <a:pt x="927926" y="2050256"/>
                  <a:pt x="921925" y="2044256"/>
                  <a:pt x="914590" y="2044256"/>
                </a:cubicBezTo>
                <a:cubicBezTo>
                  <a:pt x="907256" y="2044256"/>
                  <a:pt x="901256" y="2050256"/>
                  <a:pt x="901256" y="2057591"/>
                </a:cubicBezTo>
                <a:cubicBezTo>
                  <a:pt x="901256" y="2064925"/>
                  <a:pt x="907256" y="2070926"/>
                  <a:pt x="914590" y="2070926"/>
                </a:cubicBezTo>
                <a:close/>
                <a:moveTo>
                  <a:pt x="990790" y="2072164"/>
                </a:moveTo>
                <a:cubicBezTo>
                  <a:pt x="998887" y="2072164"/>
                  <a:pt x="1005364" y="2065592"/>
                  <a:pt x="1005364" y="2057591"/>
                </a:cubicBezTo>
                <a:cubicBezTo>
                  <a:pt x="1005364" y="2049589"/>
                  <a:pt x="998792" y="2043017"/>
                  <a:pt x="990790" y="2043017"/>
                </a:cubicBezTo>
                <a:cubicBezTo>
                  <a:pt x="982790" y="2043017"/>
                  <a:pt x="976217" y="2049589"/>
                  <a:pt x="976217" y="2057591"/>
                </a:cubicBezTo>
                <a:cubicBezTo>
                  <a:pt x="976217" y="2065592"/>
                  <a:pt x="982790" y="2072164"/>
                  <a:pt x="990790" y="2072164"/>
                </a:cubicBezTo>
                <a:close/>
                <a:moveTo>
                  <a:pt x="1066991" y="2073212"/>
                </a:moveTo>
                <a:cubicBezTo>
                  <a:pt x="1075658" y="2073212"/>
                  <a:pt x="1082612" y="2066163"/>
                  <a:pt x="1082612" y="2057591"/>
                </a:cubicBezTo>
                <a:cubicBezTo>
                  <a:pt x="1082612" y="2049018"/>
                  <a:pt x="1075563" y="2041970"/>
                  <a:pt x="1066991" y="2041970"/>
                </a:cubicBezTo>
                <a:cubicBezTo>
                  <a:pt x="1058418" y="2041970"/>
                  <a:pt x="1051370" y="2049018"/>
                  <a:pt x="1051370" y="2057591"/>
                </a:cubicBezTo>
                <a:cubicBezTo>
                  <a:pt x="1051370" y="2066163"/>
                  <a:pt x="1058418" y="2073212"/>
                  <a:pt x="1066991" y="2073212"/>
                </a:cubicBezTo>
                <a:close/>
                <a:moveTo>
                  <a:pt x="1143191" y="2074259"/>
                </a:moveTo>
                <a:cubicBezTo>
                  <a:pt x="1152430" y="2074259"/>
                  <a:pt x="1159859" y="2066830"/>
                  <a:pt x="1159859" y="2057591"/>
                </a:cubicBezTo>
                <a:cubicBezTo>
                  <a:pt x="1159859" y="2048351"/>
                  <a:pt x="1152430" y="2040922"/>
                  <a:pt x="1143191" y="2040922"/>
                </a:cubicBezTo>
                <a:cubicBezTo>
                  <a:pt x="1133951" y="2040922"/>
                  <a:pt x="1126522" y="2048351"/>
                  <a:pt x="1126522" y="2057591"/>
                </a:cubicBezTo>
                <a:cubicBezTo>
                  <a:pt x="1126522" y="2066830"/>
                  <a:pt x="1133951" y="2074259"/>
                  <a:pt x="1143191" y="2074259"/>
                </a:cubicBezTo>
                <a:close/>
                <a:moveTo>
                  <a:pt x="1219391" y="2075402"/>
                </a:moveTo>
                <a:cubicBezTo>
                  <a:pt x="1229201" y="2075402"/>
                  <a:pt x="1237107" y="2067497"/>
                  <a:pt x="1237107" y="2057686"/>
                </a:cubicBezTo>
                <a:cubicBezTo>
                  <a:pt x="1237107" y="2047875"/>
                  <a:pt x="1229201" y="2039969"/>
                  <a:pt x="1219391" y="2039969"/>
                </a:cubicBezTo>
                <a:cubicBezTo>
                  <a:pt x="1209580" y="2039969"/>
                  <a:pt x="1201674" y="2047875"/>
                  <a:pt x="1201674" y="2057686"/>
                </a:cubicBezTo>
                <a:cubicBezTo>
                  <a:pt x="1201674" y="2067401"/>
                  <a:pt x="1209580" y="2075402"/>
                  <a:pt x="1219391" y="2075402"/>
                </a:cubicBezTo>
                <a:close/>
                <a:moveTo>
                  <a:pt x="1295591" y="2076450"/>
                </a:moveTo>
                <a:cubicBezTo>
                  <a:pt x="1305973" y="2076450"/>
                  <a:pt x="1314355" y="2068068"/>
                  <a:pt x="1314355" y="2057686"/>
                </a:cubicBezTo>
                <a:cubicBezTo>
                  <a:pt x="1314355" y="2047304"/>
                  <a:pt x="1305973" y="2038922"/>
                  <a:pt x="1295591" y="2038922"/>
                </a:cubicBezTo>
                <a:cubicBezTo>
                  <a:pt x="1285208" y="2038922"/>
                  <a:pt x="1276826" y="2047304"/>
                  <a:pt x="1276826" y="2057686"/>
                </a:cubicBezTo>
                <a:cubicBezTo>
                  <a:pt x="1276826" y="2067973"/>
                  <a:pt x="1285208" y="2076450"/>
                  <a:pt x="1295591" y="2076450"/>
                </a:cubicBezTo>
                <a:close/>
                <a:moveTo>
                  <a:pt x="1371791" y="2077307"/>
                </a:moveTo>
                <a:cubicBezTo>
                  <a:pt x="1382649" y="2077307"/>
                  <a:pt x="1391412" y="2068544"/>
                  <a:pt x="1391412" y="2057686"/>
                </a:cubicBezTo>
                <a:cubicBezTo>
                  <a:pt x="1391412" y="2046827"/>
                  <a:pt x="1382649" y="2038064"/>
                  <a:pt x="1371791" y="2038064"/>
                </a:cubicBezTo>
                <a:cubicBezTo>
                  <a:pt x="1360932" y="2038064"/>
                  <a:pt x="1352169" y="2046827"/>
                  <a:pt x="1352169" y="2057686"/>
                </a:cubicBezTo>
                <a:cubicBezTo>
                  <a:pt x="1352169" y="2068544"/>
                  <a:pt x="1360932" y="2077307"/>
                  <a:pt x="1371791" y="2077307"/>
                </a:cubicBezTo>
                <a:close/>
                <a:moveTo>
                  <a:pt x="1447991" y="2078069"/>
                </a:moveTo>
                <a:cubicBezTo>
                  <a:pt x="1459325" y="2078069"/>
                  <a:pt x="1468469" y="2068925"/>
                  <a:pt x="1468469" y="2057591"/>
                </a:cubicBezTo>
                <a:cubicBezTo>
                  <a:pt x="1468469" y="2046256"/>
                  <a:pt x="1459325" y="2037112"/>
                  <a:pt x="1447991" y="2037112"/>
                </a:cubicBezTo>
                <a:cubicBezTo>
                  <a:pt x="1436656" y="2037112"/>
                  <a:pt x="1427512" y="2046256"/>
                  <a:pt x="1427512" y="2057591"/>
                </a:cubicBezTo>
                <a:cubicBezTo>
                  <a:pt x="1427512" y="2068925"/>
                  <a:pt x="1436656" y="2078069"/>
                  <a:pt x="1447991" y="2078069"/>
                </a:cubicBezTo>
                <a:close/>
                <a:moveTo>
                  <a:pt x="1524191" y="2078927"/>
                </a:moveTo>
                <a:cubicBezTo>
                  <a:pt x="1536002" y="2078927"/>
                  <a:pt x="1545527" y="2069402"/>
                  <a:pt x="1545527" y="2057591"/>
                </a:cubicBezTo>
                <a:cubicBezTo>
                  <a:pt x="1545527" y="2045780"/>
                  <a:pt x="1536002" y="2036255"/>
                  <a:pt x="1524191" y="2036255"/>
                </a:cubicBezTo>
                <a:cubicBezTo>
                  <a:pt x="1512380" y="2036255"/>
                  <a:pt x="1502855" y="2045780"/>
                  <a:pt x="1502855" y="2057591"/>
                </a:cubicBezTo>
                <a:cubicBezTo>
                  <a:pt x="1502855" y="2069402"/>
                  <a:pt x="1512380" y="2078927"/>
                  <a:pt x="1524191" y="2078927"/>
                </a:cubicBezTo>
                <a:close/>
                <a:moveTo>
                  <a:pt x="1600391" y="2079593"/>
                </a:moveTo>
                <a:cubicBezTo>
                  <a:pt x="1612487" y="2079593"/>
                  <a:pt x="1622393" y="2069783"/>
                  <a:pt x="1622393" y="2057591"/>
                </a:cubicBezTo>
                <a:cubicBezTo>
                  <a:pt x="1622393" y="2045399"/>
                  <a:pt x="1612583" y="2035588"/>
                  <a:pt x="1600391" y="2035588"/>
                </a:cubicBezTo>
                <a:cubicBezTo>
                  <a:pt x="1588199" y="2035588"/>
                  <a:pt x="1578388" y="2045399"/>
                  <a:pt x="1578388" y="2057591"/>
                </a:cubicBezTo>
                <a:cubicBezTo>
                  <a:pt x="1578388" y="2069783"/>
                  <a:pt x="1588294" y="2079593"/>
                  <a:pt x="1600391" y="2079593"/>
                </a:cubicBezTo>
                <a:close/>
                <a:moveTo>
                  <a:pt x="1676591" y="2079974"/>
                </a:moveTo>
                <a:cubicBezTo>
                  <a:pt x="1688973" y="2079974"/>
                  <a:pt x="1698974" y="2069973"/>
                  <a:pt x="1698974" y="2057591"/>
                </a:cubicBezTo>
                <a:cubicBezTo>
                  <a:pt x="1698974" y="2045208"/>
                  <a:pt x="1688973" y="2035207"/>
                  <a:pt x="1676591" y="2035207"/>
                </a:cubicBezTo>
                <a:cubicBezTo>
                  <a:pt x="1664208" y="2035207"/>
                  <a:pt x="1654207" y="2045208"/>
                  <a:pt x="1654207" y="2057591"/>
                </a:cubicBezTo>
                <a:cubicBezTo>
                  <a:pt x="1654207" y="2069973"/>
                  <a:pt x="1664208" y="2079974"/>
                  <a:pt x="1676591" y="2079974"/>
                </a:cubicBezTo>
                <a:close/>
                <a:moveTo>
                  <a:pt x="1752791" y="2080260"/>
                </a:moveTo>
                <a:cubicBezTo>
                  <a:pt x="1765268" y="2080260"/>
                  <a:pt x="1775365" y="2070164"/>
                  <a:pt x="1775365" y="2057686"/>
                </a:cubicBezTo>
                <a:cubicBezTo>
                  <a:pt x="1775365" y="2045208"/>
                  <a:pt x="1765268" y="2035112"/>
                  <a:pt x="1752791" y="2035112"/>
                </a:cubicBezTo>
                <a:cubicBezTo>
                  <a:pt x="1740313" y="2035112"/>
                  <a:pt x="1730216" y="2045208"/>
                  <a:pt x="1730216" y="2057686"/>
                </a:cubicBezTo>
                <a:cubicBezTo>
                  <a:pt x="1730216" y="2070164"/>
                  <a:pt x="1740313" y="2080260"/>
                  <a:pt x="1752791" y="2080260"/>
                </a:cubicBezTo>
                <a:close/>
                <a:moveTo>
                  <a:pt x="1828991" y="2079974"/>
                </a:moveTo>
                <a:cubicBezTo>
                  <a:pt x="1841373" y="2079974"/>
                  <a:pt x="1851374" y="2069973"/>
                  <a:pt x="1851374" y="2057591"/>
                </a:cubicBezTo>
                <a:cubicBezTo>
                  <a:pt x="1851374" y="2045208"/>
                  <a:pt x="1841373" y="2035207"/>
                  <a:pt x="1828991" y="2035207"/>
                </a:cubicBezTo>
                <a:cubicBezTo>
                  <a:pt x="1816608" y="2035207"/>
                  <a:pt x="1806607" y="2045208"/>
                  <a:pt x="1806607" y="2057591"/>
                </a:cubicBezTo>
                <a:cubicBezTo>
                  <a:pt x="1806607" y="2069973"/>
                  <a:pt x="1816608" y="2079974"/>
                  <a:pt x="1828991" y="2079974"/>
                </a:cubicBezTo>
                <a:close/>
                <a:moveTo>
                  <a:pt x="1905191" y="2079593"/>
                </a:moveTo>
                <a:cubicBezTo>
                  <a:pt x="1917287" y="2079593"/>
                  <a:pt x="1927193" y="2069783"/>
                  <a:pt x="1927193" y="2057591"/>
                </a:cubicBezTo>
                <a:cubicBezTo>
                  <a:pt x="1927193" y="2045399"/>
                  <a:pt x="1917383" y="2035588"/>
                  <a:pt x="1905191" y="2035588"/>
                </a:cubicBezTo>
                <a:cubicBezTo>
                  <a:pt x="1892999" y="2035588"/>
                  <a:pt x="1883188" y="2045399"/>
                  <a:pt x="1883188" y="2057591"/>
                </a:cubicBezTo>
                <a:cubicBezTo>
                  <a:pt x="1883188" y="2069783"/>
                  <a:pt x="1893094" y="2079593"/>
                  <a:pt x="1905191" y="2079593"/>
                </a:cubicBezTo>
                <a:close/>
                <a:moveTo>
                  <a:pt x="1981391" y="2079117"/>
                </a:moveTo>
                <a:cubicBezTo>
                  <a:pt x="1993297" y="2079117"/>
                  <a:pt x="2002917" y="2069497"/>
                  <a:pt x="2002917" y="2057591"/>
                </a:cubicBezTo>
                <a:cubicBezTo>
                  <a:pt x="2002917" y="2045684"/>
                  <a:pt x="1993297" y="2036064"/>
                  <a:pt x="1981391" y="2036064"/>
                </a:cubicBezTo>
                <a:cubicBezTo>
                  <a:pt x="1969484" y="2036064"/>
                  <a:pt x="1959864" y="2045684"/>
                  <a:pt x="1959864" y="2057591"/>
                </a:cubicBezTo>
                <a:cubicBezTo>
                  <a:pt x="1959864" y="2069497"/>
                  <a:pt x="1969484" y="2079117"/>
                  <a:pt x="1981391" y="2079117"/>
                </a:cubicBezTo>
                <a:close/>
                <a:moveTo>
                  <a:pt x="2057591" y="2078355"/>
                </a:moveTo>
                <a:cubicBezTo>
                  <a:pt x="2069021" y="2078355"/>
                  <a:pt x="2078260" y="2069116"/>
                  <a:pt x="2078260" y="2057686"/>
                </a:cubicBezTo>
                <a:cubicBezTo>
                  <a:pt x="2078260" y="2046256"/>
                  <a:pt x="2069021" y="2037017"/>
                  <a:pt x="2057591" y="2037017"/>
                </a:cubicBezTo>
                <a:cubicBezTo>
                  <a:pt x="2046161" y="2037017"/>
                  <a:pt x="2036921" y="2046256"/>
                  <a:pt x="2036921" y="2057686"/>
                </a:cubicBezTo>
                <a:cubicBezTo>
                  <a:pt x="2036921" y="2069116"/>
                  <a:pt x="2046161" y="2078355"/>
                  <a:pt x="2057591" y="2078355"/>
                </a:cubicBezTo>
                <a:close/>
                <a:moveTo>
                  <a:pt x="2133791" y="2077498"/>
                </a:moveTo>
                <a:cubicBezTo>
                  <a:pt x="2144744" y="2077498"/>
                  <a:pt x="2153698" y="2068639"/>
                  <a:pt x="2153698" y="2057591"/>
                </a:cubicBezTo>
                <a:cubicBezTo>
                  <a:pt x="2153698" y="2046542"/>
                  <a:pt x="2144840" y="2037683"/>
                  <a:pt x="2133791" y="2037683"/>
                </a:cubicBezTo>
                <a:cubicBezTo>
                  <a:pt x="2122837" y="2037683"/>
                  <a:pt x="2113883" y="2046542"/>
                  <a:pt x="2113883" y="2057591"/>
                </a:cubicBezTo>
                <a:cubicBezTo>
                  <a:pt x="2113883" y="2068639"/>
                  <a:pt x="2122837" y="2077498"/>
                  <a:pt x="2133791" y="2077498"/>
                </a:cubicBezTo>
                <a:close/>
                <a:moveTo>
                  <a:pt x="2209991" y="2076450"/>
                </a:moveTo>
                <a:cubicBezTo>
                  <a:pt x="2220373" y="2076450"/>
                  <a:pt x="2228755" y="2068068"/>
                  <a:pt x="2228755" y="2057686"/>
                </a:cubicBezTo>
                <a:cubicBezTo>
                  <a:pt x="2228755" y="2047304"/>
                  <a:pt x="2220373" y="2038922"/>
                  <a:pt x="2209991" y="2038922"/>
                </a:cubicBezTo>
                <a:cubicBezTo>
                  <a:pt x="2199608" y="2038922"/>
                  <a:pt x="2191226" y="2047304"/>
                  <a:pt x="2191226" y="2057686"/>
                </a:cubicBezTo>
                <a:cubicBezTo>
                  <a:pt x="2191226" y="2067973"/>
                  <a:pt x="2199608" y="2076450"/>
                  <a:pt x="2209991" y="2076450"/>
                </a:cubicBezTo>
                <a:close/>
                <a:moveTo>
                  <a:pt x="2286191" y="2075402"/>
                </a:moveTo>
                <a:cubicBezTo>
                  <a:pt x="2296001" y="2075402"/>
                  <a:pt x="2303907" y="2067497"/>
                  <a:pt x="2303907" y="2057686"/>
                </a:cubicBezTo>
                <a:cubicBezTo>
                  <a:pt x="2303907" y="2047875"/>
                  <a:pt x="2296001" y="2039969"/>
                  <a:pt x="2286191" y="2039969"/>
                </a:cubicBezTo>
                <a:cubicBezTo>
                  <a:pt x="2276380" y="2039969"/>
                  <a:pt x="2268474" y="2047875"/>
                  <a:pt x="2268474" y="2057686"/>
                </a:cubicBezTo>
                <a:cubicBezTo>
                  <a:pt x="2268474" y="2067401"/>
                  <a:pt x="2276380" y="2075402"/>
                  <a:pt x="2286191" y="2075402"/>
                </a:cubicBezTo>
                <a:close/>
                <a:moveTo>
                  <a:pt x="2362391" y="2074259"/>
                </a:moveTo>
                <a:cubicBezTo>
                  <a:pt x="2371630" y="2074259"/>
                  <a:pt x="2379059" y="2066830"/>
                  <a:pt x="2379059" y="2057591"/>
                </a:cubicBezTo>
                <a:cubicBezTo>
                  <a:pt x="2379059" y="2048351"/>
                  <a:pt x="2371630" y="2040922"/>
                  <a:pt x="2362391" y="2040922"/>
                </a:cubicBezTo>
                <a:cubicBezTo>
                  <a:pt x="2353151" y="2040922"/>
                  <a:pt x="2345722" y="2048351"/>
                  <a:pt x="2345722" y="2057591"/>
                </a:cubicBezTo>
                <a:cubicBezTo>
                  <a:pt x="2345722" y="2066830"/>
                  <a:pt x="2353151" y="2074259"/>
                  <a:pt x="2362391" y="2074259"/>
                </a:cubicBezTo>
                <a:close/>
                <a:moveTo>
                  <a:pt x="2438591" y="2073212"/>
                </a:moveTo>
                <a:cubicBezTo>
                  <a:pt x="2447258" y="2073212"/>
                  <a:pt x="2454212" y="2066163"/>
                  <a:pt x="2454212" y="2057591"/>
                </a:cubicBezTo>
                <a:cubicBezTo>
                  <a:pt x="2454212" y="2049018"/>
                  <a:pt x="2447258" y="2041970"/>
                  <a:pt x="2438591" y="2041970"/>
                </a:cubicBezTo>
                <a:cubicBezTo>
                  <a:pt x="2429923" y="2041970"/>
                  <a:pt x="2422970" y="2049018"/>
                  <a:pt x="2422970" y="2057591"/>
                </a:cubicBezTo>
                <a:cubicBezTo>
                  <a:pt x="2422970" y="2066163"/>
                  <a:pt x="2430018" y="2073212"/>
                  <a:pt x="2438591" y="2073212"/>
                </a:cubicBezTo>
                <a:close/>
                <a:moveTo>
                  <a:pt x="2514791" y="2072164"/>
                </a:moveTo>
                <a:cubicBezTo>
                  <a:pt x="2522887" y="2072164"/>
                  <a:pt x="2529364" y="2065592"/>
                  <a:pt x="2529364" y="2057591"/>
                </a:cubicBezTo>
                <a:cubicBezTo>
                  <a:pt x="2529364" y="2049589"/>
                  <a:pt x="2522791" y="2043017"/>
                  <a:pt x="2514791" y="2043017"/>
                </a:cubicBezTo>
                <a:cubicBezTo>
                  <a:pt x="2506695" y="2043017"/>
                  <a:pt x="2500217" y="2049589"/>
                  <a:pt x="2500217" y="2057591"/>
                </a:cubicBezTo>
                <a:cubicBezTo>
                  <a:pt x="2500217" y="2065592"/>
                  <a:pt x="2506790" y="2072164"/>
                  <a:pt x="2514791" y="2072164"/>
                </a:cubicBezTo>
                <a:close/>
                <a:moveTo>
                  <a:pt x="2590991" y="2071116"/>
                </a:moveTo>
                <a:cubicBezTo>
                  <a:pt x="2598420" y="2071116"/>
                  <a:pt x="2604516" y="2065020"/>
                  <a:pt x="2604516" y="2057591"/>
                </a:cubicBezTo>
                <a:cubicBezTo>
                  <a:pt x="2604516" y="2050161"/>
                  <a:pt x="2598420" y="2044065"/>
                  <a:pt x="2590991" y="2044065"/>
                </a:cubicBezTo>
                <a:cubicBezTo>
                  <a:pt x="2583561" y="2044065"/>
                  <a:pt x="2577465" y="2050161"/>
                  <a:pt x="2577465" y="2057591"/>
                </a:cubicBezTo>
                <a:cubicBezTo>
                  <a:pt x="2577465" y="2065020"/>
                  <a:pt x="2583561" y="2071116"/>
                  <a:pt x="2590991" y="2071116"/>
                </a:cubicBezTo>
                <a:close/>
                <a:moveTo>
                  <a:pt x="2667191" y="2070068"/>
                </a:moveTo>
                <a:cubicBezTo>
                  <a:pt x="2674049" y="2070068"/>
                  <a:pt x="2679668" y="2064449"/>
                  <a:pt x="2679668" y="2057591"/>
                </a:cubicBezTo>
                <a:cubicBezTo>
                  <a:pt x="2679668" y="2050733"/>
                  <a:pt x="2674049" y="2045113"/>
                  <a:pt x="2667191" y="2045113"/>
                </a:cubicBezTo>
                <a:cubicBezTo>
                  <a:pt x="2660333" y="2045113"/>
                  <a:pt x="2654713" y="2050733"/>
                  <a:pt x="2654713" y="2057591"/>
                </a:cubicBezTo>
                <a:cubicBezTo>
                  <a:pt x="2654713" y="2064449"/>
                  <a:pt x="2660333" y="2070068"/>
                  <a:pt x="2667191" y="2070068"/>
                </a:cubicBezTo>
                <a:close/>
                <a:moveTo>
                  <a:pt x="2743391" y="2068830"/>
                </a:moveTo>
                <a:cubicBezTo>
                  <a:pt x="2749582" y="2068830"/>
                  <a:pt x="2754630" y="2063782"/>
                  <a:pt x="2754630" y="2057591"/>
                </a:cubicBezTo>
                <a:cubicBezTo>
                  <a:pt x="2754630" y="2051399"/>
                  <a:pt x="2749582" y="2046351"/>
                  <a:pt x="2743391" y="2046351"/>
                </a:cubicBezTo>
                <a:cubicBezTo>
                  <a:pt x="2737199" y="2046351"/>
                  <a:pt x="2732151" y="2051399"/>
                  <a:pt x="2732151" y="2057591"/>
                </a:cubicBezTo>
                <a:cubicBezTo>
                  <a:pt x="2732246" y="2063782"/>
                  <a:pt x="2737199" y="2068830"/>
                  <a:pt x="2743391" y="2068830"/>
                </a:cubicBezTo>
                <a:close/>
                <a:moveTo>
                  <a:pt x="2819591" y="2067782"/>
                </a:moveTo>
                <a:cubicBezTo>
                  <a:pt x="2825210" y="2067782"/>
                  <a:pt x="2829687" y="2063210"/>
                  <a:pt x="2829687" y="2057686"/>
                </a:cubicBezTo>
                <a:cubicBezTo>
                  <a:pt x="2829687" y="2052161"/>
                  <a:pt x="2825115" y="2047589"/>
                  <a:pt x="2819591" y="2047589"/>
                </a:cubicBezTo>
                <a:cubicBezTo>
                  <a:pt x="2813971" y="2047589"/>
                  <a:pt x="2809494" y="2052161"/>
                  <a:pt x="2809494" y="2057686"/>
                </a:cubicBezTo>
                <a:cubicBezTo>
                  <a:pt x="2809494" y="2063210"/>
                  <a:pt x="2813971" y="2067782"/>
                  <a:pt x="2819591" y="2067782"/>
                </a:cubicBezTo>
                <a:close/>
                <a:moveTo>
                  <a:pt x="2895791" y="2066735"/>
                </a:moveTo>
                <a:cubicBezTo>
                  <a:pt x="2900839" y="2066735"/>
                  <a:pt x="2904839" y="2062639"/>
                  <a:pt x="2904839" y="2057686"/>
                </a:cubicBezTo>
                <a:cubicBezTo>
                  <a:pt x="2904839" y="2052733"/>
                  <a:pt x="2900744" y="2048637"/>
                  <a:pt x="2895791" y="2048637"/>
                </a:cubicBezTo>
                <a:cubicBezTo>
                  <a:pt x="2890742" y="2048637"/>
                  <a:pt x="2886742" y="2052733"/>
                  <a:pt x="2886742" y="2057686"/>
                </a:cubicBezTo>
                <a:cubicBezTo>
                  <a:pt x="2886742" y="2062639"/>
                  <a:pt x="2890838" y="2066735"/>
                  <a:pt x="2895791" y="2066735"/>
                </a:cubicBezTo>
                <a:close/>
                <a:moveTo>
                  <a:pt x="2971991" y="2065401"/>
                </a:moveTo>
                <a:cubicBezTo>
                  <a:pt x="2976277" y="2065401"/>
                  <a:pt x="2979801" y="2061877"/>
                  <a:pt x="2979801" y="2057591"/>
                </a:cubicBezTo>
                <a:cubicBezTo>
                  <a:pt x="2979801" y="2053304"/>
                  <a:pt x="2976277" y="2049780"/>
                  <a:pt x="2971991" y="2049780"/>
                </a:cubicBezTo>
                <a:cubicBezTo>
                  <a:pt x="2967704" y="2049780"/>
                  <a:pt x="2964180" y="2053304"/>
                  <a:pt x="2964180" y="2057591"/>
                </a:cubicBezTo>
                <a:cubicBezTo>
                  <a:pt x="2964180" y="2061972"/>
                  <a:pt x="2967704" y="2065401"/>
                  <a:pt x="2971991" y="2065401"/>
                </a:cubicBezTo>
                <a:close/>
                <a:moveTo>
                  <a:pt x="3048191" y="2064353"/>
                </a:moveTo>
                <a:cubicBezTo>
                  <a:pt x="3051905" y="2064353"/>
                  <a:pt x="3054953" y="2061305"/>
                  <a:pt x="3054953" y="2057591"/>
                </a:cubicBezTo>
                <a:cubicBezTo>
                  <a:pt x="3054953" y="2053876"/>
                  <a:pt x="3051905" y="2050828"/>
                  <a:pt x="3048191" y="2050828"/>
                </a:cubicBezTo>
                <a:cubicBezTo>
                  <a:pt x="3044476" y="2050828"/>
                  <a:pt x="3041428" y="2053876"/>
                  <a:pt x="3041428" y="2057591"/>
                </a:cubicBezTo>
                <a:cubicBezTo>
                  <a:pt x="3041428" y="2061305"/>
                  <a:pt x="3044476" y="2064353"/>
                  <a:pt x="3048191" y="2064353"/>
                </a:cubicBezTo>
                <a:close/>
                <a:moveTo>
                  <a:pt x="3124391" y="2063115"/>
                </a:moveTo>
                <a:cubicBezTo>
                  <a:pt x="3127439" y="2063115"/>
                  <a:pt x="3129915" y="2060639"/>
                  <a:pt x="3129915" y="2057591"/>
                </a:cubicBezTo>
                <a:cubicBezTo>
                  <a:pt x="3129915" y="2054543"/>
                  <a:pt x="3127439" y="2052066"/>
                  <a:pt x="3124391" y="2052066"/>
                </a:cubicBezTo>
                <a:cubicBezTo>
                  <a:pt x="3121343" y="2052066"/>
                  <a:pt x="3118866" y="2054543"/>
                  <a:pt x="3118866" y="2057591"/>
                </a:cubicBezTo>
                <a:cubicBezTo>
                  <a:pt x="3118961" y="2060639"/>
                  <a:pt x="3121343" y="2063115"/>
                  <a:pt x="3124391" y="2063115"/>
                </a:cubicBezTo>
                <a:close/>
                <a:moveTo>
                  <a:pt x="3200591" y="2062067"/>
                </a:moveTo>
                <a:cubicBezTo>
                  <a:pt x="3203067" y="2062067"/>
                  <a:pt x="3205067" y="2060067"/>
                  <a:pt x="3205067" y="2057591"/>
                </a:cubicBezTo>
                <a:cubicBezTo>
                  <a:pt x="3205067" y="2055114"/>
                  <a:pt x="3203067" y="2053114"/>
                  <a:pt x="3200591" y="2053114"/>
                </a:cubicBezTo>
                <a:cubicBezTo>
                  <a:pt x="3198114" y="2053114"/>
                  <a:pt x="3196114" y="2055114"/>
                  <a:pt x="3196114" y="2057591"/>
                </a:cubicBezTo>
                <a:cubicBezTo>
                  <a:pt x="3196209" y="2060067"/>
                  <a:pt x="3198114" y="2062067"/>
                  <a:pt x="3200591" y="2062067"/>
                </a:cubicBezTo>
                <a:close/>
                <a:moveTo>
                  <a:pt x="3276791" y="2061020"/>
                </a:moveTo>
                <a:cubicBezTo>
                  <a:pt x="3278696" y="2061020"/>
                  <a:pt x="3280124" y="2059496"/>
                  <a:pt x="3280124" y="2057686"/>
                </a:cubicBezTo>
                <a:cubicBezTo>
                  <a:pt x="3280124" y="2055876"/>
                  <a:pt x="3278600" y="2054352"/>
                  <a:pt x="3276791" y="2054352"/>
                </a:cubicBezTo>
                <a:cubicBezTo>
                  <a:pt x="3274886" y="2054352"/>
                  <a:pt x="3273457" y="2055876"/>
                  <a:pt x="3273457" y="2057686"/>
                </a:cubicBezTo>
                <a:cubicBezTo>
                  <a:pt x="3273457" y="2059496"/>
                  <a:pt x="3274981" y="2061020"/>
                  <a:pt x="3276791" y="2061020"/>
                </a:cubicBezTo>
                <a:close/>
                <a:moveTo>
                  <a:pt x="3352991" y="2059686"/>
                </a:moveTo>
                <a:cubicBezTo>
                  <a:pt x="3354134" y="2059686"/>
                  <a:pt x="3355086" y="2058734"/>
                  <a:pt x="3355086" y="2057591"/>
                </a:cubicBezTo>
                <a:cubicBezTo>
                  <a:pt x="3355086" y="2056448"/>
                  <a:pt x="3354134" y="2055495"/>
                  <a:pt x="3352991" y="2055495"/>
                </a:cubicBezTo>
                <a:cubicBezTo>
                  <a:pt x="3351848" y="2055495"/>
                  <a:pt x="3350895" y="2056448"/>
                  <a:pt x="3350895" y="2057591"/>
                </a:cubicBezTo>
                <a:cubicBezTo>
                  <a:pt x="3350895" y="2058734"/>
                  <a:pt x="3351848" y="2059686"/>
                  <a:pt x="3352991" y="2059686"/>
                </a:cubicBezTo>
                <a:close/>
                <a:moveTo>
                  <a:pt x="3429191" y="2058638"/>
                </a:moveTo>
                <a:cubicBezTo>
                  <a:pt x="3429762" y="2058638"/>
                  <a:pt x="3430238" y="2058162"/>
                  <a:pt x="3430238" y="2057591"/>
                </a:cubicBezTo>
                <a:cubicBezTo>
                  <a:pt x="3430238" y="2057019"/>
                  <a:pt x="3429762" y="2056543"/>
                  <a:pt x="3429191" y="2056543"/>
                </a:cubicBezTo>
                <a:cubicBezTo>
                  <a:pt x="3428619" y="2056543"/>
                  <a:pt x="3428143" y="2057019"/>
                  <a:pt x="3428143" y="2057591"/>
                </a:cubicBezTo>
                <a:cubicBezTo>
                  <a:pt x="3428143" y="2058162"/>
                  <a:pt x="3428619" y="2058638"/>
                  <a:pt x="3429191" y="2058638"/>
                </a:cubicBezTo>
                <a:close/>
                <a:moveTo>
                  <a:pt x="76391" y="2134457"/>
                </a:moveTo>
                <a:cubicBezTo>
                  <a:pt x="76772" y="2134457"/>
                  <a:pt x="77057" y="2134172"/>
                  <a:pt x="77057" y="2133791"/>
                </a:cubicBezTo>
                <a:cubicBezTo>
                  <a:pt x="77057" y="2133410"/>
                  <a:pt x="76772" y="2133124"/>
                  <a:pt x="76391" y="2133124"/>
                </a:cubicBezTo>
                <a:cubicBezTo>
                  <a:pt x="76010" y="2133124"/>
                  <a:pt x="75724" y="2133410"/>
                  <a:pt x="75724" y="2133791"/>
                </a:cubicBezTo>
                <a:cubicBezTo>
                  <a:pt x="75819" y="2134172"/>
                  <a:pt x="76105" y="2134457"/>
                  <a:pt x="76391" y="2134457"/>
                </a:cubicBezTo>
                <a:close/>
                <a:moveTo>
                  <a:pt x="152591" y="2135696"/>
                </a:moveTo>
                <a:cubicBezTo>
                  <a:pt x="153638" y="2135696"/>
                  <a:pt x="154496" y="2134838"/>
                  <a:pt x="154496" y="2133791"/>
                </a:cubicBezTo>
                <a:cubicBezTo>
                  <a:pt x="154496" y="2132743"/>
                  <a:pt x="153638" y="2131886"/>
                  <a:pt x="152591" y="2131886"/>
                </a:cubicBezTo>
                <a:cubicBezTo>
                  <a:pt x="151543" y="2131886"/>
                  <a:pt x="150686" y="2132743"/>
                  <a:pt x="150686" y="2133791"/>
                </a:cubicBezTo>
                <a:cubicBezTo>
                  <a:pt x="150686" y="2134838"/>
                  <a:pt x="151543" y="2135696"/>
                  <a:pt x="152591" y="2135696"/>
                </a:cubicBezTo>
                <a:close/>
                <a:moveTo>
                  <a:pt x="228791" y="2136743"/>
                </a:moveTo>
                <a:cubicBezTo>
                  <a:pt x="230410" y="2136743"/>
                  <a:pt x="231743" y="2135410"/>
                  <a:pt x="231743" y="2133791"/>
                </a:cubicBezTo>
                <a:cubicBezTo>
                  <a:pt x="231743" y="2132171"/>
                  <a:pt x="230410" y="2130838"/>
                  <a:pt x="228791" y="2130838"/>
                </a:cubicBezTo>
                <a:cubicBezTo>
                  <a:pt x="227171" y="2130838"/>
                  <a:pt x="225838" y="2132171"/>
                  <a:pt x="225838" y="2133791"/>
                </a:cubicBezTo>
                <a:cubicBezTo>
                  <a:pt x="225838" y="2135410"/>
                  <a:pt x="227171" y="2136743"/>
                  <a:pt x="228791" y="2136743"/>
                </a:cubicBezTo>
                <a:close/>
                <a:moveTo>
                  <a:pt x="304991" y="2137791"/>
                </a:moveTo>
                <a:cubicBezTo>
                  <a:pt x="307181" y="2137791"/>
                  <a:pt x="308991" y="2135981"/>
                  <a:pt x="308991" y="2133791"/>
                </a:cubicBezTo>
                <a:cubicBezTo>
                  <a:pt x="308991" y="2131600"/>
                  <a:pt x="307181" y="2129790"/>
                  <a:pt x="304991" y="2129790"/>
                </a:cubicBezTo>
                <a:cubicBezTo>
                  <a:pt x="302800" y="2129790"/>
                  <a:pt x="300990" y="2131600"/>
                  <a:pt x="300990" y="2133791"/>
                </a:cubicBezTo>
                <a:cubicBezTo>
                  <a:pt x="300990" y="2135981"/>
                  <a:pt x="302800" y="2137791"/>
                  <a:pt x="304991" y="2137791"/>
                </a:cubicBezTo>
                <a:close/>
                <a:moveTo>
                  <a:pt x="381191" y="2139125"/>
                </a:moveTo>
                <a:cubicBezTo>
                  <a:pt x="384143" y="2139125"/>
                  <a:pt x="386429" y="2136743"/>
                  <a:pt x="386429" y="2133886"/>
                </a:cubicBezTo>
                <a:cubicBezTo>
                  <a:pt x="386429" y="2131028"/>
                  <a:pt x="384048" y="2128647"/>
                  <a:pt x="381191" y="2128647"/>
                </a:cubicBezTo>
                <a:cubicBezTo>
                  <a:pt x="378238" y="2128647"/>
                  <a:pt x="375952" y="2131028"/>
                  <a:pt x="375952" y="2133886"/>
                </a:cubicBezTo>
                <a:cubicBezTo>
                  <a:pt x="375952" y="2136743"/>
                  <a:pt x="378333" y="2139125"/>
                  <a:pt x="381191" y="2139125"/>
                </a:cubicBezTo>
                <a:close/>
                <a:moveTo>
                  <a:pt x="457391" y="2140172"/>
                </a:moveTo>
                <a:cubicBezTo>
                  <a:pt x="460915" y="2140172"/>
                  <a:pt x="463772" y="2137315"/>
                  <a:pt x="463772" y="2133791"/>
                </a:cubicBezTo>
                <a:cubicBezTo>
                  <a:pt x="463772" y="2130266"/>
                  <a:pt x="460915" y="2127409"/>
                  <a:pt x="457391" y="2127409"/>
                </a:cubicBezTo>
                <a:cubicBezTo>
                  <a:pt x="453866" y="2127409"/>
                  <a:pt x="451009" y="2130266"/>
                  <a:pt x="451009" y="2133791"/>
                </a:cubicBezTo>
                <a:cubicBezTo>
                  <a:pt x="451104" y="2137315"/>
                  <a:pt x="453866" y="2140172"/>
                  <a:pt x="457391" y="2140172"/>
                </a:cubicBezTo>
                <a:close/>
                <a:moveTo>
                  <a:pt x="533591" y="2141220"/>
                </a:moveTo>
                <a:cubicBezTo>
                  <a:pt x="537686" y="2141220"/>
                  <a:pt x="541020" y="2137886"/>
                  <a:pt x="541020" y="2133791"/>
                </a:cubicBezTo>
                <a:cubicBezTo>
                  <a:pt x="541020" y="2129695"/>
                  <a:pt x="537686" y="2126361"/>
                  <a:pt x="533591" y="2126361"/>
                </a:cubicBezTo>
                <a:cubicBezTo>
                  <a:pt x="529495" y="2126361"/>
                  <a:pt x="526161" y="2129695"/>
                  <a:pt x="526161" y="2133791"/>
                </a:cubicBezTo>
                <a:cubicBezTo>
                  <a:pt x="526161" y="2137886"/>
                  <a:pt x="529495" y="2141220"/>
                  <a:pt x="533591" y="2141220"/>
                </a:cubicBezTo>
                <a:close/>
                <a:moveTo>
                  <a:pt x="609790" y="2142268"/>
                </a:moveTo>
                <a:cubicBezTo>
                  <a:pt x="614458" y="2142268"/>
                  <a:pt x="618268" y="2138458"/>
                  <a:pt x="618268" y="2133791"/>
                </a:cubicBezTo>
                <a:cubicBezTo>
                  <a:pt x="618268" y="2129123"/>
                  <a:pt x="614458" y="2125313"/>
                  <a:pt x="609790" y="2125313"/>
                </a:cubicBezTo>
                <a:cubicBezTo>
                  <a:pt x="605123" y="2125313"/>
                  <a:pt x="601313" y="2129123"/>
                  <a:pt x="601313" y="2133791"/>
                </a:cubicBezTo>
                <a:cubicBezTo>
                  <a:pt x="601313" y="2138458"/>
                  <a:pt x="605123" y="2142268"/>
                  <a:pt x="609790" y="2142268"/>
                </a:cubicBezTo>
                <a:close/>
                <a:moveTo>
                  <a:pt x="685990" y="2143506"/>
                </a:moveTo>
                <a:cubicBezTo>
                  <a:pt x="691325" y="2143506"/>
                  <a:pt x="695706" y="2139125"/>
                  <a:pt x="695706" y="2133791"/>
                </a:cubicBezTo>
                <a:cubicBezTo>
                  <a:pt x="695706" y="2128457"/>
                  <a:pt x="691420" y="2124075"/>
                  <a:pt x="685990" y="2124075"/>
                </a:cubicBezTo>
                <a:cubicBezTo>
                  <a:pt x="680561" y="2124075"/>
                  <a:pt x="676275" y="2128457"/>
                  <a:pt x="676275" y="2133791"/>
                </a:cubicBezTo>
                <a:cubicBezTo>
                  <a:pt x="676275" y="2139125"/>
                  <a:pt x="680657" y="2143506"/>
                  <a:pt x="685990" y="2143506"/>
                </a:cubicBezTo>
                <a:close/>
                <a:moveTo>
                  <a:pt x="762190" y="2144554"/>
                </a:moveTo>
                <a:cubicBezTo>
                  <a:pt x="768096" y="2144554"/>
                  <a:pt x="772954" y="2139696"/>
                  <a:pt x="772954" y="2133791"/>
                </a:cubicBezTo>
                <a:cubicBezTo>
                  <a:pt x="772954" y="2127885"/>
                  <a:pt x="768096" y="2123027"/>
                  <a:pt x="762190" y="2123027"/>
                </a:cubicBezTo>
                <a:cubicBezTo>
                  <a:pt x="756285" y="2123027"/>
                  <a:pt x="751427" y="2127885"/>
                  <a:pt x="751427" y="2133791"/>
                </a:cubicBezTo>
                <a:cubicBezTo>
                  <a:pt x="751427" y="2139696"/>
                  <a:pt x="756285" y="2144554"/>
                  <a:pt x="762190" y="2144554"/>
                </a:cubicBezTo>
                <a:close/>
                <a:moveTo>
                  <a:pt x="838390" y="2145602"/>
                </a:moveTo>
                <a:cubicBezTo>
                  <a:pt x="844963" y="2145602"/>
                  <a:pt x="850202" y="2140268"/>
                  <a:pt x="850202" y="2133791"/>
                </a:cubicBezTo>
                <a:cubicBezTo>
                  <a:pt x="850202" y="2127314"/>
                  <a:pt x="844868" y="2121980"/>
                  <a:pt x="838390" y="2121980"/>
                </a:cubicBezTo>
                <a:cubicBezTo>
                  <a:pt x="831818" y="2121980"/>
                  <a:pt x="826580" y="2127314"/>
                  <a:pt x="826580" y="2133791"/>
                </a:cubicBezTo>
                <a:cubicBezTo>
                  <a:pt x="826580" y="2140268"/>
                  <a:pt x="831913" y="2145602"/>
                  <a:pt x="838390" y="2145602"/>
                </a:cubicBezTo>
                <a:close/>
                <a:moveTo>
                  <a:pt x="914590" y="2146745"/>
                </a:moveTo>
                <a:cubicBezTo>
                  <a:pt x="921734" y="2146745"/>
                  <a:pt x="927449" y="2140934"/>
                  <a:pt x="927449" y="2133886"/>
                </a:cubicBezTo>
                <a:cubicBezTo>
                  <a:pt x="927449" y="2126742"/>
                  <a:pt x="921639" y="2121027"/>
                  <a:pt x="914590" y="2121027"/>
                </a:cubicBezTo>
                <a:cubicBezTo>
                  <a:pt x="907447" y="2121027"/>
                  <a:pt x="901732" y="2126837"/>
                  <a:pt x="901732" y="2133886"/>
                </a:cubicBezTo>
                <a:cubicBezTo>
                  <a:pt x="901732" y="2140934"/>
                  <a:pt x="907447" y="2146745"/>
                  <a:pt x="914590" y="2146745"/>
                </a:cubicBezTo>
                <a:close/>
                <a:moveTo>
                  <a:pt x="990790" y="2147792"/>
                </a:moveTo>
                <a:cubicBezTo>
                  <a:pt x="998506" y="2147792"/>
                  <a:pt x="1004697" y="2141506"/>
                  <a:pt x="1004697" y="2133886"/>
                </a:cubicBezTo>
                <a:cubicBezTo>
                  <a:pt x="1004697" y="2126171"/>
                  <a:pt x="998411" y="2119979"/>
                  <a:pt x="990790" y="2119979"/>
                </a:cubicBezTo>
                <a:cubicBezTo>
                  <a:pt x="983171" y="2119979"/>
                  <a:pt x="976884" y="2126266"/>
                  <a:pt x="976884" y="2133886"/>
                </a:cubicBezTo>
                <a:cubicBezTo>
                  <a:pt x="976884" y="2141506"/>
                  <a:pt x="983075" y="2147792"/>
                  <a:pt x="990790" y="2147792"/>
                </a:cubicBezTo>
                <a:close/>
                <a:moveTo>
                  <a:pt x="1066991" y="2148840"/>
                </a:moveTo>
                <a:cubicBezTo>
                  <a:pt x="1075277" y="2148840"/>
                  <a:pt x="1081945" y="2142077"/>
                  <a:pt x="1081945" y="2133886"/>
                </a:cubicBezTo>
                <a:cubicBezTo>
                  <a:pt x="1081945" y="2125694"/>
                  <a:pt x="1075182" y="2118836"/>
                  <a:pt x="1066991" y="2118836"/>
                </a:cubicBezTo>
                <a:cubicBezTo>
                  <a:pt x="1058704" y="2118836"/>
                  <a:pt x="1051941" y="2125599"/>
                  <a:pt x="1051941" y="2133886"/>
                </a:cubicBezTo>
                <a:cubicBezTo>
                  <a:pt x="1051941" y="2142173"/>
                  <a:pt x="1058704" y="2148840"/>
                  <a:pt x="1066991" y="2148840"/>
                </a:cubicBezTo>
                <a:close/>
                <a:moveTo>
                  <a:pt x="1143191" y="2149888"/>
                </a:moveTo>
                <a:cubicBezTo>
                  <a:pt x="1152049" y="2149888"/>
                  <a:pt x="1159288" y="2142744"/>
                  <a:pt x="1159288" y="2133791"/>
                </a:cubicBezTo>
                <a:cubicBezTo>
                  <a:pt x="1159288" y="2124932"/>
                  <a:pt x="1152144" y="2117693"/>
                  <a:pt x="1143191" y="2117693"/>
                </a:cubicBezTo>
                <a:cubicBezTo>
                  <a:pt x="1134237" y="2117693"/>
                  <a:pt x="1127093" y="2124837"/>
                  <a:pt x="1127093" y="2133791"/>
                </a:cubicBezTo>
                <a:cubicBezTo>
                  <a:pt x="1127189" y="2142649"/>
                  <a:pt x="1134332" y="2149888"/>
                  <a:pt x="1143191" y="2149888"/>
                </a:cubicBezTo>
                <a:close/>
                <a:moveTo>
                  <a:pt x="1219391" y="2150936"/>
                </a:moveTo>
                <a:cubicBezTo>
                  <a:pt x="1228820" y="2150936"/>
                  <a:pt x="1236536" y="2143316"/>
                  <a:pt x="1236536" y="2133791"/>
                </a:cubicBezTo>
                <a:cubicBezTo>
                  <a:pt x="1236536" y="2124266"/>
                  <a:pt x="1228916" y="2116646"/>
                  <a:pt x="1219391" y="2116646"/>
                </a:cubicBezTo>
                <a:cubicBezTo>
                  <a:pt x="1209866" y="2116646"/>
                  <a:pt x="1202246" y="2124266"/>
                  <a:pt x="1202246" y="2133791"/>
                </a:cubicBezTo>
                <a:cubicBezTo>
                  <a:pt x="1202246" y="2143316"/>
                  <a:pt x="1209961" y="2150936"/>
                  <a:pt x="1219391" y="2150936"/>
                </a:cubicBezTo>
                <a:close/>
                <a:moveTo>
                  <a:pt x="1295591" y="2151793"/>
                </a:moveTo>
                <a:cubicBezTo>
                  <a:pt x="1305497" y="2151793"/>
                  <a:pt x="1313593" y="2143792"/>
                  <a:pt x="1313593" y="2133791"/>
                </a:cubicBezTo>
                <a:cubicBezTo>
                  <a:pt x="1313593" y="2123789"/>
                  <a:pt x="1305592" y="2115788"/>
                  <a:pt x="1295591" y="2115788"/>
                </a:cubicBezTo>
                <a:cubicBezTo>
                  <a:pt x="1285589" y="2115788"/>
                  <a:pt x="1277588" y="2123789"/>
                  <a:pt x="1277588" y="2133791"/>
                </a:cubicBezTo>
                <a:cubicBezTo>
                  <a:pt x="1277588" y="2143792"/>
                  <a:pt x="1285685" y="2151793"/>
                  <a:pt x="1295591" y="2151793"/>
                </a:cubicBezTo>
                <a:close/>
                <a:moveTo>
                  <a:pt x="1371791" y="2152841"/>
                </a:moveTo>
                <a:cubicBezTo>
                  <a:pt x="1382268" y="2152841"/>
                  <a:pt x="1390841" y="2144363"/>
                  <a:pt x="1390841" y="2133791"/>
                </a:cubicBezTo>
                <a:cubicBezTo>
                  <a:pt x="1390841" y="2123313"/>
                  <a:pt x="1382363" y="2114741"/>
                  <a:pt x="1371791" y="2114741"/>
                </a:cubicBezTo>
                <a:cubicBezTo>
                  <a:pt x="1361313" y="2114741"/>
                  <a:pt x="1352741" y="2123218"/>
                  <a:pt x="1352741" y="2133791"/>
                </a:cubicBezTo>
                <a:cubicBezTo>
                  <a:pt x="1352836" y="2144268"/>
                  <a:pt x="1361313" y="2152841"/>
                  <a:pt x="1371791" y="2152841"/>
                </a:cubicBezTo>
                <a:close/>
                <a:moveTo>
                  <a:pt x="1447991" y="2153507"/>
                </a:moveTo>
                <a:cubicBezTo>
                  <a:pt x="1458849" y="2153507"/>
                  <a:pt x="1467612" y="2144744"/>
                  <a:pt x="1467612" y="2133886"/>
                </a:cubicBezTo>
                <a:cubicBezTo>
                  <a:pt x="1467612" y="2123027"/>
                  <a:pt x="1458849" y="2114264"/>
                  <a:pt x="1447991" y="2114264"/>
                </a:cubicBezTo>
                <a:cubicBezTo>
                  <a:pt x="1437132" y="2114264"/>
                  <a:pt x="1428369" y="2123027"/>
                  <a:pt x="1428369" y="2133886"/>
                </a:cubicBezTo>
                <a:cubicBezTo>
                  <a:pt x="1428369" y="2144744"/>
                  <a:pt x="1437132" y="2153507"/>
                  <a:pt x="1447991" y="2153507"/>
                </a:cubicBezTo>
                <a:close/>
                <a:moveTo>
                  <a:pt x="1524191" y="2154269"/>
                </a:moveTo>
                <a:cubicBezTo>
                  <a:pt x="1535525" y="2154269"/>
                  <a:pt x="1544669" y="2145125"/>
                  <a:pt x="1544669" y="2133791"/>
                </a:cubicBezTo>
                <a:cubicBezTo>
                  <a:pt x="1544669" y="2122456"/>
                  <a:pt x="1535525" y="2113312"/>
                  <a:pt x="1524191" y="2113312"/>
                </a:cubicBezTo>
                <a:cubicBezTo>
                  <a:pt x="1512856" y="2113312"/>
                  <a:pt x="1503712" y="2122456"/>
                  <a:pt x="1503712" y="2133791"/>
                </a:cubicBezTo>
                <a:cubicBezTo>
                  <a:pt x="1503712" y="2145125"/>
                  <a:pt x="1512856" y="2154269"/>
                  <a:pt x="1524191" y="2154269"/>
                </a:cubicBezTo>
                <a:close/>
                <a:moveTo>
                  <a:pt x="1600391" y="2154746"/>
                </a:moveTo>
                <a:cubicBezTo>
                  <a:pt x="1611916" y="2154746"/>
                  <a:pt x="1621346" y="2145411"/>
                  <a:pt x="1621346" y="2133791"/>
                </a:cubicBezTo>
                <a:cubicBezTo>
                  <a:pt x="1621346" y="2122170"/>
                  <a:pt x="1612011" y="2112836"/>
                  <a:pt x="1600391" y="2112836"/>
                </a:cubicBezTo>
                <a:cubicBezTo>
                  <a:pt x="1588770" y="2112836"/>
                  <a:pt x="1579436" y="2122170"/>
                  <a:pt x="1579436" y="2133791"/>
                </a:cubicBezTo>
                <a:cubicBezTo>
                  <a:pt x="1579436" y="2145411"/>
                  <a:pt x="1588865" y="2154746"/>
                  <a:pt x="1600391" y="2154746"/>
                </a:cubicBezTo>
                <a:close/>
                <a:moveTo>
                  <a:pt x="1676591" y="2155127"/>
                </a:moveTo>
                <a:cubicBezTo>
                  <a:pt x="1688402" y="2155127"/>
                  <a:pt x="1697927" y="2145602"/>
                  <a:pt x="1697927" y="2133791"/>
                </a:cubicBezTo>
                <a:cubicBezTo>
                  <a:pt x="1697927" y="2121980"/>
                  <a:pt x="1688402" y="2112455"/>
                  <a:pt x="1676591" y="2112455"/>
                </a:cubicBezTo>
                <a:cubicBezTo>
                  <a:pt x="1664780" y="2112455"/>
                  <a:pt x="1655255" y="2121980"/>
                  <a:pt x="1655255" y="2133791"/>
                </a:cubicBezTo>
                <a:cubicBezTo>
                  <a:pt x="1655255" y="2145602"/>
                  <a:pt x="1664780" y="2155127"/>
                  <a:pt x="1676591" y="2155127"/>
                </a:cubicBezTo>
                <a:close/>
                <a:moveTo>
                  <a:pt x="1752791" y="2155127"/>
                </a:moveTo>
                <a:cubicBezTo>
                  <a:pt x="1764602" y="2155127"/>
                  <a:pt x="1774127" y="2145602"/>
                  <a:pt x="1774127" y="2133791"/>
                </a:cubicBezTo>
                <a:cubicBezTo>
                  <a:pt x="1774127" y="2121980"/>
                  <a:pt x="1764602" y="2112455"/>
                  <a:pt x="1752791" y="2112455"/>
                </a:cubicBezTo>
                <a:cubicBezTo>
                  <a:pt x="1740980" y="2112455"/>
                  <a:pt x="1731455" y="2121980"/>
                  <a:pt x="1731455" y="2133791"/>
                </a:cubicBezTo>
                <a:cubicBezTo>
                  <a:pt x="1731455" y="2145602"/>
                  <a:pt x="1740980" y="2155127"/>
                  <a:pt x="1752791" y="2155127"/>
                </a:cubicBezTo>
                <a:close/>
                <a:moveTo>
                  <a:pt x="1828991" y="2155127"/>
                </a:moveTo>
                <a:cubicBezTo>
                  <a:pt x="1840802" y="2155127"/>
                  <a:pt x="1850327" y="2145602"/>
                  <a:pt x="1850327" y="2133791"/>
                </a:cubicBezTo>
                <a:cubicBezTo>
                  <a:pt x="1850327" y="2121980"/>
                  <a:pt x="1840802" y="2112455"/>
                  <a:pt x="1828991" y="2112455"/>
                </a:cubicBezTo>
                <a:cubicBezTo>
                  <a:pt x="1817180" y="2112455"/>
                  <a:pt x="1807655" y="2121980"/>
                  <a:pt x="1807655" y="2133791"/>
                </a:cubicBezTo>
                <a:cubicBezTo>
                  <a:pt x="1807655" y="2145602"/>
                  <a:pt x="1817180" y="2155127"/>
                  <a:pt x="1828991" y="2155127"/>
                </a:cubicBezTo>
                <a:close/>
                <a:moveTo>
                  <a:pt x="1905191" y="2154746"/>
                </a:moveTo>
                <a:cubicBezTo>
                  <a:pt x="1916716" y="2154746"/>
                  <a:pt x="1926146" y="2145411"/>
                  <a:pt x="1926146" y="2133791"/>
                </a:cubicBezTo>
                <a:cubicBezTo>
                  <a:pt x="1926146" y="2122170"/>
                  <a:pt x="1916811" y="2112836"/>
                  <a:pt x="1905191" y="2112836"/>
                </a:cubicBezTo>
                <a:cubicBezTo>
                  <a:pt x="1893570" y="2112836"/>
                  <a:pt x="1884236" y="2122170"/>
                  <a:pt x="1884236" y="2133791"/>
                </a:cubicBezTo>
                <a:cubicBezTo>
                  <a:pt x="1884236" y="2145411"/>
                  <a:pt x="1893665" y="2154746"/>
                  <a:pt x="1905191" y="2154746"/>
                </a:cubicBezTo>
                <a:close/>
                <a:moveTo>
                  <a:pt x="1981391" y="2154269"/>
                </a:moveTo>
                <a:cubicBezTo>
                  <a:pt x="1992725" y="2154269"/>
                  <a:pt x="2001869" y="2145125"/>
                  <a:pt x="2001869" y="2133791"/>
                </a:cubicBezTo>
                <a:cubicBezTo>
                  <a:pt x="2001869" y="2122456"/>
                  <a:pt x="1992725" y="2113312"/>
                  <a:pt x="1981391" y="2113312"/>
                </a:cubicBezTo>
                <a:cubicBezTo>
                  <a:pt x="1970056" y="2113312"/>
                  <a:pt x="1960912" y="2122456"/>
                  <a:pt x="1960912" y="2133791"/>
                </a:cubicBezTo>
                <a:cubicBezTo>
                  <a:pt x="1960912" y="2145125"/>
                  <a:pt x="1970056" y="2154269"/>
                  <a:pt x="1981391" y="2154269"/>
                </a:cubicBezTo>
                <a:close/>
                <a:moveTo>
                  <a:pt x="2057591" y="2153698"/>
                </a:moveTo>
                <a:cubicBezTo>
                  <a:pt x="2068544" y="2153698"/>
                  <a:pt x="2077498" y="2144840"/>
                  <a:pt x="2077498" y="2133791"/>
                </a:cubicBezTo>
                <a:cubicBezTo>
                  <a:pt x="2077498" y="2122742"/>
                  <a:pt x="2068639" y="2113883"/>
                  <a:pt x="2057591" y="2113883"/>
                </a:cubicBezTo>
                <a:cubicBezTo>
                  <a:pt x="2046637" y="2113883"/>
                  <a:pt x="2037683" y="2122742"/>
                  <a:pt x="2037683" y="2133791"/>
                </a:cubicBezTo>
                <a:cubicBezTo>
                  <a:pt x="2037683" y="2144840"/>
                  <a:pt x="2046637" y="2153698"/>
                  <a:pt x="2057591" y="2153698"/>
                </a:cubicBezTo>
                <a:close/>
                <a:moveTo>
                  <a:pt x="2133791" y="2152841"/>
                </a:moveTo>
                <a:cubicBezTo>
                  <a:pt x="2144268" y="2152841"/>
                  <a:pt x="2152841" y="2144363"/>
                  <a:pt x="2152841" y="2133791"/>
                </a:cubicBezTo>
                <a:cubicBezTo>
                  <a:pt x="2152841" y="2123313"/>
                  <a:pt x="2144363" y="2114741"/>
                  <a:pt x="2133791" y="2114741"/>
                </a:cubicBezTo>
                <a:cubicBezTo>
                  <a:pt x="2123313" y="2114741"/>
                  <a:pt x="2114741" y="2123218"/>
                  <a:pt x="2114741" y="2133791"/>
                </a:cubicBezTo>
                <a:cubicBezTo>
                  <a:pt x="2114836" y="2144268"/>
                  <a:pt x="2123313" y="2152841"/>
                  <a:pt x="2133791" y="2152841"/>
                </a:cubicBezTo>
                <a:close/>
                <a:moveTo>
                  <a:pt x="2209991" y="2151983"/>
                </a:moveTo>
                <a:cubicBezTo>
                  <a:pt x="2219992" y="2151983"/>
                  <a:pt x="2228183" y="2143887"/>
                  <a:pt x="2228183" y="2133791"/>
                </a:cubicBezTo>
                <a:cubicBezTo>
                  <a:pt x="2228183" y="2123789"/>
                  <a:pt x="2220087" y="2115598"/>
                  <a:pt x="2209991" y="2115598"/>
                </a:cubicBezTo>
                <a:cubicBezTo>
                  <a:pt x="2199989" y="2115598"/>
                  <a:pt x="2191798" y="2123694"/>
                  <a:pt x="2191798" y="2133791"/>
                </a:cubicBezTo>
                <a:cubicBezTo>
                  <a:pt x="2191798" y="2143887"/>
                  <a:pt x="2199989" y="2151983"/>
                  <a:pt x="2209991" y="2151983"/>
                </a:cubicBezTo>
                <a:close/>
                <a:moveTo>
                  <a:pt x="2286191" y="2150936"/>
                </a:moveTo>
                <a:cubicBezTo>
                  <a:pt x="2295620" y="2150936"/>
                  <a:pt x="2303336" y="2143316"/>
                  <a:pt x="2303336" y="2133791"/>
                </a:cubicBezTo>
                <a:cubicBezTo>
                  <a:pt x="2303336" y="2124266"/>
                  <a:pt x="2295716" y="2116646"/>
                  <a:pt x="2286191" y="2116646"/>
                </a:cubicBezTo>
                <a:cubicBezTo>
                  <a:pt x="2276666" y="2116646"/>
                  <a:pt x="2269046" y="2124266"/>
                  <a:pt x="2269046" y="2133791"/>
                </a:cubicBezTo>
                <a:cubicBezTo>
                  <a:pt x="2269046" y="2143316"/>
                  <a:pt x="2276761" y="2150936"/>
                  <a:pt x="2286191" y="2150936"/>
                </a:cubicBezTo>
                <a:close/>
                <a:moveTo>
                  <a:pt x="2362391" y="2150078"/>
                </a:moveTo>
                <a:cubicBezTo>
                  <a:pt x="2371344" y="2150078"/>
                  <a:pt x="2378678" y="2142839"/>
                  <a:pt x="2378678" y="2133791"/>
                </a:cubicBezTo>
                <a:cubicBezTo>
                  <a:pt x="2378678" y="2124742"/>
                  <a:pt x="2371439" y="2117503"/>
                  <a:pt x="2362391" y="2117503"/>
                </a:cubicBezTo>
                <a:cubicBezTo>
                  <a:pt x="2353342" y="2117503"/>
                  <a:pt x="2346103" y="2124742"/>
                  <a:pt x="2346103" y="2133791"/>
                </a:cubicBezTo>
                <a:cubicBezTo>
                  <a:pt x="2346103" y="2142839"/>
                  <a:pt x="2353437" y="2150078"/>
                  <a:pt x="2362391" y="2150078"/>
                </a:cubicBezTo>
                <a:close/>
                <a:moveTo>
                  <a:pt x="2438591" y="2149031"/>
                </a:moveTo>
                <a:cubicBezTo>
                  <a:pt x="2446973" y="2149031"/>
                  <a:pt x="2453831" y="2142173"/>
                  <a:pt x="2453831" y="2133791"/>
                </a:cubicBezTo>
                <a:cubicBezTo>
                  <a:pt x="2453831" y="2125409"/>
                  <a:pt x="2446973" y="2118551"/>
                  <a:pt x="2438591" y="2118551"/>
                </a:cubicBezTo>
                <a:cubicBezTo>
                  <a:pt x="2430209" y="2118551"/>
                  <a:pt x="2423351" y="2125409"/>
                  <a:pt x="2423351" y="2133791"/>
                </a:cubicBezTo>
                <a:cubicBezTo>
                  <a:pt x="2423351" y="2142173"/>
                  <a:pt x="2430209" y="2149031"/>
                  <a:pt x="2438591" y="2149031"/>
                </a:cubicBezTo>
                <a:close/>
                <a:moveTo>
                  <a:pt x="2514791" y="2147983"/>
                </a:moveTo>
                <a:cubicBezTo>
                  <a:pt x="2522601" y="2147983"/>
                  <a:pt x="2528983" y="2141601"/>
                  <a:pt x="2528983" y="2133791"/>
                </a:cubicBezTo>
                <a:cubicBezTo>
                  <a:pt x="2528983" y="2125980"/>
                  <a:pt x="2522601" y="2119598"/>
                  <a:pt x="2514791" y="2119598"/>
                </a:cubicBezTo>
                <a:cubicBezTo>
                  <a:pt x="2506980" y="2119598"/>
                  <a:pt x="2500598" y="2125980"/>
                  <a:pt x="2500598" y="2133791"/>
                </a:cubicBezTo>
                <a:cubicBezTo>
                  <a:pt x="2500694" y="2141601"/>
                  <a:pt x="2506980" y="2147983"/>
                  <a:pt x="2514791" y="2147983"/>
                </a:cubicBezTo>
                <a:close/>
                <a:moveTo>
                  <a:pt x="2590991" y="2146935"/>
                </a:moveTo>
                <a:cubicBezTo>
                  <a:pt x="2598230" y="2146935"/>
                  <a:pt x="2604135" y="2141030"/>
                  <a:pt x="2604135" y="2133791"/>
                </a:cubicBezTo>
                <a:cubicBezTo>
                  <a:pt x="2604135" y="2126552"/>
                  <a:pt x="2598230" y="2120646"/>
                  <a:pt x="2590991" y="2120646"/>
                </a:cubicBezTo>
                <a:cubicBezTo>
                  <a:pt x="2583752" y="2120646"/>
                  <a:pt x="2577846" y="2126552"/>
                  <a:pt x="2577846" y="2133791"/>
                </a:cubicBezTo>
                <a:cubicBezTo>
                  <a:pt x="2577846" y="2141030"/>
                  <a:pt x="2583752" y="2146935"/>
                  <a:pt x="2590991" y="2146935"/>
                </a:cubicBezTo>
                <a:close/>
                <a:moveTo>
                  <a:pt x="2667191" y="2145887"/>
                </a:moveTo>
                <a:cubicBezTo>
                  <a:pt x="2673858" y="2145887"/>
                  <a:pt x="2679192" y="2140458"/>
                  <a:pt x="2679192" y="2133886"/>
                </a:cubicBezTo>
                <a:cubicBezTo>
                  <a:pt x="2679192" y="2127218"/>
                  <a:pt x="2673763" y="2121884"/>
                  <a:pt x="2667191" y="2121884"/>
                </a:cubicBezTo>
                <a:cubicBezTo>
                  <a:pt x="2660523" y="2121884"/>
                  <a:pt x="2655189" y="2127314"/>
                  <a:pt x="2655189" y="2133886"/>
                </a:cubicBezTo>
                <a:cubicBezTo>
                  <a:pt x="2655189" y="2140458"/>
                  <a:pt x="2660523" y="2145887"/>
                  <a:pt x="2667191" y="2145887"/>
                </a:cubicBezTo>
                <a:close/>
                <a:moveTo>
                  <a:pt x="2743391" y="2144840"/>
                </a:moveTo>
                <a:cubicBezTo>
                  <a:pt x="2749487" y="2144840"/>
                  <a:pt x="2754345" y="2139887"/>
                  <a:pt x="2754345" y="2133886"/>
                </a:cubicBezTo>
                <a:cubicBezTo>
                  <a:pt x="2754345" y="2127885"/>
                  <a:pt x="2749391" y="2122932"/>
                  <a:pt x="2743391" y="2122932"/>
                </a:cubicBezTo>
                <a:cubicBezTo>
                  <a:pt x="2737295" y="2122932"/>
                  <a:pt x="2732437" y="2127885"/>
                  <a:pt x="2732437" y="2133886"/>
                </a:cubicBezTo>
                <a:cubicBezTo>
                  <a:pt x="2732437" y="2139887"/>
                  <a:pt x="2737390" y="2144840"/>
                  <a:pt x="2743391" y="2144840"/>
                </a:cubicBezTo>
                <a:close/>
                <a:moveTo>
                  <a:pt x="2819591" y="2143697"/>
                </a:moveTo>
                <a:cubicBezTo>
                  <a:pt x="2825115" y="2143697"/>
                  <a:pt x="2829497" y="2139220"/>
                  <a:pt x="2829497" y="2133791"/>
                </a:cubicBezTo>
                <a:cubicBezTo>
                  <a:pt x="2829497" y="2128361"/>
                  <a:pt x="2825020" y="2123885"/>
                  <a:pt x="2819591" y="2123885"/>
                </a:cubicBezTo>
                <a:cubicBezTo>
                  <a:pt x="2814066" y="2123885"/>
                  <a:pt x="2809685" y="2128361"/>
                  <a:pt x="2809685" y="2133791"/>
                </a:cubicBezTo>
                <a:cubicBezTo>
                  <a:pt x="2809685" y="2139220"/>
                  <a:pt x="2814161" y="2143697"/>
                  <a:pt x="2819591" y="2143697"/>
                </a:cubicBezTo>
                <a:close/>
                <a:moveTo>
                  <a:pt x="2895791" y="2142458"/>
                </a:moveTo>
                <a:cubicBezTo>
                  <a:pt x="2900553" y="2142458"/>
                  <a:pt x="2904458" y="2138553"/>
                  <a:pt x="2904458" y="2133791"/>
                </a:cubicBezTo>
                <a:cubicBezTo>
                  <a:pt x="2904458" y="2129028"/>
                  <a:pt x="2900553" y="2125123"/>
                  <a:pt x="2895791" y="2125123"/>
                </a:cubicBezTo>
                <a:cubicBezTo>
                  <a:pt x="2891028" y="2125123"/>
                  <a:pt x="2887123" y="2129028"/>
                  <a:pt x="2887123" y="2133791"/>
                </a:cubicBezTo>
                <a:cubicBezTo>
                  <a:pt x="2887123" y="2138553"/>
                  <a:pt x="2891028" y="2142458"/>
                  <a:pt x="2895791" y="2142458"/>
                </a:cubicBezTo>
                <a:close/>
                <a:moveTo>
                  <a:pt x="2971991" y="2141411"/>
                </a:moveTo>
                <a:cubicBezTo>
                  <a:pt x="2976182" y="2141411"/>
                  <a:pt x="2979611" y="2137982"/>
                  <a:pt x="2979611" y="2133791"/>
                </a:cubicBezTo>
                <a:cubicBezTo>
                  <a:pt x="2979611" y="2129600"/>
                  <a:pt x="2976182" y="2126171"/>
                  <a:pt x="2971991" y="2126171"/>
                </a:cubicBezTo>
                <a:cubicBezTo>
                  <a:pt x="2967799" y="2126171"/>
                  <a:pt x="2964371" y="2129600"/>
                  <a:pt x="2964371" y="2133791"/>
                </a:cubicBezTo>
                <a:cubicBezTo>
                  <a:pt x="2964371" y="2137982"/>
                  <a:pt x="2967799" y="2141411"/>
                  <a:pt x="2971991" y="2141411"/>
                </a:cubicBezTo>
                <a:close/>
                <a:moveTo>
                  <a:pt x="3048191" y="2140172"/>
                </a:moveTo>
                <a:cubicBezTo>
                  <a:pt x="3051715" y="2140172"/>
                  <a:pt x="3054572" y="2137315"/>
                  <a:pt x="3054572" y="2133791"/>
                </a:cubicBezTo>
                <a:cubicBezTo>
                  <a:pt x="3054572" y="2130266"/>
                  <a:pt x="3051715" y="2127409"/>
                  <a:pt x="3048191" y="2127409"/>
                </a:cubicBezTo>
                <a:cubicBezTo>
                  <a:pt x="3044666" y="2127409"/>
                  <a:pt x="3041809" y="2130266"/>
                  <a:pt x="3041809" y="2133791"/>
                </a:cubicBezTo>
                <a:cubicBezTo>
                  <a:pt x="3041904" y="2137315"/>
                  <a:pt x="3044666" y="2140172"/>
                  <a:pt x="3048191" y="2140172"/>
                </a:cubicBezTo>
                <a:close/>
                <a:moveTo>
                  <a:pt x="3124391" y="2139125"/>
                </a:moveTo>
                <a:cubicBezTo>
                  <a:pt x="3127343" y="2139125"/>
                  <a:pt x="3129629" y="2136743"/>
                  <a:pt x="3129629" y="2133886"/>
                </a:cubicBezTo>
                <a:cubicBezTo>
                  <a:pt x="3129629" y="2131028"/>
                  <a:pt x="3127248" y="2128647"/>
                  <a:pt x="3124391" y="2128647"/>
                </a:cubicBezTo>
                <a:cubicBezTo>
                  <a:pt x="3121438" y="2128647"/>
                  <a:pt x="3119152" y="2131028"/>
                  <a:pt x="3119152" y="2133886"/>
                </a:cubicBezTo>
                <a:cubicBezTo>
                  <a:pt x="3119152" y="2136743"/>
                  <a:pt x="3121533" y="2139125"/>
                  <a:pt x="3124391" y="2139125"/>
                </a:cubicBezTo>
                <a:close/>
                <a:moveTo>
                  <a:pt x="3200591" y="2138077"/>
                </a:moveTo>
                <a:cubicBezTo>
                  <a:pt x="3202972" y="2138077"/>
                  <a:pt x="3204782" y="2136172"/>
                  <a:pt x="3204782" y="2133886"/>
                </a:cubicBezTo>
                <a:cubicBezTo>
                  <a:pt x="3204782" y="2131600"/>
                  <a:pt x="3202877" y="2129695"/>
                  <a:pt x="3200591" y="2129695"/>
                </a:cubicBezTo>
                <a:cubicBezTo>
                  <a:pt x="3198209" y="2129695"/>
                  <a:pt x="3196399" y="2131600"/>
                  <a:pt x="3196399" y="2133886"/>
                </a:cubicBezTo>
                <a:cubicBezTo>
                  <a:pt x="3196399" y="2136172"/>
                  <a:pt x="3198305" y="2138077"/>
                  <a:pt x="3200591" y="2138077"/>
                </a:cubicBezTo>
                <a:close/>
                <a:moveTo>
                  <a:pt x="3276791" y="2136743"/>
                </a:moveTo>
                <a:cubicBezTo>
                  <a:pt x="3278410" y="2136743"/>
                  <a:pt x="3279743" y="2135410"/>
                  <a:pt x="3279743" y="2133791"/>
                </a:cubicBezTo>
                <a:cubicBezTo>
                  <a:pt x="3279743" y="2132171"/>
                  <a:pt x="3278410" y="2130838"/>
                  <a:pt x="3276791" y="2130838"/>
                </a:cubicBezTo>
                <a:cubicBezTo>
                  <a:pt x="3275171" y="2130838"/>
                  <a:pt x="3273838" y="2132171"/>
                  <a:pt x="3273838" y="2133791"/>
                </a:cubicBezTo>
                <a:cubicBezTo>
                  <a:pt x="3273838" y="2135410"/>
                  <a:pt x="3275171" y="2136743"/>
                  <a:pt x="3276791" y="2136743"/>
                </a:cubicBezTo>
                <a:close/>
                <a:moveTo>
                  <a:pt x="3352991" y="2135696"/>
                </a:moveTo>
                <a:cubicBezTo>
                  <a:pt x="3354038" y="2135696"/>
                  <a:pt x="3354896" y="2134838"/>
                  <a:pt x="3354896" y="2133791"/>
                </a:cubicBezTo>
                <a:cubicBezTo>
                  <a:pt x="3354896" y="2132743"/>
                  <a:pt x="3354038" y="2131886"/>
                  <a:pt x="3352991" y="2131886"/>
                </a:cubicBezTo>
                <a:cubicBezTo>
                  <a:pt x="3351943" y="2131886"/>
                  <a:pt x="3351086" y="2132743"/>
                  <a:pt x="3351086" y="2133791"/>
                </a:cubicBezTo>
                <a:cubicBezTo>
                  <a:pt x="3351086" y="2134838"/>
                  <a:pt x="3351943" y="2135696"/>
                  <a:pt x="3352991" y="2135696"/>
                </a:cubicBezTo>
                <a:close/>
                <a:moveTo>
                  <a:pt x="3429191" y="2134648"/>
                </a:moveTo>
                <a:cubicBezTo>
                  <a:pt x="3429667" y="2134648"/>
                  <a:pt x="3430048" y="2134267"/>
                  <a:pt x="3430048" y="2133791"/>
                </a:cubicBezTo>
                <a:cubicBezTo>
                  <a:pt x="3430048" y="2133314"/>
                  <a:pt x="3429667" y="2132933"/>
                  <a:pt x="3429191" y="2132933"/>
                </a:cubicBezTo>
                <a:cubicBezTo>
                  <a:pt x="3428714" y="2132933"/>
                  <a:pt x="3428333" y="2133314"/>
                  <a:pt x="3428333" y="2133791"/>
                </a:cubicBezTo>
                <a:cubicBezTo>
                  <a:pt x="3428333" y="2134267"/>
                  <a:pt x="3428714" y="2134648"/>
                  <a:pt x="3429191" y="2134648"/>
                </a:cubicBezTo>
                <a:close/>
                <a:moveTo>
                  <a:pt x="76391" y="2210467"/>
                </a:moveTo>
                <a:cubicBezTo>
                  <a:pt x="76581" y="2210467"/>
                  <a:pt x="76772" y="2210276"/>
                  <a:pt x="76772" y="2210086"/>
                </a:cubicBezTo>
                <a:cubicBezTo>
                  <a:pt x="76772" y="2209895"/>
                  <a:pt x="76581" y="2209705"/>
                  <a:pt x="76391" y="2209705"/>
                </a:cubicBezTo>
                <a:cubicBezTo>
                  <a:pt x="76200" y="2209705"/>
                  <a:pt x="76010" y="2209895"/>
                  <a:pt x="76010" y="2210086"/>
                </a:cubicBezTo>
                <a:cubicBezTo>
                  <a:pt x="76010" y="2210276"/>
                  <a:pt x="76200" y="2210467"/>
                  <a:pt x="76391" y="2210467"/>
                </a:cubicBezTo>
                <a:close/>
                <a:moveTo>
                  <a:pt x="152591" y="2211515"/>
                </a:moveTo>
                <a:cubicBezTo>
                  <a:pt x="153448" y="2211515"/>
                  <a:pt x="154115" y="2210848"/>
                  <a:pt x="154115" y="2209991"/>
                </a:cubicBezTo>
                <a:cubicBezTo>
                  <a:pt x="154115" y="2209133"/>
                  <a:pt x="153448" y="2208467"/>
                  <a:pt x="152591" y="2208467"/>
                </a:cubicBezTo>
                <a:cubicBezTo>
                  <a:pt x="151733" y="2208467"/>
                  <a:pt x="151067" y="2209133"/>
                  <a:pt x="151067" y="2209991"/>
                </a:cubicBezTo>
                <a:cubicBezTo>
                  <a:pt x="151067" y="2210848"/>
                  <a:pt x="151829" y="2211515"/>
                  <a:pt x="152591" y="2211515"/>
                </a:cubicBezTo>
                <a:close/>
                <a:moveTo>
                  <a:pt x="228791" y="2212562"/>
                </a:moveTo>
                <a:cubicBezTo>
                  <a:pt x="230219" y="2212562"/>
                  <a:pt x="231362" y="2211419"/>
                  <a:pt x="231362" y="2209991"/>
                </a:cubicBezTo>
                <a:cubicBezTo>
                  <a:pt x="231362" y="2208562"/>
                  <a:pt x="230219" y="2207419"/>
                  <a:pt x="228791" y="2207419"/>
                </a:cubicBezTo>
                <a:cubicBezTo>
                  <a:pt x="227362" y="2207419"/>
                  <a:pt x="226219" y="2208562"/>
                  <a:pt x="226219" y="2209991"/>
                </a:cubicBezTo>
                <a:cubicBezTo>
                  <a:pt x="226219" y="2211419"/>
                  <a:pt x="227457" y="2212562"/>
                  <a:pt x="228791" y="2212562"/>
                </a:cubicBezTo>
                <a:close/>
                <a:moveTo>
                  <a:pt x="304991" y="2213801"/>
                </a:moveTo>
                <a:cubicBezTo>
                  <a:pt x="307086" y="2213801"/>
                  <a:pt x="308800" y="2212086"/>
                  <a:pt x="308800" y="2209991"/>
                </a:cubicBezTo>
                <a:cubicBezTo>
                  <a:pt x="308800" y="2207895"/>
                  <a:pt x="307086" y="2206181"/>
                  <a:pt x="304991" y="2206181"/>
                </a:cubicBezTo>
                <a:cubicBezTo>
                  <a:pt x="302895" y="2206181"/>
                  <a:pt x="301181" y="2207895"/>
                  <a:pt x="301181" y="2209991"/>
                </a:cubicBezTo>
                <a:cubicBezTo>
                  <a:pt x="301181" y="2212086"/>
                  <a:pt x="302895" y="2213801"/>
                  <a:pt x="304991" y="2213801"/>
                </a:cubicBezTo>
                <a:close/>
                <a:moveTo>
                  <a:pt x="381191" y="2214848"/>
                </a:moveTo>
                <a:cubicBezTo>
                  <a:pt x="383858" y="2214848"/>
                  <a:pt x="386048" y="2212658"/>
                  <a:pt x="386048" y="2209991"/>
                </a:cubicBezTo>
                <a:cubicBezTo>
                  <a:pt x="386048" y="2207324"/>
                  <a:pt x="383858" y="2205133"/>
                  <a:pt x="381191" y="2205133"/>
                </a:cubicBezTo>
                <a:cubicBezTo>
                  <a:pt x="378524" y="2205133"/>
                  <a:pt x="376333" y="2207324"/>
                  <a:pt x="376333" y="2209991"/>
                </a:cubicBezTo>
                <a:cubicBezTo>
                  <a:pt x="376333" y="2212658"/>
                  <a:pt x="378524" y="2214848"/>
                  <a:pt x="381191" y="2214848"/>
                </a:cubicBezTo>
                <a:close/>
                <a:moveTo>
                  <a:pt x="457391" y="2215896"/>
                </a:moveTo>
                <a:cubicBezTo>
                  <a:pt x="460629" y="2215896"/>
                  <a:pt x="463296" y="2213229"/>
                  <a:pt x="463296" y="2209991"/>
                </a:cubicBezTo>
                <a:cubicBezTo>
                  <a:pt x="463296" y="2206752"/>
                  <a:pt x="460629" y="2204085"/>
                  <a:pt x="457391" y="2204085"/>
                </a:cubicBezTo>
                <a:cubicBezTo>
                  <a:pt x="454152" y="2204085"/>
                  <a:pt x="451485" y="2206752"/>
                  <a:pt x="451485" y="2209991"/>
                </a:cubicBezTo>
                <a:cubicBezTo>
                  <a:pt x="451485" y="2213324"/>
                  <a:pt x="454152" y="2215896"/>
                  <a:pt x="457391" y="2215896"/>
                </a:cubicBezTo>
                <a:close/>
                <a:moveTo>
                  <a:pt x="533591" y="2216944"/>
                </a:moveTo>
                <a:cubicBezTo>
                  <a:pt x="537401" y="2216944"/>
                  <a:pt x="540544" y="2213801"/>
                  <a:pt x="540544" y="2209991"/>
                </a:cubicBezTo>
                <a:cubicBezTo>
                  <a:pt x="540544" y="2206181"/>
                  <a:pt x="537401" y="2203037"/>
                  <a:pt x="533591" y="2203037"/>
                </a:cubicBezTo>
                <a:cubicBezTo>
                  <a:pt x="529781" y="2203037"/>
                  <a:pt x="526637" y="2206181"/>
                  <a:pt x="526637" y="2209991"/>
                </a:cubicBezTo>
                <a:cubicBezTo>
                  <a:pt x="526637" y="2213801"/>
                  <a:pt x="529781" y="2216944"/>
                  <a:pt x="533591" y="2216944"/>
                </a:cubicBezTo>
                <a:close/>
                <a:moveTo>
                  <a:pt x="609790" y="2218087"/>
                </a:moveTo>
                <a:cubicBezTo>
                  <a:pt x="614267" y="2218087"/>
                  <a:pt x="617792" y="2214467"/>
                  <a:pt x="617792" y="2210086"/>
                </a:cubicBezTo>
                <a:cubicBezTo>
                  <a:pt x="617792" y="2205609"/>
                  <a:pt x="614172" y="2202085"/>
                  <a:pt x="609790" y="2202085"/>
                </a:cubicBezTo>
                <a:cubicBezTo>
                  <a:pt x="605314" y="2202085"/>
                  <a:pt x="601790" y="2205704"/>
                  <a:pt x="601790" y="2210086"/>
                </a:cubicBezTo>
                <a:cubicBezTo>
                  <a:pt x="601790" y="2214467"/>
                  <a:pt x="605409" y="2218087"/>
                  <a:pt x="609790" y="2218087"/>
                </a:cubicBezTo>
                <a:close/>
                <a:moveTo>
                  <a:pt x="685990" y="2219325"/>
                </a:moveTo>
                <a:cubicBezTo>
                  <a:pt x="691134" y="2219325"/>
                  <a:pt x="695325" y="2215134"/>
                  <a:pt x="695325" y="2209991"/>
                </a:cubicBezTo>
                <a:cubicBezTo>
                  <a:pt x="695325" y="2204847"/>
                  <a:pt x="691134" y="2200656"/>
                  <a:pt x="685990" y="2200656"/>
                </a:cubicBezTo>
                <a:cubicBezTo>
                  <a:pt x="680847" y="2200656"/>
                  <a:pt x="676656" y="2204847"/>
                  <a:pt x="676656" y="2209991"/>
                </a:cubicBezTo>
                <a:cubicBezTo>
                  <a:pt x="676751" y="2215134"/>
                  <a:pt x="680847" y="2219325"/>
                  <a:pt x="685990" y="2219325"/>
                </a:cubicBezTo>
                <a:close/>
                <a:moveTo>
                  <a:pt x="762190" y="2220373"/>
                </a:moveTo>
                <a:cubicBezTo>
                  <a:pt x="767906" y="2220373"/>
                  <a:pt x="772573" y="2215706"/>
                  <a:pt x="772573" y="2209991"/>
                </a:cubicBezTo>
                <a:cubicBezTo>
                  <a:pt x="772573" y="2204276"/>
                  <a:pt x="767906" y="2199608"/>
                  <a:pt x="762190" y="2199608"/>
                </a:cubicBezTo>
                <a:cubicBezTo>
                  <a:pt x="756476" y="2199608"/>
                  <a:pt x="751808" y="2204276"/>
                  <a:pt x="751808" y="2209991"/>
                </a:cubicBezTo>
                <a:cubicBezTo>
                  <a:pt x="751808" y="2215706"/>
                  <a:pt x="756476" y="2220373"/>
                  <a:pt x="762190" y="2220373"/>
                </a:cubicBezTo>
                <a:close/>
                <a:moveTo>
                  <a:pt x="838390" y="2221421"/>
                </a:moveTo>
                <a:cubicBezTo>
                  <a:pt x="844677" y="2221421"/>
                  <a:pt x="849821" y="2216277"/>
                  <a:pt x="849821" y="2209991"/>
                </a:cubicBezTo>
                <a:cubicBezTo>
                  <a:pt x="849821" y="2203704"/>
                  <a:pt x="844677" y="2198561"/>
                  <a:pt x="838390" y="2198561"/>
                </a:cubicBezTo>
                <a:cubicBezTo>
                  <a:pt x="832104" y="2198561"/>
                  <a:pt x="826961" y="2203704"/>
                  <a:pt x="826961" y="2209991"/>
                </a:cubicBezTo>
                <a:cubicBezTo>
                  <a:pt x="826961" y="2216277"/>
                  <a:pt x="832104" y="2221421"/>
                  <a:pt x="838390" y="2221421"/>
                </a:cubicBezTo>
                <a:close/>
                <a:moveTo>
                  <a:pt x="914590" y="2222468"/>
                </a:moveTo>
                <a:cubicBezTo>
                  <a:pt x="921449" y="2222468"/>
                  <a:pt x="927068" y="2216849"/>
                  <a:pt x="927068" y="2209991"/>
                </a:cubicBezTo>
                <a:cubicBezTo>
                  <a:pt x="927068" y="2203133"/>
                  <a:pt x="921449" y="2197513"/>
                  <a:pt x="914590" y="2197513"/>
                </a:cubicBezTo>
                <a:cubicBezTo>
                  <a:pt x="907733" y="2197513"/>
                  <a:pt x="902113" y="2203133"/>
                  <a:pt x="902113" y="2209991"/>
                </a:cubicBezTo>
                <a:cubicBezTo>
                  <a:pt x="902113" y="2216849"/>
                  <a:pt x="907733" y="2222468"/>
                  <a:pt x="914590" y="2222468"/>
                </a:cubicBezTo>
                <a:close/>
                <a:moveTo>
                  <a:pt x="990790" y="2223516"/>
                </a:moveTo>
                <a:cubicBezTo>
                  <a:pt x="998220" y="2223516"/>
                  <a:pt x="1004316" y="2217420"/>
                  <a:pt x="1004316" y="2209991"/>
                </a:cubicBezTo>
                <a:cubicBezTo>
                  <a:pt x="1004316" y="2202561"/>
                  <a:pt x="998220" y="2196465"/>
                  <a:pt x="990790" y="2196465"/>
                </a:cubicBezTo>
                <a:cubicBezTo>
                  <a:pt x="983361" y="2196465"/>
                  <a:pt x="977265" y="2202561"/>
                  <a:pt x="977265" y="2209991"/>
                </a:cubicBezTo>
                <a:cubicBezTo>
                  <a:pt x="977265" y="2217420"/>
                  <a:pt x="983361" y="2223516"/>
                  <a:pt x="990790" y="2223516"/>
                </a:cubicBezTo>
                <a:close/>
                <a:moveTo>
                  <a:pt x="1066991" y="2224373"/>
                </a:moveTo>
                <a:cubicBezTo>
                  <a:pt x="1074896" y="2224373"/>
                  <a:pt x="1081373" y="2217896"/>
                  <a:pt x="1081373" y="2209991"/>
                </a:cubicBezTo>
                <a:cubicBezTo>
                  <a:pt x="1081373" y="2202085"/>
                  <a:pt x="1074896" y="2195608"/>
                  <a:pt x="1066991" y="2195608"/>
                </a:cubicBezTo>
                <a:cubicBezTo>
                  <a:pt x="1059085" y="2195608"/>
                  <a:pt x="1052608" y="2202085"/>
                  <a:pt x="1052608" y="2209991"/>
                </a:cubicBezTo>
                <a:cubicBezTo>
                  <a:pt x="1052608" y="2217896"/>
                  <a:pt x="1059085" y="2224373"/>
                  <a:pt x="1066991" y="2224373"/>
                </a:cubicBezTo>
                <a:close/>
                <a:moveTo>
                  <a:pt x="1143191" y="2225421"/>
                </a:moveTo>
                <a:cubicBezTo>
                  <a:pt x="1151668" y="2225421"/>
                  <a:pt x="1158621" y="2218468"/>
                  <a:pt x="1158621" y="2209991"/>
                </a:cubicBezTo>
                <a:cubicBezTo>
                  <a:pt x="1158621" y="2201513"/>
                  <a:pt x="1151763" y="2194560"/>
                  <a:pt x="1143191" y="2194560"/>
                </a:cubicBezTo>
                <a:cubicBezTo>
                  <a:pt x="1134618" y="2194560"/>
                  <a:pt x="1127760" y="2201513"/>
                  <a:pt x="1127760" y="2209991"/>
                </a:cubicBezTo>
                <a:cubicBezTo>
                  <a:pt x="1127760" y="2218468"/>
                  <a:pt x="1134713" y="2225421"/>
                  <a:pt x="1143191" y="2225421"/>
                </a:cubicBezTo>
                <a:close/>
                <a:moveTo>
                  <a:pt x="1219391" y="2226278"/>
                </a:moveTo>
                <a:cubicBezTo>
                  <a:pt x="1228344" y="2226278"/>
                  <a:pt x="1235678" y="2219039"/>
                  <a:pt x="1235678" y="2209991"/>
                </a:cubicBezTo>
                <a:cubicBezTo>
                  <a:pt x="1235678" y="2200942"/>
                  <a:pt x="1228439" y="2193703"/>
                  <a:pt x="1219391" y="2193703"/>
                </a:cubicBezTo>
                <a:cubicBezTo>
                  <a:pt x="1210342" y="2193703"/>
                  <a:pt x="1203103" y="2200942"/>
                  <a:pt x="1203103" y="2209991"/>
                </a:cubicBezTo>
                <a:cubicBezTo>
                  <a:pt x="1203103" y="2219039"/>
                  <a:pt x="1210437" y="2226278"/>
                  <a:pt x="1219391" y="2226278"/>
                </a:cubicBezTo>
                <a:close/>
                <a:moveTo>
                  <a:pt x="1295591" y="2227136"/>
                </a:moveTo>
                <a:cubicBezTo>
                  <a:pt x="1305020" y="2227136"/>
                  <a:pt x="1312736" y="2219516"/>
                  <a:pt x="1312736" y="2209991"/>
                </a:cubicBezTo>
                <a:cubicBezTo>
                  <a:pt x="1312736" y="2200466"/>
                  <a:pt x="1305116" y="2192846"/>
                  <a:pt x="1295591" y="2192846"/>
                </a:cubicBezTo>
                <a:cubicBezTo>
                  <a:pt x="1286066" y="2192846"/>
                  <a:pt x="1278446" y="2200466"/>
                  <a:pt x="1278446" y="2209991"/>
                </a:cubicBezTo>
                <a:cubicBezTo>
                  <a:pt x="1278446" y="2219516"/>
                  <a:pt x="1286161" y="2227136"/>
                  <a:pt x="1295591" y="2227136"/>
                </a:cubicBezTo>
                <a:close/>
                <a:moveTo>
                  <a:pt x="1371791" y="2227993"/>
                </a:moveTo>
                <a:cubicBezTo>
                  <a:pt x="1381697" y="2227993"/>
                  <a:pt x="1389793" y="2219992"/>
                  <a:pt x="1389793" y="2209991"/>
                </a:cubicBezTo>
                <a:cubicBezTo>
                  <a:pt x="1389793" y="2199989"/>
                  <a:pt x="1381792" y="2191988"/>
                  <a:pt x="1371791" y="2191988"/>
                </a:cubicBezTo>
                <a:cubicBezTo>
                  <a:pt x="1361789" y="2191988"/>
                  <a:pt x="1353788" y="2199989"/>
                  <a:pt x="1353788" y="2209991"/>
                </a:cubicBezTo>
                <a:cubicBezTo>
                  <a:pt x="1353788" y="2219992"/>
                  <a:pt x="1361885" y="2227993"/>
                  <a:pt x="1371791" y="2227993"/>
                </a:cubicBezTo>
                <a:close/>
                <a:moveTo>
                  <a:pt x="1447991" y="2228850"/>
                </a:moveTo>
                <a:cubicBezTo>
                  <a:pt x="1458373" y="2228850"/>
                  <a:pt x="1466755" y="2220468"/>
                  <a:pt x="1466755" y="2210086"/>
                </a:cubicBezTo>
                <a:cubicBezTo>
                  <a:pt x="1466755" y="2199704"/>
                  <a:pt x="1458373" y="2191322"/>
                  <a:pt x="1447991" y="2191322"/>
                </a:cubicBezTo>
                <a:cubicBezTo>
                  <a:pt x="1437608" y="2191322"/>
                  <a:pt x="1429226" y="2199704"/>
                  <a:pt x="1429226" y="2210086"/>
                </a:cubicBezTo>
                <a:cubicBezTo>
                  <a:pt x="1429226" y="2220373"/>
                  <a:pt x="1437608" y="2228850"/>
                  <a:pt x="1447991" y="2228850"/>
                </a:cubicBezTo>
                <a:close/>
                <a:moveTo>
                  <a:pt x="1524191" y="2229422"/>
                </a:moveTo>
                <a:cubicBezTo>
                  <a:pt x="1534954" y="2229422"/>
                  <a:pt x="1543622" y="2220754"/>
                  <a:pt x="1543622" y="2209991"/>
                </a:cubicBezTo>
                <a:cubicBezTo>
                  <a:pt x="1543622" y="2199227"/>
                  <a:pt x="1534954" y="2190560"/>
                  <a:pt x="1524191" y="2190560"/>
                </a:cubicBezTo>
                <a:cubicBezTo>
                  <a:pt x="1513427" y="2190560"/>
                  <a:pt x="1504760" y="2199227"/>
                  <a:pt x="1504760" y="2209991"/>
                </a:cubicBezTo>
                <a:cubicBezTo>
                  <a:pt x="1504760" y="2220754"/>
                  <a:pt x="1513523" y="2229422"/>
                  <a:pt x="1524191" y="2229422"/>
                </a:cubicBezTo>
                <a:close/>
                <a:moveTo>
                  <a:pt x="1600391" y="2229898"/>
                </a:moveTo>
                <a:cubicBezTo>
                  <a:pt x="1611344" y="2229898"/>
                  <a:pt x="1620298" y="2221040"/>
                  <a:pt x="1620298" y="2209991"/>
                </a:cubicBezTo>
                <a:cubicBezTo>
                  <a:pt x="1620298" y="2198942"/>
                  <a:pt x="1611439" y="2190083"/>
                  <a:pt x="1600391" y="2190083"/>
                </a:cubicBezTo>
                <a:cubicBezTo>
                  <a:pt x="1589437" y="2190083"/>
                  <a:pt x="1580483" y="2198942"/>
                  <a:pt x="1580483" y="2209991"/>
                </a:cubicBezTo>
                <a:cubicBezTo>
                  <a:pt x="1580483" y="2221040"/>
                  <a:pt x="1589437" y="2229898"/>
                  <a:pt x="1600391" y="2229898"/>
                </a:cubicBezTo>
                <a:close/>
                <a:moveTo>
                  <a:pt x="1676591" y="2230088"/>
                </a:moveTo>
                <a:cubicBezTo>
                  <a:pt x="1687639" y="2230088"/>
                  <a:pt x="1696688" y="2221135"/>
                  <a:pt x="1696688" y="2209991"/>
                </a:cubicBezTo>
                <a:cubicBezTo>
                  <a:pt x="1696688" y="2198846"/>
                  <a:pt x="1687735" y="2189893"/>
                  <a:pt x="1676591" y="2189893"/>
                </a:cubicBezTo>
                <a:cubicBezTo>
                  <a:pt x="1665446" y="2189893"/>
                  <a:pt x="1656493" y="2198846"/>
                  <a:pt x="1656493" y="2209991"/>
                </a:cubicBezTo>
                <a:cubicBezTo>
                  <a:pt x="1656493" y="2221135"/>
                  <a:pt x="1665542" y="2230088"/>
                  <a:pt x="1676591" y="2230088"/>
                </a:cubicBezTo>
                <a:close/>
                <a:moveTo>
                  <a:pt x="1752791" y="2230279"/>
                </a:moveTo>
                <a:cubicBezTo>
                  <a:pt x="1764030" y="2230279"/>
                  <a:pt x="1773079" y="2221230"/>
                  <a:pt x="1773079" y="2209991"/>
                </a:cubicBezTo>
                <a:cubicBezTo>
                  <a:pt x="1773079" y="2198751"/>
                  <a:pt x="1764030" y="2189702"/>
                  <a:pt x="1752791" y="2189702"/>
                </a:cubicBezTo>
                <a:cubicBezTo>
                  <a:pt x="1741551" y="2189702"/>
                  <a:pt x="1732502" y="2198751"/>
                  <a:pt x="1732502" y="2209991"/>
                </a:cubicBezTo>
                <a:cubicBezTo>
                  <a:pt x="1732502" y="2221230"/>
                  <a:pt x="1741646" y="2230279"/>
                  <a:pt x="1752791" y="2230279"/>
                </a:cubicBezTo>
                <a:close/>
                <a:moveTo>
                  <a:pt x="1828991" y="2230088"/>
                </a:moveTo>
                <a:cubicBezTo>
                  <a:pt x="1840039" y="2230088"/>
                  <a:pt x="1849088" y="2221135"/>
                  <a:pt x="1849088" y="2209991"/>
                </a:cubicBezTo>
                <a:cubicBezTo>
                  <a:pt x="1849088" y="2198846"/>
                  <a:pt x="1840135" y="2189893"/>
                  <a:pt x="1828991" y="2189893"/>
                </a:cubicBezTo>
                <a:cubicBezTo>
                  <a:pt x="1817846" y="2189893"/>
                  <a:pt x="1808893" y="2198846"/>
                  <a:pt x="1808893" y="2209991"/>
                </a:cubicBezTo>
                <a:cubicBezTo>
                  <a:pt x="1808893" y="2221135"/>
                  <a:pt x="1817942" y="2230088"/>
                  <a:pt x="1828991" y="2230088"/>
                </a:cubicBezTo>
                <a:close/>
                <a:moveTo>
                  <a:pt x="1905191" y="2229898"/>
                </a:moveTo>
                <a:cubicBezTo>
                  <a:pt x="1916144" y="2229898"/>
                  <a:pt x="1925098" y="2221040"/>
                  <a:pt x="1925098" y="2209991"/>
                </a:cubicBezTo>
                <a:cubicBezTo>
                  <a:pt x="1925098" y="2198942"/>
                  <a:pt x="1916239" y="2190083"/>
                  <a:pt x="1905191" y="2190083"/>
                </a:cubicBezTo>
                <a:cubicBezTo>
                  <a:pt x="1894237" y="2190083"/>
                  <a:pt x="1885283" y="2198942"/>
                  <a:pt x="1885283" y="2209991"/>
                </a:cubicBezTo>
                <a:cubicBezTo>
                  <a:pt x="1885283" y="2221040"/>
                  <a:pt x="1894237" y="2229898"/>
                  <a:pt x="1905191" y="2229898"/>
                </a:cubicBezTo>
                <a:close/>
                <a:moveTo>
                  <a:pt x="1981391" y="2229422"/>
                </a:moveTo>
                <a:cubicBezTo>
                  <a:pt x="1992154" y="2229422"/>
                  <a:pt x="2000822" y="2220754"/>
                  <a:pt x="2000822" y="2209991"/>
                </a:cubicBezTo>
                <a:cubicBezTo>
                  <a:pt x="2000822" y="2199227"/>
                  <a:pt x="1992154" y="2190560"/>
                  <a:pt x="1981391" y="2190560"/>
                </a:cubicBezTo>
                <a:cubicBezTo>
                  <a:pt x="1970627" y="2190560"/>
                  <a:pt x="1961960" y="2199227"/>
                  <a:pt x="1961960" y="2209991"/>
                </a:cubicBezTo>
                <a:cubicBezTo>
                  <a:pt x="1961960" y="2220754"/>
                  <a:pt x="1970723" y="2229422"/>
                  <a:pt x="1981391" y="2229422"/>
                </a:cubicBezTo>
                <a:close/>
                <a:moveTo>
                  <a:pt x="2057591" y="2228850"/>
                </a:moveTo>
                <a:cubicBezTo>
                  <a:pt x="2067973" y="2228850"/>
                  <a:pt x="2076355" y="2220468"/>
                  <a:pt x="2076355" y="2210086"/>
                </a:cubicBezTo>
                <a:cubicBezTo>
                  <a:pt x="2076355" y="2199704"/>
                  <a:pt x="2067973" y="2191322"/>
                  <a:pt x="2057591" y="2191322"/>
                </a:cubicBezTo>
                <a:cubicBezTo>
                  <a:pt x="2047208" y="2191322"/>
                  <a:pt x="2038826" y="2199704"/>
                  <a:pt x="2038826" y="2210086"/>
                </a:cubicBezTo>
                <a:cubicBezTo>
                  <a:pt x="2038826" y="2220373"/>
                  <a:pt x="2047208" y="2228850"/>
                  <a:pt x="2057591" y="2228850"/>
                </a:cubicBezTo>
                <a:close/>
                <a:moveTo>
                  <a:pt x="2133791" y="2228183"/>
                </a:moveTo>
                <a:cubicBezTo>
                  <a:pt x="2143792" y="2228183"/>
                  <a:pt x="2151983" y="2220087"/>
                  <a:pt x="2151983" y="2209991"/>
                </a:cubicBezTo>
                <a:cubicBezTo>
                  <a:pt x="2151983" y="2199989"/>
                  <a:pt x="2143887" y="2191798"/>
                  <a:pt x="2133791" y="2191798"/>
                </a:cubicBezTo>
                <a:cubicBezTo>
                  <a:pt x="2123789" y="2191798"/>
                  <a:pt x="2115598" y="2199894"/>
                  <a:pt x="2115598" y="2209991"/>
                </a:cubicBezTo>
                <a:cubicBezTo>
                  <a:pt x="2115598" y="2220087"/>
                  <a:pt x="2123789" y="2228183"/>
                  <a:pt x="2133791" y="2228183"/>
                </a:cubicBezTo>
                <a:close/>
                <a:moveTo>
                  <a:pt x="2209991" y="2227326"/>
                </a:moveTo>
                <a:cubicBezTo>
                  <a:pt x="2219516" y="2227326"/>
                  <a:pt x="2227326" y="2219611"/>
                  <a:pt x="2227326" y="2209991"/>
                </a:cubicBezTo>
                <a:cubicBezTo>
                  <a:pt x="2227326" y="2200466"/>
                  <a:pt x="2219611" y="2192655"/>
                  <a:pt x="2209991" y="2192655"/>
                </a:cubicBezTo>
                <a:cubicBezTo>
                  <a:pt x="2200466" y="2192655"/>
                  <a:pt x="2192655" y="2200370"/>
                  <a:pt x="2192655" y="2209991"/>
                </a:cubicBezTo>
                <a:cubicBezTo>
                  <a:pt x="2192655" y="2219611"/>
                  <a:pt x="2200466" y="2227326"/>
                  <a:pt x="2209991" y="2227326"/>
                </a:cubicBezTo>
                <a:close/>
                <a:moveTo>
                  <a:pt x="2286191" y="2226469"/>
                </a:moveTo>
                <a:cubicBezTo>
                  <a:pt x="2295335" y="2226469"/>
                  <a:pt x="2302669" y="2219135"/>
                  <a:pt x="2302669" y="2209991"/>
                </a:cubicBezTo>
                <a:cubicBezTo>
                  <a:pt x="2302669" y="2200847"/>
                  <a:pt x="2295335" y="2193512"/>
                  <a:pt x="2286191" y="2193512"/>
                </a:cubicBezTo>
                <a:cubicBezTo>
                  <a:pt x="2277047" y="2193512"/>
                  <a:pt x="2269712" y="2200847"/>
                  <a:pt x="2269712" y="2209991"/>
                </a:cubicBezTo>
                <a:cubicBezTo>
                  <a:pt x="2269712" y="2219135"/>
                  <a:pt x="2277142" y="2226469"/>
                  <a:pt x="2286191" y="2226469"/>
                </a:cubicBezTo>
                <a:close/>
                <a:moveTo>
                  <a:pt x="2362391" y="2225421"/>
                </a:moveTo>
                <a:cubicBezTo>
                  <a:pt x="2370868" y="2225421"/>
                  <a:pt x="2377821" y="2218468"/>
                  <a:pt x="2377821" y="2209991"/>
                </a:cubicBezTo>
                <a:cubicBezTo>
                  <a:pt x="2377821" y="2201513"/>
                  <a:pt x="2370868" y="2194560"/>
                  <a:pt x="2362391" y="2194560"/>
                </a:cubicBezTo>
                <a:cubicBezTo>
                  <a:pt x="2353913" y="2194560"/>
                  <a:pt x="2346960" y="2201513"/>
                  <a:pt x="2346960" y="2209991"/>
                </a:cubicBezTo>
                <a:cubicBezTo>
                  <a:pt x="2346960" y="2218468"/>
                  <a:pt x="2353913" y="2225421"/>
                  <a:pt x="2362391" y="2225421"/>
                </a:cubicBezTo>
                <a:close/>
                <a:moveTo>
                  <a:pt x="2438591" y="2224564"/>
                </a:moveTo>
                <a:cubicBezTo>
                  <a:pt x="2446687" y="2224564"/>
                  <a:pt x="2453164" y="2217992"/>
                  <a:pt x="2453164" y="2209991"/>
                </a:cubicBezTo>
                <a:cubicBezTo>
                  <a:pt x="2453164" y="2201990"/>
                  <a:pt x="2446591" y="2195417"/>
                  <a:pt x="2438591" y="2195417"/>
                </a:cubicBezTo>
                <a:cubicBezTo>
                  <a:pt x="2430494" y="2195417"/>
                  <a:pt x="2424017" y="2201990"/>
                  <a:pt x="2424017" y="2209991"/>
                </a:cubicBezTo>
                <a:cubicBezTo>
                  <a:pt x="2424017" y="2217992"/>
                  <a:pt x="2430590" y="2224564"/>
                  <a:pt x="2438591" y="2224564"/>
                </a:cubicBezTo>
                <a:close/>
                <a:moveTo>
                  <a:pt x="2514791" y="2223516"/>
                </a:moveTo>
                <a:cubicBezTo>
                  <a:pt x="2522220" y="2223516"/>
                  <a:pt x="2528316" y="2217420"/>
                  <a:pt x="2528316" y="2209991"/>
                </a:cubicBezTo>
                <a:cubicBezTo>
                  <a:pt x="2528316" y="2202561"/>
                  <a:pt x="2522220" y="2196465"/>
                  <a:pt x="2514791" y="2196465"/>
                </a:cubicBezTo>
                <a:cubicBezTo>
                  <a:pt x="2507361" y="2196465"/>
                  <a:pt x="2501265" y="2202561"/>
                  <a:pt x="2501265" y="2209991"/>
                </a:cubicBezTo>
                <a:cubicBezTo>
                  <a:pt x="2501265" y="2217420"/>
                  <a:pt x="2507361" y="2223516"/>
                  <a:pt x="2514791" y="2223516"/>
                </a:cubicBezTo>
                <a:close/>
                <a:moveTo>
                  <a:pt x="2590991" y="2222659"/>
                </a:moveTo>
                <a:cubicBezTo>
                  <a:pt x="2598039" y="2222659"/>
                  <a:pt x="2603659" y="2216944"/>
                  <a:pt x="2603659" y="2209991"/>
                </a:cubicBezTo>
                <a:cubicBezTo>
                  <a:pt x="2603659" y="2202942"/>
                  <a:pt x="2597944" y="2197322"/>
                  <a:pt x="2590991" y="2197322"/>
                </a:cubicBezTo>
                <a:cubicBezTo>
                  <a:pt x="2583942" y="2197322"/>
                  <a:pt x="2578322" y="2203037"/>
                  <a:pt x="2578322" y="2209991"/>
                </a:cubicBezTo>
                <a:cubicBezTo>
                  <a:pt x="2578322" y="2217039"/>
                  <a:pt x="2584037" y="2222659"/>
                  <a:pt x="2590991" y="2222659"/>
                </a:cubicBezTo>
                <a:close/>
                <a:moveTo>
                  <a:pt x="2667191" y="2221611"/>
                </a:moveTo>
                <a:cubicBezTo>
                  <a:pt x="2673572" y="2221611"/>
                  <a:pt x="2678811" y="2216372"/>
                  <a:pt x="2678811" y="2209991"/>
                </a:cubicBezTo>
                <a:cubicBezTo>
                  <a:pt x="2678811" y="2203609"/>
                  <a:pt x="2673572" y="2198370"/>
                  <a:pt x="2667191" y="2198370"/>
                </a:cubicBezTo>
                <a:cubicBezTo>
                  <a:pt x="2660809" y="2198370"/>
                  <a:pt x="2655570" y="2203609"/>
                  <a:pt x="2655570" y="2209991"/>
                </a:cubicBezTo>
                <a:cubicBezTo>
                  <a:pt x="2655570" y="2216468"/>
                  <a:pt x="2660809" y="2221611"/>
                  <a:pt x="2667191" y="2221611"/>
                </a:cubicBezTo>
                <a:close/>
                <a:moveTo>
                  <a:pt x="2743391" y="2220563"/>
                </a:moveTo>
                <a:cubicBezTo>
                  <a:pt x="2749201" y="2220563"/>
                  <a:pt x="2753963" y="2215801"/>
                  <a:pt x="2753963" y="2209991"/>
                </a:cubicBezTo>
                <a:cubicBezTo>
                  <a:pt x="2753963" y="2204180"/>
                  <a:pt x="2749201" y="2199418"/>
                  <a:pt x="2743391" y="2199418"/>
                </a:cubicBezTo>
                <a:cubicBezTo>
                  <a:pt x="2737580" y="2199418"/>
                  <a:pt x="2732818" y="2204180"/>
                  <a:pt x="2732818" y="2209991"/>
                </a:cubicBezTo>
                <a:cubicBezTo>
                  <a:pt x="2732818" y="2215801"/>
                  <a:pt x="2737580" y="2220563"/>
                  <a:pt x="2743391" y="2220563"/>
                </a:cubicBezTo>
                <a:close/>
                <a:moveTo>
                  <a:pt x="2819591" y="2219325"/>
                </a:moveTo>
                <a:cubicBezTo>
                  <a:pt x="2824734" y="2219325"/>
                  <a:pt x="2828925" y="2215134"/>
                  <a:pt x="2828925" y="2209991"/>
                </a:cubicBezTo>
                <a:cubicBezTo>
                  <a:pt x="2828925" y="2204847"/>
                  <a:pt x="2824734" y="2200656"/>
                  <a:pt x="2819591" y="2200656"/>
                </a:cubicBezTo>
                <a:cubicBezTo>
                  <a:pt x="2814447" y="2200656"/>
                  <a:pt x="2810256" y="2204847"/>
                  <a:pt x="2810256" y="2209991"/>
                </a:cubicBezTo>
                <a:cubicBezTo>
                  <a:pt x="2810351" y="2215134"/>
                  <a:pt x="2814447" y="2219325"/>
                  <a:pt x="2819591" y="2219325"/>
                </a:cubicBezTo>
                <a:close/>
                <a:moveTo>
                  <a:pt x="2895791" y="2218277"/>
                </a:moveTo>
                <a:cubicBezTo>
                  <a:pt x="2900363" y="2218277"/>
                  <a:pt x="2904078" y="2214563"/>
                  <a:pt x="2904078" y="2209991"/>
                </a:cubicBezTo>
                <a:cubicBezTo>
                  <a:pt x="2904078" y="2205419"/>
                  <a:pt x="2900363" y="2201704"/>
                  <a:pt x="2895791" y="2201704"/>
                </a:cubicBezTo>
                <a:cubicBezTo>
                  <a:pt x="2891219" y="2201704"/>
                  <a:pt x="2887504" y="2205419"/>
                  <a:pt x="2887504" y="2209991"/>
                </a:cubicBezTo>
                <a:cubicBezTo>
                  <a:pt x="2887504" y="2214563"/>
                  <a:pt x="2891219" y="2218277"/>
                  <a:pt x="2895791" y="2218277"/>
                </a:cubicBezTo>
                <a:close/>
                <a:moveTo>
                  <a:pt x="2971991" y="2217230"/>
                </a:moveTo>
                <a:cubicBezTo>
                  <a:pt x="2975991" y="2217230"/>
                  <a:pt x="2979134" y="2213991"/>
                  <a:pt x="2979134" y="2210086"/>
                </a:cubicBezTo>
                <a:cubicBezTo>
                  <a:pt x="2979134" y="2206085"/>
                  <a:pt x="2975896" y="2202942"/>
                  <a:pt x="2971991" y="2202942"/>
                </a:cubicBezTo>
                <a:cubicBezTo>
                  <a:pt x="2967990" y="2202942"/>
                  <a:pt x="2964847" y="2206181"/>
                  <a:pt x="2964847" y="2210086"/>
                </a:cubicBezTo>
                <a:cubicBezTo>
                  <a:pt x="2964847" y="2213991"/>
                  <a:pt x="2968085" y="2217230"/>
                  <a:pt x="2971991" y="2217230"/>
                </a:cubicBezTo>
                <a:close/>
                <a:moveTo>
                  <a:pt x="3048191" y="2216182"/>
                </a:moveTo>
                <a:cubicBezTo>
                  <a:pt x="3051620" y="2216182"/>
                  <a:pt x="3054287" y="2213420"/>
                  <a:pt x="3054287" y="2210086"/>
                </a:cubicBezTo>
                <a:cubicBezTo>
                  <a:pt x="3054287" y="2206752"/>
                  <a:pt x="3051524" y="2203990"/>
                  <a:pt x="3048191" y="2203990"/>
                </a:cubicBezTo>
                <a:cubicBezTo>
                  <a:pt x="3044762" y="2203990"/>
                  <a:pt x="3042095" y="2206752"/>
                  <a:pt x="3042095" y="2210086"/>
                </a:cubicBezTo>
                <a:cubicBezTo>
                  <a:pt x="3042095" y="2213420"/>
                  <a:pt x="3044857" y="2216182"/>
                  <a:pt x="3048191" y="2216182"/>
                </a:cubicBezTo>
                <a:close/>
                <a:moveTo>
                  <a:pt x="3124391" y="2214848"/>
                </a:moveTo>
                <a:cubicBezTo>
                  <a:pt x="3127058" y="2214848"/>
                  <a:pt x="3129248" y="2212658"/>
                  <a:pt x="3129248" y="2209991"/>
                </a:cubicBezTo>
                <a:cubicBezTo>
                  <a:pt x="3129248" y="2207324"/>
                  <a:pt x="3127058" y="2205133"/>
                  <a:pt x="3124391" y="2205133"/>
                </a:cubicBezTo>
                <a:cubicBezTo>
                  <a:pt x="3121724" y="2205133"/>
                  <a:pt x="3119533" y="2207324"/>
                  <a:pt x="3119533" y="2209991"/>
                </a:cubicBezTo>
                <a:cubicBezTo>
                  <a:pt x="3119533" y="2212658"/>
                  <a:pt x="3121724" y="2214848"/>
                  <a:pt x="3124391" y="2214848"/>
                </a:cubicBezTo>
                <a:close/>
                <a:moveTo>
                  <a:pt x="3200591" y="2213801"/>
                </a:moveTo>
                <a:cubicBezTo>
                  <a:pt x="3202686" y="2213801"/>
                  <a:pt x="3204401" y="2212086"/>
                  <a:pt x="3204401" y="2209991"/>
                </a:cubicBezTo>
                <a:cubicBezTo>
                  <a:pt x="3204401" y="2207895"/>
                  <a:pt x="3202686" y="2206181"/>
                  <a:pt x="3200591" y="2206181"/>
                </a:cubicBezTo>
                <a:cubicBezTo>
                  <a:pt x="3198495" y="2206181"/>
                  <a:pt x="3196781" y="2207895"/>
                  <a:pt x="3196781" y="2209991"/>
                </a:cubicBezTo>
                <a:cubicBezTo>
                  <a:pt x="3196781" y="2212086"/>
                  <a:pt x="3198495" y="2213801"/>
                  <a:pt x="3200591" y="2213801"/>
                </a:cubicBezTo>
                <a:close/>
                <a:moveTo>
                  <a:pt x="3276791" y="2212753"/>
                </a:moveTo>
                <a:cubicBezTo>
                  <a:pt x="3278315" y="2212753"/>
                  <a:pt x="3279553" y="2211515"/>
                  <a:pt x="3279553" y="2209991"/>
                </a:cubicBezTo>
                <a:cubicBezTo>
                  <a:pt x="3279553" y="2208467"/>
                  <a:pt x="3278315" y="2207228"/>
                  <a:pt x="3276791" y="2207228"/>
                </a:cubicBezTo>
                <a:cubicBezTo>
                  <a:pt x="3275266" y="2207228"/>
                  <a:pt x="3274028" y="2208467"/>
                  <a:pt x="3274028" y="2209991"/>
                </a:cubicBezTo>
                <a:cubicBezTo>
                  <a:pt x="3274028" y="2211515"/>
                  <a:pt x="3275266" y="2212753"/>
                  <a:pt x="3276791" y="2212753"/>
                </a:cubicBezTo>
                <a:close/>
                <a:moveTo>
                  <a:pt x="3352991" y="2211705"/>
                </a:moveTo>
                <a:cubicBezTo>
                  <a:pt x="3353943" y="2211705"/>
                  <a:pt x="3354705" y="2210943"/>
                  <a:pt x="3354705" y="2209991"/>
                </a:cubicBezTo>
                <a:cubicBezTo>
                  <a:pt x="3354705" y="2209038"/>
                  <a:pt x="3353943" y="2208276"/>
                  <a:pt x="3352991" y="2208276"/>
                </a:cubicBezTo>
                <a:cubicBezTo>
                  <a:pt x="3352038" y="2208276"/>
                  <a:pt x="3351276" y="2209038"/>
                  <a:pt x="3351276" y="2209991"/>
                </a:cubicBezTo>
                <a:cubicBezTo>
                  <a:pt x="3351276" y="2210943"/>
                  <a:pt x="3352038" y="2211705"/>
                  <a:pt x="3352991" y="2211705"/>
                </a:cubicBezTo>
                <a:close/>
                <a:moveTo>
                  <a:pt x="3429191" y="2210467"/>
                </a:moveTo>
                <a:cubicBezTo>
                  <a:pt x="3429381" y="2210467"/>
                  <a:pt x="3429572" y="2210276"/>
                  <a:pt x="3429572" y="2210086"/>
                </a:cubicBezTo>
                <a:cubicBezTo>
                  <a:pt x="3429572" y="2209895"/>
                  <a:pt x="3429381" y="2209705"/>
                  <a:pt x="3429191" y="2209705"/>
                </a:cubicBezTo>
                <a:cubicBezTo>
                  <a:pt x="3429000" y="2209705"/>
                  <a:pt x="3428810" y="2209895"/>
                  <a:pt x="3428810" y="2210086"/>
                </a:cubicBezTo>
                <a:cubicBezTo>
                  <a:pt x="3428810" y="2210276"/>
                  <a:pt x="3429000" y="2210467"/>
                  <a:pt x="3429191" y="2210467"/>
                </a:cubicBezTo>
                <a:close/>
                <a:moveTo>
                  <a:pt x="76391" y="2286381"/>
                </a:moveTo>
                <a:cubicBezTo>
                  <a:pt x="76486" y="2286381"/>
                  <a:pt x="76581" y="2286286"/>
                  <a:pt x="76581" y="2286191"/>
                </a:cubicBezTo>
                <a:cubicBezTo>
                  <a:pt x="76581" y="2286095"/>
                  <a:pt x="76486" y="2286000"/>
                  <a:pt x="76391" y="2286000"/>
                </a:cubicBezTo>
                <a:cubicBezTo>
                  <a:pt x="76295" y="2286000"/>
                  <a:pt x="76200" y="2286095"/>
                  <a:pt x="76200" y="2286191"/>
                </a:cubicBezTo>
                <a:cubicBezTo>
                  <a:pt x="76200" y="2286286"/>
                  <a:pt x="76295" y="2286381"/>
                  <a:pt x="76391" y="2286381"/>
                </a:cubicBezTo>
                <a:close/>
                <a:moveTo>
                  <a:pt x="152591" y="2287238"/>
                </a:moveTo>
                <a:cubicBezTo>
                  <a:pt x="153162" y="2287238"/>
                  <a:pt x="153638" y="2286762"/>
                  <a:pt x="153638" y="2286191"/>
                </a:cubicBezTo>
                <a:cubicBezTo>
                  <a:pt x="153638" y="2285619"/>
                  <a:pt x="153162" y="2285143"/>
                  <a:pt x="152591" y="2285143"/>
                </a:cubicBezTo>
                <a:cubicBezTo>
                  <a:pt x="152019" y="2285143"/>
                  <a:pt x="151543" y="2285619"/>
                  <a:pt x="151543" y="2286191"/>
                </a:cubicBezTo>
                <a:cubicBezTo>
                  <a:pt x="151543" y="2286762"/>
                  <a:pt x="152019" y="2287238"/>
                  <a:pt x="152591" y="2287238"/>
                </a:cubicBezTo>
                <a:close/>
                <a:moveTo>
                  <a:pt x="228791" y="2288572"/>
                </a:moveTo>
                <a:cubicBezTo>
                  <a:pt x="230029" y="2288572"/>
                  <a:pt x="231077" y="2287524"/>
                  <a:pt x="231077" y="2286286"/>
                </a:cubicBezTo>
                <a:cubicBezTo>
                  <a:pt x="231077" y="2285048"/>
                  <a:pt x="230029" y="2284000"/>
                  <a:pt x="228791" y="2284000"/>
                </a:cubicBezTo>
                <a:cubicBezTo>
                  <a:pt x="227552" y="2284000"/>
                  <a:pt x="226505" y="2285048"/>
                  <a:pt x="226505" y="2286286"/>
                </a:cubicBezTo>
                <a:cubicBezTo>
                  <a:pt x="226505" y="2287524"/>
                  <a:pt x="227552" y="2288572"/>
                  <a:pt x="228791" y="2288572"/>
                </a:cubicBezTo>
                <a:close/>
                <a:moveTo>
                  <a:pt x="304991" y="2289620"/>
                </a:moveTo>
                <a:cubicBezTo>
                  <a:pt x="306896" y="2289620"/>
                  <a:pt x="308324" y="2288096"/>
                  <a:pt x="308324" y="2286286"/>
                </a:cubicBezTo>
                <a:cubicBezTo>
                  <a:pt x="308324" y="2284476"/>
                  <a:pt x="306800" y="2282952"/>
                  <a:pt x="304991" y="2282952"/>
                </a:cubicBezTo>
                <a:cubicBezTo>
                  <a:pt x="303086" y="2282952"/>
                  <a:pt x="301562" y="2284476"/>
                  <a:pt x="301562" y="2286286"/>
                </a:cubicBezTo>
                <a:cubicBezTo>
                  <a:pt x="301562" y="2288096"/>
                  <a:pt x="303181" y="2289620"/>
                  <a:pt x="304991" y="2289620"/>
                </a:cubicBezTo>
                <a:close/>
                <a:moveTo>
                  <a:pt x="381191" y="2290667"/>
                </a:moveTo>
                <a:cubicBezTo>
                  <a:pt x="383667" y="2290667"/>
                  <a:pt x="385667" y="2288667"/>
                  <a:pt x="385667" y="2286191"/>
                </a:cubicBezTo>
                <a:cubicBezTo>
                  <a:pt x="385667" y="2283714"/>
                  <a:pt x="383667" y="2281714"/>
                  <a:pt x="381191" y="2281714"/>
                </a:cubicBezTo>
                <a:cubicBezTo>
                  <a:pt x="378714" y="2281714"/>
                  <a:pt x="376714" y="2283714"/>
                  <a:pt x="376714" y="2286191"/>
                </a:cubicBezTo>
                <a:cubicBezTo>
                  <a:pt x="376809" y="2288667"/>
                  <a:pt x="378714" y="2290667"/>
                  <a:pt x="381191" y="2290667"/>
                </a:cubicBezTo>
                <a:close/>
                <a:moveTo>
                  <a:pt x="457391" y="2291715"/>
                </a:moveTo>
                <a:cubicBezTo>
                  <a:pt x="460439" y="2291715"/>
                  <a:pt x="462915" y="2289239"/>
                  <a:pt x="462915" y="2286191"/>
                </a:cubicBezTo>
                <a:cubicBezTo>
                  <a:pt x="462915" y="2283143"/>
                  <a:pt x="460439" y="2280666"/>
                  <a:pt x="457391" y="2280666"/>
                </a:cubicBezTo>
                <a:cubicBezTo>
                  <a:pt x="454343" y="2280666"/>
                  <a:pt x="451866" y="2283143"/>
                  <a:pt x="451866" y="2286191"/>
                </a:cubicBezTo>
                <a:cubicBezTo>
                  <a:pt x="451961" y="2289239"/>
                  <a:pt x="454343" y="2291715"/>
                  <a:pt x="457391" y="2291715"/>
                </a:cubicBezTo>
                <a:close/>
                <a:moveTo>
                  <a:pt x="533591" y="2292763"/>
                </a:moveTo>
                <a:cubicBezTo>
                  <a:pt x="537210" y="2292763"/>
                  <a:pt x="540163" y="2289810"/>
                  <a:pt x="540163" y="2286191"/>
                </a:cubicBezTo>
                <a:cubicBezTo>
                  <a:pt x="540163" y="2282571"/>
                  <a:pt x="537210" y="2279618"/>
                  <a:pt x="533591" y="2279618"/>
                </a:cubicBezTo>
                <a:cubicBezTo>
                  <a:pt x="529971" y="2279618"/>
                  <a:pt x="527018" y="2282571"/>
                  <a:pt x="527018" y="2286191"/>
                </a:cubicBezTo>
                <a:cubicBezTo>
                  <a:pt x="527018" y="2289810"/>
                  <a:pt x="529971" y="2292763"/>
                  <a:pt x="533591" y="2292763"/>
                </a:cubicBezTo>
                <a:close/>
                <a:moveTo>
                  <a:pt x="609790" y="2293811"/>
                </a:moveTo>
                <a:cubicBezTo>
                  <a:pt x="613982" y="2293811"/>
                  <a:pt x="617411" y="2290382"/>
                  <a:pt x="617411" y="2286191"/>
                </a:cubicBezTo>
                <a:cubicBezTo>
                  <a:pt x="617411" y="2282000"/>
                  <a:pt x="613982" y="2278571"/>
                  <a:pt x="609790" y="2278571"/>
                </a:cubicBezTo>
                <a:cubicBezTo>
                  <a:pt x="605600" y="2278571"/>
                  <a:pt x="602171" y="2282000"/>
                  <a:pt x="602171" y="2286191"/>
                </a:cubicBezTo>
                <a:cubicBezTo>
                  <a:pt x="602171" y="2290382"/>
                  <a:pt x="605600" y="2293811"/>
                  <a:pt x="609790" y="2293811"/>
                </a:cubicBezTo>
                <a:close/>
                <a:moveTo>
                  <a:pt x="685990" y="2294858"/>
                </a:moveTo>
                <a:cubicBezTo>
                  <a:pt x="690753" y="2294858"/>
                  <a:pt x="694658" y="2290953"/>
                  <a:pt x="694658" y="2286191"/>
                </a:cubicBezTo>
                <a:cubicBezTo>
                  <a:pt x="694658" y="2281428"/>
                  <a:pt x="690753" y="2277523"/>
                  <a:pt x="685990" y="2277523"/>
                </a:cubicBezTo>
                <a:cubicBezTo>
                  <a:pt x="681228" y="2277523"/>
                  <a:pt x="677323" y="2281428"/>
                  <a:pt x="677323" y="2286191"/>
                </a:cubicBezTo>
                <a:cubicBezTo>
                  <a:pt x="677323" y="2290953"/>
                  <a:pt x="681228" y="2294858"/>
                  <a:pt x="685990" y="2294858"/>
                </a:cubicBezTo>
                <a:close/>
                <a:moveTo>
                  <a:pt x="762190" y="2296097"/>
                </a:moveTo>
                <a:cubicBezTo>
                  <a:pt x="767715" y="2296097"/>
                  <a:pt x="772097" y="2291620"/>
                  <a:pt x="772097" y="2286191"/>
                </a:cubicBezTo>
                <a:cubicBezTo>
                  <a:pt x="772097" y="2280761"/>
                  <a:pt x="767620" y="2276285"/>
                  <a:pt x="762190" y="2276285"/>
                </a:cubicBezTo>
                <a:cubicBezTo>
                  <a:pt x="756761" y="2276285"/>
                  <a:pt x="752285" y="2280761"/>
                  <a:pt x="752285" y="2286191"/>
                </a:cubicBezTo>
                <a:cubicBezTo>
                  <a:pt x="752285" y="2291620"/>
                  <a:pt x="756761" y="2296097"/>
                  <a:pt x="762190" y="2296097"/>
                </a:cubicBezTo>
                <a:close/>
                <a:moveTo>
                  <a:pt x="838390" y="2296954"/>
                </a:moveTo>
                <a:cubicBezTo>
                  <a:pt x="844296" y="2296954"/>
                  <a:pt x="849154" y="2292096"/>
                  <a:pt x="849154" y="2286191"/>
                </a:cubicBezTo>
                <a:cubicBezTo>
                  <a:pt x="849154" y="2280285"/>
                  <a:pt x="844296" y="2275427"/>
                  <a:pt x="838390" y="2275427"/>
                </a:cubicBezTo>
                <a:cubicBezTo>
                  <a:pt x="832485" y="2275427"/>
                  <a:pt x="827627" y="2280285"/>
                  <a:pt x="827627" y="2286191"/>
                </a:cubicBezTo>
                <a:cubicBezTo>
                  <a:pt x="827627" y="2292096"/>
                  <a:pt x="832485" y="2296954"/>
                  <a:pt x="838390" y="2296954"/>
                </a:cubicBezTo>
                <a:close/>
                <a:moveTo>
                  <a:pt x="914590" y="2298002"/>
                </a:moveTo>
                <a:cubicBezTo>
                  <a:pt x="921163" y="2298002"/>
                  <a:pt x="926402" y="2292668"/>
                  <a:pt x="926402" y="2286191"/>
                </a:cubicBezTo>
                <a:cubicBezTo>
                  <a:pt x="926402" y="2279714"/>
                  <a:pt x="921068" y="2274380"/>
                  <a:pt x="914590" y="2274380"/>
                </a:cubicBezTo>
                <a:cubicBezTo>
                  <a:pt x="908018" y="2274380"/>
                  <a:pt x="902780" y="2279714"/>
                  <a:pt x="902780" y="2286191"/>
                </a:cubicBezTo>
                <a:cubicBezTo>
                  <a:pt x="902780" y="2292668"/>
                  <a:pt x="908113" y="2298002"/>
                  <a:pt x="914590" y="2298002"/>
                </a:cubicBezTo>
                <a:close/>
                <a:moveTo>
                  <a:pt x="990790" y="2299145"/>
                </a:moveTo>
                <a:cubicBezTo>
                  <a:pt x="997934" y="2299145"/>
                  <a:pt x="1003649" y="2293334"/>
                  <a:pt x="1003649" y="2286286"/>
                </a:cubicBezTo>
                <a:cubicBezTo>
                  <a:pt x="1003649" y="2279142"/>
                  <a:pt x="997839" y="2273427"/>
                  <a:pt x="990790" y="2273427"/>
                </a:cubicBezTo>
                <a:cubicBezTo>
                  <a:pt x="983647" y="2273427"/>
                  <a:pt x="977932" y="2279237"/>
                  <a:pt x="977932" y="2286286"/>
                </a:cubicBezTo>
                <a:cubicBezTo>
                  <a:pt x="977932" y="2293334"/>
                  <a:pt x="983647" y="2299145"/>
                  <a:pt x="990790" y="2299145"/>
                </a:cubicBezTo>
                <a:close/>
                <a:moveTo>
                  <a:pt x="1066991" y="2299907"/>
                </a:moveTo>
                <a:cubicBezTo>
                  <a:pt x="1074611" y="2299907"/>
                  <a:pt x="1080707" y="2293715"/>
                  <a:pt x="1080707" y="2286191"/>
                </a:cubicBezTo>
                <a:cubicBezTo>
                  <a:pt x="1080707" y="2278666"/>
                  <a:pt x="1074515" y="2272475"/>
                  <a:pt x="1066991" y="2272475"/>
                </a:cubicBezTo>
                <a:cubicBezTo>
                  <a:pt x="1059371" y="2272475"/>
                  <a:pt x="1053275" y="2278666"/>
                  <a:pt x="1053275" y="2286191"/>
                </a:cubicBezTo>
                <a:cubicBezTo>
                  <a:pt x="1053275" y="2293715"/>
                  <a:pt x="1059466" y="2299907"/>
                  <a:pt x="1066991" y="2299907"/>
                </a:cubicBezTo>
                <a:close/>
                <a:moveTo>
                  <a:pt x="1143191" y="2301050"/>
                </a:moveTo>
                <a:cubicBezTo>
                  <a:pt x="1151382" y="2301050"/>
                  <a:pt x="1157954" y="2294382"/>
                  <a:pt x="1157954" y="2286286"/>
                </a:cubicBezTo>
                <a:cubicBezTo>
                  <a:pt x="1157954" y="2278190"/>
                  <a:pt x="1151287" y="2271522"/>
                  <a:pt x="1143191" y="2271522"/>
                </a:cubicBezTo>
                <a:cubicBezTo>
                  <a:pt x="1134999" y="2271522"/>
                  <a:pt x="1128427" y="2278190"/>
                  <a:pt x="1128427" y="2286286"/>
                </a:cubicBezTo>
                <a:cubicBezTo>
                  <a:pt x="1128427" y="2294382"/>
                  <a:pt x="1134999" y="2301050"/>
                  <a:pt x="1143191" y="2301050"/>
                </a:cubicBezTo>
                <a:close/>
                <a:moveTo>
                  <a:pt x="1219391" y="2301812"/>
                </a:moveTo>
                <a:cubicBezTo>
                  <a:pt x="1228058" y="2301812"/>
                  <a:pt x="1235012" y="2294763"/>
                  <a:pt x="1235012" y="2286191"/>
                </a:cubicBezTo>
                <a:cubicBezTo>
                  <a:pt x="1235012" y="2277618"/>
                  <a:pt x="1227963" y="2270570"/>
                  <a:pt x="1219391" y="2270570"/>
                </a:cubicBezTo>
                <a:cubicBezTo>
                  <a:pt x="1210818" y="2270570"/>
                  <a:pt x="1203770" y="2277618"/>
                  <a:pt x="1203770" y="2286191"/>
                </a:cubicBezTo>
                <a:cubicBezTo>
                  <a:pt x="1203770" y="2294763"/>
                  <a:pt x="1210818" y="2301812"/>
                  <a:pt x="1219391" y="2301812"/>
                </a:cubicBezTo>
                <a:close/>
                <a:moveTo>
                  <a:pt x="1295591" y="2302478"/>
                </a:moveTo>
                <a:cubicBezTo>
                  <a:pt x="1304544" y="2302478"/>
                  <a:pt x="1311878" y="2295239"/>
                  <a:pt x="1311878" y="2286191"/>
                </a:cubicBezTo>
                <a:cubicBezTo>
                  <a:pt x="1311878" y="2277142"/>
                  <a:pt x="1304639" y="2269903"/>
                  <a:pt x="1295591" y="2269903"/>
                </a:cubicBezTo>
                <a:cubicBezTo>
                  <a:pt x="1286542" y="2269903"/>
                  <a:pt x="1279303" y="2277142"/>
                  <a:pt x="1279303" y="2286191"/>
                </a:cubicBezTo>
                <a:cubicBezTo>
                  <a:pt x="1279303" y="2295239"/>
                  <a:pt x="1286637" y="2302478"/>
                  <a:pt x="1295591" y="2302478"/>
                </a:cubicBezTo>
                <a:close/>
                <a:moveTo>
                  <a:pt x="1371791" y="2303336"/>
                </a:moveTo>
                <a:cubicBezTo>
                  <a:pt x="1381220" y="2303336"/>
                  <a:pt x="1388936" y="2295716"/>
                  <a:pt x="1388936" y="2286191"/>
                </a:cubicBezTo>
                <a:cubicBezTo>
                  <a:pt x="1388936" y="2276666"/>
                  <a:pt x="1381316" y="2269046"/>
                  <a:pt x="1371791" y="2269046"/>
                </a:cubicBezTo>
                <a:cubicBezTo>
                  <a:pt x="1362266" y="2269046"/>
                  <a:pt x="1354646" y="2276666"/>
                  <a:pt x="1354646" y="2286191"/>
                </a:cubicBezTo>
                <a:cubicBezTo>
                  <a:pt x="1354646" y="2295716"/>
                  <a:pt x="1362361" y="2303336"/>
                  <a:pt x="1371791" y="2303336"/>
                </a:cubicBezTo>
                <a:close/>
                <a:moveTo>
                  <a:pt x="1447991" y="2304002"/>
                </a:moveTo>
                <a:cubicBezTo>
                  <a:pt x="1457801" y="2304002"/>
                  <a:pt x="1465707" y="2296097"/>
                  <a:pt x="1465707" y="2286286"/>
                </a:cubicBezTo>
                <a:cubicBezTo>
                  <a:pt x="1465707" y="2276475"/>
                  <a:pt x="1457801" y="2268569"/>
                  <a:pt x="1447991" y="2268569"/>
                </a:cubicBezTo>
                <a:cubicBezTo>
                  <a:pt x="1438180" y="2268569"/>
                  <a:pt x="1430274" y="2276475"/>
                  <a:pt x="1430274" y="2286286"/>
                </a:cubicBezTo>
                <a:cubicBezTo>
                  <a:pt x="1430274" y="2296001"/>
                  <a:pt x="1438180" y="2304002"/>
                  <a:pt x="1447991" y="2304002"/>
                </a:cubicBezTo>
                <a:close/>
                <a:moveTo>
                  <a:pt x="1524191" y="2304574"/>
                </a:moveTo>
                <a:cubicBezTo>
                  <a:pt x="1534382" y="2304574"/>
                  <a:pt x="1542574" y="2296382"/>
                  <a:pt x="1542574" y="2286191"/>
                </a:cubicBezTo>
                <a:cubicBezTo>
                  <a:pt x="1542574" y="2275999"/>
                  <a:pt x="1534382" y="2267807"/>
                  <a:pt x="1524191" y="2267807"/>
                </a:cubicBezTo>
                <a:cubicBezTo>
                  <a:pt x="1513999" y="2267807"/>
                  <a:pt x="1505807" y="2275999"/>
                  <a:pt x="1505807" y="2286191"/>
                </a:cubicBezTo>
                <a:cubicBezTo>
                  <a:pt x="1505807" y="2296382"/>
                  <a:pt x="1514094" y="2304574"/>
                  <a:pt x="1524191" y="2304574"/>
                </a:cubicBezTo>
                <a:close/>
                <a:moveTo>
                  <a:pt x="1600391" y="2305050"/>
                </a:moveTo>
                <a:cubicBezTo>
                  <a:pt x="1610773" y="2305050"/>
                  <a:pt x="1619155" y="2296668"/>
                  <a:pt x="1619155" y="2286286"/>
                </a:cubicBezTo>
                <a:cubicBezTo>
                  <a:pt x="1619155" y="2275904"/>
                  <a:pt x="1610773" y="2267522"/>
                  <a:pt x="1600391" y="2267522"/>
                </a:cubicBezTo>
                <a:cubicBezTo>
                  <a:pt x="1590008" y="2267522"/>
                  <a:pt x="1581626" y="2275904"/>
                  <a:pt x="1581626" y="2286286"/>
                </a:cubicBezTo>
                <a:cubicBezTo>
                  <a:pt x="1581626" y="2296573"/>
                  <a:pt x="1590008" y="2305050"/>
                  <a:pt x="1600391" y="2305050"/>
                </a:cubicBezTo>
                <a:close/>
                <a:moveTo>
                  <a:pt x="1676591" y="2305241"/>
                </a:moveTo>
                <a:cubicBezTo>
                  <a:pt x="1687068" y="2305241"/>
                  <a:pt x="1695641" y="2296763"/>
                  <a:pt x="1695641" y="2286191"/>
                </a:cubicBezTo>
                <a:cubicBezTo>
                  <a:pt x="1695641" y="2275713"/>
                  <a:pt x="1687163" y="2267141"/>
                  <a:pt x="1676591" y="2267141"/>
                </a:cubicBezTo>
                <a:cubicBezTo>
                  <a:pt x="1666113" y="2267141"/>
                  <a:pt x="1657541" y="2275618"/>
                  <a:pt x="1657541" y="2286191"/>
                </a:cubicBezTo>
                <a:cubicBezTo>
                  <a:pt x="1657636" y="2296668"/>
                  <a:pt x="1666113" y="2305241"/>
                  <a:pt x="1676591" y="2305241"/>
                </a:cubicBezTo>
                <a:close/>
                <a:moveTo>
                  <a:pt x="1752791" y="2305241"/>
                </a:moveTo>
                <a:cubicBezTo>
                  <a:pt x="1763268" y="2305241"/>
                  <a:pt x="1771841" y="2296763"/>
                  <a:pt x="1771841" y="2286191"/>
                </a:cubicBezTo>
                <a:cubicBezTo>
                  <a:pt x="1771841" y="2275713"/>
                  <a:pt x="1763363" y="2267141"/>
                  <a:pt x="1752791" y="2267141"/>
                </a:cubicBezTo>
                <a:cubicBezTo>
                  <a:pt x="1742313" y="2267141"/>
                  <a:pt x="1733741" y="2275618"/>
                  <a:pt x="1733741" y="2286191"/>
                </a:cubicBezTo>
                <a:cubicBezTo>
                  <a:pt x="1733836" y="2296668"/>
                  <a:pt x="1742313" y="2305241"/>
                  <a:pt x="1752791" y="2305241"/>
                </a:cubicBezTo>
                <a:close/>
                <a:moveTo>
                  <a:pt x="1828991" y="2305241"/>
                </a:moveTo>
                <a:cubicBezTo>
                  <a:pt x="1839468" y="2305241"/>
                  <a:pt x="1848041" y="2296763"/>
                  <a:pt x="1848041" y="2286191"/>
                </a:cubicBezTo>
                <a:cubicBezTo>
                  <a:pt x="1848041" y="2275713"/>
                  <a:pt x="1839563" y="2267141"/>
                  <a:pt x="1828991" y="2267141"/>
                </a:cubicBezTo>
                <a:cubicBezTo>
                  <a:pt x="1818513" y="2267141"/>
                  <a:pt x="1809941" y="2275618"/>
                  <a:pt x="1809941" y="2286191"/>
                </a:cubicBezTo>
                <a:cubicBezTo>
                  <a:pt x="1810036" y="2296668"/>
                  <a:pt x="1818513" y="2305241"/>
                  <a:pt x="1828991" y="2305241"/>
                </a:cubicBezTo>
                <a:close/>
                <a:moveTo>
                  <a:pt x="1905191" y="2305050"/>
                </a:moveTo>
                <a:cubicBezTo>
                  <a:pt x="1915573" y="2305050"/>
                  <a:pt x="1923955" y="2296668"/>
                  <a:pt x="1923955" y="2286286"/>
                </a:cubicBezTo>
                <a:cubicBezTo>
                  <a:pt x="1923955" y="2275904"/>
                  <a:pt x="1915573" y="2267522"/>
                  <a:pt x="1905191" y="2267522"/>
                </a:cubicBezTo>
                <a:cubicBezTo>
                  <a:pt x="1894808" y="2267522"/>
                  <a:pt x="1886426" y="2275904"/>
                  <a:pt x="1886426" y="2286286"/>
                </a:cubicBezTo>
                <a:cubicBezTo>
                  <a:pt x="1886426" y="2296573"/>
                  <a:pt x="1894808" y="2305050"/>
                  <a:pt x="1905191" y="2305050"/>
                </a:cubicBezTo>
                <a:close/>
                <a:moveTo>
                  <a:pt x="1981391" y="2304574"/>
                </a:moveTo>
                <a:cubicBezTo>
                  <a:pt x="1991582" y="2304574"/>
                  <a:pt x="1999774" y="2296382"/>
                  <a:pt x="1999774" y="2286191"/>
                </a:cubicBezTo>
                <a:cubicBezTo>
                  <a:pt x="1999774" y="2275999"/>
                  <a:pt x="1991582" y="2267807"/>
                  <a:pt x="1981391" y="2267807"/>
                </a:cubicBezTo>
                <a:cubicBezTo>
                  <a:pt x="1971199" y="2267807"/>
                  <a:pt x="1963007" y="2275999"/>
                  <a:pt x="1963007" y="2286191"/>
                </a:cubicBezTo>
                <a:cubicBezTo>
                  <a:pt x="1963007" y="2296382"/>
                  <a:pt x="1971294" y="2304574"/>
                  <a:pt x="1981391" y="2304574"/>
                </a:cubicBezTo>
                <a:close/>
                <a:moveTo>
                  <a:pt x="2057591" y="2304002"/>
                </a:moveTo>
                <a:cubicBezTo>
                  <a:pt x="2067401" y="2304002"/>
                  <a:pt x="2075307" y="2296097"/>
                  <a:pt x="2075307" y="2286286"/>
                </a:cubicBezTo>
                <a:cubicBezTo>
                  <a:pt x="2075307" y="2276475"/>
                  <a:pt x="2067401" y="2268569"/>
                  <a:pt x="2057591" y="2268569"/>
                </a:cubicBezTo>
                <a:cubicBezTo>
                  <a:pt x="2047780" y="2268569"/>
                  <a:pt x="2039874" y="2276475"/>
                  <a:pt x="2039874" y="2286286"/>
                </a:cubicBezTo>
                <a:cubicBezTo>
                  <a:pt x="2039874" y="2296001"/>
                  <a:pt x="2047780" y="2304002"/>
                  <a:pt x="2057591" y="2304002"/>
                </a:cubicBezTo>
                <a:close/>
                <a:moveTo>
                  <a:pt x="2133791" y="2303336"/>
                </a:moveTo>
                <a:cubicBezTo>
                  <a:pt x="2143220" y="2303336"/>
                  <a:pt x="2150936" y="2295716"/>
                  <a:pt x="2150936" y="2286191"/>
                </a:cubicBezTo>
                <a:cubicBezTo>
                  <a:pt x="2150936" y="2276666"/>
                  <a:pt x="2143316" y="2269046"/>
                  <a:pt x="2133791" y="2269046"/>
                </a:cubicBezTo>
                <a:cubicBezTo>
                  <a:pt x="2124266" y="2269046"/>
                  <a:pt x="2116646" y="2276666"/>
                  <a:pt x="2116646" y="2286191"/>
                </a:cubicBezTo>
                <a:cubicBezTo>
                  <a:pt x="2116646" y="2295716"/>
                  <a:pt x="2124361" y="2303336"/>
                  <a:pt x="2133791" y="2303336"/>
                </a:cubicBezTo>
                <a:close/>
                <a:moveTo>
                  <a:pt x="2209991" y="2302669"/>
                </a:moveTo>
                <a:cubicBezTo>
                  <a:pt x="2219135" y="2302669"/>
                  <a:pt x="2226469" y="2295335"/>
                  <a:pt x="2226469" y="2286191"/>
                </a:cubicBezTo>
                <a:cubicBezTo>
                  <a:pt x="2226469" y="2277047"/>
                  <a:pt x="2219135" y="2269712"/>
                  <a:pt x="2209991" y="2269712"/>
                </a:cubicBezTo>
                <a:cubicBezTo>
                  <a:pt x="2200847" y="2269712"/>
                  <a:pt x="2193512" y="2277047"/>
                  <a:pt x="2193512" y="2286191"/>
                </a:cubicBezTo>
                <a:cubicBezTo>
                  <a:pt x="2193512" y="2295335"/>
                  <a:pt x="2200942" y="2302669"/>
                  <a:pt x="2209991" y="2302669"/>
                </a:cubicBezTo>
                <a:close/>
                <a:moveTo>
                  <a:pt x="2286191" y="2301812"/>
                </a:moveTo>
                <a:cubicBezTo>
                  <a:pt x="2294858" y="2301812"/>
                  <a:pt x="2301812" y="2294763"/>
                  <a:pt x="2301812" y="2286191"/>
                </a:cubicBezTo>
                <a:cubicBezTo>
                  <a:pt x="2301812" y="2277618"/>
                  <a:pt x="2294763" y="2270570"/>
                  <a:pt x="2286191" y="2270570"/>
                </a:cubicBezTo>
                <a:cubicBezTo>
                  <a:pt x="2277618" y="2270570"/>
                  <a:pt x="2270570" y="2277618"/>
                  <a:pt x="2270570" y="2286191"/>
                </a:cubicBezTo>
                <a:cubicBezTo>
                  <a:pt x="2270570" y="2294763"/>
                  <a:pt x="2277618" y="2301812"/>
                  <a:pt x="2286191" y="2301812"/>
                </a:cubicBezTo>
                <a:close/>
                <a:moveTo>
                  <a:pt x="2362391" y="2301050"/>
                </a:moveTo>
                <a:cubicBezTo>
                  <a:pt x="2370582" y="2301050"/>
                  <a:pt x="2377154" y="2294382"/>
                  <a:pt x="2377154" y="2286286"/>
                </a:cubicBezTo>
                <a:cubicBezTo>
                  <a:pt x="2377154" y="2278190"/>
                  <a:pt x="2370487" y="2271522"/>
                  <a:pt x="2362391" y="2271522"/>
                </a:cubicBezTo>
                <a:cubicBezTo>
                  <a:pt x="2354294" y="2271522"/>
                  <a:pt x="2347627" y="2278190"/>
                  <a:pt x="2347627" y="2286286"/>
                </a:cubicBezTo>
                <a:cubicBezTo>
                  <a:pt x="2347627" y="2294382"/>
                  <a:pt x="2354199" y="2301050"/>
                  <a:pt x="2362391" y="2301050"/>
                </a:cubicBezTo>
                <a:close/>
                <a:moveTo>
                  <a:pt x="2438591" y="2300192"/>
                </a:moveTo>
                <a:cubicBezTo>
                  <a:pt x="2446306" y="2300192"/>
                  <a:pt x="2452497" y="2293906"/>
                  <a:pt x="2452497" y="2286286"/>
                </a:cubicBezTo>
                <a:cubicBezTo>
                  <a:pt x="2452497" y="2278571"/>
                  <a:pt x="2446211" y="2272379"/>
                  <a:pt x="2438591" y="2272379"/>
                </a:cubicBezTo>
                <a:cubicBezTo>
                  <a:pt x="2430875" y="2272379"/>
                  <a:pt x="2424684" y="2278666"/>
                  <a:pt x="2424684" y="2286286"/>
                </a:cubicBezTo>
                <a:cubicBezTo>
                  <a:pt x="2424684" y="2293906"/>
                  <a:pt x="2430875" y="2300192"/>
                  <a:pt x="2438591" y="2300192"/>
                </a:cubicBezTo>
                <a:close/>
                <a:moveTo>
                  <a:pt x="2514791" y="2299145"/>
                </a:moveTo>
                <a:cubicBezTo>
                  <a:pt x="2521934" y="2299145"/>
                  <a:pt x="2527649" y="2293334"/>
                  <a:pt x="2527649" y="2286286"/>
                </a:cubicBezTo>
                <a:cubicBezTo>
                  <a:pt x="2527649" y="2279142"/>
                  <a:pt x="2521839" y="2273427"/>
                  <a:pt x="2514791" y="2273427"/>
                </a:cubicBezTo>
                <a:cubicBezTo>
                  <a:pt x="2507647" y="2273427"/>
                  <a:pt x="2501932" y="2279237"/>
                  <a:pt x="2501932" y="2286286"/>
                </a:cubicBezTo>
                <a:cubicBezTo>
                  <a:pt x="2501932" y="2293334"/>
                  <a:pt x="2507647" y="2299145"/>
                  <a:pt x="2514791" y="2299145"/>
                </a:cubicBezTo>
                <a:close/>
                <a:moveTo>
                  <a:pt x="2590991" y="2298287"/>
                </a:moveTo>
                <a:cubicBezTo>
                  <a:pt x="2597658" y="2298287"/>
                  <a:pt x="2602992" y="2292858"/>
                  <a:pt x="2602992" y="2286286"/>
                </a:cubicBezTo>
                <a:cubicBezTo>
                  <a:pt x="2602992" y="2279618"/>
                  <a:pt x="2597563" y="2274284"/>
                  <a:pt x="2590991" y="2274284"/>
                </a:cubicBezTo>
                <a:cubicBezTo>
                  <a:pt x="2584323" y="2274284"/>
                  <a:pt x="2578989" y="2279714"/>
                  <a:pt x="2578989" y="2286286"/>
                </a:cubicBezTo>
                <a:cubicBezTo>
                  <a:pt x="2578989" y="2292858"/>
                  <a:pt x="2584323" y="2298287"/>
                  <a:pt x="2590991" y="2298287"/>
                </a:cubicBezTo>
                <a:close/>
                <a:moveTo>
                  <a:pt x="2667191" y="2297240"/>
                </a:moveTo>
                <a:cubicBezTo>
                  <a:pt x="2673287" y="2297240"/>
                  <a:pt x="2678145" y="2292287"/>
                  <a:pt x="2678145" y="2286286"/>
                </a:cubicBezTo>
                <a:cubicBezTo>
                  <a:pt x="2678145" y="2280285"/>
                  <a:pt x="2673191" y="2275332"/>
                  <a:pt x="2667191" y="2275332"/>
                </a:cubicBezTo>
                <a:cubicBezTo>
                  <a:pt x="2661095" y="2275332"/>
                  <a:pt x="2656237" y="2280285"/>
                  <a:pt x="2656237" y="2286286"/>
                </a:cubicBezTo>
                <a:cubicBezTo>
                  <a:pt x="2656237" y="2292287"/>
                  <a:pt x="2661190" y="2297240"/>
                  <a:pt x="2667191" y="2297240"/>
                </a:cubicBezTo>
                <a:close/>
                <a:moveTo>
                  <a:pt x="2743391" y="2296097"/>
                </a:moveTo>
                <a:cubicBezTo>
                  <a:pt x="2748915" y="2296097"/>
                  <a:pt x="2753297" y="2291620"/>
                  <a:pt x="2753297" y="2286191"/>
                </a:cubicBezTo>
                <a:cubicBezTo>
                  <a:pt x="2753297" y="2280761"/>
                  <a:pt x="2748820" y="2276285"/>
                  <a:pt x="2743391" y="2276285"/>
                </a:cubicBezTo>
                <a:cubicBezTo>
                  <a:pt x="2737866" y="2276285"/>
                  <a:pt x="2733485" y="2280761"/>
                  <a:pt x="2733485" y="2286191"/>
                </a:cubicBezTo>
                <a:cubicBezTo>
                  <a:pt x="2733485" y="2291620"/>
                  <a:pt x="2737961" y="2296097"/>
                  <a:pt x="2743391" y="2296097"/>
                </a:cubicBezTo>
                <a:close/>
                <a:moveTo>
                  <a:pt x="2819591" y="2295049"/>
                </a:moveTo>
                <a:cubicBezTo>
                  <a:pt x="2824448" y="2295049"/>
                  <a:pt x="2828449" y="2291048"/>
                  <a:pt x="2828449" y="2286191"/>
                </a:cubicBezTo>
                <a:cubicBezTo>
                  <a:pt x="2828449" y="2281333"/>
                  <a:pt x="2824448" y="2277332"/>
                  <a:pt x="2819591" y="2277332"/>
                </a:cubicBezTo>
                <a:cubicBezTo>
                  <a:pt x="2814733" y="2277332"/>
                  <a:pt x="2810732" y="2281333"/>
                  <a:pt x="2810732" y="2286191"/>
                </a:cubicBezTo>
                <a:cubicBezTo>
                  <a:pt x="2810732" y="2291048"/>
                  <a:pt x="2814733" y="2295049"/>
                  <a:pt x="2819591" y="2295049"/>
                </a:cubicBezTo>
                <a:close/>
                <a:moveTo>
                  <a:pt x="2895791" y="2294001"/>
                </a:moveTo>
                <a:cubicBezTo>
                  <a:pt x="2900077" y="2294001"/>
                  <a:pt x="2903601" y="2290477"/>
                  <a:pt x="2903601" y="2286191"/>
                </a:cubicBezTo>
                <a:cubicBezTo>
                  <a:pt x="2903601" y="2281904"/>
                  <a:pt x="2900077" y="2278380"/>
                  <a:pt x="2895791" y="2278380"/>
                </a:cubicBezTo>
                <a:cubicBezTo>
                  <a:pt x="2891504" y="2278380"/>
                  <a:pt x="2887980" y="2281904"/>
                  <a:pt x="2887980" y="2286191"/>
                </a:cubicBezTo>
                <a:cubicBezTo>
                  <a:pt x="2887980" y="2290572"/>
                  <a:pt x="2891504" y="2294001"/>
                  <a:pt x="2895791" y="2294001"/>
                </a:cubicBezTo>
                <a:close/>
                <a:moveTo>
                  <a:pt x="2971991" y="2292953"/>
                </a:moveTo>
                <a:cubicBezTo>
                  <a:pt x="2975705" y="2292953"/>
                  <a:pt x="2978753" y="2289905"/>
                  <a:pt x="2978753" y="2286191"/>
                </a:cubicBezTo>
                <a:cubicBezTo>
                  <a:pt x="2978753" y="2282476"/>
                  <a:pt x="2975705" y="2279428"/>
                  <a:pt x="2971991" y="2279428"/>
                </a:cubicBezTo>
                <a:cubicBezTo>
                  <a:pt x="2968276" y="2279428"/>
                  <a:pt x="2965228" y="2282476"/>
                  <a:pt x="2965228" y="2286191"/>
                </a:cubicBezTo>
                <a:cubicBezTo>
                  <a:pt x="2965228" y="2289905"/>
                  <a:pt x="2968276" y="2292953"/>
                  <a:pt x="2971991" y="2292953"/>
                </a:cubicBezTo>
                <a:close/>
                <a:moveTo>
                  <a:pt x="3048191" y="2291906"/>
                </a:moveTo>
                <a:cubicBezTo>
                  <a:pt x="3051334" y="2291906"/>
                  <a:pt x="3053906" y="2289334"/>
                  <a:pt x="3053906" y="2286191"/>
                </a:cubicBezTo>
                <a:cubicBezTo>
                  <a:pt x="3053906" y="2283047"/>
                  <a:pt x="3051334" y="2280476"/>
                  <a:pt x="3048191" y="2280476"/>
                </a:cubicBezTo>
                <a:cubicBezTo>
                  <a:pt x="3045047" y="2280476"/>
                  <a:pt x="3042476" y="2283047"/>
                  <a:pt x="3042476" y="2286191"/>
                </a:cubicBezTo>
                <a:cubicBezTo>
                  <a:pt x="3042476" y="2289334"/>
                  <a:pt x="3045047" y="2291906"/>
                  <a:pt x="3048191" y="2291906"/>
                </a:cubicBezTo>
                <a:close/>
                <a:moveTo>
                  <a:pt x="3124391" y="2290858"/>
                </a:moveTo>
                <a:cubicBezTo>
                  <a:pt x="3126962" y="2290858"/>
                  <a:pt x="3129058" y="2288762"/>
                  <a:pt x="3129058" y="2286191"/>
                </a:cubicBezTo>
                <a:cubicBezTo>
                  <a:pt x="3129058" y="2283619"/>
                  <a:pt x="3126962" y="2281523"/>
                  <a:pt x="3124391" y="2281523"/>
                </a:cubicBezTo>
                <a:cubicBezTo>
                  <a:pt x="3121819" y="2281523"/>
                  <a:pt x="3119723" y="2283619"/>
                  <a:pt x="3119723" y="2286191"/>
                </a:cubicBezTo>
                <a:cubicBezTo>
                  <a:pt x="3119723" y="2288762"/>
                  <a:pt x="3121819" y="2290858"/>
                  <a:pt x="3124391" y="2290858"/>
                </a:cubicBezTo>
                <a:close/>
                <a:moveTo>
                  <a:pt x="3200591" y="2289620"/>
                </a:moveTo>
                <a:cubicBezTo>
                  <a:pt x="3202496" y="2289620"/>
                  <a:pt x="3203924" y="2288096"/>
                  <a:pt x="3203924" y="2286286"/>
                </a:cubicBezTo>
                <a:cubicBezTo>
                  <a:pt x="3203924" y="2284476"/>
                  <a:pt x="3202400" y="2282952"/>
                  <a:pt x="3200591" y="2282952"/>
                </a:cubicBezTo>
                <a:cubicBezTo>
                  <a:pt x="3198686" y="2282952"/>
                  <a:pt x="3197257" y="2284476"/>
                  <a:pt x="3197257" y="2286286"/>
                </a:cubicBezTo>
                <a:cubicBezTo>
                  <a:pt x="3197257" y="2288096"/>
                  <a:pt x="3198781" y="2289620"/>
                  <a:pt x="3200591" y="2289620"/>
                </a:cubicBezTo>
                <a:close/>
                <a:moveTo>
                  <a:pt x="3276791" y="2288572"/>
                </a:moveTo>
                <a:cubicBezTo>
                  <a:pt x="3278029" y="2288572"/>
                  <a:pt x="3279077" y="2287524"/>
                  <a:pt x="3279077" y="2286286"/>
                </a:cubicBezTo>
                <a:cubicBezTo>
                  <a:pt x="3279077" y="2285048"/>
                  <a:pt x="3278029" y="2284000"/>
                  <a:pt x="3276791" y="2284000"/>
                </a:cubicBezTo>
                <a:cubicBezTo>
                  <a:pt x="3275553" y="2284000"/>
                  <a:pt x="3274505" y="2285048"/>
                  <a:pt x="3274505" y="2286286"/>
                </a:cubicBezTo>
                <a:cubicBezTo>
                  <a:pt x="3274505" y="2287524"/>
                  <a:pt x="3275553" y="2288572"/>
                  <a:pt x="3276791" y="2288572"/>
                </a:cubicBezTo>
                <a:close/>
                <a:moveTo>
                  <a:pt x="3352991" y="2287524"/>
                </a:moveTo>
                <a:cubicBezTo>
                  <a:pt x="3353657" y="2287524"/>
                  <a:pt x="3354229" y="2286953"/>
                  <a:pt x="3354229" y="2286286"/>
                </a:cubicBezTo>
                <a:cubicBezTo>
                  <a:pt x="3354229" y="2285619"/>
                  <a:pt x="3353657" y="2285048"/>
                  <a:pt x="3352991" y="2285048"/>
                </a:cubicBezTo>
                <a:cubicBezTo>
                  <a:pt x="3352324" y="2285048"/>
                  <a:pt x="3351753" y="2285619"/>
                  <a:pt x="3351753" y="2286286"/>
                </a:cubicBezTo>
                <a:cubicBezTo>
                  <a:pt x="3351753" y="2286953"/>
                  <a:pt x="3352324" y="2287524"/>
                  <a:pt x="3352991" y="2287524"/>
                </a:cubicBezTo>
                <a:close/>
                <a:moveTo>
                  <a:pt x="3429191" y="2286381"/>
                </a:moveTo>
                <a:cubicBezTo>
                  <a:pt x="3429286" y="2286381"/>
                  <a:pt x="3429381" y="2286286"/>
                  <a:pt x="3429381" y="2286191"/>
                </a:cubicBezTo>
                <a:cubicBezTo>
                  <a:pt x="3429381" y="2286095"/>
                  <a:pt x="3429286" y="2286000"/>
                  <a:pt x="3429191" y="2286000"/>
                </a:cubicBezTo>
                <a:cubicBezTo>
                  <a:pt x="3429095" y="2286000"/>
                  <a:pt x="3429000" y="2286095"/>
                  <a:pt x="3429000" y="2286191"/>
                </a:cubicBezTo>
                <a:cubicBezTo>
                  <a:pt x="3429000" y="2286286"/>
                  <a:pt x="3429095" y="2286381"/>
                  <a:pt x="3429191" y="2286381"/>
                </a:cubicBezTo>
                <a:close/>
                <a:moveTo>
                  <a:pt x="152591" y="2363248"/>
                </a:moveTo>
                <a:cubicBezTo>
                  <a:pt x="153067" y="2363248"/>
                  <a:pt x="153448" y="2362867"/>
                  <a:pt x="153448" y="2362391"/>
                </a:cubicBezTo>
                <a:cubicBezTo>
                  <a:pt x="153448" y="2361914"/>
                  <a:pt x="153067" y="2361533"/>
                  <a:pt x="152591" y="2361533"/>
                </a:cubicBezTo>
                <a:cubicBezTo>
                  <a:pt x="152114" y="2361533"/>
                  <a:pt x="151733" y="2361914"/>
                  <a:pt x="151733" y="2362391"/>
                </a:cubicBezTo>
                <a:cubicBezTo>
                  <a:pt x="151733" y="2362867"/>
                  <a:pt x="152114" y="2363248"/>
                  <a:pt x="152591" y="2363248"/>
                </a:cubicBezTo>
                <a:close/>
                <a:moveTo>
                  <a:pt x="228791" y="2364296"/>
                </a:moveTo>
                <a:cubicBezTo>
                  <a:pt x="229838" y="2364296"/>
                  <a:pt x="230696" y="2363438"/>
                  <a:pt x="230696" y="2362391"/>
                </a:cubicBezTo>
                <a:cubicBezTo>
                  <a:pt x="230696" y="2361343"/>
                  <a:pt x="229838" y="2360486"/>
                  <a:pt x="228791" y="2360486"/>
                </a:cubicBezTo>
                <a:cubicBezTo>
                  <a:pt x="227743" y="2360486"/>
                  <a:pt x="226886" y="2361343"/>
                  <a:pt x="226886" y="2362391"/>
                </a:cubicBezTo>
                <a:cubicBezTo>
                  <a:pt x="226886" y="2363438"/>
                  <a:pt x="227743" y="2364296"/>
                  <a:pt x="228791" y="2364296"/>
                </a:cubicBezTo>
                <a:close/>
                <a:moveTo>
                  <a:pt x="304991" y="2365343"/>
                </a:moveTo>
                <a:cubicBezTo>
                  <a:pt x="306610" y="2365343"/>
                  <a:pt x="307943" y="2364010"/>
                  <a:pt x="307943" y="2362391"/>
                </a:cubicBezTo>
                <a:cubicBezTo>
                  <a:pt x="307943" y="2360771"/>
                  <a:pt x="306610" y="2359438"/>
                  <a:pt x="304991" y="2359438"/>
                </a:cubicBezTo>
                <a:cubicBezTo>
                  <a:pt x="303371" y="2359438"/>
                  <a:pt x="302038" y="2360771"/>
                  <a:pt x="302038" y="2362391"/>
                </a:cubicBezTo>
                <a:cubicBezTo>
                  <a:pt x="302038" y="2364010"/>
                  <a:pt x="303371" y="2365343"/>
                  <a:pt x="304991" y="2365343"/>
                </a:cubicBezTo>
                <a:close/>
                <a:moveTo>
                  <a:pt x="381191" y="2366391"/>
                </a:moveTo>
                <a:cubicBezTo>
                  <a:pt x="383381" y="2366391"/>
                  <a:pt x="385191" y="2364581"/>
                  <a:pt x="385191" y="2362391"/>
                </a:cubicBezTo>
                <a:cubicBezTo>
                  <a:pt x="385191" y="2360200"/>
                  <a:pt x="383381" y="2358390"/>
                  <a:pt x="381191" y="2358390"/>
                </a:cubicBezTo>
                <a:cubicBezTo>
                  <a:pt x="379000" y="2358390"/>
                  <a:pt x="377190" y="2360200"/>
                  <a:pt x="377190" y="2362391"/>
                </a:cubicBezTo>
                <a:cubicBezTo>
                  <a:pt x="377190" y="2364581"/>
                  <a:pt x="379000" y="2366391"/>
                  <a:pt x="381191" y="2366391"/>
                </a:cubicBezTo>
                <a:close/>
                <a:moveTo>
                  <a:pt x="457391" y="2367439"/>
                </a:moveTo>
                <a:cubicBezTo>
                  <a:pt x="460153" y="2367439"/>
                  <a:pt x="462439" y="2365153"/>
                  <a:pt x="462439" y="2362391"/>
                </a:cubicBezTo>
                <a:cubicBezTo>
                  <a:pt x="462439" y="2359628"/>
                  <a:pt x="460153" y="2357342"/>
                  <a:pt x="457391" y="2357342"/>
                </a:cubicBezTo>
                <a:cubicBezTo>
                  <a:pt x="454628" y="2357342"/>
                  <a:pt x="452342" y="2359628"/>
                  <a:pt x="452342" y="2362391"/>
                </a:cubicBezTo>
                <a:cubicBezTo>
                  <a:pt x="452342" y="2365248"/>
                  <a:pt x="454628" y="2367439"/>
                  <a:pt x="457391" y="2367439"/>
                </a:cubicBezTo>
                <a:close/>
                <a:moveTo>
                  <a:pt x="533591" y="2368582"/>
                </a:moveTo>
                <a:cubicBezTo>
                  <a:pt x="537020" y="2368582"/>
                  <a:pt x="539687" y="2365820"/>
                  <a:pt x="539687" y="2362486"/>
                </a:cubicBezTo>
                <a:cubicBezTo>
                  <a:pt x="539687" y="2359152"/>
                  <a:pt x="536924" y="2356390"/>
                  <a:pt x="533591" y="2356390"/>
                </a:cubicBezTo>
                <a:cubicBezTo>
                  <a:pt x="530162" y="2356390"/>
                  <a:pt x="527495" y="2359152"/>
                  <a:pt x="527495" y="2362486"/>
                </a:cubicBezTo>
                <a:cubicBezTo>
                  <a:pt x="527495" y="2365820"/>
                  <a:pt x="530257" y="2368582"/>
                  <a:pt x="533591" y="2368582"/>
                </a:cubicBezTo>
                <a:close/>
                <a:moveTo>
                  <a:pt x="609790" y="2369630"/>
                </a:moveTo>
                <a:cubicBezTo>
                  <a:pt x="613791" y="2369630"/>
                  <a:pt x="616934" y="2366391"/>
                  <a:pt x="616934" y="2362486"/>
                </a:cubicBezTo>
                <a:cubicBezTo>
                  <a:pt x="616934" y="2358485"/>
                  <a:pt x="613696" y="2355342"/>
                  <a:pt x="609790" y="2355342"/>
                </a:cubicBezTo>
                <a:cubicBezTo>
                  <a:pt x="605790" y="2355342"/>
                  <a:pt x="602647" y="2358581"/>
                  <a:pt x="602647" y="2362486"/>
                </a:cubicBezTo>
                <a:cubicBezTo>
                  <a:pt x="602647" y="2366391"/>
                  <a:pt x="605885" y="2369630"/>
                  <a:pt x="609790" y="2369630"/>
                </a:cubicBezTo>
                <a:close/>
                <a:moveTo>
                  <a:pt x="685990" y="2370677"/>
                </a:moveTo>
                <a:cubicBezTo>
                  <a:pt x="690563" y="2370677"/>
                  <a:pt x="694277" y="2366963"/>
                  <a:pt x="694277" y="2362391"/>
                </a:cubicBezTo>
                <a:cubicBezTo>
                  <a:pt x="694277" y="2357819"/>
                  <a:pt x="690563" y="2354104"/>
                  <a:pt x="685990" y="2354104"/>
                </a:cubicBezTo>
                <a:cubicBezTo>
                  <a:pt x="681419" y="2354104"/>
                  <a:pt x="677704" y="2357819"/>
                  <a:pt x="677704" y="2362391"/>
                </a:cubicBezTo>
                <a:cubicBezTo>
                  <a:pt x="677704" y="2366963"/>
                  <a:pt x="681419" y="2370677"/>
                  <a:pt x="685990" y="2370677"/>
                </a:cubicBezTo>
                <a:close/>
                <a:moveTo>
                  <a:pt x="762190" y="2371725"/>
                </a:moveTo>
                <a:cubicBezTo>
                  <a:pt x="767334" y="2371725"/>
                  <a:pt x="771525" y="2367534"/>
                  <a:pt x="771525" y="2362391"/>
                </a:cubicBezTo>
                <a:cubicBezTo>
                  <a:pt x="771525" y="2357247"/>
                  <a:pt x="767334" y="2353056"/>
                  <a:pt x="762190" y="2353056"/>
                </a:cubicBezTo>
                <a:cubicBezTo>
                  <a:pt x="757047" y="2353056"/>
                  <a:pt x="752856" y="2357247"/>
                  <a:pt x="752856" y="2362391"/>
                </a:cubicBezTo>
                <a:cubicBezTo>
                  <a:pt x="752951" y="2367534"/>
                  <a:pt x="757047" y="2371725"/>
                  <a:pt x="762190" y="2371725"/>
                </a:cubicBezTo>
                <a:close/>
                <a:moveTo>
                  <a:pt x="838390" y="2372773"/>
                </a:moveTo>
                <a:cubicBezTo>
                  <a:pt x="844106" y="2372773"/>
                  <a:pt x="848773" y="2368106"/>
                  <a:pt x="848773" y="2362391"/>
                </a:cubicBezTo>
                <a:cubicBezTo>
                  <a:pt x="848773" y="2356676"/>
                  <a:pt x="844106" y="2352008"/>
                  <a:pt x="838390" y="2352008"/>
                </a:cubicBezTo>
                <a:cubicBezTo>
                  <a:pt x="832676" y="2352008"/>
                  <a:pt x="828008" y="2356676"/>
                  <a:pt x="828008" y="2362391"/>
                </a:cubicBezTo>
                <a:cubicBezTo>
                  <a:pt x="828008" y="2368106"/>
                  <a:pt x="832676" y="2372773"/>
                  <a:pt x="838390" y="2372773"/>
                </a:cubicBezTo>
                <a:close/>
                <a:moveTo>
                  <a:pt x="914590" y="2373630"/>
                </a:moveTo>
                <a:cubicBezTo>
                  <a:pt x="920782" y="2373630"/>
                  <a:pt x="925830" y="2368582"/>
                  <a:pt x="925830" y="2362391"/>
                </a:cubicBezTo>
                <a:cubicBezTo>
                  <a:pt x="925830" y="2356199"/>
                  <a:pt x="920782" y="2351151"/>
                  <a:pt x="914590" y="2351151"/>
                </a:cubicBezTo>
                <a:cubicBezTo>
                  <a:pt x="908399" y="2351151"/>
                  <a:pt x="903351" y="2356199"/>
                  <a:pt x="903351" y="2362391"/>
                </a:cubicBezTo>
                <a:cubicBezTo>
                  <a:pt x="903446" y="2368582"/>
                  <a:pt x="908399" y="2373630"/>
                  <a:pt x="914590" y="2373630"/>
                </a:cubicBezTo>
                <a:close/>
                <a:moveTo>
                  <a:pt x="990790" y="2374678"/>
                </a:moveTo>
                <a:cubicBezTo>
                  <a:pt x="997553" y="2374678"/>
                  <a:pt x="1003078" y="2369153"/>
                  <a:pt x="1003078" y="2362391"/>
                </a:cubicBezTo>
                <a:cubicBezTo>
                  <a:pt x="1003078" y="2355628"/>
                  <a:pt x="997553" y="2350103"/>
                  <a:pt x="990790" y="2350103"/>
                </a:cubicBezTo>
                <a:cubicBezTo>
                  <a:pt x="984028" y="2350103"/>
                  <a:pt x="978503" y="2355628"/>
                  <a:pt x="978503" y="2362391"/>
                </a:cubicBezTo>
                <a:cubicBezTo>
                  <a:pt x="978503" y="2369153"/>
                  <a:pt x="984028" y="2374678"/>
                  <a:pt x="990790" y="2374678"/>
                </a:cubicBezTo>
                <a:close/>
                <a:moveTo>
                  <a:pt x="1066991" y="2375535"/>
                </a:moveTo>
                <a:cubicBezTo>
                  <a:pt x="1074230" y="2375535"/>
                  <a:pt x="1080135" y="2369630"/>
                  <a:pt x="1080135" y="2362391"/>
                </a:cubicBezTo>
                <a:cubicBezTo>
                  <a:pt x="1080135" y="2355152"/>
                  <a:pt x="1074230" y="2349246"/>
                  <a:pt x="1066991" y="2349246"/>
                </a:cubicBezTo>
                <a:cubicBezTo>
                  <a:pt x="1059752" y="2349246"/>
                  <a:pt x="1053846" y="2355152"/>
                  <a:pt x="1053846" y="2362391"/>
                </a:cubicBezTo>
                <a:cubicBezTo>
                  <a:pt x="1053846" y="2369630"/>
                  <a:pt x="1059752" y="2375535"/>
                  <a:pt x="1066991" y="2375535"/>
                </a:cubicBezTo>
                <a:close/>
                <a:moveTo>
                  <a:pt x="1143191" y="2376392"/>
                </a:moveTo>
                <a:cubicBezTo>
                  <a:pt x="1150906" y="2376392"/>
                  <a:pt x="1157097" y="2370106"/>
                  <a:pt x="1157097" y="2362486"/>
                </a:cubicBezTo>
                <a:cubicBezTo>
                  <a:pt x="1157097" y="2354771"/>
                  <a:pt x="1150811" y="2348579"/>
                  <a:pt x="1143191" y="2348579"/>
                </a:cubicBezTo>
                <a:cubicBezTo>
                  <a:pt x="1135571" y="2348579"/>
                  <a:pt x="1129284" y="2354866"/>
                  <a:pt x="1129284" y="2362486"/>
                </a:cubicBezTo>
                <a:cubicBezTo>
                  <a:pt x="1129284" y="2370106"/>
                  <a:pt x="1135475" y="2376392"/>
                  <a:pt x="1143191" y="2376392"/>
                </a:cubicBezTo>
                <a:close/>
                <a:moveTo>
                  <a:pt x="1219391" y="2377250"/>
                </a:moveTo>
                <a:cubicBezTo>
                  <a:pt x="1227582" y="2377250"/>
                  <a:pt x="1234154" y="2370582"/>
                  <a:pt x="1234154" y="2362486"/>
                </a:cubicBezTo>
                <a:cubicBezTo>
                  <a:pt x="1234154" y="2354390"/>
                  <a:pt x="1227487" y="2347722"/>
                  <a:pt x="1219391" y="2347722"/>
                </a:cubicBezTo>
                <a:cubicBezTo>
                  <a:pt x="1211294" y="2347722"/>
                  <a:pt x="1204627" y="2354390"/>
                  <a:pt x="1204627" y="2362486"/>
                </a:cubicBezTo>
                <a:cubicBezTo>
                  <a:pt x="1204627" y="2370582"/>
                  <a:pt x="1211199" y="2377250"/>
                  <a:pt x="1219391" y="2377250"/>
                </a:cubicBezTo>
                <a:close/>
                <a:moveTo>
                  <a:pt x="1295591" y="2377821"/>
                </a:moveTo>
                <a:cubicBezTo>
                  <a:pt x="1304068" y="2377821"/>
                  <a:pt x="1311021" y="2370868"/>
                  <a:pt x="1311021" y="2362391"/>
                </a:cubicBezTo>
                <a:cubicBezTo>
                  <a:pt x="1311021" y="2353913"/>
                  <a:pt x="1304068" y="2346960"/>
                  <a:pt x="1295591" y="2346960"/>
                </a:cubicBezTo>
                <a:cubicBezTo>
                  <a:pt x="1287113" y="2346960"/>
                  <a:pt x="1280160" y="2353913"/>
                  <a:pt x="1280160" y="2362391"/>
                </a:cubicBezTo>
                <a:cubicBezTo>
                  <a:pt x="1280160" y="2370868"/>
                  <a:pt x="1287113" y="2377821"/>
                  <a:pt x="1295591" y="2377821"/>
                </a:cubicBezTo>
                <a:close/>
                <a:moveTo>
                  <a:pt x="1371791" y="2378488"/>
                </a:moveTo>
                <a:cubicBezTo>
                  <a:pt x="1380649" y="2378488"/>
                  <a:pt x="1387888" y="2371344"/>
                  <a:pt x="1387888" y="2362391"/>
                </a:cubicBezTo>
                <a:cubicBezTo>
                  <a:pt x="1387888" y="2353532"/>
                  <a:pt x="1380744" y="2346293"/>
                  <a:pt x="1371791" y="2346293"/>
                </a:cubicBezTo>
                <a:cubicBezTo>
                  <a:pt x="1362932" y="2346293"/>
                  <a:pt x="1355693" y="2353437"/>
                  <a:pt x="1355693" y="2362391"/>
                </a:cubicBezTo>
                <a:cubicBezTo>
                  <a:pt x="1355789" y="2371249"/>
                  <a:pt x="1362932" y="2378488"/>
                  <a:pt x="1371791" y="2378488"/>
                </a:cubicBezTo>
                <a:close/>
                <a:moveTo>
                  <a:pt x="1447991" y="2379059"/>
                </a:moveTo>
                <a:cubicBezTo>
                  <a:pt x="1457230" y="2379059"/>
                  <a:pt x="1464659" y="2371630"/>
                  <a:pt x="1464659" y="2362391"/>
                </a:cubicBezTo>
                <a:cubicBezTo>
                  <a:pt x="1464659" y="2353151"/>
                  <a:pt x="1457230" y="2345722"/>
                  <a:pt x="1447991" y="2345722"/>
                </a:cubicBezTo>
                <a:cubicBezTo>
                  <a:pt x="1438751" y="2345722"/>
                  <a:pt x="1431322" y="2353151"/>
                  <a:pt x="1431322" y="2362391"/>
                </a:cubicBezTo>
                <a:cubicBezTo>
                  <a:pt x="1431322" y="2371630"/>
                  <a:pt x="1438751" y="2379059"/>
                  <a:pt x="1447991" y="2379059"/>
                </a:cubicBezTo>
                <a:close/>
                <a:moveTo>
                  <a:pt x="1524191" y="2379536"/>
                </a:moveTo>
                <a:cubicBezTo>
                  <a:pt x="1533620" y="2379536"/>
                  <a:pt x="1541336" y="2371916"/>
                  <a:pt x="1541336" y="2362391"/>
                </a:cubicBezTo>
                <a:cubicBezTo>
                  <a:pt x="1541336" y="2352866"/>
                  <a:pt x="1533716" y="2345246"/>
                  <a:pt x="1524191" y="2345246"/>
                </a:cubicBezTo>
                <a:cubicBezTo>
                  <a:pt x="1514666" y="2345246"/>
                  <a:pt x="1507046" y="2352866"/>
                  <a:pt x="1507046" y="2362391"/>
                </a:cubicBezTo>
                <a:cubicBezTo>
                  <a:pt x="1507046" y="2371916"/>
                  <a:pt x="1514761" y="2379536"/>
                  <a:pt x="1524191" y="2379536"/>
                </a:cubicBezTo>
                <a:close/>
                <a:moveTo>
                  <a:pt x="1600391" y="2379917"/>
                </a:moveTo>
                <a:cubicBezTo>
                  <a:pt x="1610106" y="2379917"/>
                  <a:pt x="1617917" y="2372106"/>
                  <a:pt x="1617917" y="2362391"/>
                </a:cubicBezTo>
                <a:cubicBezTo>
                  <a:pt x="1617917" y="2352675"/>
                  <a:pt x="1610106" y="2344865"/>
                  <a:pt x="1600391" y="2344865"/>
                </a:cubicBezTo>
                <a:cubicBezTo>
                  <a:pt x="1590675" y="2344865"/>
                  <a:pt x="1582864" y="2352675"/>
                  <a:pt x="1582864" y="2362391"/>
                </a:cubicBezTo>
                <a:cubicBezTo>
                  <a:pt x="1582864" y="2372106"/>
                  <a:pt x="1590770" y="2379917"/>
                  <a:pt x="1600391" y="2379917"/>
                </a:cubicBezTo>
                <a:close/>
                <a:moveTo>
                  <a:pt x="1676591" y="2380202"/>
                </a:moveTo>
                <a:cubicBezTo>
                  <a:pt x="1686401" y="2380202"/>
                  <a:pt x="1694307" y="2372297"/>
                  <a:pt x="1694307" y="2362486"/>
                </a:cubicBezTo>
                <a:cubicBezTo>
                  <a:pt x="1694307" y="2352675"/>
                  <a:pt x="1686401" y="2344769"/>
                  <a:pt x="1676591" y="2344769"/>
                </a:cubicBezTo>
                <a:cubicBezTo>
                  <a:pt x="1666780" y="2344769"/>
                  <a:pt x="1658874" y="2352675"/>
                  <a:pt x="1658874" y="2362486"/>
                </a:cubicBezTo>
                <a:cubicBezTo>
                  <a:pt x="1658874" y="2372201"/>
                  <a:pt x="1666780" y="2380202"/>
                  <a:pt x="1676591" y="2380202"/>
                </a:cubicBezTo>
                <a:close/>
                <a:moveTo>
                  <a:pt x="1752791" y="2380393"/>
                </a:moveTo>
                <a:cubicBezTo>
                  <a:pt x="1762697" y="2380393"/>
                  <a:pt x="1770793" y="2372392"/>
                  <a:pt x="1770793" y="2362391"/>
                </a:cubicBezTo>
                <a:cubicBezTo>
                  <a:pt x="1770793" y="2352389"/>
                  <a:pt x="1762792" y="2344388"/>
                  <a:pt x="1752791" y="2344388"/>
                </a:cubicBezTo>
                <a:cubicBezTo>
                  <a:pt x="1742789" y="2344388"/>
                  <a:pt x="1734788" y="2352389"/>
                  <a:pt x="1734788" y="2362391"/>
                </a:cubicBezTo>
                <a:cubicBezTo>
                  <a:pt x="1734788" y="2372392"/>
                  <a:pt x="1742885" y="2380393"/>
                  <a:pt x="1752791" y="2380393"/>
                </a:cubicBezTo>
                <a:close/>
                <a:moveTo>
                  <a:pt x="1828991" y="2380202"/>
                </a:moveTo>
                <a:cubicBezTo>
                  <a:pt x="1838801" y="2380202"/>
                  <a:pt x="1846707" y="2372297"/>
                  <a:pt x="1846707" y="2362486"/>
                </a:cubicBezTo>
                <a:cubicBezTo>
                  <a:pt x="1846707" y="2352675"/>
                  <a:pt x="1838801" y="2344769"/>
                  <a:pt x="1828991" y="2344769"/>
                </a:cubicBezTo>
                <a:cubicBezTo>
                  <a:pt x="1819180" y="2344769"/>
                  <a:pt x="1811274" y="2352675"/>
                  <a:pt x="1811274" y="2362486"/>
                </a:cubicBezTo>
                <a:cubicBezTo>
                  <a:pt x="1811274" y="2372201"/>
                  <a:pt x="1819180" y="2380202"/>
                  <a:pt x="1828991" y="2380202"/>
                </a:cubicBezTo>
                <a:close/>
                <a:moveTo>
                  <a:pt x="1905191" y="2379917"/>
                </a:moveTo>
                <a:cubicBezTo>
                  <a:pt x="1914906" y="2379917"/>
                  <a:pt x="1922717" y="2372106"/>
                  <a:pt x="1922717" y="2362391"/>
                </a:cubicBezTo>
                <a:cubicBezTo>
                  <a:pt x="1922717" y="2352675"/>
                  <a:pt x="1914906" y="2344865"/>
                  <a:pt x="1905191" y="2344865"/>
                </a:cubicBezTo>
                <a:cubicBezTo>
                  <a:pt x="1895475" y="2344865"/>
                  <a:pt x="1887664" y="2352675"/>
                  <a:pt x="1887664" y="2362391"/>
                </a:cubicBezTo>
                <a:cubicBezTo>
                  <a:pt x="1887664" y="2372106"/>
                  <a:pt x="1895570" y="2379917"/>
                  <a:pt x="1905191" y="2379917"/>
                </a:cubicBezTo>
                <a:close/>
                <a:moveTo>
                  <a:pt x="1981391" y="2379536"/>
                </a:moveTo>
                <a:cubicBezTo>
                  <a:pt x="1990820" y="2379536"/>
                  <a:pt x="1998536" y="2371916"/>
                  <a:pt x="1998536" y="2362391"/>
                </a:cubicBezTo>
                <a:cubicBezTo>
                  <a:pt x="1998536" y="2352866"/>
                  <a:pt x="1990916" y="2345246"/>
                  <a:pt x="1981391" y="2345246"/>
                </a:cubicBezTo>
                <a:cubicBezTo>
                  <a:pt x="1971866" y="2345246"/>
                  <a:pt x="1964246" y="2352866"/>
                  <a:pt x="1964246" y="2362391"/>
                </a:cubicBezTo>
                <a:cubicBezTo>
                  <a:pt x="1964246" y="2371916"/>
                  <a:pt x="1971961" y="2379536"/>
                  <a:pt x="1981391" y="2379536"/>
                </a:cubicBezTo>
                <a:close/>
                <a:moveTo>
                  <a:pt x="2057591" y="2379059"/>
                </a:moveTo>
                <a:cubicBezTo>
                  <a:pt x="2066830" y="2379059"/>
                  <a:pt x="2074259" y="2371630"/>
                  <a:pt x="2074259" y="2362391"/>
                </a:cubicBezTo>
                <a:cubicBezTo>
                  <a:pt x="2074259" y="2353151"/>
                  <a:pt x="2066830" y="2345722"/>
                  <a:pt x="2057591" y="2345722"/>
                </a:cubicBezTo>
                <a:cubicBezTo>
                  <a:pt x="2048351" y="2345722"/>
                  <a:pt x="2040922" y="2353151"/>
                  <a:pt x="2040922" y="2362391"/>
                </a:cubicBezTo>
                <a:cubicBezTo>
                  <a:pt x="2040922" y="2371630"/>
                  <a:pt x="2048351" y="2379059"/>
                  <a:pt x="2057591" y="2379059"/>
                </a:cubicBezTo>
                <a:close/>
                <a:moveTo>
                  <a:pt x="2133791" y="2378678"/>
                </a:moveTo>
                <a:cubicBezTo>
                  <a:pt x="2142744" y="2378678"/>
                  <a:pt x="2150078" y="2371439"/>
                  <a:pt x="2150078" y="2362391"/>
                </a:cubicBezTo>
                <a:cubicBezTo>
                  <a:pt x="2150078" y="2353342"/>
                  <a:pt x="2142839" y="2346103"/>
                  <a:pt x="2133791" y="2346103"/>
                </a:cubicBezTo>
                <a:cubicBezTo>
                  <a:pt x="2124742" y="2346103"/>
                  <a:pt x="2117503" y="2353342"/>
                  <a:pt x="2117503" y="2362391"/>
                </a:cubicBezTo>
                <a:cubicBezTo>
                  <a:pt x="2117503" y="2371439"/>
                  <a:pt x="2124837" y="2378678"/>
                  <a:pt x="2133791" y="2378678"/>
                </a:cubicBezTo>
                <a:close/>
                <a:moveTo>
                  <a:pt x="2209991" y="2377821"/>
                </a:moveTo>
                <a:cubicBezTo>
                  <a:pt x="2218468" y="2377821"/>
                  <a:pt x="2225421" y="2370868"/>
                  <a:pt x="2225421" y="2362391"/>
                </a:cubicBezTo>
                <a:cubicBezTo>
                  <a:pt x="2225421" y="2353913"/>
                  <a:pt x="2218468" y="2346960"/>
                  <a:pt x="2209991" y="2346960"/>
                </a:cubicBezTo>
                <a:cubicBezTo>
                  <a:pt x="2201513" y="2346960"/>
                  <a:pt x="2194560" y="2353913"/>
                  <a:pt x="2194560" y="2362391"/>
                </a:cubicBezTo>
                <a:cubicBezTo>
                  <a:pt x="2194560" y="2370868"/>
                  <a:pt x="2201513" y="2377821"/>
                  <a:pt x="2209991" y="2377821"/>
                </a:cubicBezTo>
                <a:close/>
                <a:moveTo>
                  <a:pt x="2286191" y="2377250"/>
                </a:moveTo>
                <a:cubicBezTo>
                  <a:pt x="2294382" y="2377250"/>
                  <a:pt x="2300954" y="2370582"/>
                  <a:pt x="2300954" y="2362486"/>
                </a:cubicBezTo>
                <a:cubicBezTo>
                  <a:pt x="2300954" y="2354390"/>
                  <a:pt x="2294287" y="2347722"/>
                  <a:pt x="2286191" y="2347722"/>
                </a:cubicBezTo>
                <a:cubicBezTo>
                  <a:pt x="2278094" y="2347722"/>
                  <a:pt x="2271427" y="2354390"/>
                  <a:pt x="2271427" y="2362486"/>
                </a:cubicBezTo>
                <a:cubicBezTo>
                  <a:pt x="2271427" y="2370582"/>
                  <a:pt x="2277999" y="2377250"/>
                  <a:pt x="2286191" y="2377250"/>
                </a:cubicBezTo>
                <a:close/>
                <a:moveTo>
                  <a:pt x="2362391" y="2376392"/>
                </a:moveTo>
                <a:cubicBezTo>
                  <a:pt x="2370106" y="2376392"/>
                  <a:pt x="2376297" y="2370106"/>
                  <a:pt x="2376297" y="2362486"/>
                </a:cubicBezTo>
                <a:cubicBezTo>
                  <a:pt x="2376297" y="2354771"/>
                  <a:pt x="2370011" y="2348579"/>
                  <a:pt x="2362391" y="2348579"/>
                </a:cubicBezTo>
                <a:cubicBezTo>
                  <a:pt x="2354675" y="2348579"/>
                  <a:pt x="2348484" y="2354866"/>
                  <a:pt x="2348484" y="2362486"/>
                </a:cubicBezTo>
                <a:cubicBezTo>
                  <a:pt x="2348484" y="2370106"/>
                  <a:pt x="2354675" y="2376392"/>
                  <a:pt x="2362391" y="2376392"/>
                </a:cubicBezTo>
                <a:close/>
                <a:moveTo>
                  <a:pt x="2438591" y="2375535"/>
                </a:moveTo>
                <a:cubicBezTo>
                  <a:pt x="2445830" y="2375535"/>
                  <a:pt x="2451735" y="2369630"/>
                  <a:pt x="2451735" y="2362391"/>
                </a:cubicBezTo>
                <a:cubicBezTo>
                  <a:pt x="2451735" y="2355152"/>
                  <a:pt x="2445830" y="2349246"/>
                  <a:pt x="2438591" y="2349246"/>
                </a:cubicBezTo>
                <a:cubicBezTo>
                  <a:pt x="2431352" y="2349246"/>
                  <a:pt x="2425446" y="2355152"/>
                  <a:pt x="2425446" y="2362391"/>
                </a:cubicBezTo>
                <a:cubicBezTo>
                  <a:pt x="2425446" y="2369630"/>
                  <a:pt x="2431352" y="2375535"/>
                  <a:pt x="2438591" y="2375535"/>
                </a:cubicBezTo>
                <a:close/>
                <a:moveTo>
                  <a:pt x="2514791" y="2374678"/>
                </a:moveTo>
                <a:cubicBezTo>
                  <a:pt x="2521553" y="2374678"/>
                  <a:pt x="2527078" y="2369153"/>
                  <a:pt x="2527078" y="2362391"/>
                </a:cubicBezTo>
                <a:cubicBezTo>
                  <a:pt x="2527078" y="2355628"/>
                  <a:pt x="2521553" y="2350103"/>
                  <a:pt x="2514791" y="2350103"/>
                </a:cubicBezTo>
                <a:cubicBezTo>
                  <a:pt x="2508028" y="2350103"/>
                  <a:pt x="2502503" y="2355628"/>
                  <a:pt x="2502503" y="2362391"/>
                </a:cubicBezTo>
                <a:cubicBezTo>
                  <a:pt x="2502503" y="2369153"/>
                  <a:pt x="2508028" y="2374678"/>
                  <a:pt x="2514791" y="2374678"/>
                </a:cubicBezTo>
                <a:close/>
                <a:moveTo>
                  <a:pt x="2590991" y="2373821"/>
                </a:moveTo>
                <a:cubicBezTo>
                  <a:pt x="2597277" y="2373821"/>
                  <a:pt x="2602421" y="2368677"/>
                  <a:pt x="2602421" y="2362391"/>
                </a:cubicBezTo>
                <a:cubicBezTo>
                  <a:pt x="2602421" y="2356104"/>
                  <a:pt x="2597277" y="2350961"/>
                  <a:pt x="2590991" y="2350961"/>
                </a:cubicBezTo>
                <a:cubicBezTo>
                  <a:pt x="2584704" y="2350961"/>
                  <a:pt x="2579561" y="2356104"/>
                  <a:pt x="2579561" y="2362391"/>
                </a:cubicBezTo>
                <a:cubicBezTo>
                  <a:pt x="2579561" y="2368677"/>
                  <a:pt x="2584704" y="2373821"/>
                  <a:pt x="2590991" y="2373821"/>
                </a:cubicBezTo>
                <a:close/>
                <a:moveTo>
                  <a:pt x="2667191" y="2372773"/>
                </a:moveTo>
                <a:cubicBezTo>
                  <a:pt x="2672906" y="2372773"/>
                  <a:pt x="2677573" y="2368106"/>
                  <a:pt x="2677573" y="2362391"/>
                </a:cubicBezTo>
                <a:cubicBezTo>
                  <a:pt x="2677573" y="2356676"/>
                  <a:pt x="2672906" y="2352008"/>
                  <a:pt x="2667191" y="2352008"/>
                </a:cubicBezTo>
                <a:cubicBezTo>
                  <a:pt x="2661476" y="2352008"/>
                  <a:pt x="2656808" y="2356676"/>
                  <a:pt x="2656808" y="2362391"/>
                </a:cubicBezTo>
                <a:cubicBezTo>
                  <a:pt x="2656808" y="2368106"/>
                  <a:pt x="2661476" y="2372773"/>
                  <a:pt x="2667191" y="2372773"/>
                </a:cubicBezTo>
                <a:close/>
                <a:moveTo>
                  <a:pt x="2743391" y="2371725"/>
                </a:moveTo>
                <a:cubicBezTo>
                  <a:pt x="2748534" y="2371725"/>
                  <a:pt x="2752725" y="2367534"/>
                  <a:pt x="2752725" y="2362391"/>
                </a:cubicBezTo>
                <a:cubicBezTo>
                  <a:pt x="2752725" y="2357247"/>
                  <a:pt x="2748534" y="2353056"/>
                  <a:pt x="2743391" y="2353056"/>
                </a:cubicBezTo>
                <a:cubicBezTo>
                  <a:pt x="2738247" y="2353056"/>
                  <a:pt x="2734056" y="2357247"/>
                  <a:pt x="2734056" y="2362391"/>
                </a:cubicBezTo>
                <a:cubicBezTo>
                  <a:pt x="2734151" y="2367534"/>
                  <a:pt x="2738247" y="2371725"/>
                  <a:pt x="2743391" y="2371725"/>
                </a:cubicBezTo>
                <a:close/>
                <a:moveTo>
                  <a:pt x="2819591" y="2370677"/>
                </a:moveTo>
                <a:cubicBezTo>
                  <a:pt x="2824163" y="2370677"/>
                  <a:pt x="2827878" y="2366963"/>
                  <a:pt x="2827878" y="2362391"/>
                </a:cubicBezTo>
                <a:cubicBezTo>
                  <a:pt x="2827878" y="2357819"/>
                  <a:pt x="2824163" y="2354104"/>
                  <a:pt x="2819591" y="2354104"/>
                </a:cubicBezTo>
                <a:cubicBezTo>
                  <a:pt x="2815019" y="2354104"/>
                  <a:pt x="2811304" y="2357819"/>
                  <a:pt x="2811304" y="2362391"/>
                </a:cubicBezTo>
                <a:cubicBezTo>
                  <a:pt x="2811304" y="2366963"/>
                  <a:pt x="2815019" y="2370677"/>
                  <a:pt x="2819591" y="2370677"/>
                </a:cubicBezTo>
                <a:close/>
                <a:moveTo>
                  <a:pt x="2895791" y="2369630"/>
                </a:moveTo>
                <a:cubicBezTo>
                  <a:pt x="2899791" y="2369630"/>
                  <a:pt x="2902934" y="2366391"/>
                  <a:pt x="2902934" y="2362486"/>
                </a:cubicBezTo>
                <a:cubicBezTo>
                  <a:pt x="2902934" y="2358485"/>
                  <a:pt x="2899696" y="2355342"/>
                  <a:pt x="2895791" y="2355342"/>
                </a:cubicBezTo>
                <a:cubicBezTo>
                  <a:pt x="2891790" y="2355342"/>
                  <a:pt x="2888647" y="2358581"/>
                  <a:pt x="2888647" y="2362486"/>
                </a:cubicBezTo>
                <a:cubicBezTo>
                  <a:pt x="2888647" y="2366391"/>
                  <a:pt x="2891885" y="2369630"/>
                  <a:pt x="2895791" y="2369630"/>
                </a:cubicBezTo>
                <a:close/>
                <a:moveTo>
                  <a:pt x="2971991" y="2368582"/>
                </a:moveTo>
                <a:cubicBezTo>
                  <a:pt x="2975420" y="2368582"/>
                  <a:pt x="2978087" y="2365820"/>
                  <a:pt x="2978087" y="2362486"/>
                </a:cubicBezTo>
                <a:cubicBezTo>
                  <a:pt x="2978087" y="2359152"/>
                  <a:pt x="2975324" y="2356390"/>
                  <a:pt x="2971991" y="2356390"/>
                </a:cubicBezTo>
                <a:cubicBezTo>
                  <a:pt x="2968562" y="2356390"/>
                  <a:pt x="2965895" y="2359152"/>
                  <a:pt x="2965895" y="2362486"/>
                </a:cubicBezTo>
                <a:cubicBezTo>
                  <a:pt x="2965895" y="2365820"/>
                  <a:pt x="2968657" y="2368582"/>
                  <a:pt x="2971991" y="2368582"/>
                </a:cubicBezTo>
                <a:close/>
                <a:moveTo>
                  <a:pt x="3048191" y="2367439"/>
                </a:moveTo>
                <a:cubicBezTo>
                  <a:pt x="3050953" y="2367439"/>
                  <a:pt x="3053239" y="2365153"/>
                  <a:pt x="3053239" y="2362391"/>
                </a:cubicBezTo>
                <a:cubicBezTo>
                  <a:pt x="3053239" y="2359628"/>
                  <a:pt x="3050953" y="2357342"/>
                  <a:pt x="3048191" y="2357342"/>
                </a:cubicBezTo>
                <a:cubicBezTo>
                  <a:pt x="3045428" y="2357342"/>
                  <a:pt x="3043142" y="2359628"/>
                  <a:pt x="3043142" y="2362391"/>
                </a:cubicBezTo>
                <a:cubicBezTo>
                  <a:pt x="3043142" y="2365248"/>
                  <a:pt x="3045428" y="2367439"/>
                  <a:pt x="3048191" y="2367439"/>
                </a:cubicBezTo>
                <a:close/>
                <a:moveTo>
                  <a:pt x="3124391" y="2366391"/>
                </a:moveTo>
                <a:cubicBezTo>
                  <a:pt x="3126581" y="2366391"/>
                  <a:pt x="3128391" y="2364581"/>
                  <a:pt x="3128391" y="2362391"/>
                </a:cubicBezTo>
                <a:cubicBezTo>
                  <a:pt x="3128391" y="2360200"/>
                  <a:pt x="3126581" y="2358390"/>
                  <a:pt x="3124391" y="2358390"/>
                </a:cubicBezTo>
                <a:cubicBezTo>
                  <a:pt x="3122200" y="2358390"/>
                  <a:pt x="3120390" y="2360200"/>
                  <a:pt x="3120390" y="2362391"/>
                </a:cubicBezTo>
                <a:cubicBezTo>
                  <a:pt x="3120390" y="2364581"/>
                  <a:pt x="3122200" y="2366391"/>
                  <a:pt x="3124391" y="2366391"/>
                </a:cubicBezTo>
                <a:close/>
                <a:moveTo>
                  <a:pt x="3200591" y="2365343"/>
                </a:moveTo>
                <a:cubicBezTo>
                  <a:pt x="3202210" y="2365343"/>
                  <a:pt x="3203543" y="2364010"/>
                  <a:pt x="3203543" y="2362391"/>
                </a:cubicBezTo>
                <a:cubicBezTo>
                  <a:pt x="3203543" y="2360771"/>
                  <a:pt x="3202210" y="2359438"/>
                  <a:pt x="3200591" y="2359438"/>
                </a:cubicBezTo>
                <a:cubicBezTo>
                  <a:pt x="3198971" y="2359438"/>
                  <a:pt x="3197638" y="2360771"/>
                  <a:pt x="3197638" y="2362391"/>
                </a:cubicBezTo>
                <a:cubicBezTo>
                  <a:pt x="3197638" y="2364010"/>
                  <a:pt x="3198971" y="2365343"/>
                  <a:pt x="3200591" y="2365343"/>
                </a:cubicBezTo>
                <a:close/>
                <a:moveTo>
                  <a:pt x="3276791" y="2364296"/>
                </a:moveTo>
                <a:cubicBezTo>
                  <a:pt x="3277838" y="2364296"/>
                  <a:pt x="3278696" y="2363438"/>
                  <a:pt x="3278696" y="2362391"/>
                </a:cubicBezTo>
                <a:cubicBezTo>
                  <a:pt x="3278696" y="2361343"/>
                  <a:pt x="3277838" y="2360486"/>
                  <a:pt x="3276791" y="2360486"/>
                </a:cubicBezTo>
                <a:cubicBezTo>
                  <a:pt x="3275743" y="2360486"/>
                  <a:pt x="3274886" y="2361343"/>
                  <a:pt x="3274886" y="2362391"/>
                </a:cubicBezTo>
                <a:cubicBezTo>
                  <a:pt x="3274886" y="2363438"/>
                  <a:pt x="3275743" y="2364296"/>
                  <a:pt x="3276791" y="2364296"/>
                </a:cubicBezTo>
                <a:close/>
                <a:moveTo>
                  <a:pt x="3352991" y="2363248"/>
                </a:moveTo>
                <a:cubicBezTo>
                  <a:pt x="3353467" y="2363248"/>
                  <a:pt x="3353848" y="2362867"/>
                  <a:pt x="3353848" y="2362391"/>
                </a:cubicBezTo>
                <a:cubicBezTo>
                  <a:pt x="3353848" y="2361914"/>
                  <a:pt x="3353467" y="2361533"/>
                  <a:pt x="3352991" y="2361533"/>
                </a:cubicBezTo>
                <a:cubicBezTo>
                  <a:pt x="3352514" y="2361533"/>
                  <a:pt x="3352133" y="2361914"/>
                  <a:pt x="3352133" y="2362391"/>
                </a:cubicBezTo>
                <a:cubicBezTo>
                  <a:pt x="3352133" y="2362867"/>
                  <a:pt x="3352514" y="2363248"/>
                  <a:pt x="3352991" y="2363248"/>
                </a:cubicBezTo>
                <a:close/>
                <a:moveTo>
                  <a:pt x="152591" y="2439067"/>
                </a:moveTo>
                <a:cubicBezTo>
                  <a:pt x="152781" y="2439067"/>
                  <a:pt x="152972" y="2438876"/>
                  <a:pt x="152972" y="2438686"/>
                </a:cubicBezTo>
                <a:cubicBezTo>
                  <a:pt x="152972" y="2438495"/>
                  <a:pt x="152781" y="2438305"/>
                  <a:pt x="152591" y="2438305"/>
                </a:cubicBezTo>
                <a:cubicBezTo>
                  <a:pt x="152400" y="2438305"/>
                  <a:pt x="152210" y="2438495"/>
                  <a:pt x="152210" y="2438686"/>
                </a:cubicBezTo>
                <a:cubicBezTo>
                  <a:pt x="152210" y="2438876"/>
                  <a:pt x="152400" y="2439067"/>
                  <a:pt x="152591" y="2439067"/>
                </a:cubicBezTo>
                <a:close/>
                <a:moveTo>
                  <a:pt x="228791" y="2440115"/>
                </a:moveTo>
                <a:cubicBezTo>
                  <a:pt x="229648" y="2440115"/>
                  <a:pt x="230315" y="2439448"/>
                  <a:pt x="230315" y="2438591"/>
                </a:cubicBezTo>
                <a:cubicBezTo>
                  <a:pt x="230315" y="2437733"/>
                  <a:pt x="229648" y="2437067"/>
                  <a:pt x="228791" y="2437067"/>
                </a:cubicBezTo>
                <a:cubicBezTo>
                  <a:pt x="227933" y="2437067"/>
                  <a:pt x="227267" y="2437733"/>
                  <a:pt x="227267" y="2438591"/>
                </a:cubicBezTo>
                <a:cubicBezTo>
                  <a:pt x="227362" y="2439448"/>
                  <a:pt x="228029" y="2440115"/>
                  <a:pt x="228791" y="2440115"/>
                </a:cubicBezTo>
                <a:close/>
                <a:moveTo>
                  <a:pt x="304991" y="2441162"/>
                </a:moveTo>
                <a:cubicBezTo>
                  <a:pt x="306419" y="2441162"/>
                  <a:pt x="307562" y="2440020"/>
                  <a:pt x="307562" y="2438591"/>
                </a:cubicBezTo>
                <a:cubicBezTo>
                  <a:pt x="307562" y="2437162"/>
                  <a:pt x="306419" y="2436019"/>
                  <a:pt x="304991" y="2436019"/>
                </a:cubicBezTo>
                <a:cubicBezTo>
                  <a:pt x="303562" y="2436019"/>
                  <a:pt x="302419" y="2437162"/>
                  <a:pt x="302419" y="2438591"/>
                </a:cubicBezTo>
                <a:cubicBezTo>
                  <a:pt x="302514" y="2440020"/>
                  <a:pt x="303657" y="2441162"/>
                  <a:pt x="304991" y="2441162"/>
                </a:cubicBezTo>
                <a:close/>
                <a:moveTo>
                  <a:pt x="381191" y="2442210"/>
                </a:moveTo>
                <a:cubicBezTo>
                  <a:pt x="383191" y="2442210"/>
                  <a:pt x="384810" y="2440591"/>
                  <a:pt x="384810" y="2438591"/>
                </a:cubicBezTo>
                <a:cubicBezTo>
                  <a:pt x="384810" y="2436590"/>
                  <a:pt x="383191" y="2434971"/>
                  <a:pt x="381191" y="2434971"/>
                </a:cubicBezTo>
                <a:cubicBezTo>
                  <a:pt x="379190" y="2434971"/>
                  <a:pt x="377571" y="2436590"/>
                  <a:pt x="377571" y="2438591"/>
                </a:cubicBezTo>
                <a:cubicBezTo>
                  <a:pt x="377666" y="2440591"/>
                  <a:pt x="379190" y="2442210"/>
                  <a:pt x="381191" y="2442210"/>
                </a:cubicBezTo>
                <a:close/>
                <a:moveTo>
                  <a:pt x="457391" y="2443067"/>
                </a:moveTo>
                <a:cubicBezTo>
                  <a:pt x="459867" y="2443067"/>
                  <a:pt x="461867" y="2441067"/>
                  <a:pt x="461867" y="2438591"/>
                </a:cubicBezTo>
                <a:cubicBezTo>
                  <a:pt x="461867" y="2436114"/>
                  <a:pt x="459867" y="2434114"/>
                  <a:pt x="457391" y="2434114"/>
                </a:cubicBezTo>
                <a:cubicBezTo>
                  <a:pt x="454914" y="2434114"/>
                  <a:pt x="452914" y="2436114"/>
                  <a:pt x="452914" y="2438591"/>
                </a:cubicBezTo>
                <a:cubicBezTo>
                  <a:pt x="453009" y="2441067"/>
                  <a:pt x="454914" y="2443067"/>
                  <a:pt x="457391" y="2443067"/>
                </a:cubicBezTo>
                <a:close/>
                <a:moveTo>
                  <a:pt x="533591" y="2444115"/>
                </a:moveTo>
                <a:cubicBezTo>
                  <a:pt x="536639" y="2444115"/>
                  <a:pt x="539115" y="2441639"/>
                  <a:pt x="539115" y="2438591"/>
                </a:cubicBezTo>
                <a:cubicBezTo>
                  <a:pt x="539115" y="2435543"/>
                  <a:pt x="536639" y="2433066"/>
                  <a:pt x="533591" y="2433066"/>
                </a:cubicBezTo>
                <a:cubicBezTo>
                  <a:pt x="530543" y="2433066"/>
                  <a:pt x="528066" y="2435543"/>
                  <a:pt x="528066" y="2438591"/>
                </a:cubicBezTo>
                <a:cubicBezTo>
                  <a:pt x="528161" y="2441639"/>
                  <a:pt x="530543" y="2444115"/>
                  <a:pt x="533591" y="2444115"/>
                </a:cubicBezTo>
                <a:close/>
                <a:moveTo>
                  <a:pt x="609790" y="2445163"/>
                </a:moveTo>
                <a:cubicBezTo>
                  <a:pt x="613410" y="2445163"/>
                  <a:pt x="616363" y="2442210"/>
                  <a:pt x="616363" y="2438591"/>
                </a:cubicBezTo>
                <a:cubicBezTo>
                  <a:pt x="616363" y="2434971"/>
                  <a:pt x="613410" y="2432018"/>
                  <a:pt x="609790" y="2432018"/>
                </a:cubicBezTo>
                <a:cubicBezTo>
                  <a:pt x="606171" y="2432018"/>
                  <a:pt x="603218" y="2434971"/>
                  <a:pt x="603218" y="2438591"/>
                </a:cubicBezTo>
                <a:cubicBezTo>
                  <a:pt x="603218" y="2442210"/>
                  <a:pt x="606171" y="2445163"/>
                  <a:pt x="609790" y="2445163"/>
                </a:cubicBezTo>
                <a:close/>
                <a:moveTo>
                  <a:pt x="685990" y="2446211"/>
                </a:moveTo>
                <a:cubicBezTo>
                  <a:pt x="690182" y="2446211"/>
                  <a:pt x="693611" y="2442782"/>
                  <a:pt x="693611" y="2438591"/>
                </a:cubicBezTo>
                <a:cubicBezTo>
                  <a:pt x="693611" y="2434400"/>
                  <a:pt x="690182" y="2430971"/>
                  <a:pt x="685990" y="2430971"/>
                </a:cubicBezTo>
                <a:cubicBezTo>
                  <a:pt x="681800" y="2430971"/>
                  <a:pt x="678371" y="2434400"/>
                  <a:pt x="678371" y="2438591"/>
                </a:cubicBezTo>
                <a:cubicBezTo>
                  <a:pt x="678371" y="2442782"/>
                  <a:pt x="681800" y="2446211"/>
                  <a:pt x="685990" y="2446211"/>
                </a:cubicBezTo>
                <a:close/>
                <a:moveTo>
                  <a:pt x="762190" y="2447258"/>
                </a:moveTo>
                <a:cubicBezTo>
                  <a:pt x="766953" y="2447258"/>
                  <a:pt x="770858" y="2443353"/>
                  <a:pt x="770858" y="2438591"/>
                </a:cubicBezTo>
                <a:cubicBezTo>
                  <a:pt x="770858" y="2433828"/>
                  <a:pt x="766953" y="2429923"/>
                  <a:pt x="762190" y="2429923"/>
                </a:cubicBezTo>
                <a:cubicBezTo>
                  <a:pt x="757428" y="2429923"/>
                  <a:pt x="753523" y="2433828"/>
                  <a:pt x="753523" y="2438591"/>
                </a:cubicBezTo>
                <a:cubicBezTo>
                  <a:pt x="753523" y="2443353"/>
                  <a:pt x="757428" y="2447258"/>
                  <a:pt x="762190" y="2447258"/>
                </a:cubicBezTo>
                <a:close/>
                <a:moveTo>
                  <a:pt x="838390" y="2448116"/>
                </a:moveTo>
                <a:cubicBezTo>
                  <a:pt x="843629" y="2448116"/>
                  <a:pt x="847915" y="2443829"/>
                  <a:pt x="847915" y="2438591"/>
                </a:cubicBezTo>
                <a:cubicBezTo>
                  <a:pt x="847915" y="2433352"/>
                  <a:pt x="843629" y="2429066"/>
                  <a:pt x="838390" y="2429066"/>
                </a:cubicBezTo>
                <a:cubicBezTo>
                  <a:pt x="833152" y="2429066"/>
                  <a:pt x="828865" y="2433352"/>
                  <a:pt x="828865" y="2438591"/>
                </a:cubicBezTo>
                <a:cubicBezTo>
                  <a:pt x="828865" y="2443829"/>
                  <a:pt x="833152" y="2448116"/>
                  <a:pt x="838390" y="2448116"/>
                </a:cubicBezTo>
                <a:close/>
                <a:moveTo>
                  <a:pt x="914590" y="2449163"/>
                </a:moveTo>
                <a:cubicBezTo>
                  <a:pt x="920401" y="2449163"/>
                  <a:pt x="925163" y="2444401"/>
                  <a:pt x="925163" y="2438591"/>
                </a:cubicBezTo>
                <a:cubicBezTo>
                  <a:pt x="925163" y="2432780"/>
                  <a:pt x="920401" y="2428018"/>
                  <a:pt x="914590" y="2428018"/>
                </a:cubicBezTo>
                <a:cubicBezTo>
                  <a:pt x="908780" y="2428018"/>
                  <a:pt x="904018" y="2432780"/>
                  <a:pt x="904018" y="2438591"/>
                </a:cubicBezTo>
                <a:cubicBezTo>
                  <a:pt x="904018" y="2444401"/>
                  <a:pt x="908780" y="2449163"/>
                  <a:pt x="914590" y="2449163"/>
                </a:cubicBezTo>
                <a:close/>
                <a:moveTo>
                  <a:pt x="990790" y="2450021"/>
                </a:moveTo>
                <a:cubicBezTo>
                  <a:pt x="997077" y="2450021"/>
                  <a:pt x="1002221" y="2444877"/>
                  <a:pt x="1002221" y="2438591"/>
                </a:cubicBezTo>
                <a:cubicBezTo>
                  <a:pt x="1002221" y="2432304"/>
                  <a:pt x="997077" y="2427161"/>
                  <a:pt x="990790" y="2427161"/>
                </a:cubicBezTo>
                <a:cubicBezTo>
                  <a:pt x="984504" y="2427161"/>
                  <a:pt x="979361" y="2432304"/>
                  <a:pt x="979361" y="2438591"/>
                </a:cubicBezTo>
                <a:cubicBezTo>
                  <a:pt x="979361" y="2444877"/>
                  <a:pt x="984504" y="2450021"/>
                  <a:pt x="990790" y="2450021"/>
                </a:cubicBezTo>
                <a:close/>
                <a:moveTo>
                  <a:pt x="1066991" y="2450878"/>
                </a:moveTo>
                <a:cubicBezTo>
                  <a:pt x="1073753" y="2450878"/>
                  <a:pt x="1079278" y="2445353"/>
                  <a:pt x="1079278" y="2438591"/>
                </a:cubicBezTo>
                <a:cubicBezTo>
                  <a:pt x="1079278" y="2431828"/>
                  <a:pt x="1073753" y="2426303"/>
                  <a:pt x="1066991" y="2426303"/>
                </a:cubicBezTo>
                <a:cubicBezTo>
                  <a:pt x="1060228" y="2426303"/>
                  <a:pt x="1054703" y="2431828"/>
                  <a:pt x="1054703" y="2438591"/>
                </a:cubicBezTo>
                <a:cubicBezTo>
                  <a:pt x="1054799" y="2445353"/>
                  <a:pt x="1060228" y="2450878"/>
                  <a:pt x="1066991" y="2450878"/>
                </a:cubicBezTo>
                <a:close/>
                <a:moveTo>
                  <a:pt x="1143191" y="2451735"/>
                </a:moveTo>
                <a:cubicBezTo>
                  <a:pt x="1150430" y="2451735"/>
                  <a:pt x="1156335" y="2445830"/>
                  <a:pt x="1156335" y="2438591"/>
                </a:cubicBezTo>
                <a:cubicBezTo>
                  <a:pt x="1156335" y="2431352"/>
                  <a:pt x="1150430" y="2425446"/>
                  <a:pt x="1143191" y="2425446"/>
                </a:cubicBezTo>
                <a:cubicBezTo>
                  <a:pt x="1135952" y="2425446"/>
                  <a:pt x="1130046" y="2431352"/>
                  <a:pt x="1130046" y="2438591"/>
                </a:cubicBezTo>
                <a:cubicBezTo>
                  <a:pt x="1130141" y="2445830"/>
                  <a:pt x="1135952" y="2451735"/>
                  <a:pt x="1143191" y="2451735"/>
                </a:cubicBezTo>
                <a:close/>
                <a:moveTo>
                  <a:pt x="1219391" y="2452307"/>
                </a:moveTo>
                <a:cubicBezTo>
                  <a:pt x="1227011" y="2452307"/>
                  <a:pt x="1233107" y="2446115"/>
                  <a:pt x="1233107" y="2438591"/>
                </a:cubicBezTo>
                <a:cubicBezTo>
                  <a:pt x="1233107" y="2430971"/>
                  <a:pt x="1226915" y="2424875"/>
                  <a:pt x="1219391" y="2424875"/>
                </a:cubicBezTo>
                <a:cubicBezTo>
                  <a:pt x="1211771" y="2424875"/>
                  <a:pt x="1205675" y="2431066"/>
                  <a:pt x="1205675" y="2438591"/>
                </a:cubicBezTo>
                <a:cubicBezTo>
                  <a:pt x="1205675" y="2446211"/>
                  <a:pt x="1211866" y="2452307"/>
                  <a:pt x="1219391" y="2452307"/>
                </a:cubicBezTo>
                <a:close/>
                <a:moveTo>
                  <a:pt x="1295591" y="2453164"/>
                </a:moveTo>
                <a:cubicBezTo>
                  <a:pt x="1303687" y="2453164"/>
                  <a:pt x="1310164" y="2446591"/>
                  <a:pt x="1310164" y="2438591"/>
                </a:cubicBezTo>
                <a:cubicBezTo>
                  <a:pt x="1310164" y="2430494"/>
                  <a:pt x="1303592" y="2424017"/>
                  <a:pt x="1295591" y="2424017"/>
                </a:cubicBezTo>
                <a:cubicBezTo>
                  <a:pt x="1287589" y="2424017"/>
                  <a:pt x="1281017" y="2430590"/>
                  <a:pt x="1281017" y="2438591"/>
                </a:cubicBezTo>
                <a:cubicBezTo>
                  <a:pt x="1281017" y="2446687"/>
                  <a:pt x="1287589" y="2453164"/>
                  <a:pt x="1295591" y="2453164"/>
                </a:cubicBezTo>
                <a:close/>
                <a:moveTo>
                  <a:pt x="1371791" y="2453831"/>
                </a:moveTo>
                <a:cubicBezTo>
                  <a:pt x="1380173" y="2453831"/>
                  <a:pt x="1387031" y="2446973"/>
                  <a:pt x="1387031" y="2438591"/>
                </a:cubicBezTo>
                <a:cubicBezTo>
                  <a:pt x="1387031" y="2430209"/>
                  <a:pt x="1380173" y="2423351"/>
                  <a:pt x="1371791" y="2423351"/>
                </a:cubicBezTo>
                <a:cubicBezTo>
                  <a:pt x="1363409" y="2423351"/>
                  <a:pt x="1356551" y="2430209"/>
                  <a:pt x="1356551" y="2438591"/>
                </a:cubicBezTo>
                <a:cubicBezTo>
                  <a:pt x="1356646" y="2446973"/>
                  <a:pt x="1363409" y="2453831"/>
                  <a:pt x="1371791" y="2453831"/>
                </a:cubicBezTo>
                <a:close/>
                <a:moveTo>
                  <a:pt x="1447991" y="2454212"/>
                </a:moveTo>
                <a:cubicBezTo>
                  <a:pt x="1456658" y="2454212"/>
                  <a:pt x="1463612" y="2447258"/>
                  <a:pt x="1463612" y="2438591"/>
                </a:cubicBezTo>
                <a:cubicBezTo>
                  <a:pt x="1463612" y="2429923"/>
                  <a:pt x="1456563" y="2422970"/>
                  <a:pt x="1447991" y="2422970"/>
                </a:cubicBezTo>
                <a:cubicBezTo>
                  <a:pt x="1439418" y="2422970"/>
                  <a:pt x="1432370" y="2430018"/>
                  <a:pt x="1432370" y="2438591"/>
                </a:cubicBezTo>
                <a:cubicBezTo>
                  <a:pt x="1432370" y="2447258"/>
                  <a:pt x="1439418" y="2454212"/>
                  <a:pt x="1447991" y="2454212"/>
                </a:cubicBezTo>
                <a:close/>
                <a:moveTo>
                  <a:pt x="1524191" y="2454688"/>
                </a:moveTo>
                <a:cubicBezTo>
                  <a:pt x="1533049" y="2454688"/>
                  <a:pt x="1540288" y="2447544"/>
                  <a:pt x="1540288" y="2438591"/>
                </a:cubicBezTo>
                <a:cubicBezTo>
                  <a:pt x="1540288" y="2429732"/>
                  <a:pt x="1533144" y="2422493"/>
                  <a:pt x="1524191" y="2422493"/>
                </a:cubicBezTo>
                <a:cubicBezTo>
                  <a:pt x="1515332" y="2422493"/>
                  <a:pt x="1508093" y="2429637"/>
                  <a:pt x="1508093" y="2438591"/>
                </a:cubicBezTo>
                <a:cubicBezTo>
                  <a:pt x="1508189" y="2447449"/>
                  <a:pt x="1515332" y="2454688"/>
                  <a:pt x="1524191" y="2454688"/>
                </a:cubicBezTo>
                <a:close/>
                <a:moveTo>
                  <a:pt x="1600391" y="2455069"/>
                </a:moveTo>
                <a:cubicBezTo>
                  <a:pt x="1609535" y="2455069"/>
                  <a:pt x="1616869" y="2447735"/>
                  <a:pt x="1616869" y="2438591"/>
                </a:cubicBezTo>
                <a:cubicBezTo>
                  <a:pt x="1616869" y="2429447"/>
                  <a:pt x="1609535" y="2422112"/>
                  <a:pt x="1600391" y="2422112"/>
                </a:cubicBezTo>
                <a:cubicBezTo>
                  <a:pt x="1591247" y="2422112"/>
                  <a:pt x="1583912" y="2429447"/>
                  <a:pt x="1583912" y="2438591"/>
                </a:cubicBezTo>
                <a:cubicBezTo>
                  <a:pt x="1583912" y="2447735"/>
                  <a:pt x="1591342" y="2455069"/>
                  <a:pt x="1600391" y="2455069"/>
                </a:cubicBezTo>
                <a:close/>
                <a:moveTo>
                  <a:pt x="1676591" y="2455259"/>
                </a:moveTo>
                <a:cubicBezTo>
                  <a:pt x="1685830" y="2455259"/>
                  <a:pt x="1693259" y="2447830"/>
                  <a:pt x="1693259" y="2438591"/>
                </a:cubicBezTo>
                <a:cubicBezTo>
                  <a:pt x="1693259" y="2429351"/>
                  <a:pt x="1685830" y="2421922"/>
                  <a:pt x="1676591" y="2421922"/>
                </a:cubicBezTo>
                <a:cubicBezTo>
                  <a:pt x="1667351" y="2421922"/>
                  <a:pt x="1659922" y="2429351"/>
                  <a:pt x="1659922" y="2438591"/>
                </a:cubicBezTo>
                <a:cubicBezTo>
                  <a:pt x="1659922" y="2447830"/>
                  <a:pt x="1667351" y="2455259"/>
                  <a:pt x="1676591" y="2455259"/>
                </a:cubicBezTo>
                <a:close/>
                <a:moveTo>
                  <a:pt x="1752791" y="2455259"/>
                </a:moveTo>
                <a:cubicBezTo>
                  <a:pt x="1762030" y="2455259"/>
                  <a:pt x="1769459" y="2447830"/>
                  <a:pt x="1769459" y="2438591"/>
                </a:cubicBezTo>
                <a:cubicBezTo>
                  <a:pt x="1769459" y="2429351"/>
                  <a:pt x="1762030" y="2421922"/>
                  <a:pt x="1752791" y="2421922"/>
                </a:cubicBezTo>
                <a:cubicBezTo>
                  <a:pt x="1743551" y="2421922"/>
                  <a:pt x="1736122" y="2429351"/>
                  <a:pt x="1736122" y="2438591"/>
                </a:cubicBezTo>
                <a:cubicBezTo>
                  <a:pt x="1736122" y="2447830"/>
                  <a:pt x="1743551" y="2455259"/>
                  <a:pt x="1752791" y="2455259"/>
                </a:cubicBezTo>
                <a:close/>
                <a:moveTo>
                  <a:pt x="1828991" y="2455259"/>
                </a:moveTo>
                <a:cubicBezTo>
                  <a:pt x="1838230" y="2455259"/>
                  <a:pt x="1845659" y="2447830"/>
                  <a:pt x="1845659" y="2438591"/>
                </a:cubicBezTo>
                <a:cubicBezTo>
                  <a:pt x="1845659" y="2429351"/>
                  <a:pt x="1838230" y="2421922"/>
                  <a:pt x="1828991" y="2421922"/>
                </a:cubicBezTo>
                <a:cubicBezTo>
                  <a:pt x="1819751" y="2421922"/>
                  <a:pt x="1812322" y="2429351"/>
                  <a:pt x="1812322" y="2438591"/>
                </a:cubicBezTo>
                <a:cubicBezTo>
                  <a:pt x="1812322" y="2447830"/>
                  <a:pt x="1819751" y="2455259"/>
                  <a:pt x="1828991" y="2455259"/>
                </a:cubicBezTo>
                <a:close/>
                <a:moveTo>
                  <a:pt x="1905191" y="2455069"/>
                </a:moveTo>
                <a:cubicBezTo>
                  <a:pt x="1914335" y="2455069"/>
                  <a:pt x="1921669" y="2447735"/>
                  <a:pt x="1921669" y="2438591"/>
                </a:cubicBezTo>
                <a:cubicBezTo>
                  <a:pt x="1921669" y="2429447"/>
                  <a:pt x="1914335" y="2422112"/>
                  <a:pt x="1905191" y="2422112"/>
                </a:cubicBezTo>
                <a:cubicBezTo>
                  <a:pt x="1896047" y="2422112"/>
                  <a:pt x="1888712" y="2429447"/>
                  <a:pt x="1888712" y="2438591"/>
                </a:cubicBezTo>
                <a:cubicBezTo>
                  <a:pt x="1888712" y="2447735"/>
                  <a:pt x="1896142" y="2455069"/>
                  <a:pt x="1905191" y="2455069"/>
                </a:cubicBezTo>
                <a:close/>
                <a:moveTo>
                  <a:pt x="1981391" y="2454688"/>
                </a:moveTo>
                <a:cubicBezTo>
                  <a:pt x="1990249" y="2454688"/>
                  <a:pt x="1997488" y="2447544"/>
                  <a:pt x="1997488" y="2438591"/>
                </a:cubicBezTo>
                <a:cubicBezTo>
                  <a:pt x="1997488" y="2429732"/>
                  <a:pt x="1990344" y="2422493"/>
                  <a:pt x="1981391" y="2422493"/>
                </a:cubicBezTo>
                <a:cubicBezTo>
                  <a:pt x="1972532" y="2422493"/>
                  <a:pt x="1965293" y="2429637"/>
                  <a:pt x="1965293" y="2438591"/>
                </a:cubicBezTo>
                <a:cubicBezTo>
                  <a:pt x="1965389" y="2447449"/>
                  <a:pt x="1972532" y="2454688"/>
                  <a:pt x="1981391" y="2454688"/>
                </a:cubicBezTo>
                <a:close/>
                <a:moveTo>
                  <a:pt x="2057591" y="2454212"/>
                </a:moveTo>
                <a:cubicBezTo>
                  <a:pt x="2066258" y="2454212"/>
                  <a:pt x="2073212" y="2447258"/>
                  <a:pt x="2073212" y="2438591"/>
                </a:cubicBezTo>
                <a:cubicBezTo>
                  <a:pt x="2073212" y="2429923"/>
                  <a:pt x="2066163" y="2422970"/>
                  <a:pt x="2057591" y="2422970"/>
                </a:cubicBezTo>
                <a:cubicBezTo>
                  <a:pt x="2049018" y="2422970"/>
                  <a:pt x="2041970" y="2430018"/>
                  <a:pt x="2041970" y="2438591"/>
                </a:cubicBezTo>
                <a:cubicBezTo>
                  <a:pt x="2041970" y="2447258"/>
                  <a:pt x="2049018" y="2454212"/>
                  <a:pt x="2057591" y="2454212"/>
                </a:cubicBezTo>
                <a:close/>
                <a:moveTo>
                  <a:pt x="2133791" y="2453831"/>
                </a:moveTo>
                <a:cubicBezTo>
                  <a:pt x="2142173" y="2453831"/>
                  <a:pt x="2149031" y="2446973"/>
                  <a:pt x="2149031" y="2438591"/>
                </a:cubicBezTo>
                <a:cubicBezTo>
                  <a:pt x="2149031" y="2430209"/>
                  <a:pt x="2142173" y="2423351"/>
                  <a:pt x="2133791" y="2423351"/>
                </a:cubicBezTo>
                <a:cubicBezTo>
                  <a:pt x="2125409" y="2423351"/>
                  <a:pt x="2118551" y="2430209"/>
                  <a:pt x="2118551" y="2438591"/>
                </a:cubicBezTo>
                <a:cubicBezTo>
                  <a:pt x="2118646" y="2446973"/>
                  <a:pt x="2125409" y="2453831"/>
                  <a:pt x="2133791" y="2453831"/>
                </a:cubicBezTo>
                <a:close/>
                <a:moveTo>
                  <a:pt x="2209991" y="2453164"/>
                </a:moveTo>
                <a:cubicBezTo>
                  <a:pt x="2218087" y="2453164"/>
                  <a:pt x="2224564" y="2446591"/>
                  <a:pt x="2224564" y="2438591"/>
                </a:cubicBezTo>
                <a:cubicBezTo>
                  <a:pt x="2224564" y="2430494"/>
                  <a:pt x="2217992" y="2424017"/>
                  <a:pt x="2209991" y="2424017"/>
                </a:cubicBezTo>
                <a:cubicBezTo>
                  <a:pt x="2201990" y="2424017"/>
                  <a:pt x="2195417" y="2430590"/>
                  <a:pt x="2195417" y="2438591"/>
                </a:cubicBezTo>
                <a:cubicBezTo>
                  <a:pt x="2195417" y="2446687"/>
                  <a:pt x="2201990" y="2453164"/>
                  <a:pt x="2209991" y="2453164"/>
                </a:cubicBezTo>
                <a:close/>
                <a:moveTo>
                  <a:pt x="2286191" y="2452592"/>
                </a:moveTo>
                <a:cubicBezTo>
                  <a:pt x="2293906" y="2452592"/>
                  <a:pt x="2300097" y="2446306"/>
                  <a:pt x="2300097" y="2438686"/>
                </a:cubicBezTo>
                <a:cubicBezTo>
                  <a:pt x="2300097" y="2430971"/>
                  <a:pt x="2293811" y="2424779"/>
                  <a:pt x="2286191" y="2424779"/>
                </a:cubicBezTo>
                <a:cubicBezTo>
                  <a:pt x="2278475" y="2424779"/>
                  <a:pt x="2272284" y="2431066"/>
                  <a:pt x="2272284" y="2438686"/>
                </a:cubicBezTo>
                <a:cubicBezTo>
                  <a:pt x="2272284" y="2446306"/>
                  <a:pt x="2278475" y="2452592"/>
                  <a:pt x="2286191" y="2452592"/>
                </a:cubicBezTo>
                <a:close/>
                <a:moveTo>
                  <a:pt x="2362391" y="2451735"/>
                </a:moveTo>
                <a:cubicBezTo>
                  <a:pt x="2369630" y="2451735"/>
                  <a:pt x="2375535" y="2445830"/>
                  <a:pt x="2375535" y="2438591"/>
                </a:cubicBezTo>
                <a:cubicBezTo>
                  <a:pt x="2375535" y="2431352"/>
                  <a:pt x="2369630" y="2425446"/>
                  <a:pt x="2362391" y="2425446"/>
                </a:cubicBezTo>
                <a:cubicBezTo>
                  <a:pt x="2355152" y="2425446"/>
                  <a:pt x="2349246" y="2431352"/>
                  <a:pt x="2349246" y="2438591"/>
                </a:cubicBezTo>
                <a:cubicBezTo>
                  <a:pt x="2349341" y="2445830"/>
                  <a:pt x="2355152" y="2451735"/>
                  <a:pt x="2362391" y="2451735"/>
                </a:cubicBezTo>
                <a:close/>
                <a:moveTo>
                  <a:pt x="2438591" y="2450878"/>
                </a:moveTo>
                <a:cubicBezTo>
                  <a:pt x="2445353" y="2450878"/>
                  <a:pt x="2450878" y="2445353"/>
                  <a:pt x="2450878" y="2438591"/>
                </a:cubicBezTo>
                <a:cubicBezTo>
                  <a:pt x="2450878" y="2431828"/>
                  <a:pt x="2445353" y="2426303"/>
                  <a:pt x="2438591" y="2426303"/>
                </a:cubicBezTo>
                <a:cubicBezTo>
                  <a:pt x="2431828" y="2426303"/>
                  <a:pt x="2426303" y="2431828"/>
                  <a:pt x="2426303" y="2438591"/>
                </a:cubicBezTo>
                <a:cubicBezTo>
                  <a:pt x="2426399" y="2445353"/>
                  <a:pt x="2431828" y="2450878"/>
                  <a:pt x="2438591" y="2450878"/>
                </a:cubicBezTo>
                <a:close/>
                <a:moveTo>
                  <a:pt x="2514791" y="2450021"/>
                </a:moveTo>
                <a:cubicBezTo>
                  <a:pt x="2521077" y="2450021"/>
                  <a:pt x="2526221" y="2444877"/>
                  <a:pt x="2526221" y="2438591"/>
                </a:cubicBezTo>
                <a:cubicBezTo>
                  <a:pt x="2526221" y="2432304"/>
                  <a:pt x="2521077" y="2427161"/>
                  <a:pt x="2514791" y="2427161"/>
                </a:cubicBezTo>
                <a:cubicBezTo>
                  <a:pt x="2508504" y="2427161"/>
                  <a:pt x="2503361" y="2432304"/>
                  <a:pt x="2503361" y="2438591"/>
                </a:cubicBezTo>
                <a:cubicBezTo>
                  <a:pt x="2503361" y="2444877"/>
                  <a:pt x="2508504" y="2450021"/>
                  <a:pt x="2514791" y="2450021"/>
                </a:cubicBezTo>
                <a:close/>
                <a:moveTo>
                  <a:pt x="2590991" y="2449163"/>
                </a:moveTo>
                <a:cubicBezTo>
                  <a:pt x="2596801" y="2449163"/>
                  <a:pt x="2601563" y="2444401"/>
                  <a:pt x="2601563" y="2438591"/>
                </a:cubicBezTo>
                <a:cubicBezTo>
                  <a:pt x="2601563" y="2432780"/>
                  <a:pt x="2596801" y="2428018"/>
                  <a:pt x="2590991" y="2428018"/>
                </a:cubicBezTo>
                <a:cubicBezTo>
                  <a:pt x="2585180" y="2428018"/>
                  <a:pt x="2580418" y="2432780"/>
                  <a:pt x="2580418" y="2438591"/>
                </a:cubicBezTo>
                <a:cubicBezTo>
                  <a:pt x="2580418" y="2444401"/>
                  <a:pt x="2585180" y="2449163"/>
                  <a:pt x="2590991" y="2449163"/>
                </a:cubicBezTo>
                <a:close/>
                <a:moveTo>
                  <a:pt x="2667191" y="2448306"/>
                </a:moveTo>
                <a:cubicBezTo>
                  <a:pt x="2672524" y="2448306"/>
                  <a:pt x="2676906" y="2443924"/>
                  <a:pt x="2676906" y="2438591"/>
                </a:cubicBezTo>
                <a:cubicBezTo>
                  <a:pt x="2676906" y="2433257"/>
                  <a:pt x="2672524" y="2428875"/>
                  <a:pt x="2667191" y="2428875"/>
                </a:cubicBezTo>
                <a:cubicBezTo>
                  <a:pt x="2661857" y="2428875"/>
                  <a:pt x="2657475" y="2433257"/>
                  <a:pt x="2657475" y="2438591"/>
                </a:cubicBezTo>
                <a:cubicBezTo>
                  <a:pt x="2657475" y="2444020"/>
                  <a:pt x="2661857" y="2448306"/>
                  <a:pt x="2667191" y="2448306"/>
                </a:cubicBezTo>
                <a:close/>
                <a:moveTo>
                  <a:pt x="2743391" y="2447258"/>
                </a:moveTo>
                <a:cubicBezTo>
                  <a:pt x="2748153" y="2447258"/>
                  <a:pt x="2752058" y="2443353"/>
                  <a:pt x="2752058" y="2438591"/>
                </a:cubicBezTo>
                <a:cubicBezTo>
                  <a:pt x="2752058" y="2433828"/>
                  <a:pt x="2748153" y="2429923"/>
                  <a:pt x="2743391" y="2429923"/>
                </a:cubicBezTo>
                <a:cubicBezTo>
                  <a:pt x="2738628" y="2429923"/>
                  <a:pt x="2734723" y="2433828"/>
                  <a:pt x="2734723" y="2438591"/>
                </a:cubicBezTo>
                <a:cubicBezTo>
                  <a:pt x="2734723" y="2443353"/>
                  <a:pt x="2738628" y="2447258"/>
                  <a:pt x="2743391" y="2447258"/>
                </a:cubicBezTo>
                <a:close/>
                <a:moveTo>
                  <a:pt x="2819591" y="2446211"/>
                </a:moveTo>
                <a:cubicBezTo>
                  <a:pt x="2823782" y="2446211"/>
                  <a:pt x="2827211" y="2442782"/>
                  <a:pt x="2827211" y="2438591"/>
                </a:cubicBezTo>
                <a:cubicBezTo>
                  <a:pt x="2827211" y="2434400"/>
                  <a:pt x="2823782" y="2430971"/>
                  <a:pt x="2819591" y="2430971"/>
                </a:cubicBezTo>
                <a:cubicBezTo>
                  <a:pt x="2815399" y="2430971"/>
                  <a:pt x="2811971" y="2434400"/>
                  <a:pt x="2811971" y="2438591"/>
                </a:cubicBezTo>
                <a:cubicBezTo>
                  <a:pt x="2811971" y="2442782"/>
                  <a:pt x="2815399" y="2446211"/>
                  <a:pt x="2819591" y="2446211"/>
                </a:cubicBezTo>
                <a:close/>
                <a:moveTo>
                  <a:pt x="2895791" y="2445353"/>
                </a:moveTo>
                <a:cubicBezTo>
                  <a:pt x="2899505" y="2445353"/>
                  <a:pt x="2902553" y="2442305"/>
                  <a:pt x="2902553" y="2438591"/>
                </a:cubicBezTo>
                <a:cubicBezTo>
                  <a:pt x="2902553" y="2434876"/>
                  <a:pt x="2899505" y="2431828"/>
                  <a:pt x="2895791" y="2431828"/>
                </a:cubicBezTo>
                <a:cubicBezTo>
                  <a:pt x="2892076" y="2431828"/>
                  <a:pt x="2889028" y="2434876"/>
                  <a:pt x="2889028" y="2438591"/>
                </a:cubicBezTo>
                <a:cubicBezTo>
                  <a:pt x="2889028" y="2442305"/>
                  <a:pt x="2892076" y="2445353"/>
                  <a:pt x="2895791" y="2445353"/>
                </a:cubicBezTo>
                <a:close/>
                <a:moveTo>
                  <a:pt x="2971991" y="2444306"/>
                </a:moveTo>
                <a:cubicBezTo>
                  <a:pt x="2975134" y="2444306"/>
                  <a:pt x="2977706" y="2441734"/>
                  <a:pt x="2977706" y="2438591"/>
                </a:cubicBezTo>
                <a:cubicBezTo>
                  <a:pt x="2977706" y="2435447"/>
                  <a:pt x="2975134" y="2432876"/>
                  <a:pt x="2971991" y="2432876"/>
                </a:cubicBezTo>
                <a:cubicBezTo>
                  <a:pt x="2968847" y="2432876"/>
                  <a:pt x="2966276" y="2435447"/>
                  <a:pt x="2966276" y="2438591"/>
                </a:cubicBezTo>
                <a:cubicBezTo>
                  <a:pt x="2966276" y="2441734"/>
                  <a:pt x="2968847" y="2444306"/>
                  <a:pt x="2971991" y="2444306"/>
                </a:cubicBezTo>
                <a:close/>
                <a:moveTo>
                  <a:pt x="3048191" y="2443258"/>
                </a:moveTo>
                <a:cubicBezTo>
                  <a:pt x="3050762" y="2443258"/>
                  <a:pt x="3052858" y="2441162"/>
                  <a:pt x="3052858" y="2438591"/>
                </a:cubicBezTo>
                <a:cubicBezTo>
                  <a:pt x="3052858" y="2436019"/>
                  <a:pt x="3050762" y="2433923"/>
                  <a:pt x="3048191" y="2433923"/>
                </a:cubicBezTo>
                <a:cubicBezTo>
                  <a:pt x="3045619" y="2433923"/>
                  <a:pt x="3043523" y="2436019"/>
                  <a:pt x="3043523" y="2438591"/>
                </a:cubicBezTo>
                <a:cubicBezTo>
                  <a:pt x="3043523" y="2441162"/>
                  <a:pt x="3045619" y="2443258"/>
                  <a:pt x="3048191" y="2443258"/>
                </a:cubicBezTo>
                <a:close/>
                <a:moveTo>
                  <a:pt x="3124391" y="2442210"/>
                </a:moveTo>
                <a:cubicBezTo>
                  <a:pt x="3126391" y="2442210"/>
                  <a:pt x="3128010" y="2440591"/>
                  <a:pt x="3128010" y="2438591"/>
                </a:cubicBezTo>
                <a:cubicBezTo>
                  <a:pt x="3128010" y="2436590"/>
                  <a:pt x="3126391" y="2434971"/>
                  <a:pt x="3124391" y="2434971"/>
                </a:cubicBezTo>
                <a:cubicBezTo>
                  <a:pt x="3122390" y="2434971"/>
                  <a:pt x="3120771" y="2436590"/>
                  <a:pt x="3120771" y="2438591"/>
                </a:cubicBezTo>
                <a:cubicBezTo>
                  <a:pt x="3120866" y="2440591"/>
                  <a:pt x="3122390" y="2442210"/>
                  <a:pt x="3124391" y="2442210"/>
                </a:cubicBezTo>
                <a:close/>
                <a:moveTo>
                  <a:pt x="3200591" y="2441162"/>
                </a:moveTo>
                <a:cubicBezTo>
                  <a:pt x="3202020" y="2441162"/>
                  <a:pt x="3203162" y="2440020"/>
                  <a:pt x="3203162" y="2438591"/>
                </a:cubicBezTo>
                <a:cubicBezTo>
                  <a:pt x="3203162" y="2437162"/>
                  <a:pt x="3202020" y="2436019"/>
                  <a:pt x="3200591" y="2436019"/>
                </a:cubicBezTo>
                <a:cubicBezTo>
                  <a:pt x="3199162" y="2436019"/>
                  <a:pt x="3198019" y="2437162"/>
                  <a:pt x="3198019" y="2438591"/>
                </a:cubicBezTo>
                <a:cubicBezTo>
                  <a:pt x="3198114" y="2440020"/>
                  <a:pt x="3199257" y="2441162"/>
                  <a:pt x="3200591" y="2441162"/>
                </a:cubicBezTo>
                <a:close/>
                <a:moveTo>
                  <a:pt x="3276791" y="2440115"/>
                </a:moveTo>
                <a:cubicBezTo>
                  <a:pt x="3277648" y="2440115"/>
                  <a:pt x="3278315" y="2439448"/>
                  <a:pt x="3278315" y="2438591"/>
                </a:cubicBezTo>
                <a:cubicBezTo>
                  <a:pt x="3278315" y="2437733"/>
                  <a:pt x="3277648" y="2437067"/>
                  <a:pt x="3276791" y="2437067"/>
                </a:cubicBezTo>
                <a:cubicBezTo>
                  <a:pt x="3275933" y="2437067"/>
                  <a:pt x="3275266" y="2437733"/>
                  <a:pt x="3275266" y="2438591"/>
                </a:cubicBezTo>
                <a:cubicBezTo>
                  <a:pt x="3275362" y="2439448"/>
                  <a:pt x="3276029" y="2440115"/>
                  <a:pt x="3276791" y="2440115"/>
                </a:cubicBezTo>
                <a:close/>
                <a:moveTo>
                  <a:pt x="3352991" y="2439067"/>
                </a:moveTo>
                <a:cubicBezTo>
                  <a:pt x="3353181" y="2439067"/>
                  <a:pt x="3353372" y="2438876"/>
                  <a:pt x="3353372" y="2438686"/>
                </a:cubicBezTo>
                <a:cubicBezTo>
                  <a:pt x="3353372" y="2438495"/>
                  <a:pt x="3353181" y="2438305"/>
                  <a:pt x="3352991" y="2438305"/>
                </a:cubicBezTo>
                <a:cubicBezTo>
                  <a:pt x="3352800" y="2438305"/>
                  <a:pt x="3352610" y="2438495"/>
                  <a:pt x="3352610" y="2438686"/>
                </a:cubicBezTo>
                <a:cubicBezTo>
                  <a:pt x="3352610" y="2438876"/>
                  <a:pt x="3352800" y="2439067"/>
                  <a:pt x="3352991" y="2439067"/>
                </a:cubicBezTo>
                <a:close/>
                <a:moveTo>
                  <a:pt x="228791" y="2515648"/>
                </a:moveTo>
                <a:cubicBezTo>
                  <a:pt x="229267" y="2515648"/>
                  <a:pt x="229648" y="2515267"/>
                  <a:pt x="229648" y="2514791"/>
                </a:cubicBezTo>
                <a:cubicBezTo>
                  <a:pt x="229648" y="2514314"/>
                  <a:pt x="229267" y="2513933"/>
                  <a:pt x="228791" y="2513933"/>
                </a:cubicBezTo>
                <a:cubicBezTo>
                  <a:pt x="228314" y="2513933"/>
                  <a:pt x="227933" y="2514314"/>
                  <a:pt x="227933" y="2514791"/>
                </a:cubicBezTo>
                <a:cubicBezTo>
                  <a:pt x="227933" y="2515267"/>
                  <a:pt x="228314" y="2515648"/>
                  <a:pt x="228791" y="2515648"/>
                </a:cubicBezTo>
                <a:close/>
                <a:moveTo>
                  <a:pt x="304991" y="2516696"/>
                </a:moveTo>
                <a:cubicBezTo>
                  <a:pt x="306038" y="2516696"/>
                  <a:pt x="306896" y="2515838"/>
                  <a:pt x="306896" y="2514791"/>
                </a:cubicBezTo>
                <a:cubicBezTo>
                  <a:pt x="306896" y="2513743"/>
                  <a:pt x="306038" y="2512886"/>
                  <a:pt x="304991" y="2512886"/>
                </a:cubicBezTo>
                <a:cubicBezTo>
                  <a:pt x="303943" y="2512886"/>
                  <a:pt x="303086" y="2513743"/>
                  <a:pt x="303086" y="2514791"/>
                </a:cubicBezTo>
                <a:cubicBezTo>
                  <a:pt x="303086" y="2515838"/>
                  <a:pt x="303943" y="2516696"/>
                  <a:pt x="304991" y="2516696"/>
                </a:cubicBezTo>
                <a:close/>
                <a:moveTo>
                  <a:pt x="381191" y="2517743"/>
                </a:moveTo>
                <a:cubicBezTo>
                  <a:pt x="382810" y="2517743"/>
                  <a:pt x="384143" y="2516410"/>
                  <a:pt x="384143" y="2514791"/>
                </a:cubicBezTo>
                <a:cubicBezTo>
                  <a:pt x="384143" y="2513171"/>
                  <a:pt x="382810" y="2511838"/>
                  <a:pt x="381191" y="2511838"/>
                </a:cubicBezTo>
                <a:cubicBezTo>
                  <a:pt x="379571" y="2511838"/>
                  <a:pt x="378238" y="2513171"/>
                  <a:pt x="378238" y="2514791"/>
                </a:cubicBezTo>
                <a:cubicBezTo>
                  <a:pt x="378238" y="2516410"/>
                  <a:pt x="379571" y="2517743"/>
                  <a:pt x="381191" y="2517743"/>
                </a:cubicBezTo>
                <a:close/>
                <a:moveTo>
                  <a:pt x="457391" y="2518791"/>
                </a:moveTo>
                <a:cubicBezTo>
                  <a:pt x="459581" y="2518791"/>
                  <a:pt x="461391" y="2516981"/>
                  <a:pt x="461391" y="2514791"/>
                </a:cubicBezTo>
                <a:cubicBezTo>
                  <a:pt x="461391" y="2512600"/>
                  <a:pt x="459581" y="2510790"/>
                  <a:pt x="457391" y="2510790"/>
                </a:cubicBezTo>
                <a:cubicBezTo>
                  <a:pt x="455200" y="2510790"/>
                  <a:pt x="453390" y="2512600"/>
                  <a:pt x="453390" y="2514791"/>
                </a:cubicBezTo>
                <a:cubicBezTo>
                  <a:pt x="453390" y="2517077"/>
                  <a:pt x="455200" y="2518791"/>
                  <a:pt x="457391" y="2518791"/>
                </a:cubicBezTo>
                <a:close/>
                <a:moveTo>
                  <a:pt x="533591" y="2519839"/>
                </a:moveTo>
                <a:cubicBezTo>
                  <a:pt x="536353" y="2519839"/>
                  <a:pt x="538639" y="2517553"/>
                  <a:pt x="538639" y="2514791"/>
                </a:cubicBezTo>
                <a:cubicBezTo>
                  <a:pt x="538639" y="2512028"/>
                  <a:pt x="536353" y="2509742"/>
                  <a:pt x="533591" y="2509742"/>
                </a:cubicBezTo>
                <a:cubicBezTo>
                  <a:pt x="530828" y="2509742"/>
                  <a:pt x="528542" y="2512028"/>
                  <a:pt x="528542" y="2514791"/>
                </a:cubicBezTo>
                <a:cubicBezTo>
                  <a:pt x="528542" y="2517648"/>
                  <a:pt x="530828" y="2519839"/>
                  <a:pt x="533591" y="2519839"/>
                </a:cubicBezTo>
                <a:close/>
                <a:moveTo>
                  <a:pt x="609790" y="2520696"/>
                </a:moveTo>
                <a:cubicBezTo>
                  <a:pt x="613029" y="2520696"/>
                  <a:pt x="615696" y="2518029"/>
                  <a:pt x="615696" y="2514791"/>
                </a:cubicBezTo>
                <a:cubicBezTo>
                  <a:pt x="615696" y="2511552"/>
                  <a:pt x="613029" y="2508885"/>
                  <a:pt x="609790" y="2508885"/>
                </a:cubicBezTo>
                <a:cubicBezTo>
                  <a:pt x="606552" y="2508885"/>
                  <a:pt x="603885" y="2511552"/>
                  <a:pt x="603885" y="2514791"/>
                </a:cubicBezTo>
                <a:cubicBezTo>
                  <a:pt x="603885" y="2518124"/>
                  <a:pt x="606552" y="2520696"/>
                  <a:pt x="609790" y="2520696"/>
                </a:cubicBezTo>
                <a:close/>
                <a:moveTo>
                  <a:pt x="685990" y="2521744"/>
                </a:moveTo>
                <a:cubicBezTo>
                  <a:pt x="689801" y="2521744"/>
                  <a:pt x="692944" y="2518601"/>
                  <a:pt x="692944" y="2514791"/>
                </a:cubicBezTo>
                <a:cubicBezTo>
                  <a:pt x="692944" y="2510981"/>
                  <a:pt x="689801" y="2507837"/>
                  <a:pt x="685990" y="2507837"/>
                </a:cubicBezTo>
                <a:cubicBezTo>
                  <a:pt x="682181" y="2507837"/>
                  <a:pt x="679037" y="2510981"/>
                  <a:pt x="679037" y="2514791"/>
                </a:cubicBezTo>
                <a:cubicBezTo>
                  <a:pt x="679037" y="2518696"/>
                  <a:pt x="682181" y="2521744"/>
                  <a:pt x="685990" y="2521744"/>
                </a:cubicBezTo>
                <a:close/>
                <a:moveTo>
                  <a:pt x="762190" y="2522601"/>
                </a:moveTo>
                <a:cubicBezTo>
                  <a:pt x="766477" y="2522601"/>
                  <a:pt x="770001" y="2519077"/>
                  <a:pt x="770001" y="2514791"/>
                </a:cubicBezTo>
                <a:cubicBezTo>
                  <a:pt x="770001" y="2510504"/>
                  <a:pt x="766477" y="2506980"/>
                  <a:pt x="762190" y="2506980"/>
                </a:cubicBezTo>
                <a:cubicBezTo>
                  <a:pt x="757904" y="2506980"/>
                  <a:pt x="754380" y="2510504"/>
                  <a:pt x="754380" y="2514791"/>
                </a:cubicBezTo>
                <a:cubicBezTo>
                  <a:pt x="754380" y="2519172"/>
                  <a:pt x="757904" y="2522601"/>
                  <a:pt x="762190" y="2522601"/>
                </a:cubicBezTo>
                <a:close/>
                <a:moveTo>
                  <a:pt x="838390" y="2523649"/>
                </a:moveTo>
                <a:cubicBezTo>
                  <a:pt x="843248" y="2523649"/>
                  <a:pt x="847249" y="2519648"/>
                  <a:pt x="847249" y="2514791"/>
                </a:cubicBezTo>
                <a:cubicBezTo>
                  <a:pt x="847249" y="2509933"/>
                  <a:pt x="843248" y="2505932"/>
                  <a:pt x="838390" y="2505932"/>
                </a:cubicBezTo>
                <a:cubicBezTo>
                  <a:pt x="833533" y="2505932"/>
                  <a:pt x="829532" y="2509933"/>
                  <a:pt x="829532" y="2514791"/>
                </a:cubicBezTo>
                <a:cubicBezTo>
                  <a:pt x="829532" y="2519744"/>
                  <a:pt x="833533" y="2523649"/>
                  <a:pt x="838390" y="2523649"/>
                </a:cubicBezTo>
                <a:close/>
                <a:moveTo>
                  <a:pt x="914590" y="2524506"/>
                </a:moveTo>
                <a:cubicBezTo>
                  <a:pt x="919925" y="2524506"/>
                  <a:pt x="924306" y="2520124"/>
                  <a:pt x="924306" y="2514791"/>
                </a:cubicBezTo>
                <a:cubicBezTo>
                  <a:pt x="924306" y="2509457"/>
                  <a:pt x="920020" y="2505075"/>
                  <a:pt x="914590" y="2505075"/>
                </a:cubicBezTo>
                <a:cubicBezTo>
                  <a:pt x="909161" y="2505075"/>
                  <a:pt x="904875" y="2509457"/>
                  <a:pt x="904875" y="2514791"/>
                </a:cubicBezTo>
                <a:cubicBezTo>
                  <a:pt x="904875" y="2520124"/>
                  <a:pt x="909257" y="2524506"/>
                  <a:pt x="914590" y="2524506"/>
                </a:cubicBezTo>
                <a:close/>
                <a:moveTo>
                  <a:pt x="990790" y="2525363"/>
                </a:moveTo>
                <a:cubicBezTo>
                  <a:pt x="996601" y="2525363"/>
                  <a:pt x="1001363" y="2520601"/>
                  <a:pt x="1001363" y="2514791"/>
                </a:cubicBezTo>
                <a:cubicBezTo>
                  <a:pt x="1001363" y="2508980"/>
                  <a:pt x="996601" y="2504218"/>
                  <a:pt x="990790" y="2504218"/>
                </a:cubicBezTo>
                <a:cubicBezTo>
                  <a:pt x="984980" y="2504218"/>
                  <a:pt x="980218" y="2508980"/>
                  <a:pt x="980218" y="2514791"/>
                </a:cubicBezTo>
                <a:cubicBezTo>
                  <a:pt x="980218" y="2520601"/>
                  <a:pt x="984980" y="2525363"/>
                  <a:pt x="990790" y="2525363"/>
                </a:cubicBezTo>
                <a:close/>
                <a:moveTo>
                  <a:pt x="1066991" y="2526221"/>
                </a:moveTo>
                <a:cubicBezTo>
                  <a:pt x="1073277" y="2526221"/>
                  <a:pt x="1078421" y="2521077"/>
                  <a:pt x="1078421" y="2514791"/>
                </a:cubicBezTo>
                <a:cubicBezTo>
                  <a:pt x="1078421" y="2508504"/>
                  <a:pt x="1073277" y="2503361"/>
                  <a:pt x="1066991" y="2503361"/>
                </a:cubicBezTo>
                <a:cubicBezTo>
                  <a:pt x="1060704" y="2503361"/>
                  <a:pt x="1055561" y="2508504"/>
                  <a:pt x="1055561" y="2514791"/>
                </a:cubicBezTo>
                <a:cubicBezTo>
                  <a:pt x="1055561" y="2521077"/>
                  <a:pt x="1060704" y="2526221"/>
                  <a:pt x="1066991" y="2526221"/>
                </a:cubicBezTo>
                <a:close/>
                <a:moveTo>
                  <a:pt x="1143191" y="2527078"/>
                </a:moveTo>
                <a:cubicBezTo>
                  <a:pt x="1149953" y="2527078"/>
                  <a:pt x="1155478" y="2521553"/>
                  <a:pt x="1155478" y="2514791"/>
                </a:cubicBezTo>
                <a:cubicBezTo>
                  <a:pt x="1155478" y="2508028"/>
                  <a:pt x="1149953" y="2502503"/>
                  <a:pt x="1143191" y="2502503"/>
                </a:cubicBezTo>
                <a:cubicBezTo>
                  <a:pt x="1136428" y="2502503"/>
                  <a:pt x="1130903" y="2508028"/>
                  <a:pt x="1130903" y="2514791"/>
                </a:cubicBezTo>
                <a:cubicBezTo>
                  <a:pt x="1130999" y="2521553"/>
                  <a:pt x="1136428" y="2527078"/>
                  <a:pt x="1143191" y="2527078"/>
                </a:cubicBezTo>
                <a:close/>
                <a:moveTo>
                  <a:pt x="1219391" y="2527745"/>
                </a:moveTo>
                <a:cubicBezTo>
                  <a:pt x="1226534" y="2527745"/>
                  <a:pt x="1232249" y="2521934"/>
                  <a:pt x="1232249" y="2514886"/>
                </a:cubicBezTo>
                <a:cubicBezTo>
                  <a:pt x="1232249" y="2507742"/>
                  <a:pt x="1226439" y="2502027"/>
                  <a:pt x="1219391" y="2502027"/>
                </a:cubicBezTo>
                <a:cubicBezTo>
                  <a:pt x="1212247" y="2502027"/>
                  <a:pt x="1206532" y="2507837"/>
                  <a:pt x="1206532" y="2514886"/>
                </a:cubicBezTo>
                <a:cubicBezTo>
                  <a:pt x="1206532" y="2521934"/>
                  <a:pt x="1212247" y="2527745"/>
                  <a:pt x="1219391" y="2527745"/>
                </a:cubicBezTo>
                <a:close/>
                <a:moveTo>
                  <a:pt x="1295591" y="2528316"/>
                </a:moveTo>
                <a:cubicBezTo>
                  <a:pt x="1303020" y="2528316"/>
                  <a:pt x="1309116" y="2522220"/>
                  <a:pt x="1309116" y="2514791"/>
                </a:cubicBezTo>
                <a:cubicBezTo>
                  <a:pt x="1309116" y="2507361"/>
                  <a:pt x="1303020" y="2501265"/>
                  <a:pt x="1295591" y="2501265"/>
                </a:cubicBezTo>
                <a:cubicBezTo>
                  <a:pt x="1288161" y="2501265"/>
                  <a:pt x="1282065" y="2507361"/>
                  <a:pt x="1282065" y="2514791"/>
                </a:cubicBezTo>
                <a:cubicBezTo>
                  <a:pt x="1282065" y="2522315"/>
                  <a:pt x="1288161" y="2528316"/>
                  <a:pt x="1295591" y="2528316"/>
                </a:cubicBezTo>
                <a:close/>
                <a:moveTo>
                  <a:pt x="1371791" y="2528983"/>
                </a:moveTo>
                <a:cubicBezTo>
                  <a:pt x="1379601" y="2528983"/>
                  <a:pt x="1385983" y="2522601"/>
                  <a:pt x="1385983" y="2514791"/>
                </a:cubicBezTo>
                <a:cubicBezTo>
                  <a:pt x="1385983" y="2506980"/>
                  <a:pt x="1379601" y="2500598"/>
                  <a:pt x="1371791" y="2500598"/>
                </a:cubicBezTo>
                <a:cubicBezTo>
                  <a:pt x="1363980" y="2500598"/>
                  <a:pt x="1357598" y="2506980"/>
                  <a:pt x="1357598" y="2514791"/>
                </a:cubicBezTo>
                <a:cubicBezTo>
                  <a:pt x="1357693" y="2522601"/>
                  <a:pt x="1363980" y="2528983"/>
                  <a:pt x="1371791" y="2528983"/>
                </a:cubicBezTo>
                <a:close/>
                <a:moveTo>
                  <a:pt x="1447991" y="2529364"/>
                </a:moveTo>
                <a:cubicBezTo>
                  <a:pt x="1456087" y="2529364"/>
                  <a:pt x="1462564" y="2522791"/>
                  <a:pt x="1462564" y="2514791"/>
                </a:cubicBezTo>
                <a:cubicBezTo>
                  <a:pt x="1462564" y="2506695"/>
                  <a:pt x="1455992" y="2500217"/>
                  <a:pt x="1447991" y="2500217"/>
                </a:cubicBezTo>
                <a:cubicBezTo>
                  <a:pt x="1439989" y="2500217"/>
                  <a:pt x="1433417" y="2506790"/>
                  <a:pt x="1433417" y="2514791"/>
                </a:cubicBezTo>
                <a:cubicBezTo>
                  <a:pt x="1433417" y="2522887"/>
                  <a:pt x="1439989" y="2529364"/>
                  <a:pt x="1447991" y="2529364"/>
                </a:cubicBezTo>
                <a:close/>
                <a:moveTo>
                  <a:pt x="1524191" y="2529840"/>
                </a:moveTo>
                <a:cubicBezTo>
                  <a:pt x="1532477" y="2529840"/>
                  <a:pt x="1539145" y="2523078"/>
                  <a:pt x="1539145" y="2514791"/>
                </a:cubicBezTo>
                <a:cubicBezTo>
                  <a:pt x="1539145" y="2506504"/>
                  <a:pt x="1532382" y="2499741"/>
                  <a:pt x="1524191" y="2499741"/>
                </a:cubicBezTo>
                <a:cubicBezTo>
                  <a:pt x="1515999" y="2499741"/>
                  <a:pt x="1509141" y="2506504"/>
                  <a:pt x="1509141" y="2514791"/>
                </a:cubicBezTo>
                <a:cubicBezTo>
                  <a:pt x="1509236" y="2523078"/>
                  <a:pt x="1515904" y="2529840"/>
                  <a:pt x="1524191" y="2529840"/>
                </a:cubicBezTo>
                <a:close/>
                <a:moveTo>
                  <a:pt x="1600391" y="2530031"/>
                </a:moveTo>
                <a:cubicBezTo>
                  <a:pt x="1608773" y="2530031"/>
                  <a:pt x="1615631" y="2523173"/>
                  <a:pt x="1615631" y="2514791"/>
                </a:cubicBezTo>
                <a:cubicBezTo>
                  <a:pt x="1615631" y="2506409"/>
                  <a:pt x="1608773" y="2499551"/>
                  <a:pt x="1600391" y="2499551"/>
                </a:cubicBezTo>
                <a:cubicBezTo>
                  <a:pt x="1592009" y="2499551"/>
                  <a:pt x="1585151" y="2506409"/>
                  <a:pt x="1585151" y="2514791"/>
                </a:cubicBezTo>
                <a:cubicBezTo>
                  <a:pt x="1585246" y="2523173"/>
                  <a:pt x="1592009" y="2530031"/>
                  <a:pt x="1600391" y="2530031"/>
                </a:cubicBezTo>
                <a:close/>
                <a:moveTo>
                  <a:pt x="1676591" y="2530221"/>
                </a:moveTo>
                <a:cubicBezTo>
                  <a:pt x="1685068" y="2530221"/>
                  <a:pt x="1692021" y="2523268"/>
                  <a:pt x="1692021" y="2514791"/>
                </a:cubicBezTo>
                <a:cubicBezTo>
                  <a:pt x="1692021" y="2506313"/>
                  <a:pt x="1685068" y="2499360"/>
                  <a:pt x="1676591" y="2499360"/>
                </a:cubicBezTo>
                <a:cubicBezTo>
                  <a:pt x="1668113" y="2499360"/>
                  <a:pt x="1661160" y="2506313"/>
                  <a:pt x="1661160" y="2514791"/>
                </a:cubicBezTo>
                <a:cubicBezTo>
                  <a:pt x="1661160" y="2523363"/>
                  <a:pt x="1668113" y="2530221"/>
                  <a:pt x="1676591" y="2530221"/>
                </a:cubicBezTo>
                <a:close/>
                <a:moveTo>
                  <a:pt x="1752791" y="2530221"/>
                </a:moveTo>
                <a:cubicBezTo>
                  <a:pt x="1761268" y="2530221"/>
                  <a:pt x="1768221" y="2523268"/>
                  <a:pt x="1768221" y="2514791"/>
                </a:cubicBezTo>
                <a:cubicBezTo>
                  <a:pt x="1768221" y="2506313"/>
                  <a:pt x="1761268" y="2499360"/>
                  <a:pt x="1752791" y="2499360"/>
                </a:cubicBezTo>
                <a:cubicBezTo>
                  <a:pt x="1744313" y="2499360"/>
                  <a:pt x="1737360" y="2506313"/>
                  <a:pt x="1737360" y="2514791"/>
                </a:cubicBezTo>
                <a:cubicBezTo>
                  <a:pt x="1737360" y="2523363"/>
                  <a:pt x="1744313" y="2530221"/>
                  <a:pt x="1752791" y="2530221"/>
                </a:cubicBezTo>
                <a:close/>
                <a:moveTo>
                  <a:pt x="1828991" y="2530221"/>
                </a:moveTo>
                <a:cubicBezTo>
                  <a:pt x="1837468" y="2530221"/>
                  <a:pt x="1844421" y="2523268"/>
                  <a:pt x="1844421" y="2514791"/>
                </a:cubicBezTo>
                <a:cubicBezTo>
                  <a:pt x="1844421" y="2506313"/>
                  <a:pt x="1837468" y="2499360"/>
                  <a:pt x="1828991" y="2499360"/>
                </a:cubicBezTo>
                <a:cubicBezTo>
                  <a:pt x="1820513" y="2499360"/>
                  <a:pt x="1813560" y="2506313"/>
                  <a:pt x="1813560" y="2514791"/>
                </a:cubicBezTo>
                <a:cubicBezTo>
                  <a:pt x="1813560" y="2523363"/>
                  <a:pt x="1820513" y="2530221"/>
                  <a:pt x="1828991" y="2530221"/>
                </a:cubicBezTo>
                <a:close/>
                <a:moveTo>
                  <a:pt x="1905191" y="2530031"/>
                </a:moveTo>
                <a:cubicBezTo>
                  <a:pt x="1913573" y="2530031"/>
                  <a:pt x="1920431" y="2523173"/>
                  <a:pt x="1920431" y="2514791"/>
                </a:cubicBezTo>
                <a:cubicBezTo>
                  <a:pt x="1920431" y="2506409"/>
                  <a:pt x="1913573" y="2499551"/>
                  <a:pt x="1905191" y="2499551"/>
                </a:cubicBezTo>
                <a:cubicBezTo>
                  <a:pt x="1896809" y="2499551"/>
                  <a:pt x="1889951" y="2506409"/>
                  <a:pt x="1889951" y="2514791"/>
                </a:cubicBezTo>
                <a:cubicBezTo>
                  <a:pt x="1890046" y="2523173"/>
                  <a:pt x="1896809" y="2530031"/>
                  <a:pt x="1905191" y="2530031"/>
                </a:cubicBezTo>
                <a:close/>
                <a:moveTo>
                  <a:pt x="1981391" y="2529840"/>
                </a:moveTo>
                <a:cubicBezTo>
                  <a:pt x="1989677" y="2529840"/>
                  <a:pt x="1996345" y="2523078"/>
                  <a:pt x="1996345" y="2514791"/>
                </a:cubicBezTo>
                <a:cubicBezTo>
                  <a:pt x="1996345" y="2506504"/>
                  <a:pt x="1989582" y="2499741"/>
                  <a:pt x="1981391" y="2499741"/>
                </a:cubicBezTo>
                <a:cubicBezTo>
                  <a:pt x="1973199" y="2499741"/>
                  <a:pt x="1966341" y="2506504"/>
                  <a:pt x="1966341" y="2514791"/>
                </a:cubicBezTo>
                <a:cubicBezTo>
                  <a:pt x="1966436" y="2523078"/>
                  <a:pt x="1973104" y="2529840"/>
                  <a:pt x="1981391" y="2529840"/>
                </a:cubicBezTo>
                <a:close/>
                <a:moveTo>
                  <a:pt x="2057591" y="2529364"/>
                </a:moveTo>
                <a:cubicBezTo>
                  <a:pt x="2065687" y="2529364"/>
                  <a:pt x="2072164" y="2522791"/>
                  <a:pt x="2072164" y="2514791"/>
                </a:cubicBezTo>
                <a:cubicBezTo>
                  <a:pt x="2072164" y="2506695"/>
                  <a:pt x="2065592" y="2500217"/>
                  <a:pt x="2057591" y="2500217"/>
                </a:cubicBezTo>
                <a:cubicBezTo>
                  <a:pt x="2049589" y="2500217"/>
                  <a:pt x="2043017" y="2506790"/>
                  <a:pt x="2043017" y="2514791"/>
                </a:cubicBezTo>
                <a:cubicBezTo>
                  <a:pt x="2043017" y="2522887"/>
                  <a:pt x="2049589" y="2529364"/>
                  <a:pt x="2057591" y="2529364"/>
                </a:cubicBezTo>
                <a:close/>
                <a:moveTo>
                  <a:pt x="2133791" y="2528983"/>
                </a:moveTo>
                <a:cubicBezTo>
                  <a:pt x="2141601" y="2528983"/>
                  <a:pt x="2147983" y="2522601"/>
                  <a:pt x="2147983" y="2514791"/>
                </a:cubicBezTo>
                <a:cubicBezTo>
                  <a:pt x="2147983" y="2506980"/>
                  <a:pt x="2141601" y="2500598"/>
                  <a:pt x="2133791" y="2500598"/>
                </a:cubicBezTo>
                <a:cubicBezTo>
                  <a:pt x="2125980" y="2500598"/>
                  <a:pt x="2119598" y="2506980"/>
                  <a:pt x="2119598" y="2514791"/>
                </a:cubicBezTo>
                <a:cubicBezTo>
                  <a:pt x="2119694" y="2522601"/>
                  <a:pt x="2125980" y="2528983"/>
                  <a:pt x="2133791" y="2528983"/>
                </a:cubicBezTo>
                <a:close/>
                <a:moveTo>
                  <a:pt x="2209991" y="2528316"/>
                </a:moveTo>
                <a:cubicBezTo>
                  <a:pt x="2217420" y="2528316"/>
                  <a:pt x="2223516" y="2522220"/>
                  <a:pt x="2223516" y="2514791"/>
                </a:cubicBezTo>
                <a:cubicBezTo>
                  <a:pt x="2223516" y="2507361"/>
                  <a:pt x="2217420" y="2501265"/>
                  <a:pt x="2209991" y="2501265"/>
                </a:cubicBezTo>
                <a:cubicBezTo>
                  <a:pt x="2202561" y="2501265"/>
                  <a:pt x="2196465" y="2507361"/>
                  <a:pt x="2196465" y="2514791"/>
                </a:cubicBezTo>
                <a:cubicBezTo>
                  <a:pt x="2196465" y="2522315"/>
                  <a:pt x="2202561" y="2528316"/>
                  <a:pt x="2209991" y="2528316"/>
                </a:cubicBezTo>
                <a:close/>
                <a:moveTo>
                  <a:pt x="2286191" y="2527745"/>
                </a:moveTo>
                <a:cubicBezTo>
                  <a:pt x="2293334" y="2527745"/>
                  <a:pt x="2299049" y="2521934"/>
                  <a:pt x="2299049" y="2514886"/>
                </a:cubicBezTo>
                <a:cubicBezTo>
                  <a:pt x="2299049" y="2507742"/>
                  <a:pt x="2293239" y="2502027"/>
                  <a:pt x="2286191" y="2502027"/>
                </a:cubicBezTo>
                <a:cubicBezTo>
                  <a:pt x="2279047" y="2502027"/>
                  <a:pt x="2273332" y="2507837"/>
                  <a:pt x="2273332" y="2514886"/>
                </a:cubicBezTo>
                <a:cubicBezTo>
                  <a:pt x="2273332" y="2521934"/>
                  <a:pt x="2279047" y="2527745"/>
                  <a:pt x="2286191" y="2527745"/>
                </a:cubicBezTo>
                <a:close/>
                <a:moveTo>
                  <a:pt x="2362391" y="2527078"/>
                </a:moveTo>
                <a:cubicBezTo>
                  <a:pt x="2369153" y="2527078"/>
                  <a:pt x="2374678" y="2521553"/>
                  <a:pt x="2374678" y="2514791"/>
                </a:cubicBezTo>
                <a:cubicBezTo>
                  <a:pt x="2374678" y="2508028"/>
                  <a:pt x="2369153" y="2502503"/>
                  <a:pt x="2362391" y="2502503"/>
                </a:cubicBezTo>
                <a:cubicBezTo>
                  <a:pt x="2355628" y="2502503"/>
                  <a:pt x="2350103" y="2508028"/>
                  <a:pt x="2350103" y="2514791"/>
                </a:cubicBezTo>
                <a:cubicBezTo>
                  <a:pt x="2350199" y="2521553"/>
                  <a:pt x="2355628" y="2527078"/>
                  <a:pt x="2362391" y="2527078"/>
                </a:cubicBezTo>
                <a:close/>
                <a:moveTo>
                  <a:pt x="2438591" y="2526221"/>
                </a:moveTo>
                <a:cubicBezTo>
                  <a:pt x="2444877" y="2526221"/>
                  <a:pt x="2450021" y="2521077"/>
                  <a:pt x="2450021" y="2514791"/>
                </a:cubicBezTo>
                <a:cubicBezTo>
                  <a:pt x="2450021" y="2508504"/>
                  <a:pt x="2444877" y="2503361"/>
                  <a:pt x="2438591" y="2503361"/>
                </a:cubicBezTo>
                <a:cubicBezTo>
                  <a:pt x="2432304" y="2503361"/>
                  <a:pt x="2427161" y="2508504"/>
                  <a:pt x="2427161" y="2514791"/>
                </a:cubicBezTo>
                <a:cubicBezTo>
                  <a:pt x="2427161" y="2521077"/>
                  <a:pt x="2432304" y="2526221"/>
                  <a:pt x="2438591" y="2526221"/>
                </a:cubicBezTo>
                <a:close/>
                <a:moveTo>
                  <a:pt x="2514791" y="2525363"/>
                </a:moveTo>
                <a:cubicBezTo>
                  <a:pt x="2520601" y="2525363"/>
                  <a:pt x="2525363" y="2520601"/>
                  <a:pt x="2525363" y="2514791"/>
                </a:cubicBezTo>
                <a:cubicBezTo>
                  <a:pt x="2525363" y="2508980"/>
                  <a:pt x="2520601" y="2504218"/>
                  <a:pt x="2514791" y="2504218"/>
                </a:cubicBezTo>
                <a:cubicBezTo>
                  <a:pt x="2508980" y="2504218"/>
                  <a:pt x="2504218" y="2508980"/>
                  <a:pt x="2504218" y="2514791"/>
                </a:cubicBezTo>
                <a:cubicBezTo>
                  <a:pt x="2504218" y="2520601"/>
                  <a:pt x="2508980" y="2525363"/>
                  <a:pt x="2514791" y="2525363"/>
                </a:cubicBezTo>
                <a:close/>
                <a:moveTo>
                  <a:pt x="2590991" y="2524697"/>
                </a:moveTo>
                <a:cubicBezTo>
                  <a:pt x="2596515" y="2524697"/>
                  <a:pt x="2600897" y="2520220"/>
                  <a:pt x="2600897" y="2514791"/>
                </a:cubicBezTo>
                <a:cubicBezTo>
                  <a:pt x="2600897" y="2509266"/>
                  <a:pt x="2596420" y="2504885"/>
                  <a:pt x="2590991" y="2504885"/>
                </a:cubicBezTo>
                <a:cubicBezTo>
                  <a:pt x="2585466" y="2504885"/>
                  <a:pt x="2581085" y="2509361"/>
                  <a:pt x="2581085" y="2514791"/>
                </a:cubicBezTo>
                <a:cubicBezTo>
                  <a:pt x="2581085" y="2520315"/>
                  <a:pt x="2585561" y="2524697"/>
                  <a:pt x="2590991" y="2524697"/>
                </a:cubicBezTo>
                <a:close/>
                <a:moveTo>
                  <a:pt x="2667191" y="2523649"/>
                </a:moveTo>
                <a:cubicBezTo>
                  <a:pt x="2672048" y="2523649"/>
                  <a:pt x="2676049" y="2519648"/>
                  <a:pt x="2676049" y="2514791"/>
                </a:cubicBezTo>
                <a:cubicBezTo>
                  <a:pt x="2676049" y="2509933"/>
                  <a:pt x="2672048" y="2505932"/>
                  <a:pt x="2667191" y="2505932"/>
                </a:cubicBezTo>
                <a:cubicBezTo>
                  <a:pt x="2662333" y="2505932"/>
                  <a:pt x="2658332" y="2509933"/>
                  <a:pt x="2658332" y="2514791"/>
                </a:cubicBezTo>
                <a:cubicBezTo>
                  <a:pt x="2658332" y="2519744"/>
                  <a:pt x="2662333" y="2523649"/>
                  <a:pt x="2667191" y="2523649"/>
                </a:cubicBezTo>
                <a:close/>
                <a:moveTo>
                  <a:pt x="2743391" y="2522887"/>
                </a:moveTo>
                <a:cubicBezTo>
                  <a:pt x="2747867" y="2522887"/>
                  <a:pt x="2751391" y="2519267"/>
                  <a:pt x="2751391" y="2514886"/>
                </a:cubicBezTo>
                <a:cubicBezTo>
                  <a:pt x="2751391" y="2510409"/>
                  <a:pt x="2747772" y="2506885"/>
                  <a:pt x="2743391" y="2506885"/>
                </a:cubicBezTo>
                <a:cubicBezTo>
                  <a:pt x="2738914" y="2506885"/>
                  <a:pt x="2735390" y="2510504"/>
                  <a:pt x="2735390" y="2514886"/>
                </a:cubicBezTo>
                <a:cubicBezTo>
                  <a:pt x="2735390" y="2519267"/>
                  <a:pt x="2739009" y="2522887"/>
                  <a:pt x="2743391" y="2522887"/>
                </a:cubicBezTo>
                <a:close/>
                <a:moveTo>
                  <a:pt x="2819591" y="2521744"/>
                </a:moveTo>
                <a:cubicBezTo>
                  <a:pt x="2823401" y="2521744"/>
                  <a:pt x="2826544" y="2518601"/>
                  <a:pt x="2826544" y="2514791"/>
                </a:cubicBezTo>
                <a:cubicBezTo>
                  <a:pt x="2826544" y="2510981"/>
                  <a:pt x="2823401" y="2507837"/>
                  <a:pt x="2819591" y="2507837"/>
                </a:cubicBezTo>
                <a:cubicBezTo>
                  <a:pt x="2815781" y="2507837"/>
                  <a:pt x="2812637" y="2510981"/>
                  <a:pt x="2812637" y="2514791"/>
                </a:cubicBezTo>
                <a:cubicBezTo>
                  <a:pt x="2812637" y="2518696"/>
                  <a:pt x="2815781" y="2521744"/>
                  <a:pt x="2819591" y="2521744"/>
                </a:cubicBezTo>
                <a:close/>
                <a:moveTo>
                  <a:pt x="2895791" y="2520982"/>
                </a:moveTo>
                <a:cubicBezTo>
                  <a:pt x="2899220" y="2520982"/>
                  <a:pt x="2901887" y="2518220"/>
                  <a:pt x="2901887" y="2514886"/>
                </a:cubicBezTo>
                <a:cubicBezTo>
                  <a:pt x="2901887" y="2511457"/>
                  <a:pt x="2899124" y="2508790"/>
                  <a:pt x="2895791" y="2508790"/>
                </a:cubicBezTo>
                <a:cubicBezTo>
                  <a:pt x="2892362" y="2508790"/>
                  <a:pt x="2889695" y="2511552"/>
                  <a:pt x="2889695" y="2514886"/>
                </a:cubicBezTo>
                <a:cubicBezTo>
                  <a:pt x="2889695" y="2518220"/>
                  <a:pt x="2892457" y="2520982"/>
                  <a:pt x="2895791" y="2520982"/>
                </a:cubicBezTo>
                <a:close/>
                <a:moveTo>
                  <a:pt x="2971991" y="2519839"/>
                </a:moveTo>
                <a:cubicBezTo>
                  <a:pt x="2974753" y="2519839"/>
                  <a:pt x="2977039" y="2517553"/>
                  <a:pt x="2977039" y="2514791"/>
                </a:cubicBezTo>
                <a:cubicBezTo>
                  <a:pt x="2977039" y="2512028"/>
                  <a:pt x="2974753" y="2509742"/>
                  <a:pt x="2971991" y="2509742"/>
                </a:cubicBezTo>
                <a:cubicBezTo>
                  <a:pt x="2969228" y="2509742"/>
                  <a:pt x="2966942" y="2512028"/>
                  <a:pt x="2966942" y="2514791"/>
                </a:cubicBezTo>
                <a:cubicBezTo>
                  <a:pt x="2966942" y="2517648"/>
                  <a:pt x="2969228" y="2519839"/>
                  <a:pt x="2971991" y="2519839"/>
                </a:cubicBezTo>
                <a:close/>
                <a:moveTo>
                  <a:pt x="3048191" y="2518791"/>
                </a:moveTo>
                <a:cubicBezTo>
                  <a:pt x="3050381" y="2518791"/>
                  <a:pt x="3052191" y="2516981"/>
                  <a:pt x="3052191" y="2514791"/>
                </a:cubicBezTo>
                <a:cubicBezTo>
                  <a:pt x="3052191" y="2512600"/>
                  <a:pt x="3050381" y="2510790"/>
                  <a:pt x="3048191" y="2510790"/>
                </a:cubicBezTo>
                <a:cubicBezTo>
                  <a:pt x="3046000" y="2510790"/>
                  <a:pt x="3044190" y="2512600"/>
                  <a:pt x="3044190" y="2514791"/>
                </a:cubicBezTo>
                <a:cubicBezTo>
                  <a:pt x="3044190" y="2517077"/>
                  <a:pt x="3046000" y="2518791"/>
                  <a:pt x="3048191" y="2518791"/>
                </a:cubicBezTo>
                <a:close/>
                <a:moveTo>
                  <a:pt x="3124391" y="2517934"/>
                </a:moveTo>
                <a:cubicBezTo>
                  <a:pt x="3126105" y="2517934"/>
                  <a:pt x="3127534" y="2516505"/>
                  <a:pt x="3127534" y="2514791"/>
                </a:cubicBezTo>
                <a:cubicBezTo>
                  <a:pt x="3127534" y="2513076"/>
                  <a:pt x="3126105" y="2511647"/>
                  <a:pt x="3124391" y="2511647"/>
                </a:cubicBezTo>
                <a:cubicBezTo>
                  <a:pt x="3122676" y="2511647"/>
                  <a:pt x="3121247" y="2513076"/>
                  <a:pt x="3121247" y="2514791"/>
                </a:cubicBezTo>
                <a:cubicBezTo>
                  <a:pt x="3121247" y="2516600"/>
                  <a:pt x="3122676" y="2517934"/>
                  <a:pt x="3124391" y="2517934"/>
                </a:cubicBezTo>
                <a:close/>
                <a:moveTo>
                  <a:pt x="3200591" y="2516886"/>
                </a:moveTo>
                <a:cubicBezTo>
                  <a:pt x="3201734" y="2516886"/>
                  <a:pt x="3202686" y="2515934"/>
                  <a:pt x="3202686" y="2514791"/>
                </a:cubicBezTo>
                <a:cubicBezTo>
                  <a:pt x="3202686" y="2513648"/>
                  <a:pt x="3201734" y="2512695"/>
                  <a:pt x="3200591" y="2512695"/>
                </a:cubicBezTo>
                <a:cubicBezTo>
                  <a:pt x="3199448" y="2512695"/>
                  <a:pt x="3198495" y="2513648"/>
                  <a:pt x="3198495" y="2514791"/>
                </a:cubicBezTo>
                <a:cubicBezTo>
                  <a:pt x="3198495" y="2515934"/>
                  <a:pt x="3199448" y="2516886"/>
                  <a:pt x="3200591" y="2516886"/>
                </a:cubicBezTo>
                <a:close/>
                <a:moveTo>
                  <a:pt x="3276791" y="2515838"/>
                </a:moveTo>
                <a:cubicBezTo>
                  <a:pt x="3277362" y="2515838"/>
                  <a:pt x="3277838" y="2515362"/>
                  <a:pt x="3277838" y="2514791"/>
                </a:cubicBezTo>
                <a:cubicBezTo>
                  <a:pt x="3277838" y="2514219"/>
                  <a:pt x="3277362" y="2513743"/>
                  <a:pt x="3276791" y="2513743"/>
                </a:cubicBezTo>
                <a:cubicBezTo>
                  <a:pt x="3276219" y="2513743"/>
                  <a:pt x="3275743" y="2514219"/>
                  <a:pt x="3275743" y="2514791"/>
                </a:cubicBezTo>
                <a:cubicBezTo>
                  <a:pt x="3275743" y="2515362"/>
                  <a:pt x="3276219" y="2515838"/>
                  <a:pt x="3276791" y="2515838"/>
                </a:cubicBezTo>
                <a:close/>
                <a:moveTo>
                  <a:pt x="3352991" y="2514981"/>
                </a:moveTo>
                <a:cubicBezTo>
                  <a:pt x="3353086" y="2514981"/>
                  <a:pt x="3353181" y="2514886"/>
                  <a:pt x="3353181" y="2514791"/>
                </a:cubicBezTo>
                <a:cubicBezTo>
                  <a:pt x="3353181" y="2514695"/>
                  <a:pt x="3353086" y="2514600"/>
                  <a:pt x="3352991" y="2514600"/>
                </a:cubicBezTo>
                <a:cubicBezTo>
                  <a:pt x="3352895" y="2514600"/>
                  <a:pt x="3352800" y="2514695"/>
                  <a:pt x="3352800" y="2514791"/>
                </a:cubicBezTo>
                <a:cubicBezTo>
                  <a:pt x="3352800" y="2514886"/>
                  <a:pt x="3352895" y="2514981"/>
                  <a:pt x="3352991" y="2514981"/>
                </a:cubicBezTo>
                <a:close/>
                <a:moveTo>
                  <a:pt x="228791" y="2591467"/>
                </a:moveTo>
                <a:cubicBezTo>
                  <a:pt x="228981" y="2591467"/>
                  <a:pt x="229172" y="2591276"/>
                  <a:pt x="229172" y="2591086"/>
                </a:cubicBezTo>
                <a:cubicBezTo>
                  <a:pt x="229172" y="2590895"/>
                  <a:pt x="228981" y="2590705"/>
                  <a:pt x="228791" y="2590705"/>
                </a:cubicBezTo>
                <a:cubicBezTo>
                  <a:pt x="228600" y="2590705"/>
                  <a:pt x="228410" y="2590895"/>
                  <a:pt x="228410" y="2591086"/>
                </a:cubicBezTo>
                <a:cubicBezTo>
                  <a:pt x="228410" y="2591276"/>
                  <a:pt x="228600" y="2591467"/>
                  <a:pt x="228791" y="2591467"/>
                </a:cubicBezTo>
                <a:close/>
                <a:moveTo>
                  <a:pt x="304991" y="2592324"/>
                </a:moveTo>
                <a:cubicBezTo>
                  <a:pt x="305657" y="2592324"/>
                  <a:pt x="306229" y="2591753"/>
                  <a:pt x="306229" y="2591086"/>
                </a:cubicBezTo>
                <a:cubicBezTo>
                  <a:pt x="306229" y="2590419"/>
                  <a:pt x="305657" y="2589848"/>
                  <a:pt x="304991" y="2589848"/>
                </a:cubicBezTo>
                <a:cubicBezTo>
                  <a:pt x="304324" y="2589848"/>
                  <a:pt x="303752" y="2590419"/>
                  <a:pt x="303752" y="2591086"/>
                </a:cubicBezTo>
                <a:cubicBezTo>
                  <a:pt x="303752" y="2591753"/>
                  <a:pt x="304324" y="2592324"/>
                  <a:pt x="304991" y="2592324"/>
                </a:cubicBezTo>
                <a:close/>
                <a:moveTo>
                  <a:pt x="381191" y="2593372"/>
                </a:moveTo>
                <a:cubicBezTo>
                  <a:pt x="382429" y="2593372"/>
                  <a:pt x="383476" y="2592324"/>
                  <a:pt x="383476" y="2591086"/>
                </a:cubicBezTo>
                <a:cubicBezTo>
                  <a:pt x="383476" y="2589848"/>
                  <a:pt x="382429" y="2588800"/>
                  <a:pt x="381191" y="2588800"/>
                </a:cubicBezTo>
                <a:cubicBezTo>
                  <a:pt x="379952" y="2588800"/>
                  <a:pt x="378905" y="2589848"/>
                  <a:pt x="378905" y="2591086"/>
                </a:cubicBezTo>
                <a:cubicBezTo>
                  <a:pt x="378905" y="2592324"/>
                  <a:pt x="379952" y="2593372"/>
                  <a:pt x="381191" y="2593372"/>
                </a:cubicBezTo>
                <a:close/>
                <a:moveTo>
                  <a:pt x="457391" y="2594420"/>
                </a:moveTo>
                <a:cubicBezTo>
                  <a:pt x="459296" y="2594420"/>
                  <a:pt x="460724" y="2592896"/>
                  <a:pt x="460724" y="2591086"/>
                </a:cubicBezTo>
                <a:cubicBezTo>
                  <a:pt x="460724" y="2589181"/>
                  <a:pt x="459200" y="2587752"/>
                  <a:pt x="457391" y="2587752"/>
                </a:cubicBezTo>
                <a:cubicBezTo>
                  <a:pt x="455486" y="2587752"/>
                  <a:pt x="453962" y="2589276"/>
                  <a:pt x="453962" y="2591086"/>
                </a:cubicBezTo>
                <a:cubicBezTo>
                  <a:pt x="454057" y="2592896"/>
                  <a:pt x="455581" y="2594420"/>
                  <a:pt x="457391" y="2594420"/>
                </a:cubicBezTo>
                <a:close/>
                <a:moveTo>
                  <a:pt x="533591" y="2595467"/>
                </a:moveTo>
                <a:cubicBezTo>
                  <a:pt x="536067" y="2595467"/>
                  <a:pt x="538067" y="2593467"/>
                  <a:pt x="538067" y="2590991"/>
                </a:cubicBezTo>
                <a:cubicBezTo>
                  <a:pt x="538067" y="2588514"/>
                  <a:pt x="536067" y="2586514"/>
                  <a:pt x="533591" y="2586514"/>
                </a:cubicBezTo>
                <a:cubicBezTo>
                  <a:pt x="531114" y="2586514"/>
                  <a:pt x="529114" y="2588514"/>
                  <a:pt x="529114" y="2590991"/>
                </a:cubicBezTo>
                <a:cubicBezTo>
                  <a:pt x="529209" y="2593467"/>
                  <a:pt x="531114" y="2595467"/>
                  <a:pt x="533591" y="2595467"/>
                </a:cubicBezTo>
                <a:close/>
                <a:moveTo>
                  <a:pt x="609790" y="2596324"/>
                </a:moveTo>
                <a:cubicBezTo>
                  <a:pt x="612743" y="2596324"/>
                  <a:pt x="615029" y="2593943"/>
                  <a:pt x="615029" y="2591086"/>
                </a:cubicBezTo>
                <a:cubicBezTo>
                  <a:pt x="615029" y="2588133"/>
                  <a:pt x="612648" y="2585847"/>
                  <a:pt x="609790" y="2585847"/>
                </a:cubicBezTo>
                <a:cubicBezTo>
                  <a:pt x="606838" y="2585847"/>
                  <a:pt x="604552" y="2588228"/>
                  <a:pt x="604552" y="2591086"/>
                </a:cubicBezTo>
                <a:cubicBezTo>
                  <a:pt x="604552" y="2593943"/>
                  <a:pt x="606933" y="2596324"/>
                  <a:pt x="609790" y="2596324"/>
                </a:cubicBezTo>
                <a:close/>
                <a:moveTo>
                  <a:pt x="685990" y="2597182"/>
                </a:moveTo>
                <a:cubicBezTo>
                  <a:pt x="689420" y="2597182"/>
                  <a:pt x="692087" y="2594420"/>
                  <a:pt x="692087" y="2591086"/>
                </a:cubicBezTo>
                <a:cubicBezTo>
                  <a:pt x="692087" y="2587657"/>
                  <a:pt x="689324" y="2584990"/>
                  <a:pt x="685990" y="2584990"/>
                </a:cubicBezTo>
                <a:cubicBezTo>
                  <a:pt x="682657" y="2584990"/>
                  <a:pt x="679895" y="2587752"/>
                  <a:pt x="679895" y="2591086"/>
                </a:cubicBezTo>
                <a:cubicBezTo>
                  <a:pt x="679895" y="2594420"/>
                  <a:pt x="682657" y="2597182"/>
                  <a:pt x="685990" y="2597182"/>
                </a:cubicBezTo>
                <a:close/>
                <a:moveTo>
                  <a:pt x="762190" y="2598230"/>
                </a:moveTo>
                <a:cubicBezTo>
                  <a:pt x="766191" y="2598230"/>
                  <a:pt x="769334" y="2594991"/>
                  <a:pt x="769334" y="2591086"/>
                </a:cubicBezTo>
                <a:cubicBezTo>
                  <a:pt x="769334" y="2587085"/>
                  <a:pt x="766096" y="2583942"/>
                  <a:pt x="762190" y="2583942"/>
                </a:cubicBezTo>
                <a:cubicBezTo>
                  <a:pt x="758190" y="2583942"/>
                  <a:pt x="755047" y="2587181"/>
                  <a:pt x="755047" y="2591086"/>
                </a:cubicBezTo>
                <a:cubicBezTo>
                  <a:pt x="755047" y="2594991"/>
                  <a:pt x="758285" y="2598230"/>
                  <a:pt x="762190" y="2598230"/>
                </a:cubicBezTo>
                <a:close/>
                <a:moveTo>
                  <a:pt x="838390" y="2599087"/>
                </a:moveTo>
                <a:cubicBezTo>
                  <a:pt x="842867" y="2599087"/>
                  <a:pt x="846392" y="2595467"/>
                  <a:pt x="846392" y="2591086"/>
                </a:cubicBezTo>
                <a:cubicBezTo>
                  <a:pt x="846392" y="2586609"/>
                  <a:pt x="842772" y="2583085"/>
                  <a:pt x="838390" y="2583085"/>
                </a:cubicBezTo>
                <a:cubicBezTo>
                  <a:pt x="833914" y="2583085"/>
                  <a:pt x="830390" y="2586704"/>
                  <a:pt x="830390" y="2591086"/>
                </a:cubicBezTo>
                <a:cubicBezTo>
                  <a:pt x="830390" y="2595467"/>
                  <a:pt x="834009" y="2599087"/>
                  <a:pt x="838390" y="2599087"/>
                </a:cubicBezTo>
                <a:close/>
                <a:moveTo>
                  <a:pt x="914590" y="2599849"/>
                </a:moveTo>
                <a:cubicBezTo>
                  <a:pt x="919448" y="2599849"/>
                  <a:pt x="923449" y="2595848"/>
                  <a:pt x="923449" y="2590991"/>
                </a:cubicBezTo>
                <a:cubicBezTo>
                  <a:pt x="923449" y="2586133"/>
                  <a:pt x="919448" y="2582132"/>
                  <a:pt x="914590" y="2582132"/>
                </a:cubicBezTo>
                <a:cubicBezTo>
                  <a:pt x="909733" y="2582132"/>
                  <a:pt x="905732" y="2586133"/>
                  <a:pt x="905732" y="2590991"/>
                </a:cubicBezTo>
                <a:cubicBezTo>
                  <a:pt x="905732" y="2595944"/>
                  <a:pt x="909733" y="2599849"/>
                  <a:pt x="914590" y="2599849"/>
                </a:cubicBezTo>
                <a:close/>
                <a:moveTo>
                  <a:pt x="990790" y="2600706"/>
                </a:moveTo>
                <a:cubicBezTo>
                  <a:pt x="996125" y="2600706"/>
                  <a:pt x="1000506" y="2596324"/>
                  <a:pt x="1000506" y="2590991"/>
                </a:cubicBezTo>
                <a:cubicBezTo>
                  <a:pt x="1000506" y="2585657"/>
                  <a:pt x="996125" y="2581275"/>
                  <a:pt x="990790" y="2581275"/>
                </a:cubicBezTo>
                <a:cubicBezTo>
                  <a:pt x="985457" y="2581275"/>
                  <a:pt x="981075" y="2585657"/>
                  <a:pt x="981075" y="2590991"/>
                </a:cubicBezTo>
                <a:cubicBezTo>
                  <a:pt x="981075" y="2596324"/>
                  <a:pt x="985457" y="2600706"/>
                  <a:pt x="990790" y="2600706"/>
                </a:cubicBezTo>
                <a:close/>
                <a:moveTo>
                  <a:pt x="1066991" y="2601563"/>
                </a:moveTo>
                <a:cubicBezTo>
                  <a:pt x="1072801" y="2601563"/>
                  <a:pt x="1077563" y="2596801"/>
                  <a:pt x="1077563" y="2590991"/>
                </a:cubicBezTo>
                <a:cubicBezTo>
                  <a:pt x="1077563" y="2585180"/>
                  <a:pt x="1072801" y="2580418"/>
                  <a:pt x="1066991" y="2580418"/>
                </a:cubicBezTo>
                <a:cubicBezTo>
                  <a:pt x="1061180" y="2580418"/>
                  <a:pt x="1056418" y="2585180"/>
                  <a:pt x="1056418" y="2590991"/>
                </a:cubicBezTo>
                <a:cubicBezTo>
                  <a:pt x="1056418" y="2596801"/>
                  <a:pt x="1061180" y="2601563"/>
                  <a:pt x="1066991" y="2601563"/>
                </a:cubicBezTo>
                <a:close/>
                <a:moveTo>
                  <a:pt x="1143191" y="2602230"/>
                </a:moveTo>
                <a:cubicBezTo>
                  <a:pt x="1149382" y="2602230"/>
                  <a:pt x="1154430" y="2597182"/>
                  <a:pt x="1154430" y="2590991"/>
                </a:cubicBezTo>
                <a:cubicBezTo>
                  <a:pt x="1154430" y="2584799"/>
                  <a:pt x="1149382" y="2579751"/>
                  <a:pt x="1143191" y="2579751"/>
                </a:cubicBezTo>
                <a:cubicBezTo>
                  <a:pt x="1136999" y="2579751"/>
                  <a:pt x="1131951" y="2584799"/>
                  <a:pt x="1131951" y="2590991"/>
                </a:cubicBezTo>
                <a:cubicBezTo>
                  <a:pt x="1132046" y="2597182"/>
                  <a:pt x="1136999" y="2602230"/>
                  <a:pt x="1143191" y="2602230"/>
                </a:cubicBezTo>
                <a:close/>
                <a:moveTo>
                  <a:pt x="1219391" y="2602802"/>
                </a:moveTo>
                <a:cubicBezTo>
                  <a:pt x="1225963" y="2602802"/>
                  <a:pt x="1231202" y="2597468"/>
                  <a:pt x="1231202" y="2590991"/>
                </a:cubicBezTo>
                <a:cubicBezTo>
                  <a:pt x="1231202" y="2584418"/>
                  <a:pt x="1225868" y="2579180"/>
                  <a:pt x="1219391" y="2579180"/>
                </a:cubicBezTo>
                <a:cubicBezTo>
                  <a:pt x="1212818" y="2579180"/>
                  <a:pt x="1207580" y="2584514"/>
                  <a:pt x="1207580" y="2590991"/>
                </a:cubicBezTo>
                <a:cubicBezTo>
                  <a:pt x="1207580" y="2597563"/>
                  <a:pt x="1212914" y="2602802"/>
                  <a:pt x="1219391" y="2602802"/>
                </a:cubicBezTo>
                <a:close/>
                <a:moveTo>
                  <a:pt x="1295591" y="2603468"/>
                </a:moveTo>
                <a:cubicBezTo>
                  <a:pt x="1302449" y="2603468"/>
                  <a:pt x="1308068" y="2597849"/>
                  <a:pt x="1308068" y="2590991"/>
                </a:cubicBezTo>
                <a:cubicBezTo>
                  <a:pt x="1308068" y="2584133"/>
                  <a:pt x="1302449" y="2578513"/>
                  <a:pt x="1295591" y="2578513"/>
                </a:cubicBezTo>
                <a:cubicBezTo>
                  <a:pt x="1288733" y="2578513"/>
                  <a:pt x="1283113" y="2584133"/>
                  <a:pt x="1283113" y="2590991"/>
                </a:cubicBezTo>
                <a:cubicBezTo>
                  <a:pt x="1283113" y="2597849"/>
                  <a:pt x="1288733" y="2603468"/>
                  <a:pt x="1295591" y="2603468"/>
                </a:cubicBezTo>
                <a:close/>
                <a:moveTo>
                  <a:pt x="1371791" y="2604135"/>
                </a:moveTo>
                <a:cubicBezTo>
                  <a:pt x="1379030" y="2604135"/>
                  <a:pt x="1384935" y="2598230"/>
                  <a:pt x="1384935" y="2590991"/>
                </a:cubicBezTo>
                <a:cubicBezTo>
                  <a:pt x="1384935" y="2583752"/>
                  <a:pt x="1379030" y="2577846"/>
                  <a:pt x="1371791" y="2577846"/>
                </a:cubicBezTo>
                <a:cubicBezTo>
                  <a:pt x="1364552" y="2577846"/>
                  <a:pt x="1358646" y="2583752"/>
                  <a:pt x="1358646" y="2590991"/>
                </a:cubicBezTo>
                <a:cubicBezTo>
                  <a:pt x="1358741" y="2598230"/>
                  <a:pt x="1364552" y="2604135"/>
                  <a:pt x="1371791" y="2604135"/>
                </a:cubicBezTo>
                <a:close/>
                <a:moveTo>
                  <a:pt x="1447991" y="2604516"/>
                </a:moveTo>
                <a:cubicBezTo>
                  <a:pt x="1455420" y="2604516"/>
                  <a:pt x="1461516" y="2598420"/>
                  <a:pt x="1461516" y="2590991"/>
                </a:cubicBezTo>
                <a:cubicBezTo>
                  <a:pt x="1461516" y="2583561"/>
                  <a:pt x="1455420" y="2577465"/>
                  <a:pt x="1447991" y="2577465"/>
                </a:cubicBezTo>
                <a:cubicBezTo>
                  <a:pt x="1440561" y="2577465"/>
                  <a:pt x="1434465" y="2583561"/>
                  <a:pt x="1434465" y="2590991"/>
                </a:cubicBezTo>
                <a:cubicBezTo>
                  <a:pt x="1434465" y="2598515"/>
                  <a:pt x="1440561" y="2604516"/>
                  <a:pt x="1447991" y="2604516"/>
                </a:cubicBezTo>
                <a:close/>
                <a:moveTo>
                  <a:pt x="1524191" y="2604707"/>
                </a:moveTo>
                <a:cubicBezTo>
                  <a:pt x="1531811" y="2604707"/>
                  <a:pt x="1537907" y="2598515"/>
                  <a:pt x="1537907" y="2590991"/>
                </a:cubicBezTo>
                <a:cubicBezTo>
                  <a:pt x="1537907" y="2583371"/>
                  <a:pt x="1531715" y="2577274"/>
                  <a:pt x="1524191" y="2577274"/>
                </a:cubicBezTo>
                <a:cubicBezTo>
                  <a:pt x="1516571" y="2577274"/>
                  <a:pt x="1510475" y="2583466"/>
                  <a:pt x="1510475" y="2590991"/>
                </a:cubicBezTo>
                <a:cubicBezTo>
                  <a:pt x="1510475" y="2598611"/>
                  <a:pt x="1516666" y="2604707"/>
                  <a:pt x="1524191" y="2604707"/>
                </a:cubicBezTo>
                <a:close/>
                <a:moveTo>
                  <a:pt x="1600391" y="2605183"/>
                </a:moveTo>
                <a:cubicBezTo>
                  <a:pt x="1608201" y="2605183"/>
                  <a:pt x="1614583" y="2598801"/>
                  <a:pt x="1614583" y="2590991"/>
                </a:cubicBezTo>
                <a:cubicBezTo>
                  <a:pt x="1614583" y="2583180"/>
                  <a:pt x="1608201" y="2576798"/>
                  <a:pt x="1600391" y="2576798"/>
                </a:cubicBezTo>
                <a:cubicBezTo>
                  <a:pt x="1592580" y="2576798"/>
                  <a:pt x="1586198" y="2583180"/>
                  <a:pt x="1586198" y="2590991"/>
                </a:cubicBezTo>
                <a:cubicBezTo>
                  <a:pt x="1586293" y="2598801"/>
                  <a:pt x="1592580" y="2605183"/>
                  <a:pt x="1600391" y="2605183"/>
                </a:cubicBezTo>
                <a:close/>
                <a:moveTo>
                  <a:pt x="1676591" y="2605373"/>
                </a:moveTo>
                <a:cubicBezTo>
                  <a:pt x="1684496" y="2605373"/>
                  <a:pt x="1690973" y="2598896"/>
                  <a:pt x="1690973" y="2590991"/>
                </a:cubicBezTo>
                <a:cubicBezTo>
                  <a:pt x="1690973" y="2583085"/>
                  <a:pt x="1684496" y="2576608"/>
                  <a:pt x="1676591" y="2576608"/>
                </a:cubicBezTo>
                <a:cubicBezTo>
                  <a:pt x="1668685" y="2576608"/>
                  <a:pt x="1662208" y="2583085"/>
                  <a:pt x="1662208" y="2590991"/>
                </a:cubicBezTo>
                <a:cubicBezTo>
                  <a:pt x="1662208" y="2598896"/>
                  <a:pt x="1668685" y="2605373"/>
                  <a:pt x="1676591" y="2605373"/>
                </a:cubicBezTo>
                <a:close/>
                <a:moveTo>
                  <a:pt x="1752791" y="2605373"/>
                </a:moveTo>
                <a:cubicBezTo>
                  <a:pt x="1760696" y="2605373"/>
                  <a:pt x="1767173" y="2598896"/>
                  <a:pt x="1767173" y="2590991"/>
                </a:cubicBezTo>
                <a:cubicBezTo>
                  <a:pt x="1767173" y="2583085"/>
                  <a:pt x="1760696" y="2576608"/>
                  <a:pt x="1752791" y="2576608"/>
                </a:cubicBezTo>
                <a:cubicBezTo>
                  <a:pt x="1744885" y="2576608"/>
                  <a:pt x="1738408" y="2583085"/>
                  <a:pt x="1738408" y="2590991"/>
                </a:cubicBezTo>
                <a:cubicBezTo>
                  <a:pt x="1738408" y="2598896"/>
                  <a:pt x="1744885" y="2605373"/>
                  <a:pt x="1752791" y="2605373"/>
                </a:cubicBezTo>
                <a:close/>
                <a:moveTo>
                  <a:pt x="1828991" y="2605373"/>
                </a:moveTo>
                <a:cubicBezTo>
                  <a:pt x="1836896" y="2605373"/>
                  <a:pt x="1843373" y="2598896"/>
                  <a:pt x="1843373" y="2590991"/>
                </a:cubicBezTo>
                <a:cubicBezTo>
                  <a:pt x="1843373" y="2583085"/>
                  <a:pt x="1836896" y="2576608"/>
                  <a:pt x="1828991" y="2576608"/>
                </a:cubicBezTo>
                <a:cubicBezTo>
                  <a:pt x="1821085" y="2576608"/>
                  <a:pt x="1814608" y="2583085"/>
                  <a:pt x="1814608" y="2590991"/>
                </a:cubicBezTo>
                <a:cubicBezTo>
                  <a:pt x="1814608" y="2598896"/>
                  <a:pt x="1821085" y="2605373"/>
                  <a:pt x="1828991" y="2605373"/>
                </a:cubicBezTo>
                <a:close/>
                <a:moveTo>
                  <a:pt x="1905191" y="2605183"/>
                </a:moveTo>
                <a:cubicBezTo>
                  <a:pt x="1913001" y="2605183"/>
                  <a:pt x="1919383" y="2598801"/>
                  <a:pt x="1919383" y="2590991"/>
                </a:cubicBezTo>
                <a:cubicBezTo>
                  <a:pt x="1919383" y="2583180"/>
                  <a:pt x="1913001" y="2576798"/>
                  <a:pt x="1905191" y="2576798"/>
                </a:cubicBezTo>
                <a:cubicBezTo>
                  <a:pt x="1897380" y="2576798"/>
                  <a:pt x="1890998" y="2583180"/>
                  <a:pt x="1890998" y="2590991"/>
                </a:cubicBezTo>
                <a:cubicBezTo>
                  <a:pt x="1891093" y="2598801"/>
                  <a:pt x="1897380" y="2605183"/>
                  <a:pt x="1905191" y="2605183"/>
                </a:cubicBezTo>
                <a:close/>
                <a:moveTo>
                  <a:pt x="1981391" y="2604992"/>
                </a:moveTo>
                <a:cubicBezTo>
                  <a:pt x="1989106" y="2604992"/>
                  <a:pt x="1995297" y="2598706"/>
                  <a:pt x="1995297" y="2591086"/>
                </a:cubicBezTo>
                <a:cubicBezTo>
                  <a:pt x="1995297" y="2583371"/>
                  <a:pt x="1989011" y="2577179"/>
                  <a:pt x="1981391" y="2577179"/>
                </a:cubicBezTo>
                <a:cubicBezTo>
                  <a:pt x="1973675" y="2577179"/>
                  <a:pt x="1967484" y="2583466"/>
                  <a:pt x="1967484" y="2591086"/>
                </a:cubicBezTo>
                <a:cubicBezTo>
                  <a:pt x="1967484" y="2598706"/>
                  <a:pt x="1973675" y="2604992"/>
                  <a:pt x="1981391" y="2604992"/>
                </a:cubicBezTo>
                <a:close/>
                <a:moveTo>
                  <a:pt x="2057591" y="2604516"/>
                </a:moveTo>
                <a:cubicBezTo>
                  <a:pt x="2065020" y="2604516"/>
                  <a:pt x="2071116" y="2598420"/>
                  <a:pt x="2071116" y="2590991"/>
                </a:cubicBezTo>
                <a:cubicBezTo>
                  <a:pt x="2071116" y="2583561"/>
                  <a:pt x="2065020" y="2577465"/>
                  <a:pt x="2057591" y="2577465"/>
                </a:cubicBezTo>
                <a:cubicBezTo>
                  <a:pt x="2050161" y="2577465"/>
                  <a:pt x="2044065" y="2583561"/>
                  <a:pt x="2044065" y="2590991"/>
                </a:cubicBezTo>
                <a:cubicBezTo>
                  <a:pt x="2044065" y="2598515"/>
                  <a:pt x="2050161" y="2604516"/>
                  <a:pt x="2057591" y="2604516"/>
                </a:cubicBezTo>
                <a:close/>
                <a:moveTo>
                  <a:pt x="2133791" y="2604135"/>
                </a:moveTo>
                <a:cubicBezTo>
                  <a:pt x="2141030" y="2604135"/>
                  <a:pt x="2146935" y="2598230"/>
                  <a:pt x="2146935" y="2590991"/>
                </a:cubicBezTo>
                <a:cubicBezTo>
                  <a:pt x="2146935" y="2583752"/>
                  <a:pt x="2141030" y="2577846"/>
                  <a:pt x="2133791" y="2577846"/>
                </a:cubicBezTo>
                <a:cubicBezTo>
                  <a:pt x="2126552" y="2577846"/>
                  <a:pt x="2120646" y="2583752"/>
                  <a:pt x="2120646" y="2590991"/>
                </a:cubicBezTo>
                <a:cubicBezTo>
                  <a:pt x="2120741" y="2598230"/>
                  <a:pt x="2126552" y="2604135"/>
                  <a:pt x="2133791" y="2604135"/>
                </a:cubicBezTo>
                <a:close/>
                <a:moveTo>
                  <a:pt x="2209991" y="2603659"/>
                </a:moveTo>
                <a:cubicBezTo>
                  <a:pt x="2217039" y="2603659"/>
                  <a:pt x="2222659" y="2597944"/>
                  <a:pt x="2222659" y="2590991"/>
                </a:cubicBezTo>
                <a:cubicBezTo>
                  <a:pt x="2222659" y="2583942"/>
                  <a:pt x="2216944" y="2578322"/>
                  <a:pt x="2209991" y="2578322"/>
                </a:cubicBezTo>
                <a:cubicBezTo>
                  <a:pt x="2202942" y="2578322"/>
                  <a:pt x="2197322" y="2584037"/>
                  <a:pt x="2197322" y="2590991"/>
                </a:cubicBezTo>
                <a:cubicBezTo>
                  <a:pt x="2197322" y="2598039"/>
                  <a:pt x="2203037" y="2603659"/>
                  <a:pt x="2209991" y="2603659"/>
                </a:cubicBezTo>
                <a:close/>
                <a:moveTo>
                  <a:pt x="2286191" y="2603087"/>
                </a:moveTo>
                <a:cubicBezTo>
                  <a:pt x="2292858" y="2603087"/>
                  <a:pt x="2298192" y="2597658"/>
                  <a:pt x="2298192" y="2591086"/>
                </a:cubicBezTo>
                <a:cubicBezTo>
                  <a:pt x="2298192" y="2584418"/>
                  <a:pt x="2292763" y="2579084"/>
                  <a:pt x="2286191" y="2579084"/>
                </a:cubicBezTo>
                <a:cubicBezTo>
                  <a:pt x="2279523" y="2579084"/>
                  <a:pt x="2274189" y="2584514"/>
                  <a:pt x="2274189" y="2591086"/>
                </a:cubicBezTo>
                <a:cubicBezTo>
                  <a:pt x="2274189" y="2597658"/>
                  <a:pt x="2279523" y="2603087"/>
                  <a:pt x="2286191" y="2603087"/>
                </a:cubicBezTo>
                <a:close/>
                <a:moveTo>
                  <a:pt x="2362391" y="2602421"/>
                </a:moveTo>
                <a:cubicBezTo>
                  <a:pt x="2368677" y="2602421"/>
                  <a:pt x="2373821" y="2597277"/>
                  <a:pt x="2373821" y="2590991"/>
                </a:cubicBezTo>
                <a:cubicBezTo>
                  <a:pt x="2373821" y="2584704"/>
                  <a:pt x="2368677" y="2579561"/>
                  <a:pt x="2362391" y="2579561"/>
                </a:cubicBezTo>
                <a:cubicBezTo>
                  <a:pt x="2356104" y="2579561"/>
                  <a:pt x="2350961" y="2584704"/>
                  <a:pt x="2350961" y="2590991"/>
                </a:cubicBezTo>
                <a:cubicBezTo>
                  <a:pt x="2350961" y="2597277"/>
                  <a:pt x="2356104" y="2602421"/>
                  <a:pt x="2362391" y="2602421"/>
                </a:cubicBezTo>
                <a:close/>
                <a:moveTo>
                  <a:pt x="2438591" y="2601563"/>
                </a:moveTo>
                <a:cubicBezTo>
                  <a:pt x="2444401" y="2601563"/>
                  <a:pt x="2449163" y="2596801"/>
                  <a:pt x="2449163" y="2590991"/>
                </a:cubicBezTo>
                <a:cubicBezTo>
                  <a:pt x="2449163" y="2585180"/>
                  <a:pt x="2444401" y="2580418"/>
                  <a:pt x="2438591" y="2580418"/>
                </a:cubicBezTo>
                <a:cubicBezTo>
                  <a:pt x="2432780" y="2580418"/>
                  <a:pt x="2428018" y="2585180"/>
                  <a:pt x="2428018" y="2590991"/>
                </a:cubicBezTo>
                <a:cubicBezTo>
                  <a:pt x="2428018" y="2596801"/>
                  <a:pt x="2432780" y="2601563"/>
                  <a:pt x="2438591" y="2601563"/>
                </a:cubicBezTo>
                <a:close/>
                <a:moveTo>
                  <a:pt x="2514791" y="2600897"/>
                </a:moveTo>
                <a:cubicBezTo>
                  <a:pt x="2520315" y="2600897"/>
                  <a:pt x="2524697" y="2596420"/>
                  <a:pt x="2524697" y="2590991"/>
                </a:cubicBezTo>
                <a:cubicBezTo>
                  <a:pt x="2524697" y="2585466"/>
                  <a:pt x="2520220" y="2581085"/>
                  <a:pt x="2514791" y="2581085"/>
                </a:cubicBezTo>
                <a:cubicBezTo>
                  <a:pt x="2509266" y="2581085"/>
                  <a:pt x="2504885" y="2585561"/>
                  <a:pt x="2504885" y="2590991"/>
                </a:cubicBezTo>
                <a:cubicBezTo>
                  <a:pt x="2504885" y="2596515"/>
                  <a:pt x="2509361" y="2600897"/>
                  <a:pt x="2514791" y="2600897"/>
                </a:cubicBezTo>
                <a:close/>
                <a:moveTo>
                  <a:pt x="2590991" y="2600135"/>
                </a:moveTo>
                <a:cubicBezTo>
                  <a:pt x="2596039" y="2600135"/>
                  <a:pt x="2600039" y="2596039"/>
                  <a:pt x="2600039" y="2591086"/>
                </a:cubicBezTo>
                <a:cubicBezTo>
                  <a:pt x="2600039" y="2586038"/>
                  <a:pt x="2595944" y="2582037"/>
                  <a:pt x="2590991" y="2582037"/>
                </a:cubicBezTo>
                <a:cubicBezTo>
                  <a:pt x="2585942" y="2582037"/>
                  <a:pt x="2581942" y="2586133"/>
                  <a:pt x="2581942" y="2591086"/>
                </a:cubicBezTo>
                <a:cubicBezTo>
                  <a:pt x="2581942" y="2596039"/>
                  <a:pt x="2586038" y="2600135"/>
                  <a:pt x="2590991" y="2600135"/>
                </a:cubicBezTo>
                <a:close/>
                <a:moveTo>
                  <a:pt x="2667191" y="2599087"/>
                </a:moveTo>
                <a:cubicBezTo>
                  <a:pt x="2671667" y="2599087"/>
                  <a:pt x="2675191" y="2595467"/>
                  <a:pt x="2675191" y="2591086"/>
                </a:cubicBezTo>
                <a:cubicBezTo>
                  <a:pt x="2675191" y="2586609"/>
                  <a:pt x="2671572" y="2583085"/>
                  <a:pt x="2667191" y="2583085"/>
                </a:cubicBezTo>
                <a:cubicBezTo>
                  <a:pt x="2662714" y="2583085"/>
                  <a:pt x="2659190" y="2586704"/>
                  <a:pt x="2659190" y="2591086"/>
                </a:cubicBezTo>
                <a:cubicBezTo>
                  <a:pt x="2659190" y="2595467"/>
                  <a:pt x="2662809" y="2599087"/>
                  <a:pt x="2667191" y="2599087"/>
                </a:cubicBezTo>
                <a:close/>
                <a:moveTo>
                  <a:pt x="2743391" y="2598230"/>
                </a:moveTo>
                <a:cubicBezTo>
                  <a:pt x="2747391" y="2598230"/>
                  <a:pt x="2750534" y="2594991"/>
                  <a:pt x="2750534" y="2591086"/>
                </a:cubicBezTo>
                <a:cubicBezTo>
                  <a:pt x="2750534" y="2587085"/>
                  <a:pt x="2747296" y="2583942"/>
                  <a:pt x="2743391" y="2583942"/>
                </a:cubicBezTo>
                <a:cubicBezTo>
                  <a:pt x="2739390" y="2583942"/>
                  <a:pt x="2736247" y="2587181"/>
                  <a:pt x="2736247" y="2591086"/>
                </a:cubicBezTo>
                <a:cubicBezTo>
                  <a:pt x="2736247" y="2594991"/>
                  <a:pt x="2739485" y="2598230"/>
                  <a:pt x="2743391" y="2598230"/>
                </a:cubicBezTo>
                <a:close/>
                <a:moveTo>
                  <a:pt x="2819591" y="2597372"/>
                </a:moveTo>
                <a:cubicBezTo>
                  <a:pt x="2823115" y="2597372"/>
                  <a:pt x="2825972" y="2594515"/>
                  <a:pt x="2825972" y="2590991"/>
                </a:cubicBezTo>
                <a:cubicBezTo>
                  <a:pt x="2825972" y="2587466"/>
                  <a:pt x="2823115" y="2584609"/>
                  <a:pt x="2819591" y="2584609"/>
                </a:cubicBezTo>
                <a:cubicBezTo>
                  <a:pt x="2816066" y="2584609"/>
                  <a:pt x="2813209" y="2587466"/>
                  <a:pt x="2813209" y="2590991"/>
                </a:cubicBezTo>
                <a:cubicBezTo>
                  <a:pt x="2813304" y="2594515"/>
                  <a:pt x="2816066" y="2597372"/>
                  <a:pt x="2819591" y="2597372"/>
                </a:cubicBezTo>
                <a:close/>
                <a:moveTo>
                  <a:pt x="2895791" y="2596324"/>
                </a:moveTo>
                <a:cubicBezTo>
                  <a:pt x="2898743" y="2596324"/>
                  <a:pt x="2901029" y="2593943"/>
                  <a:pt x="2901029" y="2591086"/>
                </a:cubicBezTo>
                <a:cubicBezTo>
                  <a:pt x="2901029" y="2588133"/>
                  <a:pt x="2898648" y="2585847"/>
                  <a:pt x="2895791" y="2585847"/>
                </a:cubicBezTo>
                <a:cubicBezTo>
                  <a:pt x="2892838" y="2585847"/>
                  <a:pt x="2890552" y="2588228"/>
                  <a:pt x="2890552" y="2591086"/>
                </a:cubicBezTo>
                <a:cubicBezTo>
                  <a:pt x="2890552" y="2593943"/>
                  <a:pt x="2892933" y="2596324"/>
                  <a:pt x="2895791" y="2596324"/>
                </a:cubicBezTo>
                <a:close/>
                <a:moveTo>
                  <a:pt x="2971991" y="2595467"/>
                </a:moveTo>
                <a:cubicBezTo>
                  <a:pt x="2974467" y="2595467"/>
                  <a:pt x="2976467" y="2593467"/>
                  <a:pt x="2976467" y="2590991"/>
                </a:cubicBezTo>
                <a:cubicBezTo>
                  <a:pt x="2976467" y="2588514"/>
                  <a:pt x="2974467" y="2586514"/>
                  <a:pt x="2971991" y="2586514"/>
                </a:cubicBezTo>
                <a:cubicBezTo>
                  <a:pt x="2969514" y="2586514"/>
                  <a:pt x="2967514" y="2588514"/>
                  <a:pt x="2967514" y="2590991"/>
                </a:cubicBezTo>
                <a:cubicBezTo>
                  <a:pt x="2967609" y="2593467"/>
                  <a:pt x="2969514" y="2595467"/>
                  <a:pt x="2971991" y="2595467"/>
                </a:cubicBezTo>
                <a:close/>
                <a:moveTo>
                  <a:pt x="3048191" y="2594420"/>
                </a:moveTo>
                <a:cubicBezTo>
                  <a:pt x="3050096" y="2594420"/>
                  <a:pt x="3051524" y="2592896"/>
                  <a:pt x="3051524" y="2591086"/>
                </a:cubicBezTo>
                <a:cubicBezTo>
                  <a:pt x="3051524" y="2589181"/>
                  <a:pt x="3050000" y="2587752"/>
                  <a:pt x="3048191" y="2587752"/>
                </a:cubicBezTo>
                <a:cubicBezTo>
                  <a:pt x="3046286" y="2587752"/>
                  <a:pt x="3044857" y="2589276"/>
                  <a:pt x="3044857" y="2591086"/>
                </a:cubicBezTo>
                <a:cubicBezTo>
                  <a:pt x="3044857" y="2592896"/>
                  <a:pt x="3046381" y="2594420"/>
                  <a:pt x="3048191" y="2594420"/>
                </a:cubicBezTo>
                <a:close/>
                <a:moveTo>
                  <a:pt x="3124391" y="2593562"/>
                </a:moveTo>
                <a:cubicBezTo>
                  <a:pt x="3125820" y="2593562"/>
                  <a:pt x="3126962" y="2592420"/>
                  <a:pt x="3126962" y="2590991"/>
                </a:cubicBezTo>
                <a:cubicBezTo>
                  <a:pt x="3126962" y="2589562"/>
                  <a:pt x="3125820" y="2588419"/>
                  <a:pt x="3124391" y="2588419"/>
                </a:cubicBezTo>
                <a:cubicBezTo>
                  <a:pt x="3122962" y="2588419"/>
                  <a:pt x="3121819" y="2589562"/>
                  <a:pt x="3121819" y="2590991"/>
                </a:cubicBezTo>
                <a:cubicBezTo>
                  <a:pt x="3121914" y="2592420"/>
                  <a:pt x="3123057" y="2593562"/>
                  <a:pt x="3124391" y="2593562"/>
                </a:cubicBezTo>
                <a:close/>
                <a:moveTo>
                  <a:pt x="3200591" y="2592515"/>
                </a:moveTo>
                <a:cubicBezTo>
                  <a:pt x="3201448" y="2592515"/>
                  <a:pt x="3202115" y="2591848"/>
                  <a:pt x="3202115" y="2590991"/>
                </a:cubicBezTo>
                <a:cubicBezTo>
                  <a:pt x="3202115" y="2590133"/>
                  <a:pt x="3201448" y="2589466"/>
                  <a:pt x="3200591" y="2589466"/>
                </a:cubicBezTo>
                <a:cubicBezTo>
                  <a:pt x="3199733" y="2589466"/>
                  <a:pt x="3199066" y="2590133"/>
                  <a:pt x="3199066" y="2590991"/>
                </a:cubicBezTo>
                <a:cubicBezTo>
                  <a:pt x="3199162" y="2591848"/>
                  <a:pt x="3199829" y="2592515"/>
                  <a:pt x="3200591" y="2592515"/>
                </a:cubicBezTo>
                <a:close/>
                <a:moveTo>
                  <a:pt x="3276791" y="2591467"/>
                </a:moveTo>
                <a:cubicBezTo>
                  <a:pt x="3276981" y="2591467"/>
                  <a:pt x="3277172" y="2591276"/>
                  <a:pt x="3277172" y="2591086"/>
                </a:cubicBezTo>
                <a:cubicBezTo>
                  <a:pt x="3277172" y="2590895"/>
                  <a:pt x="3276981" y="2590705"/>
                  <a:pt x="3276791" y="2590705"/>
                </a:cubicBezTo>
                <a:cubicBezTo>
                  <a:pt x="3276600" y="2590705"/>
                  <a:pt x="3276410" y="2590895"/>
                  <a:pt x="3276410" y="2591086"/>
                </a:cubicBezTo>
                <a:cubicBezTo>
                  <a:pt x="3276410" y="2591276"/>
                  <a:pt x="3276600" y="2591467"/>
                  <a:pt x="3276791" y="2591467"/>
                </a:cubicBezTo>
                <a:close/>
                <a:moveTo>
                  <a:pt x="304991" y="2668048"/>
                </a:moveTo>
                <a:cubicBezTo>
                  <a:pt x="305467" y="2668048"/>
                  <a:pt x="305848" y="2667667"/>
                  <a:pt x="305848" y="2667191"/>
                </a:cubicBezTo>
                <a:cubicBezTo>
                  <a:pt x="305848" y="2666714"/>
                  <a:pt x="305467" y="2666333"/>
                  <a:pt x="304991" y="2666333"/>
                </a:cubicBezTo>
                <a:cubicBezTo>
                  <a:pt x="304514" y="2666333"/>
                  <a:pt x="304133" y="2666714"/>
                  <a:pt x="304133" y="2667191"/>
                </a:cubicBezTo>
                <a:cubicBezTo>
                  <a:pt x="304133" y="2667667"/>
                  <a:pt x="304514" y="2668048"/>
                  <a:pt x="304991" y="2668048"/>
                </a:cubicBezTo>
                <a:close/>
                <a:moveTo>
                  <a:pt x="381191" y="2668905"/>
                </a:moveTo>
                <a:cubicBezTo>
                  <a:pt x="382143" y="2668905"/>
                  <a:pt x="382905" y="2668143"/>
                  <a:pt x="382905" y="2667191"/>
                </a:cubicBezTo>
                <a:cubicBezTo>
                  <a:pt x="382905" y="2666238"/>
                  <a:pt x="382143" y="2665476"/>
                  <a:pt x="381191" y="2665476"/>
                </a:cubicBezTo>
                <a:cubicBezTo>
                  <a:pt x="380238" y="2665476"/>
                  <a:pt x="379476" y="2666238"/>
                  <a:pt x="379476" y="2667191"/>
                </a:cubicBezTo>
                <a:cubicBezTo>
                  <a:pt x="379476" y="2668143"/>
                  <a:pt x="380238" y="2668905"/>
                  <a:pt x="381191" y="2668905"/>
                </a:cubicBezTo>
                <a:close/>
                <a:moveTo>
                  <a:pt x="457391" y="2669953"/>
                </a:moveTo>
                <a:cubicBezTo>
                  <a:pt x="458915" y="2669953"/>
                  <a:pt x="460153" y="2668715"/>
                  <a:pt x="460153" y="2667191"/>
                </a:cubicBezTo>
                <a:cubicBezTo>
                  <a:pt x="460153" y="2665666"/>
                  <a:pt x="458915" y="2664428"/>
                  <a:pt x="457391" y="2664428"/>
                </a:cubicBezTo>
                <a:cubicBezTo>
                  <a:pt x="455867" y="2664428"/>
                  <a:pt x="454628" y="2665666"/>
                  <a:pt x="454628" y="2667191"/>
                </a:cubicBezTo>
                <a:cubicBezTo>
                  <a:pt x="454628" y="2668715"/>
                  <a:pt x="455867" y="2669953"/>
                  <a:pt x="457391" y="2669953"/>
                </a:cubicBezTo>
                <a:close/>
                <a:moveTo>
                  <a:pt x="533591" y="2670810"/>
                </a:moveTo>
                <a:cubicBezTo>
                  <a:pt x="535591" y="2670810"/>
                  <a:pt x="537210" y="2669191"/>
                  <a:pt x="537210" y="2667191"/>
                </a:cubicBezTo>
                <a:cubicBezTo>
                  <a:pt x="537210" y="2665190"/>
                  <a:pt x="535591" y="2663571"/>
                  <a:pt x="533591" y="2663571"/>
                </a:cubicBezTo>
                <a:cubicBezTo>
                  <a:pt x="531590" y="2663571"/>
                  <a:pt x="529971" y="2665190"/>
                  <a:pt x="529971" y="2667191"/>
                </a:cubicBezTo>
                <a:cubicBezTo>
                  <a:pt x="530066" y="2669191"/>
                  <a:pt x="531590" y="2670810"/>
                  <a:pt x="533591" y="2670810"/>
                </a:cubicBezTo>
                <a:close/>
                <a:moveTo>
                  <a:pt x="609790" y="2671858"/>
                </a:moveTo>
                <a:cubicBezTo>
                  <a:pt x="612362" y="2671858"/>
                  <a:pt x="614458" y="2669762"/>
                  <a:pt x="614458" y="2667191"/>
                </a:cubicBezTo>
                <a:cubicBezTo>
                  <a:pt x="614458" y="2664619"/>
                  <a:pt x="612362" y="2662523"/>
                  <a:pt x="609790" y="2662523"/>
                </a:cubicBezTo>
                <a:cubicBezTo>
                  <a:pt x="607219" y="2662523"/>
                  <a:pt x="605123" y="2664619"/>
                  <a:pt x="605123" y="2667191"/>
                </a:cubicBezTo>
                <a:cubicBezTo>
                  <a:pt x="605123" y="2669762"/>
                  <a:pt x="607219" y="2671858"/>
                  <a:pt x="609790" y="2671858"/>
                </a:cubicBezTo>
                <a:close/>
                <a:moveTo>
                  <a:pt x="685990" y="2672715"/>
                </a:moveTo>
                <a:cubicBezTo>
                  <a:pt x="689038" y="2672715"/>
                  <a:pt x="691515" y="2670239"/>
                  <a:pt x="691515" y="2667191"/>
                </a:cubicBezTo>
                <a:cubicBezTo>
                  <a:pt x="691515" y="2664143"/>
                  <a:pt x="689038" y="2661666"/>
                  <a:pt x="685990" y="2661666"/>
                </a:cubicBezTo>
                <a:cubicBezTo>
                  <a:pt x="682943" y="2661666"/>
                  <a:pt x="680466" y="2664143"/>
                  <a:pt x="680466" y="2667191"/>
                </a:cubicBezTo>
                <a:cubicBezTo>
                  <a:pt x="680561" y="2670239"/>
                  <a:pt x="682943" y="2672715"/>
                  <a:pt x="685990" y="2672715"/>
                </a:cubicBezTo>
                <a:close/>
                <a:moveTo>
                  <a:pt x="762190" y="2673572"/>
                </a:moveTo>
                <a:cubicBezTo>
                  <a:pt x="765715" y="2673572"/>
                  <a:pt x="768572" y="2670715"/>
                  <a:pt x="768572" y="2667191"/>
                </a:cubicBezTo>
                <a:cubicBezTo>
                  <a:pt x="768572" y="2663666"/>
                  <a:pt x="765715" y="2660809"/>
                  <a:pt x="762190" y="2660809"/>
                </a:cubicBezTo>
                <a:cubicBezTo>
                  <a:pt x="758666" y="2660809"/>
                  <a:pt x="755809" y="2663666"/>
                  <a:pt x="755809" y="2667191"/>
                </a:cubicBezTo>
                <a:cubicBezTo>
                  <a:pt x="755904" y="2670715"/>
                  <a:pt x="758666" y="2673572"/>
                  <a:pt x="762190" y="2673572"/>
                </a:cubicBezTo>
                <a:close/>
                <a:moveTo>
                  <a:pt x="838390" y="2674430"/>
                </a:moveTo>
                <a:cubicBezTo>
                  <a:pt x="842391" y="2674430"/>
                  <a:pt x="845534" y="2671191"/>
                  <a:pt x="845534" y="2667286"/>
                </a:cubicBezTo>
                <a:cubicBezTo>
                  <a:pt x="845534" y="2663285"/>
                  <a:pt x="842296" y="2660142"/>
                  <a:pt x="838390" y="2660142"/>
                </a:cubicBezTo>
                <a:cubicBezTo>
                  <a:pt x="834390" y="2660142"/>
                  <a:pt x="831247" y="2663381"/>
                  <a:pt x="831247" y="2667286"/>
                </a:cubicBezTo>
                <a:cubicBezTo>
                  <a:pt x="831247" y="2671191"/>
                  <a:pt x="834485" y="2674430"/>
                  <a:pt x="838390" y="2674430"/>
                </a:cubicBezTo>
                <a:close/>
                <a:moveTo>
                  <a:pt x="914590" y="2675287"/>
                </a:moveTo>
                <a:cubicBezTo>
                  <a:pt x="919067" y="2675287"/>
                  <a:pt x="922592" y="2671667"/>
                  <a:pt x="922592" y="2667286"/>
                </a:cubicBezTo>
                <a:cubicBezTo>
                  <a:pt x="922592" y="2662809"/>
                  <a:pt x="918972" y="2659285"/>
                  <a:pt x="914590" y="2659285"/>
                </a:cubicBezTo>
                <a:cubicBezTo>
                  <a:pt x="910114" y="2659285"/>
                  <a:pt x="906590" y="2662904"/>
                  <a:pt x="906590" y="2667286"/>
                </a:cubicBezTo>
                <a:cubicBezTo>
                  <a:pt x="906590" y="2671667"/>
                  <a:pt x="910209" y="2675287"/>
                  <a:pt x="914590" y="2675287"/>
                </a:cubicBezTo>
                <a:close/>
                <a:moveTo>
                  <a:pt x="990790" y="2676049"/>
                </a:moveTo>
                <a:cubicBezTo>
                  <a:pt x="995648" y="2676049"/>
                  <a:pt x="999649" y="2672048"/>
                  <a:pt x="999649" y="2667191"/>
                </a:cubicBezTo>
                <a:cubicBezTo>
                  <a:pt x="999649" y="2662333"/>
                  <a:pt x="995648" y="2658332"/>
                  <a:pt x="990790" y="2658332"/>
                </a:cubicBezTo>
                <a:cubicBezTo>
                  <a:pt x="985933" y="2658332"/>
                  <a:pt x="981932" y="2662333"/>
                  <a:pt x="981932" y="2667191"/>
                </a:cubicBezTo>
                <a:cubicBezTo>
                  <a:pt x="981932" y="2672144"/>
                  <a:pt x="985933" y="2676049"/>
                  <a:pt x="990790" y="2676049"/>
                </a:cubicBezTo>
                <a:close/>
                <a:moveTo>
                  <a:pt x="1066991" y="2676906"/>
                </a:moveTo>
                <a:cubicBezTo>
                  <a:pt x="1072325" y="2676906"/>
                  <a:pt x="1076706" y="2672524"/>
                  <a:pt x="1076706" y="2667191"/>
                </a:cubicBezTo>
                <a:cubicBezTo>
                  <a:pt x="1076706" y="2661857"/>
                  <a:pt x="1072325" y="2657475"/>
                  <a:pt x="1066991" y="2657475"/>
                </a:cubicBezTo>
                <a:cubicBezTo>
                  <a:pt x="1061657" y="2657475"/>
                  <a:pt x="1057275" y="2661857"/>
                  <a:pt x="1057275" y="2667191"/>
                </a:cubicBezTo>
                <a:cubicBezTo>
                  <a:pt x="1057275" y="2672524"/>
                  <a:pt x="1061657" y="2676906"/>
                  <a:pt x="1066991" y="2676906"/>
                </a:cubicBezTo>
                <a:close/>
                <a:moveTo>
                  <a:pt x="1143191" y="2677573"/>
                </a:moveTo>
                <a:cubicBezTo>
                  <a:pt x="1148906" y="2677573"/>
                  <a:pt x="1153573" y="2672906"/>
                  <a:pt x="1153573" y="2667191"/>
                </a:cubicBezTo>
                <a:cubicBezTo>
                  <a:pt x="1153573" y="2661476"/>
                  <a:pt x="1148906" y="2656808"/>
                  <a:pt x="1143191" y="2656808"/>
                </a:cubicBezTo>
                <a:cubicBezTo>
                  <a:pt x="1137476" y="2656808"/>
                  <a:pt x="1132808" y="2661476"/>
                  <a:pt x="1132808" y="2667191"/>
                </a:cubicBezTo>
                <a:cubicBezTo>
                  <a:pt x="1132904" y="2672906"/>
                  <a:pt x="1137476" y="2677573"/>
                  <a:pt x="1143191" y="2677573"/>
                </a:cubicBezTo>
                <a:close/>
                <a:moveTo>
                  <a:pt x="1219391" y="2678240"/>
                </a:moveTo>
                <a:cubicBezTo>
                  <a:pt x="1225487" y="2678240"/>
                  <a:pt x="1230344" y="2673287"/>
                  <a:pt x="1230344" y="2667286"/>
                </a:cubicBezTo>
                <a:cubicBezTo>
                  <a:pt x="1230344" y="2661190"/>
                  <a:pt x="1225391" y="2656332"/>
                  <a:pt x="1219391" y="2656332"/>
                </a:cubicBezTo>
                <a:cubicBezTo>
                  <a:pt x="1213390" y="2656332"/>
                  <a:pt x="1208437" y="2661285"/>
                  <a:pt x="1208437" y="2667286"/>
                </a:cubicBezTo>
                <a:cubicBezTo>
                  <a:pt x="1208437" y="2673287"/>
                  <a:pt x="1213390" y="2678240"/>
                  <a:pt x="1219391" y="2678240"/>
                </a:cubicBezTo>
                <a:close/>
                <a:moveTo>
                  <a:pt x="1295591" y="2678621"/>
                </a:moveTo>
                <a:cubicBezTo>
                  <a:pt x="1301877" y="2678621"/>
                  <a:pt x="1307021" y="2673477"/>
                  <a:pt x="1307021" y="2667191"/>
                </a:cubicBezTo>
                <a:cubicBezTo>
                  <a:pt x="1307021" y="2660904"/>
                  <a:pt x="1301877" y="2655761"/>
                  <a:pt x="1295591" y="2655761"/>
                </a:cubicBezTo>
                <a:cubicBezTo>
                  <a:pt x="1289304" y="2655761"/>
                  <a:pt x="1284161" y="2660904"/>
                  <a:pt x="1284161" y="2667191"/>
                </a:cubicBezTo>
                <a:cubicBezTo>
                  <a:pt x="1284161" y="2673477"/>
                  <a:pt x="1289304" y="2678621"/>
                  <a:pt x="1295591" y="2678621"/>
                </a:cubicBezTo>
                <a:close/>
                <a:moveTo>
                  <a:pt x="1371791" y="2679287"/>
                </a:moveTo>
                <a:cubicBezTo>
                  <a:pt x="1378458" y="2679287"/>
                  <a:pt x="1383792" y="2673858"/>
                  <a:pt x="1383792" y="2667286"/>
                </a:cubicBezTo>
                <a:cubicBezTo>
                  <a:pt x="1383792" y="2660618"/>
                  <a:pt x="1378363" y="2655284"/>
                  <a:pt x="1371791" y="2655284"/>
                </a:cubicBezTo>
                <a:cubicBezTo>
                  <a:pt x="1365123" y="2655284"/>
                  <a:pt x="1359789" y="2660714"/>
                  <a:pt x="1359789" y="2667286"/>
                </a:cubicBezTo>
                <a:cubicBezTo>
                  <a:pt x="1359789" y="2673858"/>
                  <a:pt x="1365123" y="2679287"/>
                  <a:pt x="1371791" y="2679287"/>
                </a:cubicBezTo>
                <a:close/>
                <a:moveTo>
                  <a:pt x="1447991" y="2679668"/>
                </a:moveTo>
                <a:cubicBezTo>
                  <a:pt x="1454849" y="2679668"/>
                  <a:pt x="1460468" y="2674049"/>
                  <a:pt x="1460468" y="2667191"/>
                </a:cubicBezTo>
                <a:cubicBezTo>
                  <a:pt x="1460468" y="2660333"/>
                  <a:pt x="1454849" y="2654713"/>
                  <a:pt x="1447991" y="2654713"/>
                </a:cubicBezTo>
                <a:cubicBezTo>
                  <a:pt x="1441133" y="2654713"/>
                  <a:pt x="1435513" y="2660333"/>
                  <a:pt x="1435513" y="2667191"/>
                </a:cubicBezTo>
                <a:cubicBezTo>
                  <a:pt x="1435513" y="2674049"/>
                  <a:pt x="1441133" y="2679668"/>
                  <a:pt x="1447991" y="2679668"/>
                </a:cubicBezTo>
                <a:close/>
                <a:moveTo>
                  <a:pt x="1524191" y="2679859"/>
                </a:moveTo>
                <a:cubicBezTo>
                  <a:pt x="1531239" y="2679859"/>
                  <a:pt x="1536859" y="2674144"/>
                  <a:pt x="1536859" y="2667191"/>
                </a:cubicBezTo>
                <a:cubicBezTo>
                  <a:pt x="1536859" y="2660142"/>
                  <a:pt x="1531144" y="2654522"/>
                  <a:pt x="1524191" y="2654522"/>
                </a:cubicBezTo>
                <a:cubicBezTo>
                  <a:pt x="1517142" y="2654522"/>
                  <a:pt x="1511522" y="2660237"/>
                  <a:pt x="1511522" y="2667191"/>
                </a:cubicBezTo>
                <a:cubicBezTo>
                  <a:pt x="1511522" y="2674239"/>
                  <a:pt x="1517237" y="2679859"/>
                  <a:pt x="1524191" y="2679859"/>
                </a:cubicBezTo>
                <a:close/>
                <a:moveTo>
                  <a:pt x="1600391" y="2680145"/>
                </a:moveTo>
                <a:cubicBezTo>
                  <a:pt x="1607534" y="2680145"/>
                  <a:pt x="1613249" y="2674334"/>
                  <a:pt x="1613249" y="2667286"/>
                </a:cubicBezTo>
                <a:cubicBezTo>
                  <a:pt x="1613249" y="2660142"/>
                  <a:pt x="1607439" y="2654427"/>
                  <a:pt x="1600391" y="2654427"/>
                </a:cubicBezTo>
                <a:cubicBezTo>
                  <a:pt x="1593247" y="2654427"/>
                  <a:pt x="1587532" y="2660237"/>
                  <a:pt x="1587532" y="2667286"/>
                </a:cubicBezTo>
                <a:cubicBezTo>
                  <a:pt x="1587532" y="2674334"/>
                  <a:pt x="1593247" y="2680145"/>
                  <a:pt x="1600391" y="2680145"/>
                </a:cubicBezTo>
                <a:close/>
                <a:moveTo>
                  <a:pt x="1676591" y="2680335"/>
                </a:moveTo>
                <a:cubicBezTo>
                  <a:pt x="1683830" y="2680335"/>
                  <a:pt x="1689735" y="2674430"/>
                  <a:pt x="1689735" y="2667191"/>
                </a:cubicBezTo>
                <a:cubicBezTo>
                  <a:pt x="1689735" y="2659952"/>
                  <a:pt x="1683830" y="2654046"/>
                  <a:pt x="1676591" y="2654046"/>
                </a:cubicBezTo>
                <a:cubicBezTo>
                  <a:pt x="1669352" y="2654046"/>
                  <a:pt x="1663446" y="2659952"/>
                  <a:pt x="1663446" y="2667191"/>
                </a:cubicBezTo>
                <a:cubicBezTo>
                  <a:pt x="1663541" y="2674430"/>
                  <a:pt x="1669352" y="2680335"/>
                  <a:pt x="1676591" y="2680335"/>
                </a:cubicBezTo>
                <a:close/>
                <a:moveTo>
                  <a:pt x="1752791" y="2680335"/>
                </a:moveTo>
                <a:cubicBezTo>
                  <a:pt x="1760030" y="2680335"/>
                  <a:pt x="1765935" y="2674430"/>
                  <a:pt x="1765935" y="2667191"/>
                </a:cubicBezTo>
                <a:cubicBezTo>
                  <a:pt x="1765935" y="2659952"/>
                  <a:pt x="1760030" y="2654046"/>
                  <a:pt x="1752791" y="2654046"/>
                </a:cubicBezTo>
                <a:cubicBezTo>
                  <a:pt x="1745552" y="2654046"/>
                  <a:pt x="1739646" y="2659952"/>
                  <a:pt x="1739646" y="2667191"/>
                </a:cubicBezTo>
                <a:cubicBezTo>
                  <a:pt x="1739741" y="2674430"/>
                  <a:pt x="1745552" y="2680335"/>
                  <a:pt x="1752791" y="2680335"/>
                </a:cubicBezTo>
                <a:close/>
                <a:moveTo>
                  <a:pt x="1828991" y="2680335"/>
                </a:moveTo>
                <a:cubicBezTo>
                  <a:pt x="1836230" y="2680335"/>
                  <a:pt x="1842135" y="2674430"/>
                  <a:pt x="1842135" y="2667191"/>
                </a:cubicBezTo>
                <a:cubicBezTo>
                  <a:pt x="1842135" y="2659952"/>
                  <a:pt x="1836230" y="2654046"/>
                  <a:pt x="1828991" y="2654046"/>
                </a:cubicBezTo>
                <a:cubicBezTo>
                  <a:pt x="1821752" y="2654046"/>
                  <a:pt x="1815846" y="2659952"/>
                  <a:pt x="1815846" y="2667191"/>
                </a:cubicBezTo>
                <a:cubicBezTo>
                  <a:pt x="1815941" y="2674430"/>
                  <a:pt x="1821752" y="2680335"/>
                  <a:pt x="1828991" y="2680335"/>
                </a:cubicBezTo>
                <a:close/>
                <a:moveTo>
                  <a:pt x="1905191" y="2680145"/>
                </a:moveTo>
                <a:cubicBezTo>
                  <a:pt x="1912334" y="2680145"/>
                  <a:pt x="1918049" y="2674334"/>
                  <a:pt x="1918049" y="2667286"/>
                </a:cubicBezTo>
                <a:cubicBezTo>
                  <a:pt x="1918049" y="2660142"/>
                  <a:pt x="1912239" y="2654427"/>
                  <a:pt x="1905191" y="2654427"/>
                </a:cubicBezTo>
                <a:cubicBezTo>
                  <a:pt x="1898047" y="2654427"/>
                  <a:pt x="1892332" y="2660237"/>
                  <a:pt x="1892332" y="2667286"/>
                </a:cubicBezTo>
                <a:cubicBezTo>
                  <a:pt x="1892332" y="2674334"/>
                  <a:pt x="1898047" y="2680145"/>
                  <a:pt x="1905191" y="2680145"/>
                </a:cubicBezTo>
                <a:close/>
                <a:moveTo>
                  <a:pt x="1981391" y="2679859"/>
                </a:moveTo>
                <a:cubicBezTo>
                  <a:pt x="1988439" y="2679859"/>
                  <a:pt x="1994059" y="2674144"/>
                  <a:pt x="1994059" y="2667191"/>
                </a:cubicBezTo>
                <a:cubicBezTo>
                  <a:pt x="1994059" y="2660142"/>
                  <a:pt x="1988344" y="2654522"/>
                  <a:pt x="1981391" y="2654522"/>
                </a:cubicBezTo>
                <a:cubicBezTo>
                  <a:pt x="1974342" y="2654522"/>
                  <a:pt x="1968722" y="2660237"/>
                  <a:pt x="1968722" y="2667191"/>
                </a:cubicBezTo>
                <a:cubicBezTo>
                  <a:pt x="1968722" y="2674239"/>
                  <a:pt x="1974437" y="2679859"/>
                  <a:pt x="1981391" y="2679859"/>
                </a:cubicBezTo>
                <a:close/>
                <a:moveTo>
                  <a:pt x="2057591" y="2679668"/>
                </a:moveTo>
                <a:cubicBezTo>
                  <a:pt x="2064449" y="2679668"/>
                  <a:pt x="2070068" y="2674049"/>
                  <a:pt x="2070068" y="2667191"/>
                </a:cubicBezTo>
                <a:cubicBezTo>
                  <a:pt x="2070068" y="2660333"/>
                  <a:pt x="2064449" y="2654713"/>
                  <a:pt x="2057591" y="2654713"/>
                </a:cubicBezTo>
                <a:cubicBezTo>
                  <a:pt x="2050733" y="2654713"/>
                  <a:pt x="2045113" y="2660333"/>
                  <a:pt x="2045113" y="2667191"/>
                </a:cubicBezTo>
                <a:cubicBezTo>
                  <a:pt x="2045113" y="2674049"/>
                  <a:pt x="2050733" y="2679668"/>
                  <a:pt x="2057591" y="2679668"/>
                </a:cubicBezTo>
                <a:close/>
                <a:moveTo>
                  <a:pt x="2133791" y="2679287"/>
                </a:moveTo>
                <a:cubicBezTo>
                  <a:pt x="2140458" y="2679287"/>
                  <a:pt x="2145792" y="2673858"/>
                  <a:pt x="2145792" y="2667286"/>
                </a:cubicBezTo>
                <a:cubicBezTo>
                  <a:pt x="2145792" y="2660618"/>
                  <a:pt x="2140363" y="2655284"/>
                  <a:pt x="2133791" y="2655284"/>
                </a:cubicBezTo>
                <a:cubicBezTo>
                  <a:pt x="2127123" y="2655284"/>
                  <a:pt x="2121789" y="2660714"/>
                  <a:pt x="2121789" y="2667286"/>
                </a:cubicBezTo>
                <a:cubicBezTo>
                  <a:pt x="2121789" y="2673858"/>
                  <a:pt x="2127123" y="2679287"/>
                  <a:pt x="2133791" y="2679287"/>
                </a:cubicBezTo>
                <a:close/>
                <a:moveTo>
                  <a:pt x="2209991" y="2678811"/>
                </a:moveTo>
                <a:cubicBezTo>
                  <a:pt x="2216372" y="2678811"/>
                  <a:pt x="2221611" y="2673572"/>
                  <a:pt x="2221611" y="2667191"/>
                </a:cubicBezTo>
                <a:cubicBezTo>
                  <a:pt x="2221611" y="2660809"/>
                  <a:pt x="2216372" y="2655570"/>
                  <a:pt x="2209991" y="2655570"/>
                </a:cubicBezTo>
                <a:cubicBezTo>
                  <a:pt x="2203609" y="2655570"/>
                  <a:pt x="2198370" y="2660809"/>
                  <a:pt x="2198370" y="2667191"/>
                </a:cubicBezTo>
                <a:cubicBezTo>
                  <a:pt x="2198370" y="2673668"/>
                  <a:pt x="2203609" y="2678811"/>
                  <a:pt x="2209991" y="2678811"/>
                </a:cubicBezTo>
                <a:close/>
                <a:moveTo>
                  <a:pt x="2286191" y="2678240"/>
                </a:moveTo>
                <a:cubicBezTo>
                  <a:pt x="2292287" y="2678240"/>
                  <a:pt x="2297144" y="2673287"/>
                  <a:pt x="2297144" y="2667286"/>
                </a:cubicBezTo>
                <a:cubicBezTo>
                  <a:pt x="2297144" y="2661190"/>
                  <a:pt x="2292191" y="2656332"/>
                  <a:pt x="2286191" y="2656332"/>
                </a:cubicBezTo>
                <a:cubicBezTo>
                  <a:pt x="2280190" y="2656332"/>
                  <a:pt x="2275237" y="2661285"/>
                  <a:pt x="2275237" y="2667286"/>
                </a:cubicBezTo>
                <a:cubicBezTo>
                  <a:pt x="2275237" y="2673287"/>
                  <a:pt x="2280190" y="2678240"/>
                  <a:pt x="2286191" y="2678240"/>
                </a:cubicBezTo>
                <a:close/>
                <a:moveTo>
                  <a:pt x="2362391" y="2677573"/>
                </a:moveTo>
                <a:cubicBezTo>
                  <a:pt x="2368106" y="2677573"/>
                  <a:pt x="2372773" y="2672906"/>
                  <a:pt x="2372773" y="2667191"/>
                </a:cubicBezTo>
                <a:cubicBezTo>
                  <a:pt x="2372773" y="2661476"/>
                  <a:pt x="2368106" y="2656808"/>
                  <a:pt x="2362391" y="2656808"/>
                </a:cubicBezTo>
                <a:cubicBezTo>
                  <a:pt x="2356676" y="2656808"/>
                  <a:pt x="2352008" y="2661476"/>
                  <a:pt x="2352008" y="2667191"/>
                </a:cubicBezTo>
                <a:cubicBezTo>
                  <a:pt x="2352104" y="2672906"/>
                  <a:pt x="2356676" y="2677573"/>
                  <a:pt x="2362391" y="2677573"/>
                </a:cubicBezTo>
                <a:close/>
                <a:moveTo>
                  <a:pt x="2438591" y="2676906"/>
                </a:moveTo>
                <a:cubicBezTo>
                  <a:pt x="2443924" y="2676906"/>
                  <a:pt x="2448306" y="2672524"/>
                  <a:pt x="2448306" y="2667191"/>
                </a:cubicBezTo>
                <a:cubicBezTo>
                  <a:pt x="2448306" y="2661857"/>
                  <a:pt x="2443924" y="2657475"/>
                  <a:pt x="2438591" y="2657475"/>
                </a:cubicBezTo>
                <a:cubicBezTo>
                  <a:pt x="2433257" y="2657475"/>
                  <a:pt x="2428875" y="2661857"/>
                  <a:pt x="2428875" y="2667191"/>
                </a:cubicBezTo>
                <a:cubicBezTo>
                  <a:pt x="2428875" y="2672524"/>
                  <a:pt x="2433257" y="2676906"/>
                  <a:pt x="2438591" y="2676906"/>
                </a:cubicBezTo>
                <a:close/>
                <a:moveTo>
                  <a:pt x="2514791" y="2676049"/>
                </a:moveTo>
                <a:cubicBezTo>
                  <a:pt x="2519648" y="2676049"/>
                  <a:pt x="2523649" y="2672048"/>
                  <a:pt x="2523649" y="2667191"/>
                </a:cubicBezTo>
                <a:cubicBezTo>
                  <a:pt x="2523649" y="2662333"/>
                  <a:pt x="2519648" y="2658332"/>
                  <a:pt x="2514791" y="2658332"/>
                </a:cubicBezTo>
                <a:cubicBezTo>
                  <a:pt x="2509933" y="2658332"/>
                  <a:pt x="2505932" y="2662333"/>
                  <a:pt x="2505932" y="2667191"/>
                </a:cubicBezTo>
                <a:cubicBezTo>
                  <a:pt x="2505932" y="2672144"/>
                  <a:pt x="2509933" y="2676049"/>
                  <a:pt x="2514791" y="2676049"/>
                </a:cubicBezTo>
                <a:close/>
                <a:moveTo>
                  <a:pt x="2590991" y="2675287"/>
                </a:moveTo>
                <a:cubicBezTo>
                  <a:pt x="2595467" y="2675287"/>
                  <a:pt x="2598991" y="2671667"/>
                  <a:pt x="2598991" y="2667286"/>
                </a:cubicBezTo>
                <a:cubicBezTo>
                  <a:pt x="2598991" y="2662809"/>
                  <a:pt x="2595372" y="2659285"/>
                  <a:pt x="2590991" y="2659285"/>
                </a:cubicBezTo>
                <a:cubicBezTo>
                  <a:pt x="2586514" y="2659285"/>
                  <a:pt x="2582990" y="2662904"/>
                  <a:pt x="2582990" y="2667286"/>
                </a:cubicBezTo>
                <a:cubicBezTo>
                  <a:pt x="2582990" y="2671667"/>
                  <a:pt x="2586609" y="2675287"/>
                  <a:pt x="2590991" y="2675287"/>
                </a:cubicBezTo>
                <a:close/>
                <a:moveTo>
                  <a:pt x="2667191" y="2674430"/>
                </a:moveTo>
                <a:cubicBezTo>
                  <a:pt x="2671191" y="2674430"/>
                  <a:pt x="2674334" y="2671191"/>
                  <a:pt x="2674334" y="2667286"/>
                </a:cubicBezTo>
                <a:cubicBezTo>
                  <a:pt x="2674334" y="2663285"/>
                  <a:pt x="2671096" y="2660142"/>
                  <a:pt x="2667191" y="2660142"/>
                </a:cubicBezTo>
                <a:cubicBezTo>
                  <a:pt x="2663190" y="2660142"/>
                  <a:pt x="2660047" y="2663381"/>
                  <a:pt x="2660047" y="2667286"/>
                </a:cubicBezTo>
                <a:cubicBezTo>
                  <a:pt x="2660047" y="2671191"/>
                  <a:pt x="2663285" y="2674430"/>
                  <a:pt x="2667191" y="2674430"/>
                </a:cubicBezTo>
                <a:close/>
                <a:moveTo>
                  <a:pt x="2743391" y="2673572"/>
                </a:moveTo>
                <a:cubicBezTo>
                  <a:pt x="2746915" y="2673572"/>
                  <a:pt x="2749772" y="2670715"/>
                  <a:pt x="2749772" y="2667191"/>
                </a:cubicBezTo>
                <a:cubicBezTo>
                  <a:pt x="2749772" y="2663666"/>
                  <a:pt x="2746915" y="2660809"/>
                  <a:pt x="2743391" y="2660809"/>
                </a:cubicBezTo>
                <a:cubicBezTo>
                  <a:pt x="2739866" y="2660809"/>
                  <a:pt x="2737009" y="2663666"/>
                  <a:pt x="2737009" y="2667191"/>
                </a:cubicBezTo>
                <a:cubicBezTo>
                  <a:pt x="2737104" y="2670715"/>
                  <a:pt x="2739866" y="2673572"/>
                  <a:pt x="2743391" y="2673572"/>
                </a:cubicBezTo>
                <a:close/>
                <a:moveTo>
                  <a:pt x="2819591" y="2672715"/>
                </a:moveTo>
                <a:cubicBezTo>
                  <a:pt x="2822639" y="2672715"/>
                  <a:pt x="2825115" y="2670239"/>
                  <a:pt x="2825115" y="2667191"/>
                </a:cubicBezTo>
                <a:cubicBezTo>
                  <a:pt x="2825115" y="2664143"/>
                  <a:pt x="2822639" y="2661666"/>
                  <a:pt x="2819591" y="2661666"/>
                </a:cubicBezTo>
                <a:cubicBezTo>
                  <a:pt x="2816543" y="2661666"/>
                  <a:pt x="2814066" y="2664143"/>
                  <a:pt x="2814066" y="2667191"/>
                </a:cubicBezTo>
                <a:cubicBezTo>
                  <a:pt x="2814161" y="2670239"/>
                  <a:pt x="2816543" y="2672715"/>
                  <a:pt x="2819591" y="2672715"/>
                </a:cubicBezTo>
                <a:close/>
                <a:moveTo>
                  <a:pt x="2895791" y="2671858"/>
                </a:moveTo>
                <a:cubicBezTo>
                  <a:pt x="2898362" y="2671858"/>
                  <a:pt x="2900458" y="2669762"/>
                  <a:pt x="2900458" y="2667191"/>
                </a:cubicBezTo>
                <a:cubicBezTo>
                  <a:pt x="2900458" y="2664619"/>
                  <a:pt x="2898362" y="2662523"/>
                  <a:pt x="2895791" y="2662523"/>
                </a:cubicBezTo>
                <a:cubicBezTo>
                  <a:pt x="2893219" y="2662523"/>
                  <a:pt x="2891123" y="2664619"/>
                  <a:pt x="2891123" y="2667191"/>
                </a:cubicBezTo>
                <a:cubicBezTo>
                  <a:pt x="2891123" y="2669762"/>
                  <a:pt x="2893219" y="2671858"/>
                  <a:pt x="2895791" y="2671858"/>
                </a:cubicBezTo>
                <a:close/>
                <a:moveTo>
                  <a:pt x="2971991" y="2671001"/>
                </a:moveTo>
                <a:cubicBezTo>
                  <a:pt x="2974086" y="2671001"/>
                  <a:pt x="2975801" y="2669286"/>
                  <a:pt x="2975801" y="2667191"/>
                </a:cubicBezTo>
                <a:cubicBezTo>
                  <a:pt x="2975801" y="2665095"/>
                  <a:pt x="2974086" y="2663381"/>
                  <a:pt x="2971991" y="2663381"/>
                </a:cubicBezTo>
                <a:cubicBezTo>
                  <a:pt x="2969895" y="2663381"/>
                  <a:pt x="2968181" y="2665095"/>
                  <a:pt x="2968181" y="2667191"/>
                </a:cubicBezTo>
                <a:cubicBezTo>
                  <a:pt x="2968181" y="2669286"/>
                  <a:pt x="2969895" y="2671001"/>
                  <a:pt x="2971991" y="2671001"/>
                </a:cubicBezTo>
                <a:close/>
                <a:moveTo>
                  <a:pt x="3048191" y="2669953"/>
                </a:moveTo>
                <a:cubicBezTo>
                  <a:pt x="3049715" y="2669953"/>
                  <a:pt x="3050953" y="2668715"/>
                  <a:pt x="3050953" y="2667191"/>
                </a:cubicBezTo>
                <a:cubicBezTo>
                  <a:pt x="3050953" y="2665666"/>
                  <a:pt x="3049715" y="2664428"/>
                  <a:pt x="3048191" y="2664428"/>
                </a:cubicBezTo>
                <a:cubicBezTo>
                  <a:pt x="3046666" y="2664428"/>
                  <a:pt x="3045428" y="2665666"/>
                  <a:pt x="3045428" y="2667191"/>
                </a:cubicBezTo>
                <a:cubicBezTo>
                  <a:pt x="3045428" y="2668715"/>
                  <a:pt x="3046666" y="2669953"/>
                  <a:pt x="3048191" y="2669953"/>
                </a:cubicBezTo>
                <a:close/>
                <a:moveTo>
                  <a:pt x="3124391" y="2669096"/>
                </a:moveTo>
                <a:cubicBezTo>
                  <a:pt x="3125438" y="2669096"/>
                  <a:pt x="3126296" y="2668238"/>
                  <a:pt x="3126296" y="2667191"/>
                </a:cubicBezTo>
                <a:cubicBezTo>
                  <a:pt x="3126296" y="2666143"/>
                  <a:pt x="3125438" y="2665286"/>
                  <a:pt x="3124391" y="2665286"/>
                </a:cubicBezTo>
                <a:cubicBezTo>
                  <a:pt x="3123343" y="2665286"/>
                  <a:pt x="3122486" y="2666143"/>
                  <a:pt x="3122486" y="2667191"/>
                </a:cubicBezTo>
                <a:cubicBezTo>
                  <a:pt x="3122486" y="2668238"/>
                  <a:pt x="3123343" y="2669096"/>
                  <a:pt x="3124391" y="2669096"/>
                </a:cubicBezTo>
                <a:close/>
                <a:moveTo>
                  <a:pt x="3200591" y="2668048"/>
                </a:moveTo>
                <a:cubicBezTo>
                  <a:pt x="3201067" y="2668048"/>
                  <a:pt x="3201448" y="2667667"/>
                  <a:pt x="3201448" y="2667191"/>
                </a:cubicBezTo>
                <a:cubicBezTo>
                  <a:pt x="3201448" y="2666714"/>
                  <a:pt x="3201067" y="2666333"/>
                  <a:pt x="3200591" y="2666333"/>
                </a:cubicBezTo>
                <a:cubicBezTo>
                  <a:pt x="3200114" y="2666333"/>
                  <a:pt x="3199733" y="2666714"/>
                  <a:pt x="3199733" y="2667191"/>
                </a:cubicBezTo>
                <a:cubicBezTo>
                  <a:pt x="3199733" y="2667667"/>
                  <a:pt x="3200114" y="2668048"/>
                  <a:pt x="3200591" y="2668048"/>
                </a:cubicBezTo>
                <a:close/>
                <a:moveTo>
                  <a:pt x="304991" y="2743581"/>
                </a:moveTo>
                <a:cubicBezTo>
                  <a:pt x="305086" y="2743581"/>
                  <a:pt x="305181" y="2743486"/>
                  <a:pt x="305181" y="2743391"/>
                </a:cubicBezTo>
                <a:cubicBezTo>
                  <a:pt x="305181" y="2743295"/>
                  <a:pt x="305086" y="2743200"/>
                  <a:pt x="304991" y="2743200"/>
                </a:cubicBezTo>
                <a:cubicBezTo>
                  <a:pt x="304895" y="2743200"/>
                  <a:pt x="304800" y="2743295"/>
                  <a:pt x="304800" y="2743391"/>
                </a:cubicBezTo>
                <a:cubicBezTo>
                  <a:pt x="304800" y="2743486"/>
                  <a:pt x="304895" y="2743581"/>
                  <a:pt x="304991" y="2743581"/>
                </a:cubicBezTo>
                <a:close/>
                <a:moveTo>
                  <a:pt x="381191" y="2744438"/>
                </a:moveTo>
                <a:cubicBezTo>
                  <a:pt x="381762" y="2744438"/>
                  <a:pt x="382238" y="2743962"/>
                  <a:pt x="382238" y="2743391"/>
                </a:cubicBezTo>
                <a:cubicBezTo>
                  <a:pt x="382238" y="2742819"/>
                  <a:pt x="381762" y="2742343"/>
                  <a:pt x="381191" y="2742343"/>
                </a:cubicBezTo>
                <a:cubicBezTo>
                  <a:pt x="380619" y="2742343"/>
                  <a:pt x="380143" y="2742819"/>
                  <a:pt x="380143" y="2743391"/>
                </a:cubicBezTo>
                <a:cubicBezTo>
                  <a:pt x="380143" y="2743962"/>
                  <a:pt x="380619" y="2744438"/>
                  <a:pt x="381191" y="2744438"/>
                </a:cubicBezTo>
                <a:close/>
                <a:moveTo>
                  <a:pt x="457391" y="2745486"/>
                </a:moveTo>
                <a:cubicBezTo>
                  <a:pt x="458534" y="2745486"/>
                  <a:pt x="459486" y="2744534"/>
                  <a:pt x="459486" y="2743391"/>
                </a:cubicBezTo>
                <a:cubicBezTo>
                  <a:pt x="459486" y="2742248"/>
                  <a:pt x="458534" y="2741295"/>
                  <a:pt x="457391" y="2741295"/>
                </a:cubicBezTo>
                <a:cubicBezTo>
                  <a:pt x="456248" y="2741295"/>
                  <a:pt x="455295" y="2742248"/>
                  <a:pt x="455295" y="2743391"/>
                </a:cubicBezTo>
                <a:cubicBezTo>
                  <a:pt x="455295" y="2744534"/>
                  <a:pt x="456248" y="2745486"/>
                  <a:pt x="457391" y="2745486"/>
                </a:cubicBezTo>
                <a:close/>
                <a:moveTo>
                  <a:pt x="533591" y="2746343"/>
                </a:moveTo>
                <a:cubicBezTo>
                  <a:pt x="535210" y="2746343"/>
                  <a:pt x="536543" y="2745010"/>
                  <a:pt x="536543" y="2743391"/>
                </a:cubicBezTo>
                <a:cubicBezTo>
                  <a:pt x="536543" y="2741771"/>
                  <a:pt x="535210" y="2740438"/>
                  <a:pt x="533591" y="2740438"/>
                </a:cubicBezTo>
                <a:cubicBezTo>
                  <a:pt x="531971" y="2740438"/>
                  <a:pt x="530638" y="2741771"/>
                  <a:pt x="530638" y="2743391"/>
                </a:cubicBezTo>
                <a:cubicBezTo>
                  <a:pt x="530638" y="2745010"/>
                  <a:pt x="531971" y="2746343"/>
                  <a:pt x="533591" y="2746343"/>
                </a:cubicBezTo>
                <a:close/>
                <a:moveTo>
                  <a:pt x="609790" y="2747201"/>
                </a:moveTo>
                <a:cubicBezTo>
                  <a:pt x="611886" y="2747201"/>
                  <a:pt x="613601" y="2745486"/>
                  <a:pt x="613601" y="2743391"/>
                </a:cubicBezTo>
                <a:cubicBezTo>
                  <a:pt x="613601" y="2741295"/>
                  <a:pt x="611886" y="2739581"/>
                  <a:pt x="609790" y="2739581"/>
                </a:cubicBezTo>
                <a:cubicBezTo>
                  <a:pt x="607695" y="2739581"/>
                  <a:pt x="605981" y="2741295"/>
                  <a:pt x="605981" y="2743391"/>
                </a:cubicBezTo>
                <a:cubicBezTo>
                  <a:pt x="605981" y="2745486"/>
                  <a:pt x="607695" y="2747201"/>
                  <a:pt x="609790" y="2747201"/>
                </a:cubicBezTo>
                <a:close/>
                <a:moveTo>
                  <a:pt x="685990" y="2748058"/>
                </a:moveTo>
                <a:cubicBezTo>
                  <a:pt x="688562" y="2748058"/>
                  <a:pt x="690658" y="2745962"/>
                  <a:pt x="690658" y="2743391"/>
                </a:cubicBezTo>
                <a:cubicBezTo>
                  <a:pt x="690658" y="2740819"/>
                  <a:pt x="688562" y="2738723"/>
                  <a:pt x="685990" y="2738723"/>
                </a:cubicBezTo>
                <a:cubicBezTo>
                  <a:pt x="683419" y="2738723"/>
                  <a:pt x="681323" y="2740819"/>
                  <a:pt x="681323" y="2743391"/>
                </a:cubicBezTo>
                <a:cubicBezTo>
                  <a:pt x="681323" y="2745962"/>
                  <a:pt x="683419" y="2748058"/>
                  <a:pt x="685990" y="2748058"/>
                </a:cubicBezTo>
                <a:close/>
                <a:moveTo>
                  <a:pt x="762190" y="2748915"/>
                </a:moveTo>
                <a:cubicBezTo>
                  <a:pt x="765238" y="2748915"/>
                  <a:pt x="767715" y="2746439"/>
                  <a:pt x="767715" y="2743391"/>
                </a:cubicBezTo>
                <a:cubicBezTo>
                  <a:pt x="767715" y="2740343"/>
                  <a:pt x="765238" y="2737866"/>
                  <a:pt x="762190" y="2737866"/>
                </a:cubicBezTo>
                <a:cubicBezTo>
                  <a:pt x="759143" y="2737866"/>
                  <a:pt x="756666" y="2740343"/>
                  <a:pt x="756666" y="2743391"/>
                </a:cubicBezTo>
                <a:cubicBezTo>
                  <a:pt x="756761" y="2746439"/>
                  <a:pt x="759143" y="2748915"/>
                  <a:pt x="762190" y="2748915"/>
                </a:cubicBezTo>
                <a:close/>
                <a:moveTo>
                  <a:pt x="838390" y="2749772"/>
                </a:moveTo>
                <a:cubicBezTo>
                  <a:pt x="841915" y="2749772"/>
                  <a:pt x="844772" y="2746915"/>
                  <a:pt x="844772" y="2743391"/>
                </a:cubicBezTo>
                <a:cubicBezTo>
                  <a:pt x="844772" y="2739866"/>
                  <a:pt x="841915" y="2737009"/>
                  <a:pt x="838390" y="2737009"/>
                </a:cubicBezTo>
                <a:cubicBezTo>
                  <a:pt x="834866" y="2737009"/>
                  <a:pt x="832009" y="2739866"/>
                  <a:pt x="832009" y="2743391"/>
                </a:cubicBezTo>
                <a:cubicBezTo>
                  <a:pt x="832104" y="2746915"/>
                  <a:pt x="834866" y="2749772"/>
                  <a:pt x="838390" y="2749772"/>
                </a:cubicBezTo>
                <a:close/>
                <a:moveTo>
                  <a:pt x="914590" y="2750630"/>
                </a:moveTo>
                <a:cubicBezTo>
                  <a:pt x="918591" y="2750630"/>
                  <a:pt x="921734" y="2747391"/>
                  <a:pt x="921734" y="2743486"/>
                </a:cubicBezTo>
                <a:cubicBezTo>
                  <a:pt x="921734" y="2739485"/>
                  <a:pt x="918496" y="2736342"/>
                  <a:pt x="914590" y="2736342"/>
                </a:cubicBezTo>
                <a:cubicBezTo>
                  <a:pt x="910590" y="2736342"/>
                  <a:pt x="907447" y="2739581"/>
                  <a:pt x="907447" y="2743486"/>
                </a:cubicBezTo>
                <a:cubicBezTo>
                  <a:pt x="907447" y="2747391"/>
                  <a:pt x="910685" y="2750630"/>
                  <a:pt x="914590" y="2750630"/>
                </a:cubicBezTo>
                <a:close/>
                <a:moveTo>
                  <a:pt x="990790" y="2751201"/>
                </a:moveTo>
                <a:cubicBezTo>
                  <a:pt x="995077" y="2751201"/>
                  <a:pt x="998601" y="2747677"/>
                  <a:pt x="998601" y="2743391"/>
                </a:cubicBezTo>
                <a:cubicBezTo>
                  <a:pt x="998601" y="2739104"/>
                  <a:pt x="995077" y="2735580"/>
                  <a:pt x="990790" y="2735580"/>
                </a:cubicBezTo>
                <a:cubicBezTo>
                  <a:pt x="986504" y="2735580"/>
                  <a:pt x="982980" y="2739104"/>
                  <a:pt x="982980" y="2743391"/>
                </a:cubicBezTo>
                <a:cubicBezTo>
                  <a:pt x="982980" y="2747772"/>
                  <a:pt x="986504" y="2751201"/>
                  <a:pt x="990790" y="2751201"/>
                </a:cubicBezTo>
                <a:close/>
                <a:moveTo>
                  <a:pt x="1066991" y="2752058"/>
                </a:moveTo>
                <a:cubicBezTo>
                  <a:pt x="1071753" y="2752058"/>
                  <a:pt x="1075658" y="2748153"/>
                  <a:pt x="1075658" y="2743391"/>
                </a:cubicBezTo>
                <a:cubicBezTo>
                  <a:pt x="1075658" y="2738628"/>
                  <a:pt x="1071753" y="2734723"/>
                  <a:pt x="1066991" y="2734723"/>
                </a:cubicBezTo>
                <a:cubicBezTo>
                  <a:pt x="1062228" y="2734723"/>
                  <a:pt x="1058323" y="2738628"/>
                  <a:pt x="1058323" y="2743391"/>
                </a:cubicBezTo>
                <a:cubicBezTo>
                  <a:pt x="1058323" y="2748153"/>
                  <a:pt x="1062228" y="2752058"/>
                  <a:pt x="1066991" y="2752058"/>
                </a:cubicBezTo>
                <a:close/>
                <a:moveTo>
                  <a:pt x="1143191" y="2752725"/>
                </a:moveTo>
                <a:cubicBezTo>
                  <a:pt x="1148334" y="2752725"/>
                  <a:pt x="1152525" y="2748534"/>
                  <a:pt x="1152525" y="2743391"/>
                </a:cubicBezTo>
                <a:cubicBezTo>
                  <a:pt x="1152525" y="2738247"/>
                  <a:pt x="1148334" y="2734056"/>
                  <a:pt x="1143191" y="2734056"/>
                </a:cubicBezTo>
                <a:cubicBezTo>
                  <a:pt x="1138047" y="2734056"/>
                  <a:pt x="1133856" y="2738247"/>
                  <a:pt x="1133856" y="2743391"/>
                </a:cubicBezTo>
                <a:cubicBezTo>
                  <a:pt x="1133951" y="2748534"/>
                  <a:pt x="1138047" y="2752725"/>
                  <a:pt x="1143191" y="2752725"/>
                </a:cubicBezTo>
                <a:close/>
                <a:moveTo>
                  <a:pt x="1219391" y="2753297"/>
                </a:moveTo>
                <a:cubicBezTo>
                  <a:pt x="1224915" y="2753297"/>
                  <a:pt x="1229297" y="2748820"/>
                  <a:pt x="1229297" y="2743391"/>
                </a:cubicBezTo>
                <a:cubicBezTo>
                  <a:pt x="1229297" y="2737866"/>
                  <a:pt x="1224820" y="2733485"/>
                  <a:pt x="1219391" y="2733485"/>
                </a:cubicBezTo>
                <a:cubicBezTo>
                  <a:pt x="1213866" y="2733485"/>
                  <a:pt x="1209485" y="2737961"/>
                  <a:pt x="1209485" y="2743391"/>
                </a:cubicBezTo>
                <a:cubicBezTo>
                  <a:pt x="1209485" y="2748915"/>
                  <a:pt x="1213961" y="2753297"/>
                  <a:pt x="1219391" y="2753297"/>
                </a:cubicBezTo>
                <a:close/>
                <a:moveTo>
                  <a:pt x="1295591" y="2753773"/>
                </a:moveTo>
                <a:cubicBezTo>
                  <a:pt x="1301306" y="2753773"/>
                  <a:pt x="1305973" y="2749106"/>
                  <a:pt x="1305973" y="2743391"/>
                </a:cubicBezTo>
                <a:cubicBezTo>
                  <a:pt x="1305973" y="2737676"/>
                  <a:pt x="1301306" y="2733008"/>
                  <a:pt x="1295591" y="2733008"/>
                </a:cubicBezTo>
                <a:cubicBezTo>
                  <a:pt x="1289876" y="2733008"/>
                  <a:pt x="1285208" y="2737676"/>
                  <a:pt x="1285208" y="2743391"/>
                </a:cubicBezTo>
                <a:cubicBezTo>
                  <a:pt x="1285304" y="2749106"/>
                  <a:pt x="1289876" y="2753773"/>
                  <a:pt x="1295591" y="2753773"/>
                </a:cubicBezTo>
                <a:close/>
                <a:moveTo>
                  <a:pt x="1371791" y="2754440"/>
                </a:moveTo>
                <a:cubicBezTo>
                  <a:pt x="1377887" y="2754440"/>
                  <a:pt x="1382744" y="2749487"/>
                  <a:pt x="1382744" y="2743486"/>
                </a:cubicBezTo>
                <a:cubicBezTo>
                  <a:pt x="1382744" y="2737390"/>
                  <a:pt x="1377791" y="2732532"/>
                  <a:pt x="1371791" y="2732532"/>
                </a:cubicBezTo>
                <a:cubicBezTo>
                  <a:pt x="1365790" y="2732532"/>
                  <a:pt x="1360837" y="2737485"/>
                  <a:pt x="1360837" y="2743486"/>
                </a:cubicBezTo>
                <a:cubicBezTo>
                  <a:pt x="1360837" y="2749487"/>
                  <a:pt x="1365790" y="2754440"/>
                  <a:pt x="1371791" y="2754440"/>
                </a:cubicBezTo>
                <a:close/>
                <a:moveTo>
                  <a:pt x="1447991" y="2754630"/>
                </a:moveTo>
                <a:cubicBezTo>
                  <a:pt x="1454182" y="2754630"/>
                  <a:pt x="1459230" y="2749582"/>
                  <a:pt x="1459230" y="2743391"/>
                </a:cubicBezTo>
                <a:cubicBezTo>
                  <a:pt x="1459230" y="2737199"/>
                  <a:pt x="1454182" y="2732151"/>
                  <a:pt x="1447991" y="2732151"/>
                </a:cubicBezTo>
                <a:cubicBezTo>
                  <a:pt x="1441799" y="2732151"/>
                  <a:pt x="1436751" y="2737199"/>
                  <a:pt x="1436751" y="2743391"/>
                </a:cubicBezTo>
                <a:cubicBezTo>
                  <a:pt x="1436846" y="2749582"/>
                  <a:pt x="1441799" y="2754630"/>
                  <a:pt x="1447991" y="2754630"/>
                </a:cubicBezTo>
                <a:close/>
                <a:moveTo>
                  <a:pt x="1524191" y="2755011"/>
                </a:moveTo>
                <a:cubicBezTo>
                  <a:pt x="1530572" y="2755011"/>
                  <a:pt x="1535811" y="2749772"/>
                  <a:pt x="1535811" y="2743391"/>
                </a:cubicBezTo>
                <a:cubicBezTo>
                  <a:pt x="1535811" y="2737009"/>
                  <a:pt x="1530572" y="2731770"/>
                  <a:pt x="1524191" y="2731770"/>
                </a:cubicBezTo>
                <a:cubicBezTo>
                  <a:pt x="1517809" y="2731770"/>
                  <a:pt x="1512570" y="2737009"/>
                  <a:pt x="1512570" y="2743391"/>
                </a:cubicBezTo>
                <a:cubicBezTo>
                  <a:pt x="1512570" y="2749868"/>
                  <a:pt x="1517809" y="2755011"/>
                  <a:pt x="1524191" y="2755011"/>
                </a:cubicBezTo>
                <a:close/>
                <a:moveTo>
                  <a:pt x="1600391" y="2755202"/>
                </a:moveTo>
                <a:cubicBezTo>
                  <a:pt x="1606963" y="2755202"/>
                  <a:pt x="1612202" y="2749868"/>
                  <a:pt x="1612202" y="2743391"/>
                </a:cubicBezTo>
                <a:cubicBezTo>
                  <a:pt x="1612202" y="2736818"/>
                  <a:pt x="1606868" y="2731580"/>
                  <a:pt x="1600391" y="2731580"/>
                </a:cubicBezTo>
                <a:cubicBezTo>
                  <a:pt x="1593914" y="2731580"/>
                  <a:pt x="1588580" y="2736914"/>
                  <a:pt x="1588580" y="2743391"/>
                </a:cubicBezTo>
                <a:cubicBezTo>
                  <a:pt x="1588580" y="2749963"/>
                  <a:pt x="1593914" y="2755202"/>
                  <a:pt x="1600391" y="2755202"/>
                </a:cubicBezTo>
                <a:close/>
                <a:moveTo>
                  <a:pt x="1676591" y="2755487"/>
                </a:moveTo>
                <a:cubicBezTo>
                  <a:pt x="1683258" y="2755487"/>
                  <a:pt x="1688592" y="2750058"/>
                  <a:pt x="1688592" y="2743486"/>
                </a:cubicBezTo>
                <a:cubicBezTo>
                  <a:pt x="1688592" y="2736818"/>
                  <a:pt x="1683163" y="2731484"/>
                  <a:pt x="1676591" y="2731484"/>
                </a:cubicBezTo>
                <a:cubicBezTo>
                  <a:pt x="1669923" y="2731484"/>
                  <a:pt x="1664589" y="2736914"/>
                  <a:pt x="1664589" y="2743486"/>
                </a:cubicBezTo>
                <a:cubicBezTo>
                  <a:pt x="1664589" y="2750058"/>
                  <a:pt x="1669923" y="2755487"/>
                  <a:pt x="1676591" y="2755487"/>
                </a:cubicBezTo>
                <a:close/>
                <a:moveTo>
                  <a:pt x="1752791" y="2755487"/>
                </a:moveTo>
                <a:cubicBezTo>
                  <a:pt x="1759458" y="2755487"/>
                  <a:pt x="1764792" y="2750058"/>
                  <a:pt x="1764792" y="2743486"/>
                </a:cubicBezTo>
                <a:cubicBezTo>
                  <a:pt x="1764792" y="2736818"/>
                  <a:pt x="1759363" y="2731484"/>
                  <a:pt x="1752791" y="2731484"/>
                </a:cubicBezTo>
                <a:cubicBezTo>
                  <a:pt x="1746123" y="2731484"/>
                  <a:pt x="1740789" y="2736914"/>
                  <a:pt x="1740789" y="2743486"/>
                </a:cubicBezTo>
                <a:cubicBezTo>
                  <a:pt x="1740789" y="2750058"/>
                  <a:pt x="1746123" y="2755487"/>
                  <a:pt x="1752791" y="2755487"/>
                </a:cubicBezTo>
                <a:close/>
                <a:moveTo>
                  <a:pt x="1828991" y="2755487"/>
                </a:moveTo>
                <a:cubicBezTo>
                  <a:pt x="1835658" y="2755487"/>
                  <a:pt x="1840992" y="2750058"/>
                  <a:pt x="1840992" y="2743486"/>
                </a:cubicBezTo>
                <a:cubicBezTo>
                  <a:pt x="1840992" y="2736818"/>
                  <a:pt x="1835563" y="2731484"/>
                  <a:pt x="1828991" y="2731484"/>
                </a:cubicBezTo>
                <a:cubicBezTo>
                  <a:pt x="1822323" y="2731484"/>
                  <a:pt x="1816989" y="2736914"/>
                  <a:pt x="1816989" y="2743486"/>
                </a:cubicBezTo>
                <a:cubicBezTo>
                  <a:pt x="1816989" y="2750058"/>
                  <a:pt x="1822323" y="2755487"/>
                  <a:pt x="1828991" y="2755487"/>
                </a:cubicBezTo>
                <a:close/>
                <a:moveTo>
                  <a:pt x="1905191" y="2755202"/>
                </a:moveTo>
                <a:cubicBezTo>
                  <a:pt x="1911763" y="2755202"/>
                  <a:pt x="1917002" y="2749868"/>
                  <a:pt x="1917002" y="2743391"/>
                </a:cubicBezTo>
                <a:cubicBezTo>
                  <a:pt x="1917002" y="2736818"/>
                  <a:pt x="1911668" y="2731580"/>
                  <a:pt x="1905191" y="2731580"/>
                </a:cubicBezTo>
                <a:cubicBezTo>
                  <a:pt x="1898714" y="2731580"/>
                  <a:pt x="1893380" y="2736914"/>
                  <a:pt x="1893380" y="2743391"/>
                </a:cubicBezTo>
                <a:cubicBezTo>
                  <a:pt x="1893380" y="2749963"/>
                  <a:pt x="1898714" y="2755202"/>
                  <a:pt x="1905191" y="2755202"/>
                </a:cubicBezTo>
                <a:close/>
                <a:moveTo>
                  <a:pt x="1981391" y="2755011"/>
                </a:moveTo>
                <a:cubicBezTo>
                  <a:pt x="1987772" y="2755011"/>
                  <a:pt x="1993011" y="2749772"/>
                  <a:pt x="1993011" y="2743391"/>
                </a:cubicBezTo>
                <a:cubicBezTo>
                  <a:pt x="1993011" y="2737009"/>
                  <a:pt x="1987772" y="2731770"/>
                  <a:pt x="1981391" y="2731770"/>
                </a:cubicBezTo>
                <a:cubicBezTo>
                  <a:pt x="1975009" y="2731770"/>
                  <a:pt x="1969770" y="2737009"/>
                  <a:pt x="1969770" y="2743391"/>
                </a:cubicBezTo>
                <a:cubicBezTo>
                  <a:pt x="1969770" y="2749868"/>
                  <a:pt x="1975009" y="2755011"/>
                  <a:pt x="1981391" y="2755011"/>
                </a:cubicBezTo>
                <a:close/>
                <a:moveTo>
                  <a:pt x="2057591" y="2754630"/>
                </a:moveTo>
                <a:cubicBezTo>
                  <a:pt x="2063782" y="2754630"/>
                  <a:pt x="2068830" y="2749582"/>
                  <a:pt x="2068830" y="2743391"/>
                </a:cubicBezTo>
                <a:cubicBezTo>
                  <a:pt x="2068830" y="2737199"/>
                  <a:pt x="2063782" y="2732151"/>
                  <a:pt x="2057591" y="2732151"/>
                </a:cubicBezTo>
                <a:cubicBezTo>
                  <a:pt x="2051399" y="2732151"/>
                  <a:pt x="2046351" y="2737199"/>
                  <a:pt x="2046351" y="2743391"/>
                </a:cubicBezTo>
                <a:cubicBezTo>
                  <a:pt x="2046446" y="2749582"/>
                  <a:pt x="2051399" y="2754630"/>
                  <a:pt x="2057591" y="2754630"/>
                </a:cubicBezTo>
                <a:close/>
                <a:moveTo>
                  <a:pt x="2133791" y="2754440"/>
                </a:moveTo>
                <a:cubicBezTo>
                  <a:pt x="2139887" y="2754440"/>
                  <a:pt x="2144744" y="2749487"/>
                  <a:pt x="2144744" y="2743486"/>
                </a:cubicBezTo>
                <a:cubicBezTo>
                  <a:pt x="2144744" y="2737390"/>
                  <a:pt x="2139791" y="2732532"/>
                  <a:pt x="2133791" y="2732532"/>
                </a:cubicBezTo>
                <a:cubicBezTo>
                  <a:pt x="2127790" y="2732532"/>
                  <a:pt x="2122837" y="2737485"/>
                  <a:pt x="2122837" y="2743486"/>
                </a:cubicBezTo>
                <a:cubicBezTo>
                  <a:pt x="2122837" y="2749487"/>
                  <a:pt x="2127790" y="2754440"/>
                  <a:pt x="2133791" y="2754440"/>
                </a:cubicBezTo>
                <a:close/>
                <a:moveTo>
                  <a:pt x="2209991" y="2753963"/>
                </a:moveTo>
                <a:cubicBezTo>
                  <a:pt x="2215801" y="2753963"/>
                  <a:pt x="2220563" y="2749201"/>
                  <a:pt x="2220563" y="2743391"/>
                </a:cubicBezTo>
                <a:cubicBezTo>
                  <a:pt x="2220563" y="2737580"/>
                  <a:pt x="2215801" y="2732818"/>
                  <a:pt x="2209991" y="2732818"/>
                </a:cubicBezTo>
                <a:cubicBezTo>
                  <a:pt x="2204180" y="2732818"/>
                  <a:pt x="2199418" y="2737580"/>
                  <a:pt x="2199418" y="2743391"/>
                </a:cubicBezTo>
                <a:cubicBezTo>
                  <a:pt x="2199418" y="2749201"/>
                  <a:pt x="2204180" y="2753963"/>
                  <a:pt x="2209991" y="2753963"/>
                </a:cubicBezTo>
                <a:close/>
                <a:moveTo>
                  <a:pt x="2286191" y="2753297"/>
                </a:moveTo>
                <a:cubicBezTo>
                  <a:pt x="2291715" y="2753297"/>
                  <a:pt x="2296097" y="2748820"/>
                  <a:pt x="2296097" y="2743391"/>
                </a:cubicBezTo>
                <a:cubicBezTo>
                  <a:pt x="2296097" y="2737866"/>
                  <a:pt x="2291620" y="2733485"/>
                  <a:pt x="2286191" y="2733485"/>
                </a:cubicBezTo>
                <a:cubicBezTo>
                  <a:pt x="2280761" y="2733485"/>
                  <a:pt x="2276285" y="2737961"/>
                  <a:pt x="2276285" y="2743391"/>
                </a:cubicBezTo>
                <a:cubicBezTo>
                  <a:pt x="2276285" y="2748915"/>
                  <a:pt x="2280761" y="2753297"/>
                  <a:pt x="2286191" y="2753297"/>
                </a:cubicBezTo>
                <a:close/>
                <a:moveTo>
                  <a:pt x="2362391" y="2752725"/>
                </a:moveTo>
                <a:cubicBezTo>
                  <a:pt x="2367534" y="2752725"/>
                  <a:pt x="2371725" y="2748534"/>
                  <a:pt x="2371725" y="2743391"/>
                </a:cubicBezTo>
                <a:cubicBezTo>
                  <a:pt x="2371725" y="2738247"/>
                  <a:pt x="2367534" y="2734056"/>
                  <a:pt x="2362391" y="2734056"/>
                </a:cubicBezTo>
                <a:cubicBezTo>
                  <a:pt x="2357247" y="2734056"/>
                  <a:pt x="2353056" y="2738247"/>
                  <a:pt x="2353056" y="2743391"/>
                </a:cubicBezTo>
                <a:cubicBezTo>
                  <a:pt x="2353151" y="2748534"/>
                  <a:pt x="2357247" y="2752725"/>
                  <a:pt x="2362391" y="2752725"/>
                </a:cubicBezTo>
                <a:close/>
                <a:moveTo>
                  <a:pt x="2438591" y="2752058"/>
                </a:moveTo>
                <a:cubicBezTo>
                  <a:pt x="2443353" y="2752058"/>
                  <a:pt x="2447258" y="2748153"/>
                  <a:pt x="2447258" y="2743391"/>
                </a:cubicBezTo>
                <a:cubicBezTo>
                  <a:pt x="2447258" y="2738628"/>
                  <a:pt x="2443353" y="2734723"/>
                  <a:pt x="2438591" y="2734723"/>
                </a:cubicBezTo>
                <a:cubicBezTo>
                  <a:pt x="2433828" y="2734723"/>
                  <a:pt x="2429923" y="2738628"/>
                  <a:pt x="2429923" y="2743391"/>
                </a:cubicBezTo>
                <a:cubicBezTo>
                  <a:pt x="2429923" y="2748153"/>
                  <a:pt x="2433828" y="2752058"/>
                  <a:pt x="2438591" y="2752058"/>
                </a:cubicBezTo>
                <a:close/>
                <a:moveTo>
                  <a:pt x="2514791" y="2751487"/>
                </a:moveTo>
                <a:cubicBezTo>
                  <a:pt x="2519267" y="2751487"/>
                  <a:pt x="2522791" y="2747867"/>
                  <a:pt x="2522791" y="2743486"/>
                </a:cubicBezTo>
                <a:cubicBezTo>
                  <a:pt x="2522791" y="2739009"/>
                  <a:pt x="2519172" y="2735485"/>
                  <a:pt x="2514791" y="2735485"/>
                </a:cubicBezTo>
                <a:cubicBezTo>
                  <a:pt x="2510314" y="2735485"/>
                  <a:pt x="2506790" y="2739104"/>
                  <a:pt x="2506790" y="2743486"/>
                </a:cubicBezTo>
                <a:cubicBezTo>
                  <a:pt x="2506790" y="2747867"/>
                  <a:pt x="2510409" y="2751487"/>
                  <a:pt x="2514791" y="2751487"/>
                </a:cubicBezTo>
                <a:close/>
                <a:moveTo>
                  <a:pt x="2590991" y="2750630"/>
                </a:moveTo>
                <a:cubicBezTo>
                  <a:pt x="2594991" y="2750630"/>
                  <a:pt x="2598134" y="2747391"/>
                  <a:pt x="2598134" y="2743486"/>
                </a:cubicBezTo>
                <a:cubicBezTo>
                  <a:pt x="2598134" y="2739485"/>
                  <a:pt x="2594896" y="2736342"/>
                  <a:pt x="2590991" y="2736342"/>
                </a:cubicBezTo>
                <a:cubicBezTo>
                  <a:pt x="2586990" y="2736342"/>
                  <a:pt x="2583847" y="2739581"/>
                  <a:pt x="2583847" y="2743486"/>
                </a:cubicBezTo>
                <a:cubicBezTo>
                  <a:pt x="2583847" y="2747391"/>
                  <a:pt x="2587085" y="2750630"/>
                  <a:pt x="2590991" y="2750630"/>
                </a:cubicBezTo>
                <a:close/>
                <a:moveTo>
                  <a:pt x="2667191" y="2749772"/>
                </a:moveTo>
                <a:cubicBezTo>
                  <a:pt x="2670715" y="2749772"/>
                  <a:pt x="2673572" y="2746915"/>
                  <a:pt x="2673572" y="2743391"/>
                </a:cubicBezTo>
                <a:cubicBezTo>
                  <a:pt x="2673572" y="2739866"/>
                  <a:pt x="2670715" y="2737009"/>
                  <a:pt x="2667191" y="2737009"/>
                </a:cubicBezTo>
                <a:cubicBezTo>
                  <a:pt x="2663666" y="2737009"/>
                  <a:pt x="2660809" y="2739866"/>
                  <a:pt x="2660809" y="2743391"/>
                </a:cubicBezTo>
                <a:cubicBezTo>
                  <a:pt x="2660904" y="2746915"/>
                  <a:pt x="2663666" y="2749772"/>
                  <a:pt x="2667191" y="2749772"/>
                </a:cubicBezTo>
                <a:close/>
                <a:moveTo>
                  <a:pt x="2743391" y="2749106"/>
                </a:moveTo>
                <a:cubicBezTo>
                  <a:pt x="2746534" y="2749106"/>
                  <a:pt x="2749106" y="2746534"/>
                  <a:pt x="2749106" y="2743391"/>
                </a:cubicBezTo>
                <a:cubicBezTo>
                  <a:pt x="2749106" y="2740247"/>
                  <a:pt x="2746534" y="2737676"/>
                  <a:pt x="2743391" y="2737676"/>
                </a:cubicBezTo>
                <a:cubicBezTo>
                  <a:pt x="2740247" y="2737676"/>
                  <a:pt x="2737676" y="2740247"/>
                  <a:pt x="2737676" y="2743391"/>
                </a:cubicBezTo>
                <a:cubicBezTo>
                  <a:pt x="2737676" y="2746534"/>
                  <a:pt x="2740247" y="2749106"/>
                  <a:pt x="2743391" y="2749106"/>
                </a:cubicBezTo>
                <a:close/>
                <a:moveTo>
                  <a:pt x="2819591" y="2748248"/>
                </a:moveTo>
                <a:cubicBezTo>
                  <a:pt x="2822258" y="2748248"/>
                  <a:pt x="2824448" y="2746058"/>
                  <a:pt x="2824448" y="2743391"/>
                </a:cubicBezTo>
                <a:cubicBezTo>
                  <a:pt x="2824448" y="2740724"/>
                  <a:pt x="2822258" y="2738533"/>
                  <a:pt x="2819591" y="2738533"/>
                </a:cubicBezTo>
                <a:cubicBezTo>
                  <a:pt x="2816924" y="2738533"/>
                  <a:pt x="2814733" y="2740724"/>
                  <a:pt x="2814733" y="2743391"/>
                </a:cubicBezTo>
                <a:cubicBezTo>
                  <a:pt x="2814733" y="2746058"/>
                  <a:pt x="2816924" y="2748248"/>
                  <a:pt x="2819591" y="2748248"/>
                </a:cubicBezTo>
                <a:close/>
                <a:moveTo>
                  <a:pt x="2895791" y="2747391"/>
                </a:moveTo>
                <a:cubicBezTo>
                  <a:pt x="2897981" y="2747391"/>
                  <a:pt x="2899791" y="2745581"/>
                  <a:pt x="2899791" y="2743391"/>
                </a:cubicBezTo>
                <a:cubicBezTo>
                  <a:pt x="2899791" y="2741200"/>
                  <a:pt x="2897981" y="2739390"/>
                  <a:pt x="2895791" y="2739390"/>
                </a:cubicBezTo>
                <a:cubicBezTo>
                  <a:pt x="2893600" y="2739390"/>
                  <a:pt x="2891790" y="2741200"/>
                  <a:pt x="2891790" y="2743391"/>
                </a:cubicBezTo>
                <a:cubicBezTo>
                  <a:pt x="2891790" y="2745677"/>
                  <a:pt x="2893600" y="2747391"/>
                  <a:pt x="2895791" y="2747391"/>
                </a:cubicBezTo>
                <a:close/>
                <a:moveTo>
                  <a:pt x="2971991" y="2746343"/>
                </a:moveTo>
                <a:cubicBezTo>
                  <a:pt x="2973610" y="2746343"/>
                  <a:pt x="2974943" y="2745010"/>
                  <a:pt x="2974943" y="2743391"/>
                </a:cubicBezTo>
                <a:cubicBezTo>
                  <a:pt x="2974943" y="2741771"/>
                  <a:pt x="2973610" y="2740438"/>
                  <a:pt x="2971991" y="2740438"/>
                </a:cubicBezTo>
                <a:cubicBezTo>
                  <a:pt x="2970371" y="2740438"/>
                  <a:pt x="2969038" y="2741771"/>
                  <a:pt x="2969038" y="2743391"/>
                </a:cubicBezTo>
                <a:cubicBezTo>
                  <a:pt x="2969038" y="2745010"/>
                  <a:pt x="2970371" y="2746343"/>
                  <a:pt x="2971991" y="2746343"/>
                </a:cubicBezTo>
                <a:close/>
                <a:moveTo>
                  <a:pt x="3048191" y="2745486"/>
                </a:moveTo>
                <a:cubicBezTo>
                  <a:pt x="3049334" y="2745486"/>
                  <a:pt x="3050286" y="2744534"/>
                  <a:pt x="3050286" y="2743391"/>
                </a:cubicBezTo>
                <a:cubicBezTo>
                  <a:pt x="3050286" y="2742248"/>
                  <a:pt x="3049334" y="2741295"/>
                  <a:pt x="3048191" y="2741295"/>
                </a:cubicBezTo>
                <a:cubicBezTo>
                  <a:pt x="3047048" y="2741295"/>
                  <a:pt x="3046095" y="2742248"/>
                  <a:pt x="3046095" y="2743391"/>
                </a:cubicBezTo>
                <a:cubicBezTo>
                  <a:pt x="3046095" y="2744534"/>
                  <a:pt x="3047048" y="2745486"/>
                  <a:pt x="3048191" y="2745486"/>
                </a:cubicBezTo>
                <a:close/>
                <a:moveTo>
                  <a:pt x="3124391" y="2744724"/>
                </a:moveTo>
                <a:cubicBezTo>
                  <a:pt x="3125057" y="2744724"/>
                  <a:pt x="3125629" y="2744153"/>
                  <a:pt x="3125629" y="2743486"/>
                </a:cubicBezTo>
                <a:cubicBezTo>
                  <a:pt x="3125629" y="2742819"/>
                  <a:pt x="3125057" y="2742248"/>
                  <a:pt x="3124391" y="2742248"/>
                </a:cubicBezTo>
                <a:cubicBezTo>
                  <a:pt x="3123724" y="2742248"/>
                  <a:pt x="3123153" y="2742819"/>
                  <a:pt x="3123153" y="2743486"/>
                </a:cubicBezTo>
                <a:cubicBezTo>
                  <a:pt x="3123153" y="2744153"/>
                  <a:pt x="3123724" y="2744724"/>
                  <a:pt x="3124391" y="2744724"/>
                </a:cubicBezTo>
                <a:close/>
                <a:moveTo>
                  <a:pt x="3200591" y="2743581"/>
                </a:moveTo>
                <a:cubicBezTo>
                  <a:pt x="3200686" y="2743581"/>
                  <a:pt x="3200781" y="2743486"/>
                  <a:pt x="3200781" y="2743391"/>
                </a:cubicBezTo>
                <a:cubicBezTo>
                  <a:pt x="3200781" y="2743295"/>
                  <a:pt x="3200686" y="2743200"/>
                  <a:pt x="3200591" y="2743200"/>
                </a:cubicBezTo>
                <a:cubicBezTo>
                  <a:pt x="3200495" y="2743200"/>
                  <a:pt x="3200400" y="2743295"/>
                  <a:pt x="3200400" y="2743391"/>
                </a:cubicBezTo>
                <a:cubicBezTo>
                  <a:pt x="3200400" y="2743486"/>
                  <a:pt x="3200495" y="2743581"/>
                  <a:pt x="3200591" y="2743581"/>
                </a:cubicBezTo>
                <a:close/>
                <a:moveTo>
                  <a:pt x="381191" y="2820067"/>
                </a:moveTo>
                <a:cubicBezTo>
                  <a:pt x="381381" y="2820067"/>
                  <a:pt x="381572" y="2819876"/>
                  <a:pt x="381572" y="2819686"/>
                </a:cubicBezTo>
                <a:cubicBezTo>
                  <a:pt x="381572" y="2819495"/>
                  <a:pt x="381381" y="2819305"/>
                  <a:pt x="381191" y="2819305"/>
                </a:cubicBezTo>
                <a:cubicBezTo>
                  <a:pt x="381000" y="2819305"/>
                  <a:pt x="380810" y="2819495"/>
                  <a:pt x="380810" y="2819686"/>
                </a:cubicBezTo>
                <a:cubicBezTo>
                  <a:pt x="380810" y="2819876"/>
                  <a:pt x="381000" y="2820067"/>
                  <a:pt x="381191" y="2820067"/>
                </a:cubicBezTo>
                <a:close/>
                <a:moveTo>
                  <a:pt x="457391" y="2820924"/>
                </a:moveTo>
                <a:cubicBezTo>
                  <a:pt x="458057" y="2820924"/>
                  <a:pt x="458629" y="2820353"/>
                  <a:pt x="458629" y="2819686"/>
                </a:cubicBezTo>
                <a:cubicBezTo>
                  <a:pt x="458629" y="2819019"/>
                  <a:pt x="458057" y="2818448"/>
                  <a:pt x="457391" y="2818448"/>
                </a:cubicBezTo>
                <a:cubicBezTo>
                  <a:pt x="456724" y="2818448"/>
                  <a:pt x="456152" y="2819019"/>
                  <a:pt x="456152" y="2819686"/>
                </a:cubicBezTo>
                <a:cubicBezTo>
                  <a:pt x="456152" y="2820353"/>
                  <a:pt x="456724" y="2820924"/>
                  <a:pt x="457391" y="2820924"/>
                </a:cubicBezTo>
                <a:close/>
                <a:moveTo>
                  <a:pt x="533591" y="2821686"/>
                </a:moveTo>
                <a:cubicBezTo>
                  <a:pt x="534734" y="2821686"/>
                  <a:pt x="535686" y="2820734"/>
                  <a:pt x="535686" y="2819591"/>
                </a:cubicBezTo>
                <a:cubicBezTo>
                  <a:pt x="535686" y="2818448"/>
                  <a:pt x="534734" y="2817495"/>
                  <a:pt x="533591" y="2817495"/>
                </a:cubicBezTo>
                <a:cubicBezTo>
                  <a:pt x="532448" y="2817495"/>
                  <a:pt x="531495" y="2818448"/>
                  <a:pt x="531495" y="2819591"/>
                </a:cubicBezTo>
                <a:cubicBezTo>
                  <a:pt x="531495" y="2820734"/>
                  <a:pt x="532448" y="2821686"/>
                  <a:pt x="533591" y="2821686"/>
                </a:cubicBezTo>
                <a:close/>
                <a:moveTo>
                  <a:pt x="609790" y="2822734"/>
                </a:moveTo>
                <a:cubicBezTo>
                  <a:pt x="611505" y="2822734"/>
                  <a:pt x="612934" y="2821305"/>
                  <a:pt x="612934" y="2819591"/>
                </a:cubicBezTo>
                <a:cubicBezTo>
                  <a:pt x="612934" y="2817876"/>
                  <a:pt x="611505" y="2816447"/>
                  <a:pt x="609790" y="2816447"/>
                </a:cubicBezTo>
                <a:cubicBezTo>
                  <a:pt x="608076" y="2816447"/>
                  <a:pt x="606647" y="2817876"/>
                  <a:pt x="606647" y="2819591"/>
                </a:cubicBezTo>
                <a:cubicBezTo>
                  <a:pt x="606647" y="2821400"/>
                  <a:pt x="608076" y="2822734"/>
                  <a:pt x="609790" y="2822734"/>
                </a:cubicBezTo>
                <a:close/>
                <a:moveTo>
                  <a:pt x="685990" y="2823591"/>
                </a:moveTo>
                <a:cubicBezTo>
                  <a:pt x="688181" y="2823591"/>
                  <a:pt x="689991" y="2821781"/>
                  <a:pt x="689991" y="2819591"/>
                </a:cubicBezTo>
                <a:cubicBezTo>
                  <a:pt x="689991" y="2817400"/>
                  <a:pt x="688181" y="2815590"/>
                  <a:pt x="685990" y="2815590"/>
                </a:cubicBezTo>
                <a:cubicBezTo>
                  <a:pt x="683800" y="2815590"/>
                  <a:pt x="681990" y="2817400"/>
                  <a:pt x="681990" y="2819591"/>
                </a:cubicBezTo>
                <a:cubicBezTo>
                  <a:pt x="681990" y="2821877"/>
                  <a:pt x="683800" y="2823591"/>
                  <a:pt x="685990" y="2823591"/>
                </a:cubicBezTo>
                <a:close/>
                <a:moveTo>
                  <a:pt x="762190" y="2824258"/>
                </a:moveTo>
                <a:cubicBezTo>
                  <a:pt x="764762" y="2824258"/>
                  <a:pt x="766858" y="2822162"/>
                  <a:pt x="766858" y="2819591"/>
                </a:cubicBezTo>
                <a:cubicBezTo>
                  <a:pt x="766858" y="2817019"/>
                  <a:pt x="764762" y="2814923"/>
                  <a:pt x="762190" y="2814923"/>
                </a:cubicBezTo>
                <a:cubicBezTo>
                  <a:pt x="759619" y="2814923"/>
                  <a:pt x="757523" y="2817019"/>
                  <a:pt x="757523" y="2819591"/>
                </a:cubicBezTo>
                <a:cubicBezTo>
                  <a:pt x="757523" y="2822162"/>
                  <a:pt x="759619" y="2824258"/>
                  <a:pt x="762190" y="2824258"/>
                </a:cubicBezTo>
                <a:close/>
                <a:moveTo>
                  <a:pt x="838390" y="2825115"/>
                </a:moveTo>
                <a:cubicBezTo>
                  <a:pt x="841438" y="2825115"/>
                  <a:pt x="843915" y="2822639"/>
                  <a:pt x="843915" y="2819591"/>
                </a:cubicBezTo>
                <a:cubicBezTo>
                  <a:pt x="843915" y="2816543"/>
                  <a:pt x="841438" y="2814066"/>
                  <a:pt x="838390" y="2814066"/>
                </a:cubicBezTo>
                <a:cubicBezTo>
                  <a:pt x="835343" y="2814066"/>
                  <a:pt x="832866" y="2816543"/>
                  <a:pt x="832866" y="2819591"/>
                </a:cubicBezTo>
                <a:cubicBezTo>
                  <a:pt x="832961" y="2822639"/>
                  <a:pt x="835343" y="2825115"/>
                  <a:pt x="838390" y="2825115"/>
                </a:cubicBezTo>
                <a:close/>
                <a:moveTo>
                  <a:pt x="914590" y="2825972"/>
                </a:moveTo>
                <a:cubicBezTo>
                  <a:pt x="918115" y="2825972"/>
                  <a:pt x="920972" y="2823115"/>
                  <a:pt x="920972" y="2819591"/>
                </a:cubicBezTo>
                <a:cubicBezTo>
                  <a:pt x="920972" y="2816066"/>
                  <a:pt x="918115" y="2813209"/>
                  <a:pt x="914590" y="2813209"/>
                </a:cubicBezTo>
                <a:cubicBezTo>
                  <a:pt x="911066" y="2813209"/>
                  <a:pt x="908209" y="2816066"/>
                  <a:pt x="908209" y="2819591"/>
                </a:cubicBezTo>
                <a:cubicBezTo>
                  <a:pt x="908304" y="2823115"/>
                  <a:pt x="911066" y="2825972"/>
                  <a:pt x="914590" y="2825972"/>
                </a:cubicBezTo>
                <a:close/>
                <a:moveTo>
                  <a:pt x="990790" y="2826544"/>
                </a:moveTo>
                <a:cubicBezTo>
                  <a:pt x="994601" y="2826544"/>
                  <a:pt x="997744" y="2823401"/>
                  <a:pt x="997744" y="2819591"/>
                </a:cubicBezTo>
                <a:cubicBezTo>
                  <a:pt x="997744" y="2815781"/>
                  <a:pt x="994601" y="2812637"/>
                  <a:pt x="990790" y="2812637"/>
                </a:cubicBezTo>
                <a:cubicBezTo>
                  <a:pt x="986981" y="2812637"/>
                  <a:pt x="983837" y="2815781"/>
                  <a:pt x="983837" y="2819591"/>
                </a:cubicBezTo>
                <a:cubicBezTo>
                  <a:pt x="983837" y="2823496"/>
                  <a:pt x="986981" y="2826544"/>
                  <a:pt x="990790" y="2826544"/>
                </a:cubicBezTo>
                <a:close/>
                <a:moveTo>
                  <a:pt x="1066991" y="2827211"/>
                </a:moveTo>
                <a:cubicBezTo>
                  <a:pt x="1071182" y="2827211"/>
                  <a:pt x="1074611" y="2823782"/>
                  <a:pt x="1074611" y="2819591"/>
                </a:cubicBezTo>
                <a:cubicBezTo>
                  <a:pt x="1074611" y="2815399"/>
                  <a:pt x="1071182" y="2811971"/>
                  <a:pt x="1066991" y="2811971"/>
                </a:cubicBezTo>
                <a:cubicBezTo>
                  <a:pt x="1062800" y="2811971"/>
                  <a:pt x="1059371" y="2815399"/>
                  <a:pt x="1059371" y="2819591"/>
                </a:cubicBezTo>
                <a:cubicBezTo>
                  <a:pt x="1059371" y="2823782"/>
                  <a:pt x="1062800" y="2827211"/>
                  <a:pt x="1066991" y="2827211"/>
                </a:cubicBezTo>
                <a:close/>
                <a:moveTo>
                  <a:pt x="1143191" y="2827878"/>
                </a:moveTo>
                <a:cubicBezTo>
                  <a:pt x="1147763" y="2827878"/>
                  <a:pt x="1151477" y="2824163"/>
                  <a:pt x="1151477" y="2819591"/>
                </a:cubicBezTo>
                <a:cubicBezTo>
                  <a:pt x="1151477" y="2815019"/>
                  <a:pt x="1147763" y="2811304"/>
                  <a:pt x="1143191" y="2811304"/>
                </a:cubicBezTo>
                <a:cubicBezTo>
                  <a:pt x="1138619" y="2811304"/>
                  <a:pt x="1134904" y="2815019"/>
                  <a:pt x="1134904" y="2819591"/>
                </a:cubicBezTo>
                <a:cubicBezTo>
                  <a:pt x="1134999" y="2824163"/>
                  <a:pt x="1138619" y="2827878"/>
                  <a:pt x="1143191" y="2827878"/>
                </a:cubicBezTo>
                <a:close/>
                <a:moveTo>
                  <a:pt x="1219391" y="2828449"/>
                </a:moveTo>
                <a:cubicBezTo>
                  <a:pt x="1224248" y="2828449"/>
                  <a:pt x="1228249" y="2824448"/>
                  <a:pt x="1228249" y="2819591"/>
                </a:cubicBezTo>
                <a:cubicBezTo>
                  <a:pt x="1228249" y="2814733"/>
                  <a:pt x="1224248" y="2810732"/>
                  <a:pt x="1219391" y="2810732"/>
                </a:cubicBezTo>
                <a:cubicBezTo>
                  <a:pt x="1214533" y="2810732"/>
                  <a:pt x="1210532" y="2814733"/>
                  <a:pt x="1210532" y="2819591"/>
                </a:cubicBezTo>
                <a:cubicBezTo>
                  <a:pt x="1210532" y="2824544"/>
                  <a:pt x="1214533" y="2828449"/>
                  <a:pt x="1219391" y="2828449"/>
                </a:cubicBezTo>
                <a:close/>
                <a:moveTo>
                  <a:pt x="1295591" y="2828925"/>
                </a:moveTo>
                <a:cubicBezTo>
                  <a:pt x="1300734" y="2828925"/>
                  <a:pt x="1304925" y="2824734"/>
                  <a:pt x="1304925" y="2819591"/>
                </a:cubicBezTo>
                <a:cubicBezTo>
                  <a:pt x="1304925" y="2814447"/>
                  <a:pt x="1300734" y="2810256"/>
                  <a:pt x="1295591" y="2810256"/>
                </a:cubicBezTo>
                <a:cubicBezTo>
                  <a:pt x="1290447" y="2810256"/>
                  <a:pt x="1286256" y="2814447"/>
                  <a:pt x="1286256" y="2819591"/>
                </a:cubicBezTo>
                <a:cubicBezTo>
                  <a:pt x="1286351" y="2824734"/>
                  <a:pt x="1290447" y="2828925"/>
                  <a:pt x="1295591" y="2828925"/>
                </a:cubicBezTo>
                <a:close/>
                <a:moveTo>
                  <a:pt x="1371791" y="2829306"/>
                </a:moveTo>
                <a:cubicBezTo>
                  <a:pt x="1377125" y="2829306"/>
                  <a:pt x="1381506" y="2824924"/>
                  <a:pt x="1381506" y="2819591"/>
                </a:cubicBezTo>
                <a:cubicBezTo>
                  <a:pt x="1381506" y="2814257"/>
                  <a:pt x="1377125" y="2809875"/>
                  <a:pt x="1371791" y="2809875"/>
                </a:cubicBezTo>
                <a:cubicBezTo>
                  <a:pt x="1366457" y="2809875"/>
                  <a:pt x="1362075" y="2814257"/>
                  <a:pt x="1362075" y="2819591"/>
                </a:cubicBezTo>
                <a:cubicBezTo>
                  <a:pt x="1362075" y="2824924"/>
                  <a:pt x="1366457" y="2829306"/>
                  <a:pt x="1371791" y="2829306"/>
                </a:cubicBezTo>
                <a:close/>
                <a:moveTo>
                  <a:pt x="1447991" y="2829782"/>
                </a:moveTo>
                <a:cubicBezTo>
                  <a:pt x="1453610" y="2829782"/>
                  <a:pt x="1458087" y="2825210"/>
                  <a:pt x="1458087" y="2819686"/>
                </a:cubicBezTo>
                <a:cubicBezTo>
                  <a:pt x="1458087" y="2814066"/>
                  <a:pt x="1453515" y="2809589"/>
                  <a:pt x="1447991" y="2809589"/>
                </a:cubicBezTo>
                <a:cubicBezTo>
                  <a:pt x="1442466" y="2809589"/>
                  <a:pt x="1437894" y="2814161"/>
                  <a:pt x="1437894" y="2819686"/>
                </a:cubicBezTo>
                <a:cubicBezTo>
                  <a:pt x="1437894" y="2825210"/>
                  <a:pt x="1442371" y="2829782"/>
                  <a:pt x="1447991" y="2829782"/>
                </a:cubicBezTo>
                <a:close/>
                <a:moveTo>
                  <a:pt x="1524191" y="2829973"/>
                </a:moveTo>
                <a:cubicBezTo>
                  <a:pt x="1529906" y="2829973"/>
                  <a:pt x="1534573" y="2825306"/>
                  <a:pt x="1534573" y="2819591"/>
                </a:cubicBezTo>
                <a:cubicBezTo>
                  <a:pt x="1534573" y="2813876"/>
                  <a:pt x="1529906" y="2809208"/>
                  <a:pt x="1524191" y="2809208"/>
                </a:cubicBezTo>
                <a:cubicBezTo>
                  <a:pt x="1518476" y="2809208"/>
                  <a:pt x="1513808" y="2813876"/>
                  <a:pt x="1513808" y="2819591"/>
                </a:cubicBezTo>
                <a:cubicBezTo>
                  <a:pt x="1513904" y="2825306"/>
                  <a:pt x="1518476" y="2829973"/>
                  <a:pt x="1524191" y="2829973"/>
                </a:cubicBezTo>
                <a:close/>
                <a:moveTo>
                  <a:pt x="1600391" y="2830354"/>
                </a:moveTo>
                <a:cubicBezTo>
                  <a:pt x="1606296" y="2830354"/>
                  <a:pt x="1611154" y="2825496"/>
                  <a:pt x="1611154" y="2819591"/>
                </a:cubicBezTo>
                <a:cubicBezTo>
                  <a:pt x="1611154" y="2813685"/>
                  <a:pt x="1606296" y="2808828"/>
                  <a:pt x="1600391" y="2808828"/>
                </a:cubicBezTo>
                <a:cubicBezTo>
                  <a:pt x="1594485" y="2808828"/>
                  <a:pt x="1589627" y="2813685"/>
                  <a:pt x="1589627" y="2819591"/>
                </a:cubicBezTo>
                <a:cubicBezTo>
                  <a:pt x="1589627" y="2825591"/>
                  <a:pt x="1594485" y="2830354"/>
                  <a:pt x="1600391" y="2830354"/>
                </a:cubicBezTo>
                <a:close/>
                <a:moveTo>
                  <a:pt x="1676591" y="2830354"/>
                </a:moveTo>
                <a:cubicBezTo>
                  <a:pt x="1682496" y="2830354"/>
                  <a:pt x="1687354" y="2825496"/>
                  <a:pt x="1687354" y="2819591"/>
                </a:cubicBezTo>
                <a:cubicBezTo>
                  <a:pt x="1687354" y="2813685"/>
                  <a:pt x="1682496" y="2808828"/>
                  <a:pt x="1676591" y="2808828"/>
                </a:cubicBezTo>
                <a:cubicBezTo>
                  <a:pt x="1670685" y="2808828"/>
                  <a:pt x="1665827" y="2813685"/>
                  <a:pt x="1665827" y="2819591"/>
                </a:cubicBezTo>
                <a:cubicBezTo>
                  <a:pt x="1665827" y="2825591"/>
                  <a:pt x="1670685" y="2830354"/>
                  <a:pt x="1676591" y="2830354"/>
                </a:cubicBezTo>
                <a:close/>
                <a:moveTo>
                  <a:pt x="1752791" y="2830354"/>
                </a:moveTo>
                <a:cubicBezTo>
                  <a:pt x="1758696" y="2830354"/>
                  <a:pt x="1763554" y="2825496"/>
                  <a:pt x="1763554" y="2819591"/>
                </a:cubicBezTo>
                <a:cubicBezTo>
                  <a:pt x="1763554" y="2813685"/>
                  <a:pt x="1758696" y="2808828"/>
                  <a:pt x="1752791" y="2808828"/>
                </a:cubicBezTo>
                <a:cubicBezTo>
                  <a:pt x="1746885" y="2808828"/>
                  <a:pt x="1742027" y="2813685"/>
                  <a:pt x="1742027" y="2819591"/>
                </a:cubicBezTo>
                <a:cubicBezTo>
                  <a:pt x="1742027" y="2825591"/>
                  <a:pt x="1746885" y="2830354"/>
                  <a:pt x="1752791" y="2830354"/>
                </a:cubicBezTo>
                <a:close/>
                <a:moveTo>
                  <a:pt x="1828991" y="2830354"/>
                </a:moveTo>
                <a:cubicBezTo>
                  <a:pt x="1834896" y="2830354"/>
                  <a:pt x="1839754" y="2825496"/>
                  <a:pt x="1839754" y="2819591"/>
                </a:cubicBezTo>
                <a:cubicBezTo>
                  <a:pt x="1839754" y="2813685"/>
                  <a:pt x="1834896" y="2808828"/>
                  <a:pt x="1828991" y="2808828"/>
                </a:cubicBezTo>
                <a:cubicBezTo>
                  <a:pt x="1823085" y="2808828"/>
                  <a:pt x="1818227" y="2813685"/>
                  <a:pt x="1818227" y="2819591"/>
                </a:cubicBezTo>
                <a:cubicBezTo>
                  <a:pt x="1818227" y="2825591"/>
                  <a:pt x="1823085" y="2830354"/>
                  <a:pt x="1828991" y="2830354"/>
                </a:cubicBezTo>
                <a:close/>
                <a:moveTo>
                  <a:pt x="1905191" y="2830354"/>
                </a:moveTo>
                <a:cubicBezTo>
                  <a:pt x="1911096" y="2830354"/>
                  <a:pt x="1915954" y="2825496"/>
                  <a:pt x="1915954" y="2819591"/>
                </a:cubicBezTo>
                <a:cubicBezTo>
                  <a:pt x="1915954" y="2813685"/>
                  <a:pt x="1911096" y="2808828"/>
                  <a:pt x="1905191" y="2808828"/>
                </a:cubicBezTo>
                <a:cubicBezTo>
                  <a:pt x="1899285" y="2808828"/>
                  <a:pt x="1894427" y="2813685"/>
                  <a:pt x="1894427" y="2819591"/>
                </a:cubicBezTo>
                <a:cubicBezTo>
                  <a:pt x="1894427" y="2825591"/>
                  <a:pt x="1899285" y="2830354"/>
                  <a:pt x="1905191" y="2830354"/>
                </a:cubicBezTo>
                <a:close/>
                <a:moveTo>
                  <a:pt x="1981391" y="2829973"/>
                </a:moveTo>
                <a:cubicBezTo>
                  <a:pt x="1987106" y="2829973"/>
                  <a:pt x="1991773" y="2825306"/>
                  <a:pt x="1991773" y="2819591"/>
                </a:cubicBezTo>
                <a:cubicBezTo>
                  <a:pt x="1991773" y="2813876"/>
                  <a:pt x="1987106" y="2809208"/>
                  <a:pt x="1981391" y="2809208"/>
                </a:cubicBezTo>
                <a:cubicBezTo>
                  <a:pt x="1975676" y="2809208"/>
                  <a:pt x="1971008" y="2813876"/>
                  <a:pt x="1971008" y="2819591"/>
                </a:cubicBezTo>
                <a:cubicBezTo>
                  <a:pt x="1971104" y="2825306"/>
                  <a:pt x="1975676" y="2829973"/>
                  <a:pt x="1981391" y="2829973"/>
                </a:cubicBezTo>
                <a:close/>
                <a:moveTo>
                  <a:pt x="2057591" y="2829782"/>
                </a:moveTo>
                <a:cubicBezTo>
                  <a:pt x="2063210" y="2829782"/>
                  <a:pt x="2067687" y="2825210"/>
                  <a:pt x="2067687" y="2819686"/>
                </a:cubicBezTo>
                <a:cubicBezTo>
                  <a:pt x="2067687" y="2814066"/>
                  <a:pt x="2063115" y="2809589"/>
                  <a:pt x="2057591" y="2809589"/>
                </a:cubicBezTo>
                <a:cubicBezTo>
                  <a:pt x="2052066" y="2809589"/>
                  <a:pt x="2047494" y="2814161"/>
                  <a:pt x="2047494" y="2819686"/>
                </a:cubicBezTo>
                <a:cubicBezTo>
                  <a:pt x="2047494" y="2825210"/>
                  <a:pt x="2051971" y="2829782"/>
                  <a:pt x="2057591" y="2829782"/>
                </a:cubicBezTo>
                <a:close/>
                <a:moveTo>
                  <a:pt x="2133791" y="2829497"/>
                </a:moveTo>
                <a:cubicBezTo>
                  <a:pt x="2139315" y="2829497"/>
                  <a:pt x="2143697" y="2825020"/>
                  <a:pt x="2143697" y="2819591"/>
                </a:cubicBezTo>
                <a:cubicBezTo>
                  <a:pt x="2143697" y="2814066"/>
                  <a:pt x="2139220" y="2809685"/>
                  <a:pt x="2133791" y="2809685"/>
                </a:cubicBezTo>
                <a:cubicBezTo>
                  <a:pt x="2128361" y="2809685"/>
                  <a:pt x="2123885" y="2814161"/>
                  <a:pt x="2123885" y="2819591"/>
                </a:cubicBezTo>
                <a:cubicBezTo>
                  <a:pt x="2123885" y="2825115"/>
                  <a:pt x="2128361" y="2829497"/>
                  <a:pt x="2133791" y="2829497"/>
                </a:cubicBezTo>
                <a:close/>
                <a:moveTo>
                  <a:pt x="2209991" y="2828925"/>
                </a:moveTo>
                <a:cubicBezTo>
                  <a:pt x="2215134" y="2828925"/>
                  <a:pt x="2219325" y="2824734"/>
                  <a:pt x="2219325" y="2819591"/>
                </a:cubicBezTo>
                <a:cubicBezTo>
                  <a:pt x="2219325" y="2814447"/>
                  <a:pt x="2215134" y="2810256"/>
                  <a:pt x="2209991" y="2810256"/>
                </a:cubicBezTo>
                <a:cubicBezTo>
                  <a:pt x="2204847" y="2810256"/>
                  <a:pt x="2200656" y="2814447"/>
                  <a:pt x="2200656" y="2819591"/>
                </a:cubicBezTo>
                <a:cubicBezTo>
                  <a:pt x="2200751" y="2824734"/>
                  <a:pt x="2204847" y="2828925"/>
                  <a:pt x="2209991" y="2828925"/>
                </a:cubicBezTo>
                <a:close/>
                <a:moveTo>
                  <a:pt x="2286191" y="2828449"/>
                </a:moveTo>
                <a:cubicBezTo>
                  <a:pt x="2291048" y="2828449"/>
                  <a:pt x="2295049" y="2824448"/>
                  <a:pt x="2295049" y="2819591"/>
                </a:cubicBezTo>
                <a:cubicBezTo>
                  <a:pt x="2295049" y="2814733"/>
                  <a:pt x="2291048" y="2810732"/>
                  <a:pt x="2286191" y="2810732"/>
                </a:cubicBezTo>
                <a:cubicBezTo>
                  <a:pt x="2281333" y="2810732"/>
                  <a:pt x="2277332" y="2814733"/>
                  <a:pt x="2277332" y="2819591"/>
                </a:cubicBezTo>
                <a:cubicBezTo>
                  <a:pt x="2277332" y="2824544"/>
                  <a:pt x="2281333" y="2828449"/>
                  <a:pt x="2286191" y="2828449"/>
                </a:cubicBezTo>
                <a:close/>
                <a:moveTo>
                  <a:pt x="2362391" y="2827878"/>
                </a:moveTo>
                <a:cubicBezTo>
                  <a:pt x="2366963" y="2827878"/>
                  <a:pt x="2370677" y="2824163"/>
                  <a:pt x="2370677" y="2819591"/>
                </a:cubicBezTo>
                <a:cubicBezTo>
                  <a:pt x="2370677" y="2815019"/>
                  <a:pt x="2366963" y="2811304"/>
                  <a:pt x="2362391" y="2811304"/>
                </a:cubicBezTo>
                <a:cubicBezTo>
                  <a:pt x="2357819" y="2811304"/>
                  <a:pt x="2354104" y="2815019"/>
                  <a:pt x="2354104" y="2819591"/>
                </a:cubicBezTo>
                <a:cubicBezTo>
                  <a:pt x="2354199" y="2824163"/>
                  <a:pt x="2357819" y="2827878"/>
                  <a:pt x="2362391" y="2827878"/>
                </a:cubicBezTo>
                <a:close/>
                <a:moveTo>
                  <a:pt x="2438591" y="2827211"/>
                </a:moveTo>
                <a:cubicBezTo>
                  <a:pt x="2442782" y="2827211"/>
                  <a:pt x="2446211" y="2823782"/>
                  <a:pt x="2446211" y="2819591"/>
                </a:cubicBezTo>
                <a:cubicBezTo>
                  <a:pt x="2446211" y="2815399"/>
                  <a:pt x="2442782" y="2811971"/>
                  <a:pt x="2438591" y="2811971"/>
                </a:cubicBezTo>
                <a:cubicBezTo>
                  <a:pt x="2434400" y="2811971"/>
                  <a:pt x="2430971" y="2815399"/>
                  <a:pt x="2430971" y="2819591"/>
                </a:cubicBezTo>
                <a:cubicBezTo>
                  <a:pt x="2430971" y="2823782"/>
                  <a:pt x="2434400" y="2827211"/>
                  <a:pt x="2438591" y="2827211"/>
                </a:cubicBezTo>
                <a:close/>
                <a:moveTo>
                  <a:pt x="2514791" y="2826544"/>
                </a:moveTo>
                <a:cubicBezTo>
                  <a:pt x="2518601" y="2826544"/>
                  <a:pt x="2521744" y="2823401"/>
                  <a:pt x="2521744" y="2819591"/>
                </a:cubicBezTo>
                <a:cubicBezTo>
                  <a:pt x="2521744" y="2815781"/>
                  <a:pt x="2518601" y="2812637"/>
                  <a:pt x="2514791" y="2812637"/>
                </a:cubicBezTo>
                <a:cubicBezTo>
                  <a:pt x="2510981" y="2812637"/>
                  <a:pt x="2507837" y="2815781"/>
                  <a:pt x="2507837" y="2819591"/>
                </a:cubicBezTo>
                <a:cubicBezTo>
                  <a:pt x="2507837" y="2823496"/>
                  <a:pt x="2510981" y="2826544"/>
                  <a:pt x="2514791" y="2826544"/>
                </a:cubicBezTo>
                <a:close/>
                <a:moveTo>
                  <a:pt x="2590991" y="2825972"/>
                </a:moveTo>
                <a:cubicBezTo>
                  <a:pt x="2594515" y="2825972"/>
                  <a:pt x="2597372" y="2823115"/>
                  <a:pt x="2597372" y="2819591"/>
                </a:cubicBezTo>
                <a:cubicBezTo>
                  <a:pt x="2597372" y="2816066"/>
                  <a:pt x="2594515" y="2813209"/>
                  <a:pt x="2590991" y="2813209"/>
                </a:cubicBezTo>
                <a:cubicBezTo>
                  <a:pt x="2587466" y="2813209"/>
                  <a:pt x="2584609" y="2816066"/>
                  <a:pt x="2584609" y="2819591"/>
                </a:cubicBezTo>
                <a:cubicBezTo>
                  <a:pt x="2584704" y="2823115"/>
                  <a:pt x="2587466" y="2825972"/>
                  <a:pt x="2590991" y="2825972"/>
                </a:cubicBezTo>
                <a:close/>
                <a:moveTo>
                  <a:pt x="2667191" y="2825115"/>
                </a:moveTo>
                <a:cubicBezTo>
                  <a:pt x="2670239" y="2825115"/>
                  <a:pt x="2672715" y="2822639"/>
                  <a:pt x="2672715" y="2819591"/>
                </a:cubicBezTo>
                <a:cubicBezTo>
                  <a:pt x="2672715" y="2816543"/>
                  <a:pt x="2670239" y="2814066"/>
                  <a:pt x="2667191" y="2814066"/>
                </a:cubicBezTo>
                <a:cubicBezTo>
                  <a:pt x="2664143" y="2814066"/>
                  <a:pt x="2661666" y="2816543"/>
                  <a:pt x="2661666" y="2819591"/>
                </a:cubicBezTo>
                <a:cubicBezTo>
                  <a:pt x="2661761" y="2822639"/>
                  <a:pt x="2664143" y="2825115"/>
                  <a:pt x="2667191" y="2825115"/>
                </a:cubicBezTo>
                <a:close/>
                <a:moveTo>
                  <a:pt x="2743391" y="2824448"/>
                </a:moveTo>
                <a:cubicBezTo>
                  <a:pt x="2746058" y="2824448"/>
                  <a:pt x="2748248" y="2822258"/>
                  <a:pt x="2748248" y="2819591"/>
                </a:cubicBezTo>
                <a:cubicBezTo>
                  <a:pt x="2748248" y="2816924"/>
                  <a:pt x="2746058" y="2814733"/>
                  <a:pt x="2743391" y="2814733"/>
                </a:cubicBezTo>
                <a:cubicBezTo>
                  <a:pt x="2740724" y="2814733"/>
                  <a:pt x="2738533" y="2816924"/>
                  <a:pt x="2738533" y="2819591"/>
                </a:cubicBezTo>
                <a:cubicBezTo>
                  <a:pt x="2738533" y="2822258"/>
                  <a:pt x="2740724" y="2824448"/>
                  <a:pt x="2743391" y="2824448"/>
                </a:cubicBezTo>
                <a:close/>
                <a:moveTo>
                  <a:pt x="2819591" y="2823591"/>
                </a:moveTo>
                <a:cubicBezTo>
                  <a:pt x="2821781" y="2823591"/>
                  <a:pt x="2823591" y="2821781"/>
                  <a:pt x="2823591" y="2819591"/>
                </a:cubicBezTo>
                <a:cubicBezTo>
                  <a:pt x="2823591" y="2817400"/>
                  <a:pt x="2821781" y="2815590"/>
                  <a:pt x="2819591" y="2815590"/>
                </a:cubicBezTo>
                <a:cubicBezTo>
                  <a:pt x="2817400" y="2815590"/>
                  <a:pt x="2815590" y="2817400"/>
                  <a:pt x="2815590" y="2819591"/>
                </a:cubicBezTo>
                <a:cubicBezTo>
                  <a:pt x="2815590" y="2821877"/>
                  <a:pt x="2817400" y="2823591"/>
                  <a:pt x="2819591" y="2823591"/>
                </a:cubicBezTo>
                <a:close/>
                <a:moveTo>
                  <a:pt x="2895791" y="2822734"/>
                </a:moveTo>
                <a:cubicBezTo>
                  <a:pt x="2897505" y="2822734"/>
                  <a:pt x="2898934" y="2821305"/>
                  <a:pt x="2898934" y="2819591"/>
                </a:cubicBezTo>
                <a:cubicBezTo>
                  <a:pt x="2898934" y="2817876"/>
                  <a:pt x="2897505" y="2816447"/>
                  <a:pt x="2895791" y="2816447"/>
                </a:cubicBezTo>
                <a:cubicBezTo>
                  <a:pt x="2894076" y="2816447"/>
                  <a:pt x="2892647" y="2817876"/>
                  <a:pt x="2892647" y="2819591"/>
                </a:cubicBezTo>
                <a:cubicBezTo>
                  <a:pt x="2892647" y="2821400"/>
                  <a:pt x="2894076" y="2822734"/>
                  <a:pt x="2895791" y="2822734"/>
                </a:cubicBezTo>
                <a:close/>
                <a:moveTo>
                  <a:pt x="2971991" y="2821972"/>
                </a:moveTo>
                <a:cubicBezTo>
                  <a:pt x="2973229" y="2821972"/>
                  <a:pt x="2974277" y="2820924"/>
                  <a:pt x="2974277" y="2819686"/>
                </a:cubicBezTo>
                <a:cubicBezTo>
                  <a:pt x="2974277" y="2818448"/>
                  <a:pt x="2973229" y="2817400"/>
                  <a:pt x="2971991" y="2817400"/>
                </a:cubicBezTo>
                <a:cubicBezTo>
                  <a:pt x="2970753" y="2817400"/>
                  <a:pt x="2969705" y="2818448"/>
                  <a:pt x="2969705" y="2819686"/>
                </a:cubicBezTo>
                <a:cubicBezTo>
                  <a:pt x="2969705" y="2820924"/>
                  <a:pt x="2970753" y="2821972"/>
                  <a:pt x="2971991" y="2821972"/>
                </a:cubicBezTo>
                <a:close/>
                <a:moveTo>
                  <a:pt x="3048191" y="2821115"/>
                </a:moveTo>
                <a:cubicBezTo>
                  <a:pt x="3049048" y="2821115"/>
                  <a:pt x="3049715" y="2820448"/>
                  <a:pt x="3049715" y="2819591"/>
                </a:cubicBezTo>
                <a:cubicBezTo>
                  <a:pt x="3049715" y="2818733"/>
                  <a:pt x="3049048" y="2818066"/>
                  <a:pt x="3048191" y="2818066"/>
                </a:cubicBezTo>
                <a:cubicBezTo>
                  <a:pt x="3047333" y="2818066"/>
                  <a:pt x="3046666" y="2818733"/>
                  <a:pt x="3046666" y="2819591"/>
                </a:cubicBezTo>
                <a:cubicBezTo>
                  <a:pt x="3046762" y="2820448"/>
                  <a:pt x="3047429" y="2821115"/>
                  <a:pt x="3048191" y="2821115"/>
                </a:cubicBezTo>
                <a:close/>
                <a:moveTo>
                  <a:pt x="3124391" y="2820067"/>
                </a:moveTo>
                <a:cubicBezTo>
                  <a:pt x="3124581" y="2820067"/>
                  <a:pt x="3124772" y="2819876"/>
                  <a:pt x="3124772" y="2819686"/>
                </a:cubicBezTo>
                <a:cubicBezTo>
                  <a:pt x="3124772" y="2819495"/>
                  <a:pt x="3124581" y="2819305"/>
                  <a:pt x="3124391" y="2819305"/>
                </a:cubicBezTo>
                <a:cubicBezTo>
                  <a:pt x="3124200" y="2819305"/>
                  <a:pt x="3124010" y="2819495"/>
                  <a:pt x="3124010" y="2819686"/>
                </a:cubicBezTo>
                <a:cubicBezTo>
                  <a:pt x="3124010" y="2819876"/>
                  <a:pt x="3124200" y="2820067"/>
                  <a:pt x="3124391" y="2820067"/>
                </a:cubicBezTo>
                <a:close/>
                <a:moveTo>
                  <a:pt x="457391" y="2896457"/>
                </a:moveTo>
                <a:cubicBezTo>
                  <a:pt x="457772" y="2896457"/>
                  <a:pt x="458057" y="2896172"/>
                  <a:pt x="458057" y="2895791"/>
                </a:cubicBezTo>
                <a:cubicBezTo>
                  <a:pt x="458057" y="2895410"/>
                  <a:pt x="457772" y="2895124"/>
                  <a:pt x="457391" y="2895124"/>
                </a:cubicBezTo>
                <a:cubicBezTo>
                  <a:pt x="457010" y="2895124"/>
                  <a:pt x="456724" y="2895410"/>
                  <a:pt x="456724" y="2895791"/>
                </a:cubicBezTo>
                <a:cubicBezTo>
                  <a:pt x="456819" y="2896172"/>
                  <a:pt x="457105" y="2896457"/>
                  <a:pt x="457391" y="2896457"/>
                </a:cubicBezTo>
                <a:close/>
                <a:moveTo>
                  <a:pt x="533591" y="2897315"/>
                </a:moveTo>
                <a:cubicBezTo>
                  <a:pt x="534448" y="2897315"/>
                  <a:pt x="535115" y="2896648"/>
                  <a:pt x="535115" y="2895791"/>
                </a:cubicBezTo>
                <a:cubicBezTo>
                  <a:pt x="535115" y="2894933"/>
                  <a:pt x="534448" y="2894266"/>
                  <a:pt x="533591" y="2894266"/>
                </a:cubicBezTo>
                <a:cubicBezTo>
                  <a:pt x="532733" y="2894266"/>
                  <a:pt x="532067" y="2894933"/>
                  <a:pt x="532067" y="2895791"/>
                </a:cubicBezTo>
                <a:cubicBezTo>
                  <a:pt x="532162" y="2896648"/>
                  <a:pt x="532829" y="2897315"/>
                  <a:pt x="533591" y="2897315"/>
                </a:cubicBezTo>
                <a:close/>
                <a:moveTo>
                  <a:pt x="609790" y="2898172"/>
                </a:moveTo>
                <a:cubicBezTo>
                  <a:pt x="611029" y="2898172"/>
                  <a:pt x="612077" y="2897124"/>
                  <a:pt x="612077" y="2895886"/>
                </a:cubicBezTo>
                <a:cubicBezTo>
                  <a:pt x="612077" y="2894648"/>
                  <a:pt x="611029" y="2893600"/>
                  <a:pt x="609790" y="2893600"/>
                </a:cubicBezTo>
                <a:cubicBezTo>
                  <a:pt x="608552" y="2893600"/>
                  <a:pt x="607505" y="2894648"/>
                  <a:pt x="607505" y="2895886"/>
                </a:cubicBezTo>
                <a:cubicBezTo>
                  <a:pt x="607505" y="2897124"/>
                  <a:pt x="608552" y="2898172"/>
                  <a:pt x="609790" y="2898172"/>
                </a:cubicBezTo>
                <a:close/>
                <a:moveTo>
                  <a:pt x="685990" y="2898934"/>
                </a:moveTo>
                <a:cubicBezTo>
                  <a:pt x="687705" y="2898934"/>
                  <a:pt x="689134" y="2897505"/>
                  <a:pt x="689134" y="2895791"/>
                </a:cubicBezTo>
                <a:cubicBezTo>
                  <a:pt x="689134" y="2894076"/>
                  <a:pt x="687705" y="2892647"/>
                  <a:pt x="685990" y="2892647"/>
                </a:cubicBezTo>
                <a:cubicBezTo>
                  <a:pt x="684276" y="2892647"/>
                  <a:pt x="682847" y="2894076"/>
                  <a:pt x="682847" y="2895791"/>
                </a:cubicBezTo>
                <a:cubicBezTo>
                  <a:pt x="682847" y="2897600"/>
                  <a:pt x="684276" y="2898934"/>
                  <a:pt x="685990" y="2898934"/>
                </a:cubicBezTo>
                <a:close/>
                <a:moveTo>
                  <a:pt x="762190" y="2899601"/>
                </a:moveTo>
                <a:cubicBezTo>
                  <a:pt x="764286" y="2899601"/>
                  <a:pt x="766001" y="2897886"/>
                  <a:pt x="766001" y="2895791"/>
                </a:cubicBezTo>
                <a:cubicBezTo>
                  <a:pt x="766001" y="2893695"/>
                  <a:pt x="764286" y="2891981"/>
                  <a:pt x="762190" y="2891981"/>
                </a:cubicBezTo>
                <a:cubicBezTo>
                  <a:pt x="760095" y="2891981"/>
                  <a:pt x="758381" y="2893695"/>
                  <a:pt x="758381" y="2895791"/>
                </a:cubicBezTo>
                <a:cubicBezTo>
                  <a:pt x="758381" y="2897886"/>
                  <a:pt x="760095" y="2899601"/>
                  <a:pt x="762190" y="2899601"/>
                </a:cubicBezTo>
                <a:close/>
                <a:moveTo>
                  <a:pt x="838390" y="2900458"/>
                </a:moveTo>
                <a:cubicBezTo>
                  <a:pt x="840962" y="2900458"/>
                  <a:pt x="843058" y="2898362"/>
                  <a:pt x="843058" y="2895791"/>
                </a:cubicBezTo>
                <a:cubicBezTo>
                  <a:pt x="843058" y="2893219"/>
                  <a:pt x="840962" y="2891123"/>
                  <a:pt x="838390" y="2891123"/>
                </a:cubicBezTo>
                <a:cubicBezTo>
                  <a:pt x="835819" y="2891123"/>
                  <a:pt x="833723" y="2893219"/>
                  <a:pt x="833723" y="2895791"/>
                </a:cubicBezTo>
                <a:cubicBezTo>
                  <a:pt x="833723" y="2898362"/>
                  <a:pt x="835819" y="2900458"/>
                  <a:pt x="838390" y="2900458"/>
                </a:cubicBezTo>
                <a:close/>
                <a:moveTo>
                  <a:pt x="914590" y="2901124"/>
                </a:moveTo>
                <a:cubicBezTo>
                  <a:pt x="917543" y="2901124"/>
                  <a:pt x="919829" y="2898743"/>
                  <a:pt x="919829" y="2895886"/>
                </a:cubicBezTo>
                <a:cubicBezTo>
                  <a:pt x="919829" y="2892933"/>
                  <a:pt x="917448" y="2890647"/>
                  <a:pt x="914590" y="2890647"/>
                </a:cubicBezTo>
                <a:cubicBezTo>
                  <a:pt x="911638" y="2890647"/>
                  <a:pt x="909352" y="2893028"/>
                  <a:pt x="909352" y="2895886"/>
                </a:cubicBezTo>
                <a:cubicBezTo>
                  <a:pt x="909352" y="2898743"/>
                  <a:pt x="911733" y="2901124"/>
                  <a:pt x="914590" y="2901124"/>
                </a:cubicBezTo>
                <a:close/>
                <a:moveTo>
                  <a:pt x="990790" y="2901696"/>
                </a:moveTo>
                <a:cubicBezTo>
                  <a:pt x="994029" y="2901696"/>
                  <a:pt x="996696" y="2899029"/>
                  <a:pt x="996696" y="2895791"/>
                </a:cubicBezTo>
                <a:cubicBezTo>
                  <a:pt x="996696" y="2892552"/>
                  <a:pt x="994029" y="2889885"/>
                  <a:pt x="990790" y="2889885"/>
                </a:cubicBezTo>
                <a:cubicBezTo>
                  <a:pt x="987552" y="2889885"/>
                  <a:pt x="984885" y="2892552"/>
                  <a:pt x="984885" y="2895791"/>
                </a:cubicBezTo>
                <a:cubicBezTo>
                  <a:pt x="984885" y="2899124"/>
                  <a:pt x="987552" y="2901696"/>
                  <a:pt x="990790" y="2901696"/>
                </a:cubicBezTo>
                <a:close/>
                <a:moveTo>
                  <a:pt x="1066991" y="2902363"/>
                </a:moveTo>
                <a:cubicBezTo>
                  <a:pt x="1070610" y="2902363"/>
                  <a:pt x="1073563" y="2899410"/>
                  <a:pt x="1073563" y="2895791"/>
                </a:cubicBezTo>
                <a:cubicBezTo>
                  <a:pt x="1073563" y="2892171"/>
                  <a:pt x="1070610" y="2889218"/>
                  <a:pt x="1066991" y="2889218"/>
                </a:cubicBezTo>
                <a:cubicBezTo>
                  <a:pt x="1063371" y="2889218"/>
                  <a:pt x="1060418" y="2892171"/>
                  <a:pt x="1060418" y="2895791"/>
                </a:cubicBezTo>
                <a:cubicBezTo>
                  <a:pt x="1060418" y="2899410"/>
                  <a:pt x="1063371" y="2902363"/>
                  <a:pt x="1066991" y="2902363"/>
                </a:cubicBezTo>
                <a:close/>
                <a:moveTo>
                  <a:pt x="1143191" y="2903030"/>
                </a:moveTo>
                <a:cubicBezTo>
                  <a:pt x="1147191" y="2903030"/>
                  <a:pt x="1150334" y="2899791"/>
                  <a:pt x="1150334" y="2895886"/>
                </a:cubicBezTo>
                <a:cubicBezTo>
                  <a:pt x="1150334" y="2891885"/>
                  <a:pt x="1147096" y="2888742"/>
                  <a:pt x="1143191" y="2888742"/>
                </a:cubicBezTo>
                <a:cubicBezTo>
                  <a:pt x="1139190" y="2888742"/>
                  <a:pt x="1136047" y="2891981"/>
                  <a:pt x="1136047" y="2895886"/>
                </a:cubicBezTo>
                <a:cubicBezTo>
                  <a:pt x="1136047" y="2899791"/>
                  <a:pt x="1139285" y="2903030"/>
                  <a:pt x="1143191" y="2903030"/>
                </a:cubicBezTo>
                <a:close/>
                <a:moveTo>
                  <a:pt x="1219391" y="2903601"/>
                </a:moveTo>
                <a:cubicBezTo>
                  <a:pt x="1223677" y="2903601"/>
                  <a:pt x="1227201" y="2900077"/>
                  <a:pt x="1227201" y="2895791"/>
                </a:cubicBezTo>
                <a:cubicBezTo>
                  <a:pt x="1227201" y="2891504"/>
                  <a:pt x="1223677" y="2887980"/>
                  <a:pt x="1219391" y="2887980"/>
                </a:cubicBezTo>
                <a:cubicBezTo>
                  <a:pt x="1215104" y="2887980"/>
                  <a:pt x="1211580" y="2891504"/>
                  <a:pt x="1211580" y="2895791"/>
                </a:cubicBezTo>
                <a:cubicBezTo>
                  <a:pt x="1211580" y="2900172"/>
                  <a:pt x="1215104" y="2903601"/>
                  <a:pt x="1219391" y="2903601"/>
                </a:cubicBezTo>
                <a:close/>
                <a:moveTo>
                  <a:pt x="1295591" y="2904078"/>
                </a:moveTo>
                <a:cubicBezTo>
                  <a:pt x="1300163" y="2904078"/>
                  <a:pt x="1303877" y="2900363"/>
                  <a:pt x="1303877" y="2895791"/>
                </a:cubicBezTo>
                <a:cubicBezTo>
                  <a:pt x="1303877" y="2891219"/>
                  <a:pt x="1300163" y="2887504"/>
                  <a:pt x="1295591" y="2887504"/>
                </a:cubicBezTo>
                <a:cubicBezTo>
                  <a:pt x="1291018" y="2887504"/>
                  <a:pt x="1287304" y="2891219"/>
                  <a:pt x="1287304" y="2895791"/>
                </a:cubicBezTo>
                <a:cubicBezTo>
                  <a:pt x="1287399" y="2900363"/>
                  <a:pt x="1291018" y="2904078"/>
                  <a:pt x="1295591" y="2904078"/>
                </a:cubicBezTo>
                <a:close/>
                <a:moveTo>
                  <a:pt x="1371791" y="2904458"/>
                </a:moveTo>
                <a:cubicBezTo>
                  <a:pt x="1376553" y="2904458"/>
                  <a:pt x="1380458" y="2900553"/>
                  <a:pt x="1380458" y="2895791"/>
                </a:cubicBezTo>
                <a:cubicBezTo>
                  <a:pt x="1380458" y="2891028"/>
                  <a:pt x="1376553" y="2887123"/>
                  <a:pt x="1371791" y="2887123"/>
                </a:cubicBezTo>
                <a:cubicBezTo>
                  <a:pt x="1367028" y="2887123"/>
                  <a:pt x="1363123" y="2891028"/>
                  <a:pt x="1363123" y="2895791"/>
                </a:cubicBezTo>
                <a:cubicBezTo>
                  <a:pt x="1363123" y="2900553"/>
                  <a:pt x="1367028" y="2904458"/>
                  <a:pt x="1371791" y="2904458"/>
                </a:cubicBezTo>
                <a:close/>
                <a:moveTo>
                  <a:pt x="1447991" y="2904935"/>
                </a:moveTo>
                <a:cubicBezTo>
                  <a:pt x="1453039" y="2904935"/>
                  <a:pt x="1457039" y="2900839"/>
                  <a:pt x="1457039" y="2895886"/>
                </a:cubicBezTo>
                <a:cubicBezTo>
                  <a:pt x="1457039" y="2890838"/>
                  <a:pt x="1452943" y="2886837"/>
                  <a:pt x="1447991" y="2886837"/>
                </a:cubicBezTo>
                <a:cubicBezTo>
                  <a:pt x="1443038" y="2886837"/>
                  <a:pt x="1438942" y="2890933"/>
                  <a:pt x="1438942" y="2895886"/>
                </a:cubicBezTo>
                <a:cubicBezTo>
                  <a:pt x="1438942" y="2900839"/>
                  <a:pt x="1443038" y="2904935"/>
                  <a:pt x="1447991" y="2904935"/>
                </a:cubicBezTo>
                <a:close/>
                <a:moveTo>
                  <a:pt x="1524191" y="2905125"/>
                </a:moveTo>
                <a:cubicBezTo>
                  <a:pt x="1529334" y="2905125"/>
                  <a:pt x="1533525" y="2900934"/>
                  <a:pt x="1533525" y="2895791"/>
                </a:cubicBezTo>
                <a:cubicBezTo>
                  <a:pt x="1533525" y="2890647"/>
                  <a:pt x="1529334" y="2886456"/>
                  <a:pt x="1524191" y="2886456"/>
                </a:cubicBezTo>
                <a:cubicBezTo>
                  <a:pt x="1519047" y="2886456"/>
                  <a:pt x="1514856" y="2890647"/>
                  <a:pt x="1514856" y="2895791"/>
                </a:cubicBezTo>
                <a:cubicBezTo>
                  <a:pt x="1514951" y="2900934"/>
                  <a:pt x="1519047" y="2905125"/>
                  <a:pt x="1524191" y="2905125"/>
                </a:cubicBezTo>
                <a:close/>
                <a:moveTo>
                  <a:pt x="1600391" y="2905316"/>
                </a:moveTo>
                <a:cubicBezTo>
                  <a:pt x="1605629" y="2905316"/>
                  <a:pt x="1609916" y="2901029"/>
                  <a:pt x="1609916" y="2895791"/>
                </a:cubicBezTo>
                <a:cubicBezTo>
                  <a:pt x="1609916" y="2890552"/>
                  <a:pt x="1605629" y="2886266"/>
                  <a:pt x="1600391" y="2886266"/>
                </a:cubicBezTo>
                <a:cubicBezTo>
                  <a:pt x="1595152" y="2886266"/>
                  <a:pt x="1590866" y="2890552"/>
                  <a:pt x="1590866" y="2895791"/>
                </a:cubicBezTo>
                <a:cubicBezTo>
                  <a:pt x="1590866" y="2901029"/>
                  <a:pt x="1595152" y="2905316"/>
                  <a:pt x="1600391" y="2905316"/>
                </a:cubicBezTo>
                <a:close/>
                <a:moveTo>
                  <a:pt x="1676591" y="2905316"/>
                </a:moveTo>
                <a:cubicBezTo>
                  <a:pt x="1681829" y="2905316"/>
                  <a:pt x="1686116" y="2901029"/>
                  <a:pt x="1686116" y="2895791"/>
                </a:cubicBezTo>
                <a:cubicBezTo>
                  <a:pt x="1686116" y="2890552"/>
                  <a:pt x="1681829" y="2886266"/>
                  <a:pt x="1676591" y="2886266"/>
                </a:cubicBezTo>
                <a:cubicBezTo>
                  <a:pt x="1671352" y="2886266"/>
                  <a:pt x="1667066" y="2890552"/>
                  <a:pt x="1667066" y="2895791"/>
                </a:cubicBezTo>
                <a:cubicBezTo>
                  <a:pt x="1667066" y="2901029"/>
                  <a:pt x="1671352" y="2905316"/>
                  <a:pt x="1676591" y="2905316"/>
                </a:cubicBezTo>
                <a:close/>
                <a:moveTo>
                  <a:pt x="1752791" y="2905506"/>
                </a:moveTo>
                <a:cubicBezTo>
                  <a:pt x="1758125" y="2905506"/>
                  <a:pt x="1762506" y="2901124"/>
                  <a:pt x="1762506" y="2895791"/>
                </a:cubicBezTo>
                <a:cubicBezTo>
                  <a:pt x="1762506" y="2890457"/>
                  <a:pt x="1758125" y="2886075"/>
                  <a:pt x="1752791" y="2886075"/>
                </a:cubicBezTo>
                <a:cubicBezTo>
                  <a:pt x="1747457" y="2886075"/>
                  <a:pt x="1743075" y="2890457"/>
                  <a:pt x="1743075" y="2895791"/>
                </a:cubicBezTo>
                <a:cubicBezTo>
                  <a:pt x="1743075" y="2901124"/>
                  <a:pt x="1747457" y="2905506"/>
                  <a:pt x="1752791" y="2905506"/>
                </a:cubicBezTo>
                <a:close/>
                <a:moveTo>
                  <a:pt x="1828991" y="2905506"/>
                </a:moveTo>
                <a:cubicBezTo>
                  <a:pt x="1834325" y="2905506"/>
                  <a:pt x="1838706" y="2901124"/>
                  <a:pt x="1838706" y="2895791"/>
                </a:cubicBezTo>
                <a:cubicBezTo>
                  <a:pt x="1838706" y="2890457"/>
                  <a:pt x="1834325" y="2886075"/>
                  <a:pt x="1828991" y="2886075"/>
                </a:cubicBezTo>
                <a:cubicBezTo>
                  <a:pt x="1823657" y="2886075"/>
                  <a:pt x="1819275" y="2890457"/>
                  <a:pt x="1819275" y="2895791"/>
                </a:cubicBezTo>
                <a:cubicBezTo>
                  <a:pt x="1819275" y="2901124"/>
                  <a:pt x="1823657" y="2905506"/>
                  <a:pt x="1828991" y="2905506"/>
                </a:cubicBezTo>
                <a:close/>
                <a:moveTo>
                  <a:pt x="1905191" y="2905316"/>
                </a:moveTo>
                <a:cubicBezTo>
                  <a:pt x="1910429" y="2905316"/>
                  <a:pt x="1914716" y="2901029"/>
                  <a:pt x="1914716" y="2895791"/>
                </a:cubicBezTo>
                <a:cubicBezTo>
                  <a:pt x="1914716" y="2890552"/>
                  <a:pt x="1910429" y="2886266"/>
                  <a:pt x="1905191" y="2886266"/>
                </a:cubicBezTo>
                <a:cubicBezTo>
                  <a:pt x="1899952" y="2886266"/>
                  <a:pt x="1895666" y="2890552"/>
                  <a:pt x="1895666" y="2895791"/>
                </a:cubicBezTo>
                <a:cubicBezTo>
                  <a:pt x="1895666" y="2901029"/>
                  <a:pt x="1899952" y="2905316"/>
                  <a:pt x="1905191" y="2905316"/>
                </a:cubicBezTo>
                <a:close/>
                <a:moveTo>
                  <a:pt x="1981391" y="2905125"/>
                </a:moveTo>
                <a:cubicBezTo>
                  <a:pt x="1986534" y="2905125"/>
                  <a:pt x="1990725" y="2900934"/>
                  <a:pt x="1990725" y="2895791"/>
                </a:cubicBezTo>
                <a:cubicBezTo>
                  <a:pt x="1990725" y="2890647"/>
                  <a:pt x="1986534" y="2886456"/>
                  <a:pt x="1981391" y="2886456"/>
                </a:cubicBezTo>
                <a:cubicBezTo>
                  <a:pt x="1976247" y="2886456"/>
                  <a:pt x="1972056" y="2890647"/>
                  <a:pt x="1972056" y="2895791"/>
                </a:cubicBezTo>
                <a:cubicBezTo>
                  <a:pt x="1972151" y="2900934"/>
                  <a:pt x="1976247" y="2905125"/>
                  <a:pt x="1981391" y="2905125"/>
                </a:cubicBezTo>
                <a:close/>
                <a:moveTo>
                  <a:pt x="2057591" y="2904935"/>
                </a:moveTo>
                <a:cubicBezTo>
                  <a:pt x="2062639" y="2904935"/>
                  <a:pt x="2066639" y="2900839"/>
                  <a:pt x="2066639" y="2895886"/>
                </a:cubicBezTo>
                <a:cubicBezTo>
                  <a:pt x="2066639" y="2890838"/>
                  <a:pt x="2062543" y="2886837"/>
                  <a:pt x="2057591" y="2886837"/>
                </a:cubicBezTo>
                <a:cubicBezTo>
                  <a:pt x="2052638" y="2886837"/>
                  <a:pt x="2048542" y="2890933"/>
                  <a:pt x="2048542" y="2895886"/>
                </a:cubicBezTo>
                <a:cubicBezTo>
                  <a:pt x="2048542" y="2900839"/>
                  <a:pt x="2052638" y="2904935"/>
                  <a:pt x="2057591" y="2904935"/>
                </a:cubicBezTo>
                <a:close/>
                <a:moveTo>
                  <a:pt x="2133791" y="2904458"/>
                </a:moveTo>
                <a:cubicBezTo>
                  <a:pt x="2138553" y="2904458"/>
                  <a:pt x="2142458" y="2900553"/>
                  <a:pt x="2142458" y="2895791"/>
                </a:cubicBezTo>
                <a:cubicBezTo>
                  <a:pt x="2142458" y="2891028"/>
                  <a:pt x="2138553" y="2887123"/>
                  <a:pt x="2133791" y="2887123"/>
                </a:cubicBezTo>
                <a:cubicBezTo>
                  <a:pt x="2129028" y="2887123"/>
                  <a:pt x="2125123" y="2891028"/>
                  <a:pt x="2125123" y="2895791"/>
                </a:cubicBezTo>
                <a:cubicBezTo>
                  <a:pt x="2125123" y="2900553"/>
                  <a:pt x="2129028" y="2904458"/>
                  <a:pt x="2133791" y="2904458"/>
                </a:cubicBezTo>
                <a:close/>
                <a:moveTo>
                  <a:pt x="2209991" y="2904078"/>
                </a:moveTo>
                <a:cubicBezTo>
                  <a:pt x="2214563" y="2904078"/>
                  <a:pt x="2218277" y="2900363"/>
                  <a:pt x="2218277" y="2895791"/>
                </a:cubicBezTo>
                <a:cubicBezTo>
                  <a:pt x="2218277" y="2891219"/>
                  <a:pt x="2214563" y="2887504"/>
                  <a:pt x="2209991" y="2887504"/>
                </a:cubicBezTo>
                <a:cubicBezTo>
                  <a:pt x="2205419" y="2887504"/>
                  <a:pt x="2201704" y="2891219"/>
                  <a:pt x="2201704" y="2895791"/>
                </a:cubicBezTo>
                <a:cubicBezTo>
                  <a:pt x="2201799" y="2900363"/>
                  <a:pt x="2205419" y="2904078"/>
                  <a:pt x="2209991" y="2904078"/>
                </a:cubicBezTo>
                <a:close/>
                <a:moveTo>
                  <a:pt x="2286191" y="2903601"/>
                </a:moveTo>
                <a:cubicBezTo>
                  <a:pt x="2290477" y="2903601"/>
                  <a:pt x="2294001" y="2900077"/>
                  <a:pt x="2294001" y="2895791"/>
                </a:cubicBezTo>
                <a:cubicBezTo>
                  <a:pt x="2294001" y="2891504"/>
                  <a:pt x="2290477" y="2887980"/>
                  <a:pt x="2286191" y="2887980"/>
                </a:cubicBezTo>
                <a:cubicBezTo>
                  <a:pt x="2281904" y="2887980"/>
                  <a:pt x="2278380" y="2891504"/>
                  <a:pt x="2278380" y="2895791"/>
                </a:cubicBezTo>
                <a:cubicBezTo>
                  <a:pt x="2278380" y="2900172"/>
                  <a:pt x="2281904" y="2903601"/>
                  <a:pt x="2286191" y="2903601"/>
                </a:cubicBezTo>
                <a:close/>
                <a:moveTo>
                  <a:pt x="2362391" y="2903030"/>
                </a:moveTo>
                <a:cubicBezTo>
                  <a:pt x="2366391" y="2903030"/>
                  <a:pt x="2369534" y="2899791"/>
                  <a:pt x="2369534" y="2895886"/>
                </a:cubicBezTo>
                <a:cubicBezTo>
                  <a:pt x="2369534" y="2891885"/>
                  <a:pt x="2366296" y="2888742"/>
                  <a:pt x="2362391" y="2888742"/>
                </a:cubicBezTo>
                <a:cubicBezTo>
                  <a:pt x="2358390" y="2888742"/>
                  <a:pt x="2355247" y="2891981"/>
                  <a:pt x="2355247" y="2895886"/>
                </a:cubicBezTo>
                <a:cubicBezTo>
                  <a:pt x="2355247" y="2899791"/>
                  <a:pt x="2358485" y="2903030"/>
                  <a:pt x="2362391" y="2903030"/>
                </a:cubicBezTo>
                <a:close/>
                <a:moveTo>
                  <a:pt x="2438591" y="2902553"/>
                </a:moveTo>
                <a:cubicBezTo>
                  <a:pt x="2442305" y="2902553"/>
                  <a:pt x="2445353" y="2899505"/>
                  <a:pt x="2445353" y="2895791"/>
                </a:cubicBezTo>
                <a:cubicBezTo>
                  <a:pt x="2445353" y="2892076"/>
                  <a:pt x="2442305" y="2889028"/>
                  <a:pt x="2438591" y="2889028"/>
                </a:cubicBezTo>
                <a:cubicBezTo>
                  <a:pt x="2434876" y="2889028"/>
                  <a:pt x="2431828" y="2892076"/>
                  <a:pt x="2431828" y="2895791"/>
                </a:cubicBezTo>
                <a:cubicBezTo>
                  <a:pt x="2431828" y="2899505"/>
                  <a:pt x="2434876" y="2902553"/>
                  <a:pt x="2438591" y="2902553"/>
                </a:cubicBezTo>
                <a:close/>
                <a:moveTo>
                  <a:pt x="2514791" y="2901982"/>
                </a:moveTo>
                <a:cubicBezTo>
                  <a:pt x="2518220" y="2901982"/>
                  <a:pt x="2520887" y="2899220"/>
                  <a:pt x="2520887" y="2895886"/>
                </a:cubicBezTo>
                <a:cubicBezTo>
                  <a:pt x="2520887" y="2892457"/>
                  <a:pt x="2518124" y="2889790"/>
                  <a:pt x="2514791" y="2889790"/>
                </a:cubicBezTo>
                <a:cubicBezTo>
                  <a:pt x="2511362" y="2889790"/>
                  <a:pt x="2508695" y="2892552"/>
                  <a:pt x="2508695" y="2895886"/>
                </a:cubicBezTo>
                <a:cubicBezTo>
                  <a:pt x="2508695" y="2899220"/>
                  <a:pt x="2511457" y="2901982"/>
                  <a:pt x="2514791" y="2901982"/>
                </a:cubicBezTo>
                <a:close/>
                <a:moveTo>
                  <a:pt x="2590991" y="2901124"/>
                </a:moveTo>
                <a:cubicBezTo>
                  <a:pt x="2593943" y="2901124"/>
                  <a:pt x="2596229" y="2898743"/>
                  <a:pt x="2596229" y="2895886"/>
                </a:cubicBezTo>
                <a:cubicBezTo>
                  <a:pt x="2596229" y="2892933"/>
                  <a:pt x="2593848" y="2890647"/>
                  <a:pt x="2590991" y="2890647"/>
                </a:cubicBezTo>
                <a:cubicBezTo>
                  <a:pt x="2588038" y="2890647"/>
                  <a:pt x="2585752" y="2893028"/>
                  <a:pt x="2585752" y="2895886"/>
                </a:cubicBezTo>
                <a:cubicBezTo>
                  <a:pt x="2585752" y="2898743"/>
                  <a:pt x="2588133" y="2901124"/>
                  <a:pt x="2590991" y="2901124"/>
                </a:cubicBezTo>
                <a:close/>
                <a:moveTo>
                  <a:pt x="2667191" y="2900458"/>
                </a:moveTo>
                <a:cubicBezTo>
                  <a:pt x="2669762" y="2900458"/>
                  <a:pt x="2671858" y="2898362"/>
                  <a:pt x="2671858" y="2895791"/>
                </a:cubicBezTo>
                <a:cubicBezTo>
                  <a:pt x="2671858" y="2893219"/>
                  <a:pt x="2669762" y="2891123"/>
                  <a:pt x="2667191" y="2891123"/>
                </a:cubicBezTo>
                <a:cubicBezTo>
                  <a:pt x="2664619" y="2891123"/>
                  <a:pt x="2662523" y="2893219"/>
                  <a:pt x="2662523" y="2895791"/>
                </a:cubicBezTo>
                <a:cubicBezTo>
                  <a:pt x="2662523" y="2898362"/>
                  <a:pt x="2664619" y="2900458"/>
                  <a:pt x="2667191" y="2900458"/>
                </a:cubicBezTo>
                <a:close/>
                <a:moveTo>
                  <a:pt x="2743391" y="2899791"/>
                </a:moveTo>
                <a:cubicBezTo>
                  <a:pt x="2745581" y="2899791"/>
                  <a:pt x="2747391" y="2897981"/>
                  <a:pt x="2747391" y="2895791"/>
                </a:cubicBezTo>
                <a:cubicBezTo>
                  <a:pt x="2747391" y="2893600"/>
                  <a:pt x="2745581" y="2891790"/>
                  <a:pt x="2743391" y="2891790"/>
                </a:cubicBezTo>
                <a:cubicBezTo>
                  <a:pt x="2741200" y="2891790"/>
                  <a:pt x="2739390" y="2893600"/>
                  <a:pt x="2739390" y="2895791"/>
                </a:cubicBezTo>
                <a:cubicBezTo>
                  <a:pt x="2739390" y="2898077"/>
                  <a:pt x="2741200" y="2899791"/>
                  <a:pt x="2743391" y="2899791"/>
                </a:cubicBezTo>
                <a:close/>
                <a:moveTo>
                  <a:pt x="2819591" y="2898934"/>
                </a:moveTo>
                <a:cubicBezTo>
                  <a:pt x="2821305" y="2898934"/>
                  <a:pt x="2822734" y="2897505"/>
                  <a:pt x="2822734" y="2895791"/>
                </a:cubicBezTo>
                <a:cubicBezTo>
                  <a:pt x="2822734" y="2894076"/>
                  <a:pt x="2821305" y="2892647"/>
                  <a:pt x="2819591" y="2892647"/>
                </a:cubicBezTo>
                <a:cubicBezTo>
                  <a:pt x="2817876" y="2892647"/>
                  <a:pt x="2816447" y="2894076"/>
                  <a:pt x="2816447" y="2895791"/>
                </a:cubicBezTo>
                <a:cubicBezTo>
                  <a:pt x="2816447" y="2897600"/>
                  <a:pt x="2817876" y="2898934"/>
                  <a:pt x="2819591" y="2898934"/>
                </a:cubicBezTo>
                <a:close/>
                <a:moveTo>
                  <a:pt x="2895791" y="2898172"/>
                </a:moveTo>
                <a:cubicBezTo>
                  <a:pt x="2897029" y="2898172"/>
                  <a:pt x="2898077" y="2897124"/>
                  <a:pt x="2898077" y="2895886"/>
                </a:cubicBezTo>
                <a:cubicBezTo>
                  <a:pt x="2898077" y="2894648"/>
                  <a:pt x="2897029" y="2893600"/>
                  <a:pt x="2895791" y="2893600"/>
                </a:cubicBezTo>
                <a:cubicBezTo>
                  <a:pt x="2894553" y="2893600"/>
                  <a:pt x="2893505" y="2894648"/>
                  <a:pt x="2893505" y="2895886"/>
                </a:cubicBezTo>
                <a:cubicBezTo>
                  <a:pt x="2893505" y="2897124"/>
                  <a:pt x="2894553" y="2898172"/>
                  <a:pt x="2895791" y="2898172"/>
                </a:cubicBezTo>
                <a:close/>
                <a:moveTo>
                  <a:pt x="2971991" y="2897315"/>
                </a:moveTo>
                <a:cubicBezTo>
                  <a:pt x="2972848" y="2897315"/>
                  <a:pt x="2973515" y="2896648"/>
                  <a:pt x="2973515" y="2895791"/>
                </a:cubicBezTo>
                <a:cubicBezTo>
                  <a:pt x="2973515" y="2894933"/>
                  <a:pt x="2972848" y="2894266"/>
                  <a:pt x="2971991" y="2894266"/>
                </a:cubicBezTo>
                <a:cubicBezTo>
                  <a:pt x="2971133" y="2894266"/>
                  <a:pt x="2970466" y="2894933"/>
                  <a:pt x="2970466" y="2895791"/>
                </a:cubicBezTo>
                <a:cubicBezTo>
                  <a:pt x="2970562" y="2896648"/>
                  <a:pt x="2971229" y="2897315"/>
                  <a:pt x="2971991" y="2897315"/>
                </a:cubicBezTo>
                <a:close/>
                <a:moveTo>
                  <a:pt x="3048191" y="2896457"/>
                </a:moveTo>
                <a:cubicBezTo>
                  <a:pt x="3048572" y="2896457"/>
                  <a:pt x="3048857" y="2896172"/>
                  <a:pt x="3048857" y="2895791"/>
                </a:cubicBezTo>
                <a:cubicBezTo>
                  <a:pt x="3048857" y="2895410"/>
                  <a:pt x="3048572" y="2895124"/>
                  <a:pt x="3048191" y="2895124"/>
                </a:cubicBezTo>
                <a:cubicBezTo>
                  <a:pt x="3047810" y="2895124"/>
                  <a:pt x="3047524" y="2895410"/>
                  <a:pt x="3047524" y="2895791"/>
                </a:cubicBezTo>
                <a:cubicBezTo>
                  <a:pt x="3047619" y="2896172"/>
                  <a:pt x="3047905" y="2896457"/>
                  <a:pt x="3048191" y="2896457"/>
                </a:cubicBezTo>
                <a:close/>
                <a:moveTo>
                  <a:pt x="533591" y="2972657"/>
                </a:moveTo>
                <a:cubicBezTo>
                  <a:pt x="533972" y="2972657"/>
                  <a:pt x="534257" y="2972372"/>
                  <a:pt x="534257" y="2971991"/>
                </a:cubicBezTo>
                <a:cubicBezTo>
                  <a:pt x="534257" y="2971610"/>
                  <a:pt x="533972" y="2971324"/>
                  <a:pt x="533591" y="2971324"/>
                </a:cubicBezTo>
                <a:cubicBezTo>
                  <a:pt x="533210" y="2971324"/>
                  <a:pt x="532924" y="2971610"/>
                  <a:pt x="532924" y="2971991"/>
                </a:cubicBezTo>
                <a:cubicBezTo>
                  <a:pt x="533019" y="2972372"/>
                  <a:pt x="533305" y="2972657"/>
                  <a:pt x="533591" y="2972657"/>
                </a:cubicBezTo>
                <a:close/>
                <a:moveTo>
                  <a:pt x="609790" y="2973515"/>
                </a:moveTo>
                <a:cubicBezTo>
                  <a:pt x="610648" y="2973515"/>
                  <a:pt x="611315" y="2972848"/>
                  <a:pt x="611315" y="2971991"/>
                </a:cubicBezTo>
                <a:cubicBezTo>
                  <a:pt x="611315" y="2971133"/>
                  <a:pt x="610648" y="2970466"/>
                  <a:pt x="609790" y="2970466"/>
                </a:cubicBezTo>
                <a:cubicBezTo>
                  <a:pt x="608933" y="2970466"/>
                  <a:pt x="608267" y="2971133"/>
                  <a:pt x="608267" y="2971991"/>
                </a:cubicBezTo>
                <a:cubicBezTo>
                  <a:pt x="608362" y="2972848"/>
                  <a:pt x="609029" y="2973515"/>
                  <a:pt x="609790" y="2973515"/>
                </a:cubicBezTo>
                <a:close/>
                <a:moveTo>
                  <a:pt x="685990" y="2974086"/>
                </a:moveTo>
                <a:cubicBezTo>
                  <a:pt x="687134" y="2974086"/>
                  <a:pt x="688086" y="2973134"/>
                  <a:pt x="688086" y="2971991"/>
                </a:cubicBezTo>
                <a:cubicBezTo>
                  <a:pt x="688086" y="2970848"/>
                  <a:pt x="687134" y="2969895"/>
                  <a:pt x="685990" y="2969895"/>
                </a:cubicBezTo>
                <a:cubicBezTo>
                  <a:pt x="684848" y="2969895"/>
                  <a:pt x="683895" y="2970848"/>
                  <a:pt x="683895" y="2971991"/>
                </a:cubicBezTo>
                <a:cubicBezTo>
                  <a:pt x="683895" y="2973134"/>
                  <a:pt x="684848" y="2974086"/>
                  <a:pt x="685990" y="2974086"/>
                </a:cubicBezTo>
                <a:close/>
                <a:moveTo>
                  <a:pt x="762190" y="2974943"/>
                </a:moveTo>
                <a:cubicBezTo>
                  <a:pt x="763810" y="2974943"/>
                  <a:pt x="765143" y="2973610"/>
                  <a:pt x="765143" y="2971991"/>
                </a:cubicBezTo>
                <a:cubicBezTo>
                  <a:pt x="765143" y="2970371"/>
                  <a:pt x="763810" y="2969038"/>
                  <a:pt x="762190" y="2969038"/>
                </a:cubicBezTo>
                <a:cubicBezTo>
                  <a:pt x="760571" y="2969038"/>
                  <a:pt x="759238" y="2970371"/>
                  <a:pt x="759238" y="2971991"/>
                </a:cubicBezTo>
                <a:cubicBezTo>
                  <a:pt x="759238" y="2973610"/>
                  <a:pt x="760571" y="2974943"/>
                  <a:pt x="762190" y="2974943"/>
                </a:cubicBezTo>
                <a:close/>
                <a:moveTo>
                  <a:pt x="838390" y="2975610"/>
                </a:moveTo>
                <a:cubicBezTo>
                  <a:pt x="840391" y="2975610"/>
                  <a:pt x="842010" y="2973991"/>
                  <a:pt x="842010" y="2971991"/>
                </a:cubicBezTo>
                <a:cubicBezTo>
                  <a:pt x="842010" y="2969990"/>
                  <a:pt x="840391" y="2968371"/>
                  <a:pt x="838390" y="2968371"/>
                </a:cubicBezTo>
                <a:cubicBezTo>
                  <a:pt x="836390" y="2968371"/>
                  <a:pt x="834771" y="2969990"/>
                  <a:pt x="834771" y="2971991"/>
                </a:cubicBezTo>
                <a:cubicBezTo>
                  <a:pt x="834866" y="2973991"/>
                  <a:pt x="836390" y="2975610"/>
                  <a:pt x="838390" y="2975610"/>
                </a:cubicBezTo>
                <a:close/>
                <a:moveTo>
                  <a:pt x="914590" y="2976467"/>
                </a:moveTo>
                <a:cubicBezTo>
                  <a:pt x="917067" y="2976467"/>
                  <a:pt x="919067" y="2974467"/>
                  <a:pt x="919067" y="2971991"/>
                </a:cubicBezTo>
                <a:cubicBezTo>
                  <a:pt x="919067" y="2969514"/>
                  <a:pt x="917067" y="2967514"/>
                  <a:pt x="914590" y="2967514"/>
                </a:cubicBezTo>
                <a:cubicBezTo>
                  <a:pt x="912114" y="2967514"/>
                  <a:pt x="910114" y="2969514"/>
                  <a:pt x="910114" y="2971991"/>
                </a:cubicBezTo>
                <a:cubicBezTo>
                  <a:pt x="910209" y="2974467"/>
                  <a:pt x="912114" y="2976467"/>
                  <a:pt x="914590" y="2976467"/>
                </a:cubicBezTo>
                <a:close/>
                <a:moveTo>
                  <a:pt x="990790" y="2977039"/>
                </a:moveTo>
                <a:cubicBezTo>
                  <a:pt x="993553" y="2977039"/>
                  <a:pt x="995839" y="2974753"/>
                  <a:pt x="995839" y="2971991"/>
                </a:cubicBezTo>
                <a:cubicBezTo>
                  <a:pt x="995839" y="2969228"/>
                  <a:pt x="993553" y="2966942"/>
                  <a:pt x="990790" y="2966942"/>
                </a:cubicBezTo>
                <a:cubicBezTo>
                  <a:pt x="988028" y="2966942"/>
                  <a:pt x="985742" y="2969228"/>
                  <a:pt x="985742" y="2971991"/>
                </a:cubicBezTo>
                <a:cubicBezTo>
                  <a:pt x="985742" y="2974848"/>
                  <a:pt x="988028" y="2977039"/>
                  <a:pt x="990790" y="2977039"/>
                </a:cubicBezTo>
                <a:close/>
                <a:moveTo>
                  <a:pt x="1066991" y="2977706"/>
                </a:moveTo>
                <a:cubicBezTo>
                  <a:pt x="1070134" y="2977706"/>
                  <a:pt x="1072706" y="2975134"/>
                  <a:pt x="1072706" y="2971991"/>
                </a:cubicBezTo>
                <a:cubicBezTo>
                  <a:pt x="1072706" y="2968847"/>
                  <a:pt x="1070134" y="2966276"/>
                  <a:pt x="1066991" y="2966276"/>
                </a:cubicBezTo>
                <a:cubicBezTo>
                  <a:pt x="1063847" y="2966276"/>
                  <a:pt x="1061276" y="2968847"/>
                  <a:pt x="1061276" y="2971991"/>
                </a:cubicBezTo>
                <a:cubicBezTo>
                  <a:pt x="1061276" y="2975134"/>
                  <a:pt x="1063847" y="2977706"/>
                  <a:pt x="1066991" y="2977706"/>
                </a:cubicBezTo>
                <a:close/>
                <a:moveTo>
                  <a:pt x="1143191" y="2978182"/>
                </a:moveTo>
                <a:cubicBezTo>
                  <a:pt x="1146620" y="2978182"/>
                  <a:pt x="1149287" y="2975420"/>
                  <a:pt x="1149287" y="2972086"/>
                </a:cubicBezTo>
                <a:cubicBezTo>
                  <a:pt x="1149287" y="2968657"/>
                  <a:pt x="1146524" y="2965990"/>
                  <a:pt x="1143191" y="2965990"/>
                </a:cubicBezTo>
                <a:cubicBezTo>
                  <a:pt x="1139857" y="2965990"/>
                  <a:pt x="1137095" y="2968752"/>
                  <a:pt x="1137095" y="2972086"/>
                </a:cubicBezTo>
                <a:cubicBezTo>
                  <a:pt x="1137095" y="2975420"/>
                  <a:pt x="1139857" y="2978182"/>
                  <a:pt x="1143191" y="2978182"/>
                </a:cubicBezTo>
                <a:close/>
                <a:moveTo>
                  <a:pt x="1219391" y="2978753"/>
                </a:moveTo>
                <a:cubicBezTo>
                  <a:pt x="1223105" y="2978753"/>
                  <a:pt x="1226153" y="2975705"/>
                  <a:pt x="1226153" y="2971991"/>
                </a:cubicBezTo>
                <a:cubicBezTo>
                  <a:pt x="1226153" y="2968276"/>
                  <a:pt x="1223105" y="2965228"/>
                  <a:pt x="1219391" y="2965228"/>
                </a:cubicBezTo>
                <a:cubicBezTo>
                  <a:pt x="1215676" y="2965228"/>
                  <a:pt x="1212628" y="2968276"/>
                  <a:pt x="1212628" y="2971991"/>
                </a:cubicBezTo>
                <a:cubicBezTo>
                  <a:pt x="1212628" y="2975705"/>
                  <a:pt x="1215676" y="2978753"/>
                  <a:pt x="1219391" y="2978753"/>
                </a:cubicBezTo>
                <a:close/>
                <a:moveTo>
                  <a:pt x="1295591" y="2979230"/>
                </a:moveTo>
                <a:cubicBezTo>
                  <a:pt x="1299591" y="2979230"/>
                  <a:pt x="1302734" y="2975991"/>
                  <a:pt x="1302734" y="2972086"/>
                </a:cubicBezTo>
                <a:cubicBezTo>
                  <a:pt x="1302734" y="2968085"/>
                  <a:pt x="1299496" y="2964942"/>
                  <a:pt x="1295591" y="2964942"/>
                </a:cubicBezTo>
                <a:cubicBezTo>
                  <a:pt x="1291590" y="2964942"/>
                  <a:pt x="1288447" y="2968181"/>
                  <a:pt x="1288447" y="2972086"/>
                </a:cubicBezTo>
                <a:cubicBezTo>
                  <a:pt x="1288447" y="2975991"/>
                  <a:pt x="1291685" y="2979230"/>
                  <a:pt x="1295591" y="2979230"/>
                </a:cubicBezTo>
                <a:close/>
                <a:moveTo>
                  <a:pt x="1371791" y="2979420"/>
                </a:moveTo>
                <a:cubicBezTo>
                  <a:pt x="1375886" y="2979420"/>
                  <a:pt x="1379220" y="2976086"/>
                  <a:pt x="1379220" y="2971991"/>
                </a:cubicBezTo>
                <a:cubicBezTo>
                  <a:pt x="1379220" y="2967895"/>
                  <a:pt x="1375886" y="2964561"/>
                  <a:pt x="1371791" y="2964561"/>
                </a:cubicBezTo>
                <a:cubicBezTo>
                  <a:pt x="1367695" y="2964561"/>
                  <a:pt x="1364361" y="2967895"/>
                  <a:pt x="1364361" y="2971991"/>
                </a:cubicBezTo>
                <a:cubicBezTo>
                  <a:pt x="1364456" y="2976086"/>
                  <a:pt x="1367695" y="2979420"/>
                  <a:pt x="1371791" y="2979420"/>
                </a:cubicBezTo>
                <a:close/>
                <a:moveTo>
                  <a:pt x="1447991" y="2979801"/>
                </a:moveTo>
                <a:cubicBezTo>
                  <a:pt x="1452277" y="2979801"/>
                  <a:pt x="1455801" y="2976277"/>
                  <a:pt x="1455801" y="2971991"/>
                </a:cubicBezTo>
                <a:cubicBezTo>
                  <a:pt x="1455801" y="2967704"/>
                  <a:pt x="1452277" y="2964180"/>
                  <a:pt x="1447991" y="2964180"/>
                </a:cubicBezTo>
                <a:cubicBezTo>
                  <a:pt x="1443704" y="2964180"/>
                  <a:pt x="1440180" y="2967704"/>
                  <a:pt x="1440180" y="2971991"/>
                </a:cubicBezTo>
                <a:cubicBezTo>
                  <a:pt x="1440180" y="2976372"/>
                  <a:pt x="1443704" y="2979801"/>
                  <a:pt x="1447991" y="2979801"/>
                </a:cubicBezTo>
                <a:close/>
                <a:moveTo>
                  <a:pt x="1524191" y="2980087"/>
                </a:moveTo>
                <a:cubicBezTo>
                  <a:pt x="1528667" y="2980087"/>
                  <a:pt x="1532192" y="2976467"/>
                  <a:pt x="1532192" y="2972086"/>
                </a:cubicBezTo>
                <a:cubicBezTo>
                  <a:pt x="1532192" y="2967609"/>
                  <a:pt x="1528572" y="2964085"/>
                  <a:pt x="1524191" y="2964085"/>
                </a:cubicBezTo>
                <a:cubicBezTo>
                  <a:pt x="1519714" y="2964085"/>
                  <a:pt x="1516189" y="2967704"/>
                  <a:pt x="1516189" y="2972086"/>
                </a:cubicBezTo>
                <a:cubicBezTo>
                  <a:pt x="1516189" y="2976467"/>
                  <a:pt x="1519809" y="2980087"/>
                  <a:pt x="1524191" y="2980087"/>
                </a:cubicBezTo>
                <a:close/>
                <a:moveTo>
                  <a:pt x="1600391" y="2980278"/>
                </a:moveTo>
                <a:cubicBezTo>
                  <a:pt x="1604963" y="2980278"/>
                  <a:pt x="1608677" y="2976563"/>
                  <a:pt x="1608677" y="2971991"/>
                </a:cubicBezTo>
                <a:cubicBezTo>
                  <a:pt x="1608677" y="2967419"/>
                  <a:pt x="1604963" y="2963704"/>
                  <a:pt x="1600391" y="2963704"/>
                </a:cubicBezTo>
                <a:cubicBezTo>
                  <a:pt x="1595818" y="2963704"/>
                  <a:pt x="1592104" y="2967419"/>
                  <a:pt x="1592104" y="2971991"/>
                </a:cubicBezTo>
                <a:cubicBezTo>
                  <a:pt x="1592199" y="2976563"/>
                  <a:pt x="1595818" y="2980278"/>
                  <a:pt x="1600391" y="2980278"/>
                </a:cubicBezTo>
                <a:close/>
                <a:moveTo>
                  <a:pt x="1676591" y="2980468"/>
                </a:moveTo>
                <a:cubicBezTo>
                  <a:pt x="1681258" y="2980468"/>
                  <a:pt x="1685068" y="2976658"/>
                  <a:pt x="1685068" y="2971991"/>
                </a:cubicBezTo>
                <a:cubicBezTo>
                  <a:pt x="1685068" y="2967323"/>
                  <a:pt x="1681258" y="2963513"/>
                  <a:pt x="1676591" y="2963513"/>
                </a:cubicBezTo>
                <a:cubicBezTo>
                  <a:pt x="1671923" y="2963513"/>
                  <a:pt x="1668113" y="2967323"/>
                  <a:pt x="1668113" y="2971991"/>
                </a:cubicBezTo>
                <a:cubicBezTo>
                  <a:pt x="1668113" y="2976658"/>
                  <a:pt x="1671923" y="2980468"/>
                  <a:pt x="1676591" y="2980468"/>
                </a:cubicBezTo>
                <a:close/>
                <a:moveTo>
                  <a:pt x="1752791" y="2980468"/>
                </a:moveTo>
                <a:cubicBezTo>
                  <a:pt x="1757458" y="2980468"/>
                  <a:pt x="1761268" y="2976658"/>
                  <a:pt x="1761268" y="2971991"/>
                </a:cubicBezTo>
                <a:cubicBezTo>
                  <a:pt x="1761268" y="2967323"/>
                  <a:pt x="1757458" y="2963513"/>
                  <a:pt x="1752791" y="2963513"/>
                </a:cubicBezTo>
                <a:cubicBezTo>
                  <a:pt x="1748123" y="2963513"/>
                  <a:pt x="1744313" y="2967323"/>
                  <a:pt x="1744313" y="2971991"/>
                </a:cubicBezTo>
                <a:cubicBezTo>
                  <a:pt x="1744313" y="2976658"/>
                  <a:pt x="1748123" y="2980468"/>
                  <a:pt x="1752791" y="2980468"/>
                </a:cubicBezTo>
                <a:close/>
                <a:moveTo>
                  <a:pt x="1828991" y="2980468"/>
                </a:moveTo>
                <a:cubicBezTo>
                  <a:pt x="1833658" y="2980468"/>
                  <a:pt x="1837468" y="2976658"/>
                  <a:pt x="1837468" y="2971991"/>
                </a:cubicBezTo>
                <a:cubicBezTo>
                  <a:pt x="1837468" y="2967323"/>
                  <a:pt x="1833658" y="2963513"/>
                  <a:pt x="1828991" y="2963513"/>
                </a:cubicBezTo>
                <a:cubicBezTo>
                  <a:pt x="1824323" y="2963513"/>
                  <a:pt x="1820513" y="2967323"/>
                  <a:pt x="1820513" y="2971991"/>
                </a:cubicBezTo>
                <a:cubicBezTo>
                  <a:pt x="1820513" y="2976658"/>
                  <a:pt x="1824323" y="2980468"/>
                  <a:pt x="1828991" y="2980468"/>
                </a:cubicBezTo>
                <a:close/>
                <a:moveTo>
                  <a:pt x="1905191" y="2980278"/>
                </a:moveTo>
                <a:cubicBezTo>
                  <a:pt x="1909763" y="2980278"/>
                  <a:pt x="1913477" y="2976563"/>
                  <a:pt x="1913477" y="2971991"/>
                </a:cubicBezTo>
                <a:cubicBezTo>
                  <a:pt x="1913477" y="2967419"/>
                  <a:pt x="1909763" y="2963704"/>
                  <a:pt x="1905191" y="2963704"/>
                </a:cubicBezTo>
                <a:cubicBezTo>
                  <a:pt x="1900618" y="2963704"/>
                  <a:pt x="1896904" y="2967419"/>
                  <a:pt x="1896904" y="2971991"/>
                </a:cubicBezTo>
                <a:cubicBezTo>
                  <a:pt x="1896999" y="2976563"/>
                  <a:pt x="1900618" y="2980278"/>
                  <a:pt x="1905191" y="2980278"/>
                </a:cubicBezTo>
                <a:close/>
                <a:moveTo>
                  <a:pt x="1981391" y="2980087"/>
                </a:moveTo>
                <a:cubicBezTo>
                  <a:pt x="1985867" y="2980087"/>
                  <a:pt x="1989392" y="2976467"/>
                  <a:pt x="1989392" y="2972086"/>
                </a:cubicBezTo>
                <a:cubicBezTo>
                  <a:pt x="1989392" y="2967609"/>
                  <a:pt x="1985772" y="2964085"/>
                  <a:pt x="1981391" y="2964085"/>
                </a:cubicBezTo>
                <a:cubicBezTo>
                  <a:pt x="1976914" y="2964085"/>
                  <a:pt x="1973389" y="2967704"/>
                  <a:pt x="1973389" y="2972086"/>
                </a:cubicBezTo>
                <a:cubicBezTo>
                  <a:pt x="1973389" y="2976467"/>
                  <a:pt x="1977009" y="2980087"/>
                  <a:pt x="1981391" y="2980087"/>
                </a:cubicBezTo>
                <a:close/>
                <a:moveTo>
                  <a:pt x="2057591" y="2979801"/>
                </a:moveTo>
                <a:cubicBezTo>
                  <a:pt x="2061877" y="2979801"/>
                  <a:pt x="2065401" y="2976277"/>
                  <a:pt x="2065401" y="2971991"/>
                </a:cubicBezTo>
                <a:cubicBezTo>
                  <a:pt x="2065401" y="2967704"/>
                  <a:pt x="2061877" y="2964180"/>
                  <a:pt x="2057591" y="2964180"/>
                </a:cubicBezTo>
                <a:cubicBezTo>
                  <a:pt x="2053304" y="2964180"/>
                  <a:pt x="2049780" y="2967704"/>
                  <a:pt x="2049780" y="2971991"/>
                </a:cubicBezTo>
                <a:cubicBezTo>
                  <a:pt x="2049780" y="2976372"/>
                  <a:pt x="2053304" y="2979801"/>
                  <a:pt x="2057591" y="2979801"/>
                </a:cubicBezTo>
                <a:close/>
                <a:moveTo>
                  <a:pt x="2133791" y="2979611"/>
                </a:moveTo>
                <a:cubicBezTo>
                  <a:pt x="2137982" y="2979611"/>
                  <a:pt x="2141411" y="2976182"/>
                  <a:pt x="2141411" y="2971991"/>
                </a:cubicBezTo>
                <a:cubicBezTo>
                  <a:pt x="2141411" y="2967799"/>
                  <a:pt x="2137982" y="2964371"/>
                  <a:pt x="2133791" y="2964371"/>
                </a:cubicBezTo>
                <a:cubicBezTo>
                  <a:pt x="2129600" y="2964371"/>
                  <a:pt x="2126171" y="2967799"/>
                  <a:pt x="2126171" y="2971991"/>
                </a:cubicBezTo>
                <a:cubicBezTo>
                  <a:pt x="2126171" y="2976182"/>
                  <a:pt x="2129600" y="2979611"/>
                  <a:pt x="2133791" y="2979611"/>
                </a:cubicBezTo>
                <a:close/>
                <a:moveTo>
                  <a:pt x="2209991" y="2979230"/>
                </a:moveTo>
                <a:cubicBezTo>
                  <a:pt x="2213991" y="2979230"/>
                  <a:pt x="2217134" y="2975991"/>
                  <a:pt x="2217134" y="2972086"/>
                </a:cubicBezTo>
                <a:cubicBezTo>
                  <a:pt x="2217134" y="2968085"/>
                  <a:pt x="2213896" y="2964942"/>
                  <a:pt x="2209991" y="2964942"/>
                </a:cubicBezTo>
                <a:cubicBezTo>
                  <a:pt x="2205990" y="2964942"/>
                  <a:pt x="2202847" y="2968181"/>
                  <a:pt x="2202847" y="2972086"/>
                </a:cubicBezTo>
                <a:cubicBezTo>
                  <a:pt x="2202847" y="2975991"/>
                  <a:pt x="2206085" y="2979230"/>
                  <a:pt x="2209991" y="2979230"/>
                </a:cubicBezTo>
                <a:close/>
                <a:moveTo>
                  <a:pt x="2286191" y="2978753"/>
                </a:moveTo>
                <a:cubicBezTo>
                  <a:pt x="2289905" y="2978753"/>
                  <a:pt x="2292953" y="2975705"/>
                  <a:pt x="2292953" y="2971991"/>
                </a:cubicBezTo>
                <a:cubicBezTo>
                  <a:pt x="2292953" y="2968276"/>
                  <a:pt x="2289905" y="2965228"/>
                  <a:pt x="2286191" y="2965228"/>
                </a:cubicBezTo>
                <a:cubicBezTo>
                  <a:pt x="2282476" y="2965228"/>
                  <a:pt x="2279428" y="2968276"/>
                  <a:pt x="2279428" y="2971991"/>
                </a:cubicBezTo>
                <a:cubicBezTo>
                  <a:pt x="2279428" y="2975705"/>
                  <a:pt x="2282476" y="2978753"/>
                  <a:pt x="2286191" y="2978753"/>
                </a:cubicBezTo>
                <a:close/>
                <a:moveTo>
                  <a:pt x="2362391" y="2978182"/>
                </a:moveTo>
                <a:cubicBezTo>
                  <a:pt x="2365820" y="2978182"/>
                  <a:pt x="2368487" y="2975420"/>
                  <a:pt x="2368487" y="2972086"/>
                </a:cubicBezTo>
                <a:cubicBezTo>
                  <a:pt x="2368487" y="2968657"/>
                  <a:pt x="2365724" y="2965990"/>
                  <a:pt x="2362391" y="2965990"/>
                </a:cubicBezTo>
                <a:cubicBezTo>
                  <a:pt x="2359057" y="2965990"/>
                  <a:pt x="2356295" y="2968752"/>
                  <a:pt x="2356295" y="2972086"/>
                </a:cubicBezTo>
                <a:cubicBezTo>
                  <a:pt x="2356295" y="2975420"/>
                  <a:pt x="2359057" y="2978182"/>
                  <a:pt x="2362391" y="2978182"/>
                </a:cubicBezTo>
                <a:close/>
                <a:moveTo>
                  <a:pt x="2438591" y="2977706"/>
                </a:moveTo>
                <a:cubicBezTo>
                  <a:pt x="2441734" y="2977706"/>
                  <a:pt x="2444306" y="2975134"/>
                  <a:pt x="2444306" y="2971991"/>
                </a:cubicBezTo>
                <a:cubicBezTo>
                  <a:pt x="2444306" y="2968847"/>
                  <a:pt x="2441734" y="2966276"/>
                  <a:pt x="2438591" y="2966276"/>
                </a:cubicBezTo>
                <a:cubicBezTo>
                  <a:pt x="2435447" y="2966276"/>
                  <a:pt x="2432876" y="2968847"/>
                  <a:pt x="2432876" y="2971991"/>
                </a:cubicBezTo>
                <a:cubicBezTo>
                  <a:pt x="2432876" y="2975134"/>
                  <a:pt x="2435447" y="2977706"/>
                  <a:pt x="2438591" y="2977706"/>
                </a:cubicBezTo>
                <a:close/>
                <a:moveTo>
                  <a:pt x="2514791" y="2977039"/>
                </a:moveTo>
                <a:cubicBezTo>
                  <a:pt x="2517553" y="2977039"/>
                  <a:pt x="2519839" y="2974753"/>
                  <a:pt x="2519839" y="2971991"/>
                </a:cubicBezTo>
                <a:cubicBezTo>
                  <a:pt x="2519839" y="2969228"/>
                  <a:pt x="2517553" y="2966942"/>
                  <a:pt x="2514791" y="2966942"/>
                </a:cubicBezTo>
                <a:cubicBezTo>
                  <a:pt x="2512028" y="2966942"/>
                  <a:pt x="2509742" y="2969228"/>
                  <a:pt x="2509742" y="2971991"/>
                </a:cubicBezTo>
                <a:cubicBezTo>
                  <a:pt x="2509742" y="2974848"/>
                  <a:pt x="2512028" y="2977039"/>
                  <a:pt x="2514791" y="2977039"/>
                </a:cubicBezTo>
                <a:close/>
                <a:moveTo>
                  <a:pt x="2590991" y="2976467"/>
                </a:moveTo>
                <a:cubicBezTo>
                  <a:pt x="2593467" y="2976467"/>
                  <a:pt x="2595467" y="2974467"/>
                  <a:pt x="2595467" y="2971991"/>
                </a:cubicBezTo>
                <a:cubicBezTo>
                  <a:pt x="2595467" y="2969514"/>
                  <a:pt x="2593467" y="2967514"/>
                  <a:pt x="2590991" y="2967514"/>
                </a:cubicBezTo>
                <a:cubicBezTo>
                  <a:pt x="2588514" y="2967514"/>
                  <a:pt x="2586514" y="2969514"/>
                  <a:pt x="2586514" y="2971991"/>
                </a:cubicBezTo>
                <a:cubicBezTo>
                  <a:pt x="2586609" y="2974467"/>
                  <a:pt x="2588514" y="2976467"/>
                  <a:pt x="2590991" y="2976467"/>
                </a:cubicBezTo>
                <a:close/>
                <a:moveTo>
                  <a:pt x="2667191" y="2975801"/>
                </a:moveTo>
                <a:cubicBezTo>
                  <a:pt x="2669286" y="2975801"/>
                  <a:pt x="2671001" y="2974086"/>
                  <a:pt x="2671001" y="2971991"/>
                </a:cubicBezTo>
                <a:cubicBezTo>
                  <a:pt x="2671001" y="2969895"/>
                  <a:pt x="2669286" y="2968181"/>
                  <a:pt x="2667191" y="2968181"/>
                </a:cubicBezTo>
                <a:cubicBezTo>
                  <a:pt x="2665095" y="2968181"/>
                  <a:pt x="2663381" y="2969895"/>
                  <a:pt x="2663381" y="2971991"/>
                </a:cubicBezTo>
                <a:cubicBezTo>
                  <a:pt x="2663381" y="2974086"/>
                  <a:pt x="2665095" y="2975801"/>
                  <a:pt x="2667191" y="2975801"/>
                </a:cubicBezTo>
                <a:close/>
                <a:moveTo>
                  <a:pt x="2743391" y="2974943"/>
                </a:moveTo>
                <a:cubicBezTo>
                  <a:pt x="2745010" y="2974943"/>
                  <a:pt x="2746343" y="2973610"/>
                  <a:pt x="2746343" y="2971991"/>
                </a:cubicBezTo>
                <a:cubicBezTo>
                  <a:pt x="2746343" y="2970371"/>
                  <a:pt x="2745010" y="2969038"/>
                  <a:pt x="2743391" y="2969038"/>
                </a:cubicBezTo>
                <a:cubicBezTo>
                  <a:pt x="2741771" y="2969038"/>
                  <a:pt x="2740438" y="2970371"/>
                  <a:pt x="2740438" y="2971991"/>
                </a:cubicBezTo>
                <a:cubicBezTo>
                  <a:pt x="2740438" y="2973610"/>
                  <a:pt x="2741771" y="2974943"/>
                  <a:pt x="2743391" y="2974943"/>
                </a:cubicBezTo>
                <a:close/>
                <a:moveTo>
                  <a:pt x="2819591" y="2974372"/>
                </a:moveTo>
                <a:cubicBezTo>
                  <a:pt x="2820829" y="2974372"/>
                  <a:pt x="2821877" y="2973324"/>
                  <a:pt x="2821877" y="2972086"/>
                </a:cubicBezTo>
                <a:cubicBezTo>
                  <a:pt x="2821877" y="2970848"/>
                  <a:pt x="2820829" y="2969800"/>
                  <a:pt x="2819591" y="2969800"/>
                </a:cubicBezTo>
                <a:cubicBezTo>
                  <a:pt x="2818353" y="2969800"/>
                  <a:pt x="2817305" y="2970848"/>
                  <a:pt x="2817305" y="2972086"/>
                </a:cubicBezTo>
                <a:cubicBezTo>
                  <a:pt x="2817305" y="2973324"/>
                  <a:pt x="2818353" y="2974372"/>
                  <a:pt x="2819591" y="2974372"/>
                </a:cubicBezTo>
                <a:close/>
                <a:moveTo>
                  <a:pt x="2895791" y="2973515"/>
                </a:moveTo>
                <a:cubicBezTo>
                  <a:pt x="2896648" y="2973515"/>
                  <a:pt x="2897315" y="2972848"/>
                  <a:pt x="2897315" y="2971991"/>
                </a:cubicBezTo>
                <a:cubicBezTo>
                  <a:pt x="2897315" y="2971133"/>
                  <a:pt x="2896648" y="2970466"/>
                  <a:pt x="2895791" y="2970466"/>
                </a:cubicBezTo>
                <a:cubicBezTo>
                  <a:pt x="2894933" y="2970466"/>
                  <a:pt x="2894266" y="2971133"/>
                  <a:pt x="2894266" y="2971991"/>
                </a:cubicBezTo>
                <a:cubicBezTo>
                  <a:pt x="2894362" y="2972848"/>
                  <a:pt x="2895029" y="2973515"/>
                  <a:pt x="2895791" y="2973515"/>
                </a:cubicBezTo>
                <a:close/>
                <a:moveTo>
                  <a:pt x="2971991" y="2972657"/>
                </a:moveTo>
                <a:cubicBezTo>
                  <a:pt x="2972372" y="2972657"/>
                  <a:pt x="2972657" y="2972372"/>
                  <a:pt x="2972657" y="2971991"/>
                </a:cubicBezTo>
                <a:cubicBezTo>
                  <a:pt x="2972657" y="2971610"/>
                  <a:pt x="2972372" y="2971324"/>
                  <a:pt x="2971991" y="2971324"/>
                </a:cubicBezTo>
                <a:cubicBezTo>
                  <a:pt x="2971610" y="2971324"/>
                  <a:pt x="2971324" y="2971610"/>
                  <a:pt x="2971324" y="2971991"/>
                </a:cubicBezTo>
                <a:cubicBezTo>
                  <a:pt x="2971419" y="2972372"/>
                  <a:pt x="2971705" y="2972657"/>
                  <a:pt x="2971991" y="2972657"/>
                </a:cubicBezTo>
                <a:close/>
                <a:moveTo>
                  <a:pt x="609790" y="3048857"/>
                </a:moveTo>
                <a:cubicBezTo>
                  <a:pt x="610172" y="3048857"/>
                  <a:pt x="610457" y="3048572"/>
                  <a:pt x="610457" y="3048191"/>
                </a:cubicBezTo>
                <a:cubicBezTo>
                  <a:pt x="610457" y="3047810"/>
                  <a:pt x="610172" y="3047524"/>
                  <a:pt x="609790" y="3047524"/>
                </a:cubicBezTo>
                <a:cubicBezTo>
                  <a:pt x="609410" y="3047524"/>
                  <a:pt x="609124" y="3047810"/>
                  <a:pt x="609124" y="3048191"/>
                </a:cubicBezTo>
                <a:cubicBezTo>
                  <a:pt x="609219" y="3048572"/>
                  <a:pt x="609505" y="3048857"/>
                  <a:pt x="609790" y="3048857"/>
                </a:cubicBezTo>
                <a:close/>
                <a:moveTo>
                  <a:pt x="685990" y="3049524"/>
                </a:moveTo>
                <a:cubicBezTo>
                  <a:pt x="686657" y="3049524"/>
                  <a:pt x="687229" y="3048953"/>
                  <a:pt x="687229" y="3048286"/>
                </a:cubicBezTo>
                <a:cubicBezTo>
                  <a:pt x="687229" y="3047619"/>
                  <a:pt x="686657" y="3047048"/>
                  <a:pt x="685990" y="3047048"/>
                </a:cubicBezTo>
                <a:cubicBezTo>
                  <a:pt x="685324" y="3047048"/>
                  <a:pt x="684752" y="3047619"/>
                  <a:pt x="684752" y="3048286"/>
                </a:cubicBezTo>
                <a:cubicBezTo>
                  <a:pt x="684752" y="3048953"/>
                  <a:pt x="685324" y="3049524"/>
                  <a:pt x="685990" y="3049524"/>
                </a:cubicBezTo>
                <a:close/>
                <a:moveTo>
                  <a:pt x="762190" y="3050286"/>
                </a:moveTo>
                <a:cubicBezTo>
                  <a:pt x="763334" y="3050286"/>
                  <a:pt x="764286" y="3049334"/>
                  <a:pt x="764286" y="3048191"/>
                </a:cubicBezTo>
                <a:cubicBezTo>
                  <a:pt x="764286" y="3047048"/>
                  <a:pt x="763334" y="3046095"/>
                  <a:pt x="762190" y="3046095"/>
                </a:cubicBezTo>
                <a:cubicBezTo>
                  <a:pt x="761048" y="3046095"/>
                  <a:pt x="760095" y="3047048"/>
                  <a:pt x="760095" y="3048191"/>
                </a:cubicBezTo>
                <a:cubicBezTo>
                  <a:pt x="760095" y="3049334"/>
                  <a:pt x="761048" y="3050286"/>
                  <a:pt x="762190" y="3050286"/>
                </a:cubicBezTo>
                <a:close/>
                <a:moveTo>
                  <a:pt x="838390" y="3050953"/>
                </a:moveTo>
                <a:cubicBezTo>
                  <a:pt x="839915" y="3050953"/>
                  <a:pt x="841153" y="3049715"/>
                  <a:pt x="841153" y="3048191"/>
                </a:cubicBezTo>
                <a:cubicBezTo>
                  <a:pt x="841153" y="3046666"/>
                  <a:pt x="839915" y="3045428"/>
                  <a:pt x="838390" y="3045428"/>
                </a:cubicBezTo>
                <a:cubicBezTo>
                  <a:pt x="836867" y="3045428"/>
                  <a:pt x="835628" y="3046666"/>
                  <a:pt x="835628" y="3048191"/>
                </a:cubicBezTo>
                <a:cubicBezTo>
                  <a:pt x="835628" y="3049715"/>
                  <a:pt x="836867" y="3050953"/>
                  <a:pt x="838390" y="3050953"/>
                </a:cubicBezTo>
                <a:close/>
                <a:moveTo>
                  <a:pt x="914590" y="3051620"/>
                </a:moveTo>
                <a:cubicBezTo>
                  <a:pt x="916496" y="3051620"/>
                  <a:pt x="917924" y="3050096"/>
                  <a:pt x="917924" y="3048286"/>
                </a:cubicBezTo>
                <a:cubicBezTo>
                  <a:pt x="917924" y="3046381"/>
                  <a:pt x="916400" y="3044952"/>
                  <a:pt x="914590" y="3044952"/>
                </a:cubicBezTo>
                <a:cubicBezTo>
                  <a:pt x="912781" y="3044952"/>
                  <a:pt x="911162" y="3046476"/>
                  <a:pt x="911162" y="3048286"/>
                </a:cubicBezTo>
                <a:cubicBezTo>
                  <a:pt x="911257" y="3050096"/>
                  <a:pt x="912781" y="3051620"/>
                  <a:pt x="914590" y="3051620"/>
                </a:cubicBezTo>
                <a:close/>
                <a:moveTo>
                  <a:pt x="990790" y="3052191"/>
                </a:moveTo>
                <a:cubicBezTo>
                  <a:pt x="992981" y="3052191"/>
                  <a:pt x="994791" y="3050381"/>
                  <a:pt x="994791" y="3048191"/>
                </a:cubicBezTo>
                <a:cubicBezTo>
                  <a:pt x="994791" y="3046000"/>
                  <a:pt x="992981" y="3044190"/>
                  <a:pt x="990790" y="3044190"/>
                </a:cubicBezTo>
                <a:cubicBezTo>
                  <a:pt x="988600" y="3044190"/>
                  <a:pt x="986790" y="3046000"/>
                  <a:pt x="986790" y="3048191"/>
                </a:cubicBezTo>
                <a:cubicBezTo>
                  <a:pt x="986790" y="3050477"/>
                  <a:pt x="988600" y="3052191"/>
                  <a:pt x="990790" y="3052191"/>
                </a:cubicBezTo>
                <a:close/>
                <a:moveTo>
                  <a:pt x="1066991" y="3052858"/>
                </a:moveTo>
                <a:cubicBezTo>
                  <a:pt x="1069562" y="3052858"/>
                  <a:pt x="1071658" y="3050762"/>
                  <a:pt x="1071658" y="3048191"/>
                </a:cubicBezTo>
                <a:cubicBezTo>
                  <a:pt x="1071658" y="3045619"/>
                  <a:pt x="1069562" y="3043523"/>
                  <a:pt x="1066991" y="3043523"/>
                </a:cubicBezTo>
                <a:cubicBezTo>
                  <a:pt x="1064419" y="3043523"/>
                  <a:pt x="1062323" y="3045619"/>
                  <a:pt x="1062323" y="3048191"/>
                </a:cubicBezTo>
                <a:cubicBezTo>
                  <a:pt x="1062323" y="3050762"/>
                  <a:pt x="1064419" y="3052858"/>
                  <a:pt x="1066991" y="3052858"/>
                </a:cubicBezTo>
                <a:close/>
                <a:moveTo>
                  <a:pt x="1143191" y="3053239"/>
                </a:moveTo>
                <a:cubicBezTo>
                  <a:pt x="1145953" y="3053239"/>
                  <a:pt x="1148239" y="3050953"/>
                  <a:pt x="1148239" y="3048191"/>
                </a:cubicBezTo>
                <a:cubicBezTo>
                  <a:pt x="1148239" y="3045428"/>
                  <a:pt x="1145953" y="3043142"/>
                  <a:pt x="1143191" y="3043142"/>
                </a:cubicBezTo>
                <a:cubicBezTo>
                  <a:pt x="1140428" y="3043142"/>
                  <a:pt x="1138142" y="3045428"/>
                  <a:pt x="1138142" y="3048191"/>
                </a:cubicBezTo>
                <a:cubicBezTo>
                  <a:pt x="1138142" y="3051048"/>
                  <a:pt x="1140428" y="3053239"/>
                  <a:pt x="1143191" y="3053239"/>
                </a:cubicBezTo>
                <a:close/>
                <a:moveTo>
                  <a:pt x="1219391" y="3053715"/>
                </a:moveTo>
                <a:cubicBezTo>
                  <a:pt x="1222439" y="3053715"/>
                  <a:pt x="1224915" y="3051239"/>
                  <a:pt x="1224915" y="3048191"/>
                </a:cubicBezTo>
                <a:cubicBezTo>
                  <a:pt x="1224915" y="3045143"/>
                  <a:pt x="1222439" y="3042666"/>
                  <a:pt x="1219391" y="3042666"/>
                </a:cubicBezTo>
                <a:cubicBezTo>
                  <a:pt x="1216343" y="3042666"/>
                  <a:pt x="1213866" y="3045143"/>
                  <a:pt x="1213866" y="3048191"/>
                </a:cubicBezTo>
                <a:cubicBezTo>
                  <a:pt x="1213961" y="3051239"/>
                  <a:pt x="1216343" y="3053715"/>
                  <a:pt x="1219391" y="3053715"/>
                </a:cubicBezTo>
                <a:close/>
                <a:moveTo>
                  <a:pt x="1295591" y="3054096"/>
                </a:moveTo>
                <a:cubicBezTo>
                  <a:pt x="1298829" y="3054096"/>
                  <a:pt x="1301496" y="3051429"/>
                  <a:pt x="1301496" y="3048191"/>
                </a:cubicBezTo>
                <a:cubicBezTo>
                  <a:pt x="1301496" y="3044952"/>
                  <a:pt x="1298829" y="3042285"/>
                  <a:pt x="1295591" y="3042285"/>
                </a:cubicBezTo>
                <a:cubicBezTo>
                  <a:pt x="1292352" y="3042285"/>
                  <a:pt x="1289685" y="3044952"/>
                  <a:pt x="1289685" y="3048191"/>
                </a:cubicBezTo>
                <a:cubicBezTo>
                  <a:pt x="1289685" y="3051524"/>
                  <a:pt x="1292352" y="3054096"/>
                  <a:pt x="1295591" y="3054096"/>
                </a:cubicBezTo>
                <a:close/>
                <a:moveTo>
                  <a:pt x="1371791" y="3054572"/>
                </a:moveTo>
                <a:cubicBezTo>
                  <a:pt x="1375315" y="3054572"/>
                  <a:pt x="1378172" y="3051715"/>
                  <a:pt x="1378172" y="3048191"/>
                </a:cubicBezTo>
                <a:cubicBezTo>
                  <a:pt x="1378172" y="3044666"/>
                  <a:pt x="1375315" y="3041809"/>
                  <a:pt x="1371791" y="3041809"/>
                </a:cubicBezTo>
                <a:cubicBezTo>
                  <a:pt x="1368266" y="3041809"/>
                  <a:pt x="1365409" y="3044666"/>
                  <a:pt x="1365409" y="3048191"/>
                </a:cubicBezTo>
                <a:cubicBezTo>
                  <a:pt x="1365504" y="3051715"/>
                  <a:pt x="1368266" y="3054572"/>
                  <a:pt x="1371791" y="3054572"/>
                </a:cubicBezTo>
                <a:close/>
                <a:moveTo>
                  <a:pt x="1447991" y="3054953"/>
                </a:moveTo>
                <a:cubicBezTo>
                  <a:pt x="1451705" y="3054953"/>
                  <a:pt x="1454753" y="3051905"/>
                  <a:pt x="1454753" y="3048191"/>
                </a:cubicBezTo>
                <a:cubicBezTo>
                  <a:pt x="1454753" y="3044476"/>
                  <a:pt x="1451705" y="3041428"/>
                  <a:pt x="1447991" y="3041428"/>
                </a:cubicBezTo>
                <a:cubicBezTo>
                  <a:pt x="1444276" y="3041428"/>
                  <a:pt x="1441228" y="3044476"/>
                  <a:pt x="1441228" y="3048191"/>
                </a:cubicBezTo>
                <a:cubicBezTo>
                  <a:pt x="1441228" y="3051905"/>
                  <a:pt x="1444276" y="3054953"/>
                  <a:pt x="1447991" y="3054953"/>
                </a:cubicBezTo>
                <a:close/>
                <a:moveTo>
                  <a:pt x="1524191" y="3055144"/>
                </a:moveTo>
                <a:cubicBezTo>
                  <a:pt x="1528001" y="3055144"/>
                  <a:pt x="1531144" y="3052001"/>
                  <a:pt x="1531144" y="3048191"/>
                </a:cubicBezTo>
                <a:cubicBezTo>
                  <a:pt x="1531144" y="3044381"/>
                  <a:pt x="1528001" y="3041237"/>
                  <a:pt x="1524191" y="3041237"/>
                </a:cubicBezTo>
                <a:cubicBezTo>
                  <a:pt x="1520381" y="3041237"/>
                  <a:pt x="1517237" y="3044381"/>
                  <a:pt x="1517237" y="3048191"/>
                </a:cubicBezTo>
                <a:cubicBezTo>
                  <a:pt x="1517237" y="3052096"/>
                  <a:pt x="1520381" y="3055144"/>
                  <a:pt x="1524191" y="3055144"/>
                </a:cubicBezTo>
                <a:close/>
                <a:moveTo>
                  <a:pt x="1600391" y="3055430"/>
                </a:moveTo>
                <a:cubicBezTo>
                  <a:pt x="1604391" y="3055430"/>
                  <a:pt x="1607534" y="3052191"/>
                  <a:pt x="1607534" y="3048286"/>
                </a:cubicBezTo>
                <a:cubicBezTo>
                  <a:pt x="1607534" y="3044285"/>
                  <a:pt x="1604296" y="3041142"/>
                  <a:pt x="1600391" y="3041142"/>
                </a:cubicBezTo>
                <a:cubicBezTo>
                  <a:pt x="1596390" y="3041142"/>
                  <a:pt x="1593247" y="3044381"/>
                  <a:pt x="1593247" y="3048286"/>
                </a:cubicBezTo>
                <a:cubicBezTo>
                  <a:pt x="1593247" y="3052191"/>
                  <a:pt x="1596485" y="3055430"/>
                  <a:pt x="1600391" y="3055430"/>
                </a:cubicBezTo>
                <a:close/>
                <a:moveTo>
                  <a:pt x="1676591" y="3055430"/>
                </a:moveTo>
                <a:cubicBezTo>
                  <a:pt x="1680591" y="3055430"/>
                  <a:pt x="1683734" y="3052191"/>
                  <a:pt x="1683734" y="3048286"/>
                </a:cubicBezTo>
                <a:cubicBezTo>
                  <a:pt x="1683734" y="3044285"/>
                  <a:pt x="1680496" y="3041142"/>
                  <a:pt x="1676591" y="3041142"/>
                </a:cubicBezTo>
                <a:cubicBezTo>
                  <a:pt x="1672590" y="3041142"/>
                  <a:pt x="1669447" y="3044381"/>
                  <a:pt x="1669447" y="3048286"/>
                </a:cubicBezTo>
                <a:cubicBezTo>
                  <a:pt x="1669447" y="3052191"/>
                  <a:pt x="1672685" y="3055430"/>
                  <a:pt x="1676591" y="3055430"/>
                </a:cubicBezTo>
                <a:close/>
                <a:moveTo>
                  <a:pt x="1752791" y="3055430"/>
                </a:moveTo>
                <a:cubicBezTo>
                  <a:pt x="1756791" y="3055430"/>
                  <a:pt x="1759934" y="3052191"/>
                  <a:pt x="1759934" y="3048286"/>
                </a:cubicBezTo>
                <a:cubicBezTo>
                  <a:pt x="1759934" y="3044285"/>
                  <a:pt x="1756696" y="3041142"/>
                  <a:pt x="1752791" y="3041142"/>
                </a:cubicBezTo>
                <a:cubicBezTo>
                  <a:pt x="1748790" y="3041142"/>
                  <a:pt x="1745647" y="3044381"/>
                  <a:pt x="1745647" y="3048286"/>
                </a:cubicBezTo>
                <a:cubicBezTo>
                  <a:pt x="1745647" y="3052191"/>
                  <a:pt x="1748885" y="3055430"/>
                  <a:pt x="1752791" y="3055430"/>
                </a:cubicBezTo>
                <a:close/>
                <a:moveTo>
                  <a:pt x="1828991" y="3055430"/>
                </a:moveTo>
                <a:cubicBezTo>
                  <a:pt x="1832991" y="3055430"/>
                  <a:pt x="1836134" y="3052191"/>
                  <a:pt x="1836134" y="3048286"/>
                </a:cubicBezTo>
                <a:cubicBezTo>
                  <a:pt x="1836134" y="3044285"/>
                  <a:pt x="1832896" y="3041142"/>
                  <a:pt x="1828991" y="3041142"/>
                </a:cubicBezTo>
                <a:cubicBezTo>
                  <a:pt x="1824990" y="3041142"/>
                  <a:pt x="1821847" y="3044381"/>
                  <a:pt x="1821847" y="3048286"/>
                </a:cubicBezTo>
                <a:cubicBezTo>
                  <a:pt x="1821847" y="3052191"/>
                  <a:pt x="1825085" y="3055430"/>
                  <a:pt x="1828991" y="3055430"/>
                </a:cubicBezTo>
                <a:close/>
                <a:moveTo>
                  <a:pt x="1905191" y="3055430"/>
                </a:moveTo>
                <a:cubicBezTo>
                  <a:pt x="1909191" y="3055430"/>
                  <a:pt x="1912334" y="3052191"/>
                  <a:pt x="1912334" y="3048286"/>
                </a:cubicBezTo>
                <a:cubicBezTo>
                  <a:pt x="1912334" y="3044285"/>
                  <a:pt x="1909096" y="3041142"/>
                  <a:pt x="1905191" y="3041142"/>
                </a:cubicBezTo>
                <a:cubicBezTo>
                  <a:pt x="1901190" y="3041142"/>
                  <a:pt x="1898047" y="3044381"/>
                  <a:pt x="1898047" y="3048286"/>
                </a:cubicBezTo>
                <a:cubicBezTo>
                  <a:pt x="1898047" y="3052191"/>
                  <a:pt x="1901285" y="3055430"/>
                  <a:pt x="1905191" y="3055430"/>
                </a:cubicBezTo>
                <a:close/>
                <a:moveTo>
                  <a:pt x="1981391" y="3055144"/>
                </a:moveTo>
                <a:cubicBezTo>
                  <a:pt x="1985201" y="3055144"/>
                  <a:pt x="1988344" y="3052001"/>
                  <a:pt x="1988344" y="3048191"/>
                </a:cubicBezTo>
                <a:cubicBezTo>
                  <a:pt x="1988344" y="3044381"/>
                  <a:pt x="1985201" y="3041237"/>
                  <a:pt x="1981391" y="3041237"/>
                </a:cubicBezTo>
                <a:cubicBezTo>
                  <a:pt x="1977581" y="3041237"/>
                  <a:pt x="1974437" y="3044381"/>
                  <a:pt x="1974437" y="3048191"/>
                </a:cubicBezTo>
                <a:cubicBezTo>
                  <a:pt x="1974437" y="3052096"/>
                  <a:pt x="1977581" y="3055144"/>
                  <a:pt x="1981391" y="3055144"/>
                </a:cubicBezTo>
                <a:close/>
                <a:moveTo>
                  <a:pt x="2057591" y="3054953"/>
                </a:moveTo>
                <a:cubicBezTo>
                  <a:pt x="2061305" y="3054953"/>
                  <a:pt x="2064353" y="3051905"/>
                  <a:pt x="2064353" y="3048191"/>
                </a:cubicBezTo>
                <a:cubicBezTo>
                  <a:pt x="2064353" y="3044476"/>
                  <a:pt x="2061305" y="3041428"/>
                  <a:pt x="2057591" y="3041428"/>
                </a:cubicBezTo>
                <a:cubicBezTo>
                  <a:pt x="2053876" y="3041428"/>
                  <a:pt x="2050828" y="3044476"/>
                  <a:pt x="2050828" y="3048191"/>
                </a:cubicBezTo>
                <a:cubicBezTo>
                  <a:pt x="2050828" y="3051905"/>
                  <a:pt x="2053876" y="3054953"/>
                  <a:pt x="2057591" y="3054953"/>
                </a:cubicBezTo>
                <a:close/>
                <a:moveTo>
                  <a:pt x="2133791" y="3054572"/>
                </a:moveTo>
                <a:cubicBezTo>
                  <a:pt x="2137315" y="3054572"/>
                  <a:pt x="2140172" y="3051715"/>
                  <a:pt x="2140172" y="3048191"/>
                </a:cubicBezTo>
                <a:cubicBezTo>
                  <a:pt x="2140172" y="3044666"/>
                  <a:pt x="2137315" y="3041809"/>
                  <a:pt x="2133791" y="3041809"/>
                </a:cubicBezTo>
                <a:cubicBezTo>
                  <a:pt x="2130266" y="3041809"/>
                  <a:pt x="2127409" y="3044666"/>
                  <a:pt x="2127409" y="3048191"/>
                </a:cubicBezTo>
                <a:cubicBezTo>
                  <a:pt x="2127504" y="3051715"/>
                  <a:pt x="2130266" y="3054572"/>
                  <a:pt x="2133791" y="3054572"/>
                </a:cubicBezTo>
                <a:close/>
                <a:moveTo>
                  <a:pt x="2209991" y="3054382"/>
                </a:moveTo>
                <a:cubicBezTo>
                  <a:pt x="2213420" y="3054382"/>
                  <a:pt x="2216087" y="3051620"/>
                  <a:pt x="2216087" y="3048286"/>
                </a:cubicBezTo>
                <a:cubicBezTo>
                  <a:pt x="2216087" y="3044857"/>
                  <a:pt x="2213324" y="3042190"/>
                  <a:pt x="2209991" y="3042190"/>
                </a:cubicBezTo>
                <a:cubicBezTo>
                  <a:pt x="2206657" y="3042190"/>
                  <a:pt x="2203895" y="3044952"/>
                  <a:pt x="2203895" y="3048286"/>
                </a:cubicBezTo>
                <a:cubicBezTo>
                  <a:pt x="2203895" y="3051620"/>
                  <a:pt x="2206657" y="3054382"/>
                  <a:pt x="2209991" y="3054382"/>
                </a:cubicBezTo>
                <a:close/>
                <a:moveTo>
                  <a:pt x="2286191" y="3053906"/>
                </a:moveTo>
                <a:cubicBezTo>
                  <a:pt x="2289334" y="3053906"/>
                  <a:pt x="2291906" y="3051334"/>
                  <a:pt x="2291906" y="3048191"/>
                </a:cubicBezTo>
                <a:cubicBezTo>
                  <a:pt x="2291906" y="3045047"/>
                  <a:pt x="2289334" y="3042476"/>
                  <a:pt x="2286191" y="3042476"/>
                </a:cubicBezTo>
                <a:cubicBezTo>
                  <a:pt x="2283047" y="3042476"/>
                  <a:pt x="2280476" y="3045047"/>
                  <a:pt x="2280476" y="3048191"/>
                </a:cubicBezTo>
                <a:cubicBezTo>
                  <a:pt x="2280476" y="3051334"/>
                  <a:pt x="2283047" y="3053906"/>
                  <a:pt x="2286191" y="3053906"/>
                </a:cubicBezTo>
                <a:close/>
                <a:moveTo>
                  <a:pt x="2362391" y="3053239"/>
                </a:moveTo>
                <a:cubicBezTo>
                  <a:pt x="2365153" y="3053239"/>
                  <a:pt x="2367439" y="3050953"/>
                  <a:pt x="2367439" y="3048191"/>
                </a:cubicBezTo>
                <a:cubicBezTo>
                  <a:pt x="2367439" y="3045428"/>
                  <a:pt x="2365153" y="3043142"/>
                  <a:pt x="2362391" y="3043142"/>
                </a:cubicBezTo>
                <a:cubicBezTo>
                  <a:pt x="2359628" y="3043142"/>
                  <a:pt x="2357342" y="3045428"/>
                  <a:pt x="2357342" y="3048191"/>
                </a:cubicBezTo>
                <a:cubicBezTo>
                  <a:pt x="2357342" y="3051048"/>
                  <a:pt x="2359628" y="3053239"/>
                  <a:pt x="2362391" y="3053239"/>
                </a:cubicBezTo>
                <a:close/>
                <a:moveTo>
                  <a:pt x="2438591" y="3052858"/>
                </a:moveTo>
                <a:cubicBezTo>
                  <a:pt x="2441162" y="3052858"/>
                  <a:pt x="2443258" y="3050762"/>
                  <a:pt x="2443258" y="3048191"/>
                </a:cubicBezTo>
                <a:cubicBezTo>
                  <a:pt x="2443258" y="3045619"/>
                  <a:pt x="2441162" y="3043523"/>
                  <a:pt x="2438591" y="3043523"/>
                </a:cubicBezTo>
                <a:cubicBezTo>
                  <a:pt x="2436019" y="3043523"/>
                  <a:pt x="2433923" y="3045619"/>
                  <a:pt x="2433923" y="3048191"/>
                </a:cubicBezTo>
                <a:cubicBezTo>
                  <a:pt x="2433923" y="3050762"/>
                  <a:pt x="2436019" y="3052858"/>
                  <a:pt x="2438591" y="3052858"/>
                </a:cubicBezTo>
                <a:close/>
                <a:moveTo>
                  <a:pt x="2514791" y="3052191"/>
                </a:moveTo>
                <a:cubicBezTo>
                  <a:pt x="2516981" y="3052191"/>
                  <a:pt x="2518791" y="3050381"/>
                  <a:pt x="2518791" y="3048191"/>
                </a:cubicBezTo>
                <a:cubicBezTo>
                  <a:pt x="2518791" y="3046000"/>
                  <a:pt x="2516981" y="3044190"/>
                  <a:pt x="2514791" y="3044190"/>
                </a:cubicBezTo>
                <a:cubicBezTo>
                  <a:pt x="2512600" y="3044190"/>
                  <a:pt x="2510790" y="3046000"/>
                  <a:pt x="2510790" y="3048191"/>
                </a:cubicBezTo>
                <a:cubicBezTo>
                  <a:pt x="2510790" y="3050477"/>
                  <a:pt x="2512600" y="3052191"/>
                  <a:pt x="2514791" y="3052191"/>
                </a:cubicBezTo>
                <a:close/>
                <a:moveTo>
                  <a:pt x="2590991" y="3051620"/>
                </a:moveTo>
                <a:cubicBezTo>
                  <a:pt x="2592896" y="3051620"/>
                  <a:pt x="2594324" y="3050096"/>
                  <a:pt x="2594324" y="3048286"/>
                </a:cubicBezTo>
                <a:cubicBezTo>
                  <a:pt x="2594324" y="3046381"/>
                  <a:pt x="2592800" y="3044952"/>
                  <a:pt x="2590991" y="3044952"/>
                </a:cubicBezTo>
                <a:cubicBezTo>
                  <a:pt x="2589086" y="3044952"/>
                  <a:pt x="2587657" y="3046476"/>
                  <a:pt x="2587657" y="3048286"/>
                </a:cubicBezTo>
                <a:cubicBezTo>
                  <a:pt x="2587657" y="3050096"/>
                  <a:pt x="2589181" y="3051620"/>
                  <a:pt x="2590991" y="3051620"/>
                </a:cubicBezTo>
                <a:close/>
                <a:moveTo>
                  <a:pt x="2667191" y="3050953"/>
                </a:moveTo>
                <a:cubicBezTo>
                  <a:pt x="2668715" y="3050953"/>
                  <a:pt x="2669953" y="3049715"/>
                  <a:pt x="2669953" y="3048191"/>
                </a:cubicBezTo>
                <a:cubicBezTo>
                  <a:pt x="2669953" y="3046666"/>
                  <a:pt x="2668715" y="3045428"/>
                  <a:pt x="2667191" y="3045428"/>
                </a:cubicBezTo>
                <a:cubicBezTo>
                  <a:pt x="2665666" y="3045428"/>
                  <a:pt x="2664428" y="3046666"/>
                  <a:pt x="2664428" y="3048191"/>
                </a:cubicBezTo>
                <a:cubicBezTo>
                  <a:pt x="2664428" y="3049715"/>
                  <a:pt x="2665666" y="3050953"/>
                  <a:pt x="2667191" y="3050953"/>
                </a:cubicBezTo>
                <a:close/>
                <a:moveTo>
                  <a:pt x="2743391" y="3050286"/>
                </a:moveTo>
                <a:cubicBezTo>
                  <a:pt x="2744534" y="3050286"/>
                  <a:pt x="2745486" y="3049334"/>
                  <a:pt x="2745486" y="3048191"/>
                </a:cubicBezTo>
                <a:cubicBezTo>
                  <a:pt x="2745486" y="3047048"/>
                  <a:pt x="2744534" y="3046095"/>
                  <a:pt x="2743391" y="3046095"/>
                </a:cubicBezTo>
                <a:cubicBezTo>
                  <a:pt x="2742248" y="3046095"/>
                  <a:pt x="2741295" y="3047048"/>
                  <a:pt x="2741295" y="3048191"/>
                </a:cubicBezTo>
                <a:cubicBezTo>
                  <a:pt x="2741295" y="3049334"/>
                  <a:pt x="2742248" y="3050286"/>
                  <a:pt x="2743391" y="3050286"/>
                </a:cubicBezTo>
                <a:close/>
                <a:moveTo>
                  <a:pt x="2819591" y="3049715"/>
                </a:moveTo>
                <a:cubicBezTo>
                  <a:pt x="2820448" y="3049715"/>
                  <a:pt x="2821115" y="3049048"/>
                  <a:pt x="2821115" y="3048191"/>
                </a:cubicBezTo>
                <a:cubicBezTo>
                  <a:pt x="2821115" y="3047333"/>
                  <a:pt x="2820448" y="3046666"/>
                  <a:pt x="2819591" y="3046666"/>
                </a:cubicBezTo>
                <a:cubicBezTo>
                  <a:pt x="2818733" y="3046666"/>
                  <a:pt x="2818066" y="3047333"/>
                  <a:pt x="2818066" y="3048191"/>
                </a:cubicBezTo>
                <a:cubicBezTo>
                  <a:pt x="2818162" y="3049048"/>
                  <a:pt x="2818829" y="3049715"/>
                  <a:pt x="2819591" y="3049715"/>
                </a:cubicBezTo>
                <a:close/>
                <a:moveTo>
                  <a:pt x="2895791" y="3048857"/>
                </a:moveTo>
                <a:cubicBezTo>
                  <a:pt x="2896172" y="3048857"/>
                  <a:pt x="2896457" y="3048572"/>
                  <a:pt x="2896457" y="3048191"/>
                </a:cubicBezTo>
                <a:cubicBezTo>
                  <a:pt x="2896457" y="3047810"/>
                  <a:pt x="2896172" y="3047524"/>
                  <a:pt x="2895791" y="3047524"/>
                </a:cubicBezTo>
                <a:cubicBezTo>
                  <a:pt x="2895410" y="3047524"/>
                  <a:pt x="2895124" y="3047810"/>
                  <a:pt x="2895124" y="3048191"/>
                </a:cubicBezTo>
                <a:cubicBezTo>
                  <a:pt x="2895219" y="3048572"/>
                  <a:pt x="2895505" y="3048857"/>
                  <a:pt x="2895791" y="3048857"/>
                </a:cubicBezTo>
                <a:close/>
                <a:moveTo>
                  <a:pt x="685990" y="3124867"/>
                </a:moveTo>
                <a:cubicBezTo>
                  <a:pt x="686181" y="3124867"/>
                  <a:pt x="686372" y="3124676"/>
                  <a:pt x="686372" y="3124486"/>
                </a:cubicBezTo>
                <a:cubicBezTo>
                  <a:pt x="686372" y="3124295"/>
                  <a:pt x="686181" y="3124105"/>
                  <a:pt x="685990" y="3124105"/>
                </a:cubicBezTo>
                <a:cubicBezTo>
                  <a:pt x="685800" y="3124105"/>
                  <a:pt x="685610" y="3124295"/>
                  <a:pt x="685610" y="3124486"/>
                </a:cubicBezTo>
                <a:cubicBezTo>
                  <a:pt x="685610" y="3124676"/>
                  <a:pt x="685800" y="3124867"/>
                  <a:pt x="685990" y="3124867"/>
                </a:cubicBezTo>
                <a:close/>
                <a:moveTo>
                  <a:pt x="762190" y="3125438"/>
                </a:moveTo>
                <a:cubicBezTo>
                  <a:pt x="762762" y="3125438"/>
                  <a:pt x="763238" y="3124962"/>
                  <a:pt x="763238" y="3124391"/>
                </a:cubicBezTo>
                <a:cubicBezTo>
                  <a:pt x="763238" y="3123819"/>
                  <a:pt x="762762" y="3123343"/>
                  <a:pt x="762190" y="3123343"/>
                </a:cubicBezTo>
                <a:cubicBezTo>
                  <a:pt x="761619" y="3123343"/>
                  <a:pt x="761143" y="3123819"/>
                  <a:pt x="761143" y="3124391"/>
                </a:cubicBezTo>
                <a:cubicBezTo>
                  <a:pt x="761143" y="3124962"/>
                  <a:pt x="761619" y="3125438"/>
                  <a:pt x="762190" y="3125438"/>
                </a:cubicBezTo>
                <a:close/>
                <a:moveTo>
                  <a:pt x="838390" y="3126296"/>
                </a:moveTo>
                <a:cubicBezTo>
                  <a:pt x="839438" y="3126296"/>
                  <a:pt x="840296" y="3125438"/>
                  <a:pt x="840296" y="3124391"/>
                </a:cubicBezTo>
                <a:cubicBezTo>
                  <a:pt x="840296" y="3123343"/>
                  <a:pt x="839438" y="3122486"/>
                  <a:pt x="838390" y="3122486"/>
                </a:cubicBezTo>
                <a:cubicBezTo>
                  <a:pt x="837343" y="3122486"/>
                  <a:pt x="836486" y="3123343"/>
                  <a:pt x="836486" y="3124391"/>
                </a:cubicBezTo>
                <a:cubicBezTo>
                  <a:pt x="836486" y="3125438"/>
                  <a:pt x="837343" y="3126296"/>
                  <a:pt x="838390" y="3126296"/>
                </a:cubicBezTo>
                <a:close/>
                <a:moveTo>
                  <a:pt x="914590" y="3126772"/>
                </a:moveTo>
                <a:cubicBezTo>
                  <a:pt x="915829" y="3126772"/>
                  <a:pt x="916877" y="3125724"/>
                  <a:pt x="916877" y="3124486"/>
                </a:cubicBezTo>
                <a:cubicBezTo>
                  <a:pt x="916877" y="3123248"/>
                  <a:pt x="915829" y="3122200"/>
                  <a:pt x="914590" y="3122200"/>
                </a:cubicBezTo>
                <a:cubicBezTo>
                  <a:pt x="913352" y="3122200"/>
                  <a:pt x="912305" y="3123248"/>
                  <a:pt x="912305" y="3124486"/>
                </a:cubicBezTo>
                <a:cubicBezTo>
                  <a:pt x="912305" y="3125724"/>
                  <a:pt x="913352" y="3126772"/>
                  <a:pt x="914590" y="3126772"/>
                </a:cubicBezTo>
                <a:close/>
                <a:moveTo>
                  <a:pt x="990790" y="3127343"/>
                </a:moveTo>
                <a:cubicBezTo>
                  <a:pt x="992410" y="3127343"/>
                  <a:pt x="993743" y="3126010"/>
                  <a:pt x="993743" y="3124391"/>
                </a:cubicBezTo>
                <a:cubicBezTo>
                  <a:pt x="993743" y="3122771"/>
                  <a:pt x="992410" y="3121438"/>
                  <a:pt x="990790" y="3121438"/>
                </a:cubicBezTo>
                <a:cubicBezTo>
                  <a:pt x="989171" y="3121438"/>
                  <a:pt x="987838" y="3122771"/>
                  <a:pt x="987838" y="3124391"/>
                </a:cubicBezTo>
                <a:cubicBezTo>
                  <a:pt x="987838" y="3126010"/>
                  <a:pt x="989171" y="3127343"/>
                  <a:pt x="990790" y="3127343"/>
                </a:cubicBezTo>
                <a:close/>
                <a:moveTo>
                  <a:pt x="1066991" y="3128010"/>
                </a:moveTo>
                <a:cubicBezTo>
                  <a:pt x="1068991" y="3128010"/>
                  <a:pt x="1070610" y="3126391"/>
                  <a:pt x="1070610" y="3124391"/>
                </a:cubicBezTo>
                <a:cubicBezTo>
                  <a:pt x="1070610" y="3122390"/>
                  <a:pt x="1068991" y="3120771"/>
                  <a:pt x="1066991" y="3120771"/>
                </a:cubicBezTo>
                <a:cubicBezTo>
                  <a:pt x="1064990" y="3120771"/>
                  <a:pt x="1063371" y="3122390"/>
                  <a:pt x="1063371" y="3124391"/>
                </a:cubicBezTo>
                <a:cubicBezTo>
                  <a:pt x="1063466" y="3126391"/>
                  <a:pt x="1064990" y="3128010"/>
                  <a:pt x="1066991" y="3128010"/>
                </a:cubicBezTo>
                <a:close/>
                <a:moveTo>
                  <a:pt x="1143191" y="3128391"/>
                </a:moveTo>
                <a:cubicBezTo>
                  <a:pt x="1145381" y="3128391"/>
                  <a:pt x="1147191" y="3126581"/>
                  <a:pt x="1147191" y="3124391"/>
                </a:cubicBezTo>
                <a:cubicBezTo>
                  <a:pt x="1147191" y="3122200"/>
                  <a:pt x="1145381" y="3120390"/>
                  <a:pt x="1143191" y="3120390"/>
                </a:cubicBezTo>
                <a:cubicBezTo>
                  <a:pt x="1141000" y="3120390"/>
                  <a:pt x="1139190" y="3122200"/>
                  <a:pt x="1139190" y="3124391"/>
                </a:cubicBezTo>
                <a:cubicBezTo>
                  <a:pt x="1139190" y="3126677"/>
                  <a:pt x="1141000" y="3128391"/>
                  <a:pt x="1143191" y="3128391"/>
                </a:cubicBezTo>
                <a:close/>
                <a:moveTo>
                  <a:pt x="1219391" y="3128867"/>
                </a:moveTo>
                <a:cubicBezTo>
                  <a:pt x="1221867" y="3128867"/>
                  <a:pt x="1223867" y="3126867"/>
                  <a:pt x="1223867" y="3124391"/>
                </a:cubicBezTo>
                <a:cubicBezTo>
                  <a:pt x="1223867" y="3121914"/>
                  <a:pt x="1221867" y="3119914"/>
                  <a:pt x="1219391" y="3119914"/>
                </a:cubicBezTo>
                <a:cubicBezTo>
                  <a:pt x="1216914" y="3119914"/>
                  <a:pt x="1214914" y="3121914"/>
                  <a:pt x="1214914" y="3124391"/>
                </a:cubicBezTo>
                <a:cubicBezTo>
                  <a:pt x="1215009" y="3126867"/>
                  <a:pt x="1216914" y="3128867"/>
                  <a:pt x="1219391" y="3128867"/>
                </a:cubicBezTo>
                <a:close/>
                <a:moveTo>
                  <a:pt x="1295591" y="3129248"/>
                </a:moveTo>
                <a:cubicBezTo>
                  <a:pt x="1298258" y="3129248"/>
                  <a:pt x="1300448" y="3127058"/>
                  <a:pt x="1300448" y="3124391"/>
                </a:cubicBezTo>
                <a:cubicBezTo>
                  <a:pt x="1300448" y="3121724"/>
                  <a:pt x="1298258" y="3119533"/>
                  <a:pt x="1295591" y="3119533"/>
                </a:cubicBezTo>
                <a:cubicBezTo>
                  <a:pt x="1292924" y="3119533"/>
                  <a:pt x="1290733" y="3121724"/>
                  <a:pt x="1290733" y="3124391"/>
                </a:cubicBezTo>
                <a:cubicBezTo>
                  <a:pt x="1290733" y="3127058"/>
                  <a:pt x="1292924" y="3129248"/>
                  <a:pt x="1295591" y="3129248"/>
                </a:cubicBezTo>
                <a:close/>
                <a:moveTo>
                  <a:pt x="1371791" y="3129724"/>
                </a:moveTo>
                <a:cubicBezTo>
                  <a:pt x="1374743" y="3129724"/>
                  <a:pt x="1377029" y="3127343"/>
                  <a:pt x="1377029" y="3124486"/>
                </a:cubicBezTo>
                <a:cubicBezTo>
                  <a:pt x="1377029" y="3121533"/>
                  <a:pt x="1374648" y="3119247"/>
                  <a:pt x="1371791" y="3119247"/>
                </a:cubicBezTo>
                <a:cubicBezTo>
                  <a:pt x="1368933" y="3119247"/>
                  <a:pt x="1366552" y="3121628"/>
                  <a:pt x="1366552" y="3124486"/>
                </a:cubicBezTo>
                <a:cubicBezTo>
                  <a:pt x="1366552" y="3127343"/>
                  <a:pt x="1368933" y="3129724"/>
                  <a:pt x="1371791" y="3129724"/>
                </a:cubicBezTo>
                <a:close/>
                <a:moveTo>
                  <a:pt x="1447991" y="3129915"/>
                </a:moveTo>
                <a:cubicBezTo>
                  <a:pt x="1451039" y="3129915"/>
                  <a:pt x="1453515" y="3127439"/>
                  <a:pt x="1453515" y="3124391"/>
                </a:cubicBezTo>
                <a:cubicBezTo>
                  <a:pt x="1453515" y="3121343"/>
                  <a:pt x="1451039" y="3118866"/>
                  <a:pt x="1447991" y="3118866"/>
                </a:cubicBezTo>
                <a:cubicBezTo>
                  <a:pt x="1444943" y="3118866"/>
                  <a:pt x="1442466" y="3121343"/>
                  <a:pt x="1442466" y="3124391"/>
                </a:cubicBezTo>
                <a:cubicBezTo>
                  <a:pt x="1442561" y="3127439"/>
                  <a:pt x="1444943" y="3129915"/>
                  <a:pt x="1447991" y="3129915"/>
                </a:cubicBezTo>
                <a:close/>
                <a:moveTo>
                  <a:pt x="1524191" y="3130106"/>
                </a:moveTo>
                <a:cubicBezTo>
                  <a:pt x="1527334" y="3130106"/>
                  <a:pt x="1529906" y="3127534"/>
                  <a:pt x="1529906" y="3124391"/>
                </a:cubicBezTo>
                <a:cubicBezTo>
                  <a:pt x="1529906" y="3121247"/>
                  <a:pt x="1527334" y="3118676"/>
                  <a:pt x="1524191" y="3118676"/>
                </a:cubicBezTo>
                <a:cubicBezTo>
                  <a:pt x="1521047" y="3118676"/>
                  <a:pt x="1518476" y="3121247"/>
                  <a:pt x="1518476" y="3124391"/>
                </a:cubicBezTo>
                <a:cubicBezTo>
                  <a:pt x="1518476" y="3127534"/>
                  <a:pt x="1521047" y="3130106"/>
                  <a:pt x="1524191" y="3130106"/>
                </a:cubicBezTo>
                <a:close/>
                <a:moveTo>
                  <a:pt x="1600391" y="3130296"/>
                </a:moveTo>
                <a:cubicBezTo>
                  <a:pt x="1603629" y="3130296"/>
                  <a:pt x="1606296" y="3127629"/>
                  <a:pt x="1606296" y="3124391"/>
                </a:cubicBezTo>
                <a:cubicBezTo>
                  <a:pt x="1606296" y="3121152"/>
                  <a:pt x="1603629" y="3118485"/>
                  <a:pt x="1600391" y="3118485"/>
                </a:cubicBezTo>
                <a:cubicBezTo>
                  <a:pt x="1597152" y="3118485"/>
                  <a:pt x="1594485" y="3121152"/>
                  <a:pt x="1594485" y="3124391"/>
                </a:cubicBezTo>
                <a:cubicBezTo>
                  <a:pt x="1594485" y="3127724"/>
                  <a:pt x="1597152" y="3130296"/>
                  <a:pt x="1600391" y="3130296"/>
                </a:cubicBezTo>
                <a:close/>
                <a:moveTo>
                  <a:pt x="1676591" y="3130582"/>
                </a:moveTo>
                <a:cubicBezTo>
                  <a:pt x="1680020" y="3130582"/>
                  <a:pt x="1682687" y="3127820"/>
                  <a:pt x="1682687" y="3124486"/>
                </a:cubicBezTo>
                <a:cubicBezTo>
                  <a:pt x="1682687" y="3121057"/>
                  <a:pt x="1679924" y="3118390"/>
                  <a:pt x="1676591" y="3118390"/>
                </a:cubicBezTo>
                <a:cubicBezTo>
                  <a:pt x="1673257" y="3118390"/>
                  <a:pt x="1670495" y="3121152"/>
                  <a:pt x="1670495" y="3124486"/>
                </a:cubicBezTo>
                <a:cubicBezTo>
                  <a:pt x="1670495" y="3127820"/>
                  <a:pt x="1673257" y="3130582"/>
                  <a:pt x="1676591" y="3130582"/>
                </a:cubicBezTo>
                <a:close/>
                <a:moveTo>
                  <a:pt x="1752791" y="3130582"/>
                </a:moveTo>
                <a:cubicBezTo>
                  <a:pt x="1756220" y="3130582"/>
                  <a:pt x="1758887" y="3127820"/>
                  <a:pt x="1758887" y="3124486"/>
                </a:cubicBezTo>
                <a:cubicBezTo>
                  <a:pt x="1758887" y="3121057"/>
                  <a:pt x="1756124" y="3118390"/>
                  <a:pt x="1752791" y="3118390"/>
                </a:cubicBezTo>
                <a:cubicBezTo>
                  <a:pt x="1749457" y="3118390"/>
                  <a:pt x="1746695" y="3121152"/>
                  <a:pt x="1746695" y="3124486"/>
                </a:cubicBezTo>
                <a:cubicBezTo>
                  <a:pt x="1746695" y="3127820"/>
                  <a:pt x="1749457" y="3130582"/>
                  <a:pt x="1752791" y="3130582"/>
                </a:cubicBezTo>
                <a:close/>
                <a:moveTo>
                  <a:pt x="1828991" y="3130582"/>
                </a:moveTo>
                <a:cubicBezTo>
                  <a:pt x="1832420" y="3130582"/>
                  <a:pt x="1835087" y="3127820"/>
                  <a:pt x="1835087" y="3124486"/>
                </a:cubicBezTo>
                <a:cubicBezTo>
                  <a:pt x="1835087" y="3121057"/>
                  <a:pt x="1832324" y="3118390"/>
                  <a:pt x="1828991" y="3118390"/>
                </a:cubicBezTo>
                <a:cubicBezTo>
                  <a:pt x="1825657" y="3118390"/>
                  <a:pt x="1822895" y="3121152"/>
                  <a:pt x="1822895" y="3124486"/>
                </a:cubicBezTo>
                <a:cubicBezTo>
                  <a:pt x="1822895" y="3127820"/>
                  <a:pt x="1825657" y="3130582"/>
                  <a:pt x="1828991" y="3130582"/>
                </a:cubicBezTo>
                <a:close/>
                <a:moveTo>
                  <a:pt x="1905191" y="3130296"/>
                </a:moveTo>
                <a:cubicBezTo>
                  <a:pt x="1908429" y="3130296"/>
                  <a:pt x="1911096" y="3127629"/>
                  <a:pt x="1911096" y="3124391"/>
                </a:cubicBezTo>
                <a:cubicBezTo>
                  <a:pt x="1911096" y="3121152"/>
                  <a:pt x="1908429" y="3118485"/>
                  <a:pt x="1905191" y="3118485"/>
                </a:cubicBezTo>
                <a:cubicBezTo>
                  <a:pt x="1901952" y="3118485"/>
                  <a:pt x="1899285" y="3121152"/>
                  <a:pt x="1899285" y="3124391"/>
                </a:cubicBezTo>
                <a:cubicBezTo>
                  <a:pt x="1899285" y="3127724"/>
                  <a:pt x="1901952" y="3130296"/>
                  <a:pt x="1905191" y="3130296"/>
                </a:cubicBezTo>
                <a:close/>
                <a:moveTo>
                  <a:pt x="1981391" y="3130106"/>
                </a:moveTo>
                <a:cubicBezTo>
                  <a:pt x="1984534" y="3130106"/>
                  <a:pt x="1987106" y="3127534"/>
                  <a:pt x="1987106" y="3124391"/>
                </a:cubicBezTo>
                <a:cubicBezTo>
                  <a:pt x="1987106" y="3121247"/>
                  <a:pt x="1984534" y="3118676"/>
                  <a:pt x="1981391" y="3118676"/>
                </a:cubicBezTo>
                <a:cubicBezTo>
                  <a:pt x="1978247" y="3118676"/>
                  <a:pt x="1975676" y="3121247"/>
                  <a:pt x="1975676" y="3124391"/>
                </a:cubicBezTo>
                <a:cubicBezTo>
                  <a:pt x="1975676" y="3127534"/>
                  <a:pt x="1978247" y="3130106"/>
                  <a:pt x="1981391" y="3130106"/>
                </a:cubicBezTo>
                <a:close/>
                <a:moveTo>
                  <a:pt x="2057591" y="3129915"/>
                </a:moveTo>
                <a:cubicBezTo>
                  <a:pt x="2060639" y="3129915"/>
                  <a:pt x="2063115" y="3127439"/>
                  <a:pt x="2063115" y="3124391"/>
                </a:cubicBezTo>
                <a:cubicBezTo>
                  <a:pt x="2063115" y="3121343"/>
                  <a:pt x="2060639" y="3118866"/>
                  <a:pt x="2057591" y="3118866"/>
                </a:cubicBezTo>
                <a:cubicBezTo>
                  <a:pt x="2054543" y="3118866"/>
                  <a:pt x="2052066" y="3121343"/>
                  <a:pt x="2052066" y="3124391"/>
                </a:cubicBezTo>
                <a:cubicBezTo>
                  <a:pt x="2052161" y="3127439"/>
                  <a:pt x="2054543" y="3129915"/>
                  <a:pt x="2057591" y="3129915"/>
                </a:cubicBezTo>
                <a:close/>
                <a:moveTo>
                  <a:pt x="2133791" y="3129724"/>
                </a:moveTo>
                <a:cubicBezTo>
                  <a:pt x="2136743" y="3129724"/>
                  <a:pt x="2139029" y="3127343"/>
                  <a:pt x="2139029" y="3124486"/>
                </a:cubicBezTo>
                <a:cubicBezTo>
                  <a:pt x="2139029" y="3121533"/>
                  <a:pt x="2136648" y="3119247"/>
                  <a:pt x="2133791" y="3119247"/>
                </a:cubicBezTo>
                <a:cubicBezTo>
                  <a:pt x="2130933" y="3119247"/>
                  <a:pt x="2128552" y="3121628"/>
                  <a:pt x="2128552" y="3124486"/>
                </a:cubicBezTo>
                <a:cubicBezTo>
                  <a:pt x="2128552" y="3127343"/>
                  <a:pt x="2130933" y="3129724"/>
                  <a:pt x="2133791" y="3129724"/>
                </a:cubicBezTo>
                <a:close/>
                <a:moveTo>
                  <a:pt x="2209991" y="3129248"/>
                </a:moveTo>
                <a:cubicBezTo>
                  <a:pt x="2212658" y="3129248"/>
                  <a:pt x="2214848" y="3127058"/>
                  <a:pt x="2214848" y="3124391"/>
                </a:cubicBezTo>
                <a:cubicBezTo>
                  <a:pt x="2214848" y="3121724"/>
                  <a:pt x="2212658" y="3119533"/>
                  <a:pt x="2209991" y="3119533"/>
                </a:cubicBezTo>
                <a:cubicBezTo>
                  <a:pt x="2207324" y="3119533"/>
                  <a:pt x="2205133" y="3121724"/>
                  <a:pt x="2205133" y="3124391"/>
                </a:cubicBezTo>
                <a:cubicBezTo>
                  <a:pt x="2205133" y="3127058"/>
                  <a:pt x="2207324" y="3129248"/>
                  <a:pt x="2209991" y="3129248"/>
                </a:cubicBezTo>
                <a:close/>
                <a:moveTo>
                  <a:pt x="2286191" y="3129058"/>
                </a:moveTo>
                <a:cubicBezTo>
                  <a:pt x="2288762" y="3129058"/>
                  <a:pt x="2290858" y="3126962"/>
                  <a:pt x="2290858" y="3124391"/>
                </a:cubicBezTo>
                <a:cubicBezTo>
                  <a:pt x="2290858" y="3121819"/>
                  <a:pt x="2288762" y="3119723"/>
                  <a:pt x="2286191" y="3119723"/>
                </a:cubicBezTo>
                <a:cubicBezTo>
                  <a:pt x="2283619" y="3119723"/>
                  <a:pt x="2281523" y="3121819"/>
                  <a:pt x="2281523" y="3124391"/>
                </a:cubicBezTo>
                <a:cubicBezTo>
                  <a:pt x="2281523" y="3126962"/>
                  <a:pt x="2283619" y="3129058"/>
                  <a:pt x="2286191" y="3129058"/>
                </a:cubicBezTo>
                <a:close/>
                <a:moveTo>
                  <a:pt x="2362391" y="3128391"/>
                </a:moveTo>
                <a:cubicBezTo>
                  <a:pt x="2364581" y="3128391"/>
                  <a:pt x="2366391" y="3126581"/>
                  <a:pt x="2366391" y="3124391"/>
                </a:cubicBezTo>
                <a:cubicBezTo>
                  <a:pt x="2366391" y="3122200"/>
                  <a:pt x="2364581" y="3120390"/>
                  <a:pt x="2362391" y="3120390"/>
                </a:cubicBezTo>
                <a:cubicBezTo>
                  <a:pt x="2360200" y="3120390"/>
                  <a:pt x="2358390" y="3122200"/>
                  <a:pt x="2358390" y="3124391"/>
                </a:cubicBezTo>
                <a:cubicBezTo>
                  <a:pt x="2358390" y="3126677"/>
                  <a:pt x="2360200" y="3128391"/>
                  <a:pt x="2362391" y="3128391"/>
                </a:cubicBezTo>
                <a:close/>
                <a:moveTo>
                  <a:pt x="2438591" y="3128010"/>
                </a:moveTo>
                <a:cubicBezTo>
                  <a:pt x="2440591" y="3128010"/>
                  <a:pt x="2442210" y="3126391"/>
                  <a:pt x="2442210" y="3124391"/>
                </a:cubicBezTo>
                <a:cubicBezTo>
                  <a:pt x="2442210" y="3122390"/>
                  <a:pt x="2440591" y="3120771"/>
                  <a:pt x="2438591" y="3120771"/>
                </a:cubicBezTo>
                <a:cubicBezTo>
                  <a:pt x="2436590" y="3120771"/>
                  <a:pt x="2434971" y="3122390"/>
                  <a:pt x="2434971" y="3124391"/>
                </a:cubicBezTo>
                <a:cubicBezTo>
                  <a:pt x="2435066" y="3126391"/>
                  <a:pt x="2436590" y="3128010"/>
                  <a:pt x="2438591" y="3128010"/>
                </a:cubicBezTo>
                <a:close/>
                <a:moveTo>
                  <a:pt x="2514791" y="3127534"/>
                </a:moveTo>
                <a:cubicBezTo>
                  <a:pt x="2516505" y="3127534"/>
                  <a:pt x="2517934" y="3126105"/>
                  <a:pt x="2517934" y="3124391"/>
                </a:cubicBezTo>
                <a:cubicBezTo>
                  <a:pt x="2517934" y="3122676"/>
                  <a:pt x="2516505" y="3121247"/>
                  <a:pt x="2514791" y="3121247"/>
                </a:cubicBezTo>
                <a:cubicBezTo>
                  <a:pt x="2513076" y="3121247"/>
                  <a:pt x="2511647" y="3122676"/>
                  <a:pt x="2511647" y="3124391"/>
                </a:cubicBezTo>
                <a:cubicBezTo>
                  <a:pt x="2511647" y="3126200"/>
                  <a:pt x="2513076" y="3127534"/>
                  <a:pt x="2514791" y="3127534"/>
                </a:cubicBezTo>
                <a:close/>
                <a:moveTo>
                  <a:pt x="2590991" y="3126962"/>
                </a:moveTo>
                <a:cubicBezTo>
                  <a:pt x="2592420" y="3126962"/>
                  <a:pt x="2593562" y="3125820"/>
                  <a:pt x="2593562" y="3124391"/>
                </a:cubicBezTo>
                <a:cubicBezTo>
                  <a:pt x="2593562" y="3122962"/>
                  <a:pt x="2592420" y="3121819"/>
                  <a:pt x="2590991" y="3121819"/>
                </a:cubicBezTo>
                <a:cubicBezTo>
                  <a:pt x="2589562" y="3121819"/>
                  <a:pt x="2588419" y="3122962"/>
                  <a:pt x="2588419" y="3124391"/>
                </a:cubicBezTo>
                <a:cubicBezTo>
                  <a:pt x="2588514" y="3125820"/>
                  <a:pt x="2589657" y="3126962"/>
                  <a:pt x="2590991" y="3126962"/>
                </a:cubicBezTo>
                <a:close/>
                <a:moveTo>
                  <a:pt x="2667191" y="3126296"/>
                </a:moveTo>
                <a:cubicBezTo>
                  <a:pt x="2668238" y="3126296"/>
                  <a:pt x="2669096" y="3125438"/>
                  <a:pt x="2669096" y="3124391"/>
                </a:cubicBezTo>
                <a:cubicBezTo>
                  <a:pt x="2669096" y="3123343"/>
                  <a:pt x="2668238" y="3122486"/>
                  <a:pt x="2667191" y="3122486"/>
                </a:cubicBezTo>
                <a:cubicBezTo>
                  <a:pt x="2666143" y="3122486"/>
                  <a:pt x="2665286" y="3123343"/>
                  <a:pt x="2665286" y="3124391"/>
                </a:cubicBezTo>
                <a:cubicBezTo>
                  <a:pt x="2665286" y="3125438"/>
                  <a:pt x="2666143" y="3126296"/>
                  <a:pt x="2667191" y="3126296"/>
                </a:cubicBezTo>
                <a:close/>
                <a:moveTo>
                  <a:pt x="2743391" y="3125724"/>
                </a:moveTo>
                <a:cubicBezTo>
                  <a:pt x="2744057" y="3125724"/>
                  <a:pt x="2744629" y="3125153"/>
                  <a:pt x="2744629" y="3124486"/>
                </a:cubicBezTo>
                <a:cubicBezTo>
                  <a:pt x="2744629" y="3123819"/>
                  <a:pt x="2744057" y="3123248"/>
                  <a:pt x="2743391" y="3123248"/>
                </a:cubicBezTo>
                <a:cubicBezTo>
                  <a:pt x="2742724" y="3123248"/>
                  <a:pt x="2742153" y="3123819"/>
                  <a:pt x="2742153" y="3124486"/>
                </a:cubicBezTo>
                <a:cubicBezTo>
                  <a:pt x="2742153" y="3125153"/>
                  <a:pt x="2742724" y="3125724"/>
                  <a:pt x="2743391" y="3125724"/>
                </a:cubicBezTo>
                <a:close/>
                <a:moveTo>
                  <a:pt x="2819591" y="3124867"/>
                </a:moveTo>
                <a:cubicBezTo>
                  <a:pt x="2819781" y="3124867"/>
                  <a:pt x="2819972" y="3124676"/>
                  <a:pt x="2819972" y="3124486"/>
                </a:cubicBezTo>
                <a:cubicBezTo>
                  <a:pt x="2819972" y="3124295"/>
                  <a:pt x="2819781" y="3124105"/>
                  <a:pt x="2819591" y="3124105"/>
                </a:cubicBezTo>
                <a:cubicBezTo>
                  <a:pt x="2819400" y="3124105"/>
                  <a:pt x="2819210" y="3124295"/>
                  <a:pt x="2819210" y="3124486"/>
                </a:cubicBezTo>
                <a:cubicBezTo>
                  <a:pt x="2819210" y="3124676"/>
                  <a:pt x="2819400" y="3124867"/>
                  <a:pt x="2819591" y="3124867"/>
                </a:cubicBezTo>
                <a:close/>
                <a:moveTo>
                  <a:pt x="762190" y="3200781"/>
                </a:moveTo>
                <a:cubicBezTo>
                  <a:pt x="762286" y="3200781"/>
                  <a:pt x="762381" y="3200686"/>
                  <a:pt x="762381" y="3200591"/>
                </a:cubicBezTo>
                <a:cubicBezTo>
                  <a:pt x="762381" y="3200495"/>
                  <a:pt x="762286" y="3200400"/>
                  <a:pt x="762190" y="3200400"/>
                </a:cubicBezTo>
                <a:cubicBezTo>
                  <a:pt x="762095" y="3200400"/>
                  <a:pt x="762000" y="3200495"/>
                  <a:pt x="762000" y="3200591"/>
                </a:cubicBezTo>
                <a:cubicBezTo>
                  <a:pt x="762000" y="3200686"/>
                  <a:pt x="762095" y="3200781"/>
                  <a:pt x="762190" y="3200781"/>
                </a:cubicBezTo>
                <a:close/>
                <a:moveTo>
                  <a:pt x="838390" y="3201448"/>
                </a:moveTo>
                <a:cubicBezTo>
                  <a:pt x="838867" y="3201448"/>
                  <a:pt x="839248" y="3201067"/>
                  <a:pt x="839248" y="3200591"/>
                </a:cubicBezTo>
                <a:cubicBezTo>
                  <a:pt x="839248" y="3200114"/>
                  <a:pt x="838867" y="3199733"/>
                  <a:pt x="838390" y="3199733"/>
                </a:cubicBezTo>
                <a:cubicBezTo>
                  <a:pt x="837914" y="3199733"/>
                  <a:pt x="837533" y="3200114"/>
                  <a:pt x="837533" y="3200591"/>
                </a:cubicBezTo>
                <a:cubicBezTo>
                  <a:pt x="837533" y="3201067"/>
                  <a:pt x="837914" y="3201448"/>
                  <a:pt x="838390" y="3201448"/>
                </a:cubicBezTo>
                <a:close/>
                <a:moveTo>
                  <a:pt x="914590" y="3202115"/>
                </a:moveTo>
                <a:cubicBezTo>
                  <a:pt x="915448" y="3202115"/>
                  <a:pt x="916115" y="3201448"/>
                  <a:pt x="916115" y="3200591"/>
                </a:cubicBezTo>
                <a:cubicBezTo>
                  <a:pt x="916115" y="3199733"/>
                  <a:pt x="915448" y="3199066"/>
                  <a:pt x="914590" y="3199066"/>
                </a:cubicBezTo>
                <a:cubicBezTo>
                  <a:pt x="913733" y="3199066"/>
                  <a:pt x="913067" y="3199733"/>
                  <a:pt x="913067" y="3200591"/>
                </a:cubicBezTo>
                <a:cubicBezTo>
                  <a:pt x="913162" y="3201448"/>
                  <a:pt x="913829" y="3202115"/>
                  <a:pt x="914590" y="3202115"/>
                </a:cubicBezTo>
                <a:close/>
                <a:moveTo>
                  <a:pt x="990790" y="3202496"/>
                </a:moveTo>
                <a:cubicBezTo>
                  <a:pt x="991838" y="3202496"/>
                  <a:pt x="992696" y="3201638"/>
                  <a:pt x="992696" y="3200591"/>
                </a:cubicBezTo>
                <a:cubicBezTo>
                  <a:pt x="992696" y="3199543"/>
                  <a:pt x="991838" y="3198686"/>
                  <a:pt x="990790" y="3198686"/>
                </a:cubicBezTo>
                <a:cubicBezTo>
                  <a:pt x="989743" y="3198686"/>
                  <a:pt x="988886" y="3199543"/>
                  <a:pt x="988886" y="3200591"/>
                </a:cubicBezTo>
                <a:cubicBezTo>
                  <a:pt x="988886" y="3201638"/>
                  <a:pt x="989743" y="3202496"/>
                  <a:pt x="990790" y="3202496"/>
                </a:cubicBezTo>
                <a:close/>
                <a:moveTo>
                  <a:pt x="1066991" y="3203162"/>
                </a:moveTo>
                <a:cubicBezTo>
                  <a:pt x="1068419" y="3203162"/>
                  <a:pt x="1069562" y="3202020"/>
                  <a:pt x="1069562" y="3200591"/>
                </a:cubicBezTo>
                <a:cubicBezTo>
                  <a:pt x="1069562" y="3199162"/>
                  <a:pt x="1068419" y="3198019"/>
                  <a:pt x="1066991" y="3198019"/>
                </a:cubicBezTo>
                <a:cubicBezTo>
                  <a:pt x="1065562" y="3198019"/>
                  <a:pt x="1064419" y="3199162"/>
                  <a:pt x="1064419" y="3200591"/>
                </a:cubicBezTo>
                <a:cubicBezTo>
                  <a:pt x="1064514" y="3202020"/>
                  <a:pt x="1065657" y="3203162"/>
                  <a:pt x="1066991" y="3203162"/>
                </a:cubicBezTo>
                <a:close/>
                <a:moveTo>
                  <a:pt x="1143191" y="3203543"/>
                </a:moveTo>
                <a:cubicBezTo>
                  <a:pt x="1144810" y="3203543"/>
                  <a:pt x="1146143" y="3202210"/>
                  <a:pt x="1146143" y="3200591"/>
                </a:cubicBezTo>
                <a:cubicBezTo>
                  <a:pt x="1146143" y="3198971"/>
                  <a:pt x="1144810" y="3197638"/>
                  <a:pt x="1143191" y="3197638"/>
                </a:cubicBezTo>
                <a:cubicBezTo>
                  <a:pt x="1141571" y="3197638"/>
                  <a:pt x="1140238" y="3198971"/>
                  <a:pt x="1140238" y="3200591"/>
                </a:cubicBezTo>
                <a:cubicBezTo>
                  <a:pt x="1140238" y="3202210"/>
                  <a:pt x="1141571" y="3203543"/>
                  <a:pt x="1143191" y="3203543"/>
                </a:cubicBezTo>
                <a:close/>
                <a:moveTo>
                  <a:pt x="1219391" y="3204020"/>
                </a:moveTo>
                <a:cubicBezTo>
                  <a:pt x="1221296" y="3204020"/>
                  <a:pt x="1222724" y="3202496"/>
                  <a:pt x="1222724" y="3200686"/>
                </a:cubicBezTo>
                <a:cubicBezTo>
                  <a:pt x="1222724" y="3198781"/>
                  <a:pt x="1221200" y="3197352"/>
                  <a:pt x="1219391" y="3197352"/>
                </a:cubicBezTo>
                <a:cubicBezTo>
                  <a:pt x="1217581" y="3197352"/>
                  <a:pt x="1215962" y="3198876"/>
                  <a:pt x="1215962" y="3200686"/>
                </a:cubicBezTo>
                <a:cubicBezTo>
                  <a:pt x="1216057" y="3202496"/>
                  <a:pt x="1217581" y="3204020"/>
                  <a:pt x="1219391" y="3204020"/>
                </a:cubicBezTo>
                <a:close/>
                <a:moveTo>
                  <a:pt x="1295591" y="3204401"/>
                </a:moveTo>
                <a:cubicBezTo>
                  <a:pt x="1297686" y="3204401"/>
                  <a:pt x="1299401" y="3202686"/>
                  <a:pt x="1299401" y="3200591"/>
                </a:cubicBezTo>
                <a:cubicBezTo>
                  <a:pt x="1299401" y="3198495"/>
                  <a:pt x="1297686" y="3196781"/>
                  <a:pt x="1295591" y="3196781"/>
                </a:cubicBezTo>
                <a:cubicBezTo>
                  <a:pt x="1293495" y="3196781"/>
                  <a:pt x="1291781" y="3198495"/>
                  <a:pt x="1291781" y="3200591"/>
                </a:cubicBezTo>
                <a:cubicBezTo>
                  <a:pt x="1291781" y="3202686"/>
                  <a:pt x="1293495" y="3204401"/>
                  <a:pt x="1295591" y="3204401"/>
                </a:cubicBezTo>
                <a:close/>
                <a:moveTo>
                  <a:pt x="1371791" y="3204591"/>
                </a:moveTo>
                <a:cubicBezTo>
                  <a:pt x="1373981" y="3204591"/>
                  <a:pt x="1375791" y="3202781"/>
                  <a:pt x="1375791" y="3200591"/>
                </a:cubicBezTo>
                <a:cubicBezTo>
                  <a:pt x="1375791" y="3198400"/>
                  <a:pt x="1373981" y="3196590"/>
                  <a:pt x="1371791" y="3196590"/>
                </a:cubicBezTo>
                <a:cubicBezTo>
                  <a:pt x="1369600" y="3196590"/>
                  <a:pt x="1367790" y="3198400"/>
                  <a:pt x="1367790" y="3200591"/>
                </a:cubicBezTo>
                <a:cubicBezTo>
                  <a:pt x="1367790" y="3202877"/>
                  <a:pt x="1369600" y="3204591"/>
                  <a:pt x="1371791" y="3204591"/>
                </a:cubicBezTo>
                <a:close/>
                <a:moveTo>
                  <a:pt x="1447991" y="3205067"/>
                </a:moveTo>
                <a:cubicBezTo>
                  <a:pt x="1450467" y="3205067"/>
                  <a:pt x="1452467" y="3203067"/>
                  <a:pt x="1452467" y="3200591"/>
                </a:cubicBezTo>
                <a:cubicBezTo>
                  <a:pt x="1452467" y="3198114"/>
                  <a:pt x="1450467" y="3196114"/>
                  <a:pt x="1447991" y="3196114"/>
                </a:cubicBezTo>
                <a:cubicBezTo>
                  <a:pt x="1445514" y="3196114"/>
                  <a:pt x="1443514" y="3198114"/>
                  <a:pt x="1443514" y="3200591"/>
                </a:cubicBezTo>
                <a:cubicBezTo>
                  <a:pt x="1443609" y="3203067"/>
                  <a:pt x="1445514" y="3205067"/>
                  <a:pt x="1447991" y="3205067"/>
                </a:cubicBezTo>
                <a:close/>
                <a:moveTo>
                  <a:pt x="1524191" y="3205258"/>
                </a:moveTo>
                <a:cubicBezTo>
                  <a:pt x="1526762" y="3205258"/>
                  <a:pt x="1528858" y="3203162"/>
                  <a:pt x="1528858" y="3200591"/>
                </a:cubicBezTo>
                <a:cubicBezTo>
                  <a:pt x="1528858" y="3198019"/>
                  <a:pt x="1526762" y="3195923"/>
                  <a:pt x="1524191" y="3195923"/>
                </a:cubicBezTo>
                <a:cubicBezTo>
                  <a:pt x="1521619" y="3195923"/>
                  <a:pt x="1519523" y="3198019"/>
                  <a:pt x="1519523" y="3200591"/>
                </a:cubicBezTo>
                <a:cubicBezTo>
                  <a:pt x="1519523" y="3203162"/>
                  <a:pt x="1521619" y="3205258"/>
                  <a:pt x="1524191" y="3205258"/>
                </a:cubicBezTo>
                <a:close/>
                <a:moveTo>
                  <a:pt x="1600391" y="3205448"/>
                </a:moveTo>
                <a:cubicBezTo>
                  <a:pt x="1603058" y="3205448"/>
                  <a:pt x="1605248" y="3203258"/>
                  <a:pt x="1605248" y="3200591"/>
                </a:cubicBezTo>
                <a:cubicBezTo>
                  <a:pt x="1605248" y="3197924"/>
                  <a:pt x="1603058" y="3195733"/>
                  <a:pt x="1600391" y="3195733"/>
                </a:cubicBezTo>
                <a:cubicBezTo>
                  <a:pt x="1597724" y="3195733"/>
                  <a:pt x="1595533" y="3197924"/>
                  <a:pt x="1595533" y="3200591"/>
                </a:cubicBezTo>
                <a:cubicBezTo>
                  <a:pt x="1595533" y="3203258"/>
                  <a:pt x="1597724" y="3205448"/>
                  <a:pt x="1600391" y="3205448"/>
                </a:cubicBezTo>
                <a:close/>
                <a:moveTo>
                  <a:pt x="1676591" y="3205448"/>
                </a:moveTo>
                <a:cubicBezTo>
                  <a:pt x="1679258" y="3205448"/>
                  <a:pt x="1681448" y="3203258"/>
                  <a:pt x="1681448" y="3200591"/>
                </a:cubicBezTo>
                <a:cubicBezTo>
                  <a:pt x="1681448" y="3197924"/>
                  <a:pt x="1679258" y="3195733"/>
                  <a:pt x="1676591" y="3195733"/>
                </a:cubicBezTo>
                <a:cubicBezTo>
                  <a:pt x="1673924" y="3195733"/>
                  <a:pt x="1671733" y="3197924"/>
                  <a:pt x="1671733" y="3200591"/>
                </a:cubicBezTo>
                <a:cubicBezTo>
                  <a:pt x="1671733" y="3203258"/>
                  <a:pt x="1673924" y="3205448"/>
                  <a:pt x="1676591" y="3205448"/>
                </a:cubicBezTo>
                <a:close/>
                <a:moveTo>
                  <a:pt x="1752791" y="3205448"/>
                </a:moveTo>
                <a:cubicBezTo>
                  <a:pt x="1755458" y="3205448"/>
                  <a:pt x="1757648" y="3203258"/>
                  <a:pt x="1757648" y="3200591"/>
                </a:cubicBezTo>
                <a:cubicBezTo>
                  <a:pt x="1757648" y="3197924"/>
                  <a:pt x="1755458" y="3195733"/>
                  <a:pt x="1752791" y="3195733"/>
                </a:cubicBezTo>
                <a:cubicBezTo>
                  <a:pt x="1750124" y="3195733"/>
                  <a:pt x="1747933" y="3197924"/>
                  <a:pt x="1747933" y="3200591"/>
                </a:cubicBezTo>
                <a:cubicBezTo>
                  <a:pt x="1747933" y="3203258"/>
                  <a:pt x="1750124" y="3205448"/>
                  <a:pt x="1752791" y="3205448"/>
                </a:cubicBezTo>
                <a:close/>
                <a:moveTo>
                  <a:pt x="1828991" y="3205448"/>
                </a:moveTo>
                <a:cubicBezTo>
                  <a:pt x="1831658" y="3205448"/>
                  <a:pt x="1833848" y="3203258"/>
                  <a:pt x="1833848" y="3200591"/>
                </a:cubicBezTo>
                <a:cubicBezTo>
                  <a:pt x="1833848" y="3197924"/>
                  <a:pt x="1831658" y="3195733"/>
                  <a:pt x="1828991" y="3195733"/>
                </a:cubicBezTo>
                <a:cubicBezTo>
                  <a:pt x="1826324" y="3195733"/>
                  <a:pt x="1824133" y="3197924"/>
                  <a:pt x="1824133" y="3200591"/>
                </a:cubicBezTo>
                <a:cubicBezTo>
                  <a:pt x="1824133" y="3203258"/>
                  <a:pt x="1826324" y="3205448"/>
                  <a:pt x="1828991" y="3205448"/>
                </a:cubicBezTo>
                <a:close/>
                <a:moveTo>
                  <a:pt x="1905191" y="3205448"/>
                </a:moveTo>
                <a:cubicBezTo>
                  <a:pt x="1907858" y="3205448"/>
                  <a:pt x="1910048" y="3203258"/>
                  <a:pt x="1910048" y="3200591"/>
                </a:cubicBezTo>
                <a:cubicBezTo>
                  <a:pt x="1910048" y="3197924"/>
                  <a:pt x="1907858" y="3195733"/>
                  <a:pt x="1905191" y="3195733"/>
                </a:cubicBezTo>
                <a:cubicBezTo>
                  <a:pt x="1902524" y="3195733"/>
                  <a:pt x="1900333" y="3197924"/>
                  <a:pt x="1900333" y="3200591"/>
                </a:cubicBezTo>
                <a:cubicBezTo>
                  <a:pt x="1900333" y="3203258"/>
                  <a:pt x="1902524" y="3205448"/>
                  <a:pt x="1905191" y="3205448"/>
                </a:cubicBezTo>
                <a:close/>
                <a:moveTo>
                  <a:pt x="1981391" y="3205258"/>
                </a:moveTo>
                <a:cubicBezTo>
                  <a:pt x="1983962" y="3205258"/>
                  <a:pt x="1986058" y="3203162"/>
                  <a:pt x="1986058" y="3200591"/>
                </a:cubicBezTo>
                <a:cubicBezTo>
                  <a:pt x="1986058" y="3198019"/>
                  <a:pt x="1983962" y="3195923"/>
                  <a:pt x="1981391" y="3195923"/>
                </a:cubicBezTo>
                <a:cubicBezTo>
                  <a:pt x="1978819" y="3195923"/>
                  <a:pt x="1976723" y="3198019"/>
                  <a:pt x="1976723" y="3200591"/>
                </a:cubicBezTo>
                <a:cubicBezTo>
                  <a:pt x="1976723" y="3203162"/>
                  <a:pt x="1978819" y="3205258"/>
                  <a:pt x="1981391" y="3205258"/>
                </a:cubicBezTo>
                <a:close/>
                <a:moveTo>
                  <a:pt x="2057591" y="3205067"/>
                </a:moveTo>
                <a:cubicBezTo>
                  <a:pt x="2060067" y="3205067"/>
                  <a:pt x="2062067" y="3203067"/>
                  <a:pt x="2062067" y="3200591"/>
                </a:cubicBezTo>
                <a:cubicBezTo>
                  <a:pt x="2062067" y="3198114"/>
                  <a:pt x="2060067" y="3196114"/>
                  <a:pt x="2057591" y="3196114"/>
                </a:cubicBezTo>
                <a:cubicBezTo>
                  <a:pt x="2055114" y="3196114"/>
                  <a:pt x="2053114" y="3198114"/>
                  <a:pt x="2053114" y="3200591"/>
                </a:cubicBezTo>
                <a:cubicBezTo>
                  <a:pt x="2053209" y="3203067"/>
                  <a:pt x="2055114" y="3205067"/>
                  <a:pt x="2057591" y="3205067"/>
                </a:cubicBezTo>
                <a:close/>
                <a:moveTo>
                  <a:pt x="2133791" y="3204877"/>
                </a:moveTo>
                <a:cubicBezTo>
                  <a:pt x="2136077" y="3204877"/>
                  <a:pt x="2137982" y="3202972"/>
                  <a:pt x="2137982" y="3200686"/>
                </a:cubicBezTo>
                <a:cubicBezTo>
                  <a:pt x="2137982" y="3198400"/>
                  <a:pt x="2136077" y="3196495"/>
                  <a:pt x="2133791" y="3196495"/>
                </a:cubicBezTo>
                <a:cubicBezTo>
                  <a:pt x="2131409" y="3196495"/>
                  <a:pt x="2129600" y="3198400"/>
                  <a:pt x="2129600" y="3200686"/>
                </a:cubicBezTo>
                <a:cubicBezTo>
                  <a:pt x="2129600" y="3202972"/>
                  <a:pt x="2131505" y="3204877"/>
                  <a:pt x="2133791" y="3204877"/>
                </a:cubicBezTo>
                <a:close/>
                <a:moveTo>
                  <a:pt x="2209991" y="3204401"/>
                </a:moveTo>
                <a:cubicBezTo>
                  <a:pt x="2212086" y="3204401"/>
                  <a:pt x="2213801" y="3202686"/>
                  <a:pt x="2213801" y="3200591"/>
                </a:cubicBezTo>
                <a:cubicBezTo>
                  <a:pt x="2213801" y="3198495"/>
                  <a:pt x="2212086" y="3196781"/>
                  <a:pt x="2209991" y="3196781"/>
                </a:cubicBezTo>
                <a:cubicBezTo>
                  <a:pt x="2207895" y="3196781"/>
                  <a:pt x="2206181" y="3198495"/>
                  <a:pt x="2206181" y="3200591"/>
                </a:cubicBezTo>
                <a:cubicBezTo>
                  <a:pt x="2206181" y="3202686"/>
                  <a:pt x="2207895" y="3204401"/>
                  <a:pt x="2209991" y="3204401"/>
                </a:cubicBezTo>
                <a:close/>
                <a:moveTo>
                  <a:pt x="2286191" y="3204020"/>
                </a:moveTo>
                <a:cubicBezTo>
                  <a:pt x="2288096" y="3204020"/>
                  <a:pt x="2289524" y="3202496"/>
                  <a:pt x="2289524" y="3200686"/>
                </a:cubicBezTo>
                <a:cubicBezTo>
                  <a:pt x="2289524" y="3198781"/>
                  <a:pt x="2288000" y="3197352"/>
                  <a:pt x="2286191" y="3197352"/>
                </a:cubicBezTo>
                <a:cubicBezTo>
                  <a:pt x="2284381" y="3197352"/>
                  <a:pt x="2282857" y="3198876"/>
                  <a:pt x="2282857" y="3200686"/>
                </a:cubicBezTo>
                <a:cubicBezTo>
                  <a:pt x="2282857" y="3202496"/>
                  <a:pt x="2284381" y="3204020"/>
                  <a:pt x="2286191" y="3204020"/>
                </a:cubicBezTo>
                <a:close/>
                <a:moveTo>
                  <a:pt x="2362391" y="3203543"/>
                </a:moveTo>
                <a:cubicBezTo>
                  <a:pt x="2364010" y="3203543"/>
                  <a:pt x="2365343" y="3202210"/>
                  <a:pt x="2365343" y="3200591"/>
                </a:cubicBezTo>
                <a:cubicBezTo>
                  <a:pt x="2365343" y="3198971"/>
                  <a:pt x="2364010" y="3197638"/>
                  <a:pt x="2362391" y="3197638"/>
                </a:cubicBezTo>
                <a:cubicBezTo>
                  <a:pt x="2360771" y="3197638"/>
                  <a:pt x="2359438" y="3198971"/>
                  <a:pt x="2359438" y="3200591"/>
                </a:cubicBezTo>
                <a:cubicBezTo>
                  <a:pt x="2359438" y="3202210"/>
                  <a:pt x="2360771" y="3203543"/>
                  <a:pt x="2362391" y="3203543"/>
                </a:cubicBezTo>
                <a:close/>
                <a:moveTo>
                  <a:pt x="2438591" y="3203162"/>
                </a:moveTo>
                <a:cubicBezTo>
                  <a:pt x="2440020" y="3203162"/>
                  <a:pt x="2441162" y="3202020"/>
                  <a:pt x="2441162" y="3200591"/>
                </a:cubicBezTo>
                <a:cubicBezTo>
                  <a:pt x="2441162" y="3199162"/>
                  <a:pt x="2440020" y="3198019"/>
                  <a:pt x="2438591" y="3198019"/>
                </a:cubicBezTo>
                <a:cubicBezTo>
                  <a:pt x="2437162" y="3198019"/>
                  <a:pt x="2436019" y="3199162"/>
                  <a:pt x="2436019" y="3200591"/>
                </a:cubicBezTo>
                <a:cubicBezTo>
                  <a:pt x="2436114" y="3202020"/>
                  <a:pt x="2437257" y="3203162"/>
                  <a:pt x="2438591" y="3203162"/>
                </a:cubicBezTo>
                <a:close/>
                <a:moveTo>
                  <a:pt x="2514791" y="3202686"/>
                </a:moveTo>
                <a:cubicBezTo>
                  <a:pt x="2515934" y="3202686"/>
                  <a:pt x="2516886" y="3201734"/>
                  <a:pt x="2516886" y="3200591"/>
                </a:cubicBezTo>
                <a:cubicBezTo>
                  <a:pt x="2516886" y="3199448"/>
                  <a:pt x="2515934" y="3198495"/>
                  <a:pt x="2514791" y="3198495"/>
                </a:cubicBezTo>
                <a:cubicBezTo>
                  <a:pt x="2513648" y="3198495"/>
                  <a:pt x="2512695" y="3199448"/>
                  <a:pt x="2512695" y="3200591"/>
                </a:cubicBezTo>
                <a:cubicBezTo>
                  <a:pt x="2512695" y="3201734"/>
                  <a:pt x="2513648" y="3202686"/>
                  <a:pt x="2514791" y="3202686"/>
                </a:cubicBezTo>
                <a:close/>
                <a:moveTo>
                  <a:pt x="2590991" y="3202115"/>
                </a:moveTo>
                <a:cubicBezTo>
                  <a:pt x="2591848" y="3202115"/>
                  <a:pt x="2592515" y="3201448"/>
                  <a:pt x="2592515" y="3200591"/>
                </a:cubicBezTo>
                <a:cubicBezTo>
                  <a:pt x="2592515" y="3199733"/>
                  <a:pt x="2591848" y="3199066"/>
                  <a:pt x="2590991" y="3199066"/>
                </a:cubicBezTo>
                <a:cubicBezTo>
                  <a:pt x="2590133" y="3199066"/>
                  <a:pt x="2589466" y="3199733"/>
                  <a:pt x="2589466" y="3200591"/>
                </a:cubicBezTo>
                <a:cubicBezTo>
                  <a:pt x="2589562" y="3201448"/>
                  <a:pt x="2590229" y="3202115"/>
                  <a:pt x="2590991" y="3202115"/>
                </a:cubicBezTo>
                <a:close/>
                <a:moveTo>
                  <a:pt x="2667191" y="3201448"/>
                </a:moveTo>
                <a:cubicBezTo>
                  <a:pt x="2667667" y="3201448"/>
                  <a:pt x="2668048" y="3201067"/>
                  <a:pt x="2668048" y="3200591"/>
                </a:cubicBezTo>
                <a:cubicBezTo>
                  <a:pt x="2668048" y="3200114"/>
                  <a:pt x="2667667" y="3199733"/>
                  <a:pt x="2667191" y="3199733"/>
                </a:cubicBezTo>
                <a:cubicBezTo>
                  <a:pt x="2666714" y="3199733"/>
                  <a:pt x="2666333" y="3200114"/>
                  <a:pt x="2666333" y="3200591"/>
                </a:cubicBezTo>
                <a:cubicBezTo>
                  <a:pt x="2666333" y="3201067"/>
                  <a:pt x="2666714" y="3201448"/>
                  <a:pt x="2667191" y="3201448"/>
                </a:cubicBezTo>
                <a:close/>
                <a:moveTo>
                  <a:pt x="2743391" y="3200781"/>
                </a:moveTo>
                <a:cubicBezTo>
                  <a:pt x="2743486" y="3200781"/>
                  <a:pt x="2743581" y="3200686"/>
                  <a:pt x="2743581" y="3200591"/>
                </a:cubicBezTo>
                <a:cubicBezTo>
                  <a:pt x="2743581" y="3200495"/>
                  <a:pt x="2743486" y="3200400"/>
                  <a:pt x="2743391" y="3200400"/>
                </a:cubicBezTo>
                <a:cubicBezTo>
                  <a:pt x="2743295" y="3200400"/>
                  <a:pt x="2743200" y="3200495"/>
                  <a:pt x="2743200" y="3200591"/>
                </a:cubicBezTo>
                <a:cubicBezTo>
                  <a:pt x="2743200" y="3200686"/>
                  <a:pt x="2743295" y="3200781"/>
                  <a:pt x="2743391" y="3200781"/>
                </a:cubicBezTo>
                <a:close/>
                <a:moveTo>
                  <a:pt x="914590" y="3277267"/>
                </a:moveTo>
                <a:cubicBezTo>
                  <a:pt x="914781" y="3277267"/>
                  <a:pt x="914972" y="3277076"/>
                  <a:pt x="914972" y="3276886"/>
                </a:cubicBezTo>
                <a:cubicBezTo>
                  <a:pt x="914972" y="3276695"/>
                  <a:pt x="914781" y="3276505"/>
                  <a:pt x="914590" y="3276505"/>
                </a:cubicBezTo>
                <a:cubicBezTo>
                  <a:pt x="914400" y="3276505"/>
                  <a:pt x="914210" y="3276695"/>
                  <a:pt x="914210" y="3276886"/>
                </a:cubicBezTo>
                <a:cubicBezTo>
                  <a:pt x="914210" y="3277076"/>
                  <a:pt x="914400" y="3277267"/>
                  <a:pt x="914590" y="3277267"/>
                </a:cubicBezTo>
                <a:close/>
                <a:moveTo>
                  <a:pt x="990790" y="3277838"/>
                </a:moveTo>
                <a:cubicBezTo>
                  <a:pt x="991362" y="3277838"/>
                  <a:pt x="991838" y="3277362"/>
                  <a:pt x="991838" y="3276791"/>
                </a:cubicBezTo>
                <a:cubicBezTo>
                  <a:pt x="991838" y="3276219"/>
                  <a:pt x="991362" y="3275743"/>
                  <a:pt x="990790" y="3275743"/>
                </a:cubicBezTo>
                <a:cubicBezTo>
                  <a:pt x="990219" y="3275743"/>
                  <a:pt x="989743" y="3276219"/>
                  <a:pt x="989743" y="3276791"/>
                </a:cubicBezTo>
                <a:cubicBezTo>
                  <a:pt x="989743" y="3277362"/>
                  <a:pt x="990219" y="3277838"/>
                  <a:pt x="990790" y="3277838"/>
                </a:cubicBezTo>
                <a:close/>
                <a:moveTo>
                  <a:pt x="1066991" y="3278315"/>
                </a:moveTo>
                <a:cubicBezTo>
                  <a:pt x="1067848" y="3278315"/>
                  <a:pt x="1068515" y="3277648"/>
                  <a:pt x="1068515" y="3276791"/>
                </a:cubicBezTo>
                <a:cubicBezTo>
                  <a:pt x="1068515" y="3275933"/>
                  <a:pt x="1067848" y="3275266"/>
                  <a:pt x="1066991" y="3275266"/>
                </a:cubicBezTo>
                <a:cubicBezTo>
                  <a:pt x="1066133" y="3275266"/>
                  <a:pt x="1065467" y="3275933"/>
                  <a:pt x="1065467" y="3276791"/>
                </a:cubicBezTo>
                <a:cubicBezTo>
                  <a:pt x="1065562" y="3277648"/>
                  <a:pt x="1066229" y="3278315"/>
                  <a:pt x="1066991" y="3278315"/>
                </a:cubicBezTo>
                <a:close/>
                <a:moveTo>
                  <a:pt x="1143191" y="3278696"/>
                </a:moveTo>
                <a:cubicBezTo>
                  <a:pt x="1144238" y="3278696"/>
                  <a:pt x="1145096" y="3277838"/>
                  <a:pt x="1145096" y="3276791"/>
                </a:cubicBezTo>
                <a:cubicBezTo>
                  <a:pt x="1145096" y="3275743"/>
                  <a:pt x="1144238" y="3274886"/>
                  <a:pt x="1143191" y="3274886"/>
                </a:cubicBezTo>
                <a:cubicBezTo>
                  <a:pt x="1142143" y="3274886"/>
                  <a:pt x="1141286" y="3275743"/>
                  <a:pt x="1141286" y="3276791"/>
                </a:cubicBezTo>
                <a:cubicBezTo>
                  <a:pt x="1141286" y="3277838"/>
                  <a:pt x="1142143" y="3278696"/>
                  <a:pt x="1143191" y="3278696"/>
                </a:cubicBezTo>
                <a:close/>
                <a:moveTo>
                  <a:pt x="1219391" y="3279172"/>
                </a:moveTo>
                <a:cubicBezTo>
                  <a:pt x="1220629" y="3279172"/>
                  <a:pt x="1221677" y="3278124"/>
                  <a:pt x="1221677" y="3276886"/>
                </a:cubicBezTo>
                <a:cubicBezTo>
                  <a:pt x="1221677" y="3275648"/>
                  <a:pt x="1220629" y="3274600"/>
                  <a:pt x="1219391" y="3274600"/>
                </a:cubicBezTo>
                <a:cubicBezTo>
                  <a:pt x="1218152" y="3274600"/>
                  <a:pt x="1217105" y="3275648"/>
                  <a:pt x="1217105" y="3276886"/>
                </a:cubicBezTo>
                <a:cubicBezTo>
                  <a:pt x="1217105" y="3278124"/>
                  <a:pt x="1218152" y="3279172"/>
                  <a:pt x="1219391" y="3279172"/>
                </a:cubicBezTo>
                <a:close/>
                <a:moveTo>
                  <a:pt x="1295591" y="3279553"/>
                </a:moveTo>
                <a:cubicBezTo>
                  <a:pt x="1297114" y="3279553"/>
                  <a:pt x="1298353" y="3278315"/>
                  <a:pt x="1298353" y="3276791"/>
                </a:cubicBezTo>
                <a:cubicBezTo>
                  <a:pt x="1298353" y="3275266"/>
                  <a:pt x="1297114" y="3274028"/>
                  <a:pt x="1295591" y="3274028"/>
                </a:cubicBezTo>
                <a:cubicBezTo>
                  <a:pt x="1294067" y="3274028"/>
                  <a:pt x="1292828" y="3275266"/>
                  <a:pt x="1292828" y="3276791"/>
                </a:cubicBezTo>
                <a:cubicBezTo>
                  <a:pt x="1292828" y="3278315"/>
                  <a:pt x="1294067" y="3279553"/>
                  <a:pt x="1295591" y="3279553"/>
                </a:cubicBezTo>
                <a:close/>
                <a:moveTo>
                  <a:pt x="1371791" y="3279743"/>
                </a:moveTo>
                <a:cubicBezTo>
                  <a:pt x="1373410" y="3279743"/>
                  <a:pt x="1374743" y="3278410"/>
                  <a:pt x="1374743" y="3276791"/>
                </a:cubicBezTo>
                <a:cubicBezTo>
                  <a:pt x="1374743" y="3275171"/>
                  <a:pt x="1373410" y="3273838"/>
                  <a:pt x="1371791" y="3273838"/>
                </a:cubicBezTo>
                <a:cubicBezTo>
                  <a:pt x="1370171" y="3273838"/>
                  <a:pt x="1368838" y="3275171"/>
                  <a:pt x="1368838" y="3276791"/>
                </a:cubicBezTo>
                <a:cubicBezTo>
                  <a:pt x="1368838" y="3278410"/>
                  <a:pt x="1370171" y="3279743"/>
                  <a:pt x="1371791" y="3279743"/>
                </a:cubicBezTo>
                <a:close/>
                <a:moveTo>
                  <a:pt x="1447991" y="3279934"/>
                </a:moveTo>
                <a:cubicBezTo>
                  <a:pt x="1449705" y="3279934"/>
                  <a:pt x="1451134" y="3278505"/>
                  <a:pt x="1451134" y="3276791"/>
                </a:cubicBezTo>
                <a:cubicBezTo>
                  <a:pt x="1451134" y="3275076"/>
                  <a:pt x="1449705" y="3273647"/>
                  <a:pt x="1447991" y="3273647"/>
                </a:cubicBezTo>
                <a:cubicBezTo>
                  <a:pt x="1446276" y="3273647"/>
                  <a:pt x="1444847" y="3275076"/>
                  <a:pt x="1444847" y="3276791"/>
                </a:cubicBezTo>
                <a:cubicBezTo>
                  <a:pt x="1444847" y="3278600"/>
                  <a:pt x="1446276" y="3279934"/>
                  <a:pt x="1447991" y="3279934"/>
                </a:cubicBezTo>
                <a:close/>
                <a:moveTo>
                  <a:pt x="1524191" y="3280220"/>
                </a:moveTo>
                <a:cubicBezTo>
                  <a:pt x="1526096" y="3280220"/>
                  <a:pt x="1527524" y="3278696"/>
                  <a:pt x="1527524" y="3276886"/>
                </a:cubicBezTo>
                <a:cubicBezTo>
                  <a:pt x="1527524" y="3274981"/>
                  <a:pt x="1526000" y="3273552"/>
                  <a:pt x="1524191" y="3273552"/>
                </a:cubicBezTo>
                <a:cubicBezTo>
                  <a:pt x="1522381" y="3273552"/>
                  <a:pt x="1520857" y="3275076"/>
                  <a:pt x="1520857" y="3276886"/>
                </a:cubicBezTo>
                <a:cubicBezTo>
                  <a:pt x="1520857" y="3278696"/>
                  <a:pt x="1522381" y="3280220"/>
                  <a:pt x="1524191" y="3280220"/>
                </a:cubicBezTo>
                <a:close/>
                <a:moveTo>
                  <a:pt x="1600391" y="3280410"/>
                </a:moveTo>
                <a:cubicBezTo>
                  <a:pt x="1602391" y="3280410"/>
                  <a:pt x="1604010" y="3278791"/>
                  <a:pt x="1604010" y="3276791"/>
                </a:cubicBezTo>
                <a:cubicBezTo>
                  <a:pt x="1604010" y="3274790"/>
                  <a:pt x="1602391" y="3273171"/>
                  <a:pt x="1600391" y="3273171"/>
                </a:cubicBezTo>
                <a:cubicBezTo>
                  <a:pt x="1598390" y="3273171"/>
                  <a:pt x="1596771" y="3274790"/>
                  <a:pt x="1596771" y="3276791"/>
                </a:cubicBezTo>
                <a:cubicBezTo>
                  <a:pt x="1596866" y="3278791"/>
                  <a:pt x="1598390" y="3280410"/>
                  <a:pt x="1600391" y="3280410"/>
                </a:cubicBezTo>
                <a:close/>
                <a:moveTo>
                  <a:pt x="1676591" y="3280601"/>
                </a:moveTo>
                <a:cubicBezTo>
                  <a:pt x="1678686" y="3280601"/>
                  <a:pt x="1680401" y="3278886"/>
                  <a:pt x="1680401" y="3276791"/>
                </a:cubicBezTo>
                <a:cubicBezTo>
                  <a:pt x="1680401" y="3274695"/>
                  <a:pt x="1678686" y="3272981"/>
                  <a:pt x="1676591" y="3272981"/>
                </a:cubicBezTo>
                <a:cubicBezTo>
                  <a:pt x="1674495" y="3272981"/>
                  <a:pt x="1672781" y="3274695"/>
                  <a:pt x="1672781" y="3276791"/>
                </a:cubicBezTo>
                <a:cubicBezTo>
                  <a:pt x="1672781" y="3278886"/>
                  <a:pt x="1674495" y="3280601"/>
                  <a:pt x="1676591" y="3280601"/>
                </a:cubicBezTo>
                <a:close/>
                <a:moveTo>
                  <a:pt x="1752791" y="3280601"/>
                </a:moveTo>
                <a:cubicBezTo>
                  <a:pt x="1754886" y="3280601"/>
                  <a:pt x="1756601" y="3278886"/>
                  <a:pt x="1756601" y="3276791"/>
                </a:cubicBezTo>
                <a:cubicBezTo>
                  <a:pt x="1756601" y="3274695"/>
                  <a:pt x="1754886" y="3272981"/>
                  <a:pt x="1752791" y="3272981"/>
                </a:cubicBezTo>
                <a:cubicBezTo>
                  <a:pt x="1750695" y="3272981"/>
                  <a:pt x="1748981" y="3274695"/>
                  <a:pt x="1748981" y="3276791"/>
                </a:cubicBezTo>
                <a:cubicBezTo>
                  <a:pt x="1748981" y="3278886"/>
                  <a:pt x="1750695" y="3280601"/>
                  <a:pt x="1752791" y="3280601"/>
                </a:cubicBezTo>
                <a:close/>
                <a:moveTo>
                  <a:pt x="1828991" y="3280601"/>
                </a:moveTo>
                <a:cubicBezTo>
                  <a:pt x="1831086" y="3280601"/>
                  <a:pt x="1832801" y="3278886"/>
                  <a:pt x="1832801" y="3276791"/>
                </a:cubicBezTo>
                <a:cubicBezTo>
                  <a:pt x="1832801" y="3274695"/>
                  <a:pt x="1831086" y="3272981"/>
                  <a:pt x="1828991" y="3272981"/>
                </a:cubicBezTo>
                <a:cubicBezTo>
                  <a:pt x="1826895" y="3272981"/>
                  <a:pt x="1825181" y="3274695"/>
                  <a:pt x="1825181" y="3276791"/>
                </a:cubicBezTo>
                <a:cubicBezTo>
                  <a:pt x="1825181" y="3278886"/>
                  <a:pt x="1826895" y="3280601"/>
                  <a:pt x="1828991" y="3280601"/>
                </a:cubicBezTo>
                <a:close/>
                <a:moveTo>
                  <a:pt x="1905191" y="3280410"/>
                </a:moveTo>
                <a:cubicBezTo>
                  <a:pt x="1907191" y="3280410"/>
                  <a:pt x="1908810" y="3278791"/>
                  <a:pt x="1908810" y="3276791"/>
                </a:cubicBezTo>
                <a:cubicBezTo>
                  <a:pt x="1908810" y="3274790"/>
                  <a:pt x="1907191" y="3273171"/>
                  <a:pt x="1905191" y="3273171"/>
                </a:cubicBezTo>
                <a:cubicBezTo>
                  <a:pt x="1903190" y="3273171"/>
                  <a:pt x="1901571" y="3274790"/>
                  <a:pt x="1901571" y="3276791"/>
                </a:cubicBezTo>
                <a:cubicBezTo>
                  <a:pt x="1901666" y="3278791"/>
                  <a:pt x="1903190" y="3280410"/>
                  <a:pt x="1905191" y="3280410"/>
                </a:cubicBezTo>
                <a:close/>
                <a:moveTo>
                  <a:pt x="1981391" y="3280410"/>
                </a:moveTo>
                <a:cubicBezTo>
                  <a:pt x="1983391" y="3280410"/>
                  <a:pt x="1985010" y="3278791"/>
                  <a:pt x="1985010" y="3276791"/>
                </a:cubicBezTo>
                <a:cubicBezTo>
                  <a:pt x="1985010" y="3274790"/>
                  <a:pt x="1983391" y="3273171"/>
                  <a:pt x="1981391" y="3273171"/>
                </a:cubicBezTo>
                <a:cubicBezTo>
                  <a:pt x="1979390" y="3273171"/>
                  <a:pt x="1977771" y="3274790"/>
                  <a:pt x="1977771" y="3276791"/>
                </a:cubicBezTo>
                <a:cubicBezTo>
                  <a:pt x="1977866" y="3278791"/>
                  <a:pt x="1979390" y="3280410"/>
                  <a:pt x="1981391" y="3280410"/>
                </a:cubicBezTo>
                <a:close/>
                <a:moveTo>
                  <a:pt x="2057591" y="3280220"/>
                </a:moveTo>
                <a:cubicBezTo>
                  <a:pt x="2059496" y="3280220"/>
                  <a:pt x="2060924" y="3278696"/>
                  <a:pt x="2060924" y="3276886"/>
                </a:cubicBezTo>
                <a:cubicBezTo>
                  <a:pt x="2060924" y="3274981"/>
                  <a:pt x="2059400" y="3273552"/>
                  <a:pt x="2057591" y="3273552"/>
                </a:cubicBezTo>
                <a:cubicBezTo>
                  <a:pt x="2055781" y="3273552"/>
                  <a:pt x="2054257" y="3275076"/>
                  <a:pt x="2054257" y="3276886"/>
                </a:cubicBezTo>
                <a:cubicBezTo>
                  <a:pt x="2054257" y="3278696"/>
                  <a:pt x="2055781" y="3280220"/>
                  <a:pt x="2057591" y="3280220"/>
                </a:cubicBezTo>
                <a:close/>
                <a:moveTo>
                  <a:pt x="2133791" y="3279743"/>
                </a:moveTo>
                <a:cubicBezTo>
                  <a:pt x="2135410" y="3279743"/>
                  <a:pt x="2136743" y="3278410"/>
                  <a:pt x="2136743" y="3276791"/>
                </a:cubicBezTo>
                <a:cubicBezTo>
                  <a:pt x="2136743" y="3275171"/>
                  <a:pt x="2135410" y="3273838"/>
                  <a:pt x="2133791" y="3273838"/>
                </a:cubicBezTo>
                <a:cubicBezTo>
                  <a:pt x="2132171" y="3273838"/>
                  <a:pt x="2130838" y="3275171"/>
                  <a:pt x="2130838" y="3276791"/>
                </a:cubicBezTo>
                <a:cubicBezTo>
                  <a:pt x="2130838" y="3278410"/>
                  <a:pt x="2132171" y="3279743"/>
                  <a:pt x="2133791" y="3279743"/>
                </a:cubicBezTo>
                <a:close/>
                <a:moveTo>
                  <a:pt x="2209991" y="3279553"/>
                </a:moveTo>
                <a:cubicBezTo>
                  <a:pt x="2211515" y="3279553"/>
                  <a:pt x="2212753" y="3278315"/>
                  <a:pt x="2212753" y="3276791"/>
                </a:cubicBezTo>
                <a:cubicBezTo>
                  <a:pt x="2212753" y="3275266"/>
                  <a:pt x="2211515" y="3274028"/>
                  <a:pt x="2209991" y="3274028"/>
                </a:cubicBezTo>
                <a:cubicBezTo>
                  <a:pt x="2208467" y="3274028"/>
                  <a:pt x="2207228" y="3275266"/>
                  <a:pt x="2207228" y="3276791"/>
                </a:cubicBezTo>
                <a:cubicBezTo>
                  <a:pt x="2207228" y="3278315"/>
                  <a:pt x="2208467" y="3279553"/>
                  <a:pt x="2209991" y="3279553"/>
                </a:cubicBezTo>
                <a:close/>
                <a:moveTo>
                  <a:pt x="2286191" y="3279172"/>
                </a:moveTo>
                <a:cubicBezTo>
                  <a:pt x="2287429" y="3279172"/>
                  <a:pt x="2288477" y="3278124"/>
                  <a:pt x="2288477" y="3276886"/>
                </a:cubicBezTo>
                <a:cubicBezTo>
                  <a:pt x="2288477" y="3275648"/>
                  <a:pt x="2287429" y="3274600"/>
                  <a:pt x="2286191" y="3274600"/>
                </a:cubicBezTo>
                <a:cubicBezTo>
                  <a:pt x="2284952" y="3274600"/>
                  <a:pt x="2283905" y="3275648"/>
                  <a:pt x="2283905" y="3276886"/>
                </a:cubicBezTo>
                <a:cubicBezTo>
                  <a:pt x="2283905" y="3278124"/>
                  <a:pt x="2284952" y="3279172"/>
                  <a:pt x="2286191" y="3279172"/>
                </a:cubicBezTo>
                <a:close/>
                <a:moveTo>
                  <a:pt x="2362391" y="3278696"/>
                </a:moveTo>
                <a:cubicBezTo>
                  <a:pt x="2363438" y="3278696"/>
                  <a:pt x="2364296" y="3277838"/>
                  <a:pt x="2364296" y="3276791"/>
                </a:cubicBezTo>
                <a:cubicBezTo>
                  <a:pt x="2364296" y="3275743"/>
                  <a:pt x="2363438" y="3274886"/>
                  <a:pt x="2362391" y="3274886"/>
                </a:cubicBezTo>
                <a:cubicBezTo>
                  <a:pt x="2361343" y="3274886"/>
                  <a:pt x="2360486" y="3275743"/>
                  <a:pt x="2360486" y="3276791"/>
                </a:cubicBezTo>
                <a:cubicBezTo>
                  <a:pt x="2360486" y="3277838"/>
                  <a:pt x="2361343" y="3278696"/>
                  <a:pt x="2362391" y="3278696"/>
                </a:cubicBezTo>
                <a:close/>
                <a:moveTo>
                  <a:pt x="2438591" y="3278315"/>
                </a:moveTo>
                <a:cubicBezTo>
                  <a:pt x="2439448" y="3278315"/>
                  <a:pt x="2440115" y="3277648"/>
                  <a:pt x="2440115" y="3276791"/>
                </a:cubicBezTo>
                <a:cubicBezTo>
                  <a:pt x="2440115" y="3275933"/>
                  <a:pt x="2439448" y="3275266"/>
                  <a:pt x="2438591" y="3275266"/>
                </a:cubicBezTo>
                <a:cubicBezTo>
                  <a:pt x="2437733" y="3275266"/>
                  <a:pt x="2437067" y="3275933"/>
                  <a:pt x="2437067" y="3276791"/>
                </a:cubicBezTo>
                <a:cubicBezTo>
                  <a:pt x="2437162" y="3277648"/>
                  <a:pt x="2437829" y="3278315"/>
                  <a:pt x="2438591" y="3278315"/>
                </a:cubicBezTo>
                <a:close/>
                <a:moveTo>
                  <a:pt x="2514791" y="3277838"/>
                </a:moveTo>
                <a:cubicBezTo>
                  <a:pt x="2515362" y="3277838"/>
                  <a:pt x="2515838" y="3277362"/>
                  <a:pt x="2515838" y="3276791"/>
                </a:cubicBezTo>
                <a:cubicBezTo>
                  <a:pt x="2515838" y="3276219"/>
                  <a:pt x="2515362" y="3275743"/>
                  <a:pt x="2514791" y="3275743"/>
                </a:cubicBezTo>
                <a:cubicBezTo>
                  <a:pt x="2514219" y="3275743"/>
                  <a:pt x="2513743" y="3276219"/>
                  <a:pt x="2513743" y="3276791"/>
                </a:cubicBezTo>
                <a:cubicBezTo>
                  <a:pt x="2513743" y="3277362"/>
                  <a:pt x="2514219" y="3277838"/>
                  <a:pt x="2514791" y="3277838"/>
                </a:cubicBezTo>
                <a:close/>
                <a:moveTo>
                  <a:pt x="2590991" y="3277267"/>
                </a:moveTo>
                <a:cubicBezTo>
                  <a:pt x="2591181" y="3277267"/>
                  <a:pt x="2591372" y="3277076"/>
                  <a:pt x="2591372" y="3276886"/>
                </a:cubicBezTo>
                <a:cubicBezTo>
                  <a:pt x="2591372" y="3276695"/>
                  <a:pt x="2591181" y="3276505"/>
                  <a:pt x="2590991" y="3276505"/>
                </a:cubicBezTo>
                <a:cubicBezTo>
                  <a:pt x="2590800" y="3276505"/>
                  <a:pt x="2590610" y="3276695"/>
                  <a:pt x="2590610" y="3276886"/>
                </a:cubicBezTo>
                <a:cubicBezTo>
                  <a:pt x="2590610" y="3277076"/>
                  <a:pt x="2590800" y="3277267"/>
                  <a:pt x="2590991" y="3277267"/>
                </a:cubicBezTo>
                <a:close/>
                <a:moveTo>
                  <a:pt x="1066991" y="3353467"/>
                </a:moveTo>
                <a:cubicBezTo>
                  <a:pt x="1067181" y="3353467"/>
                  <a:pt x="1067372" y="3353276"/>
                  <a:pt x="1067372" y="3353086"/>
                </a:cubicBezTo>
                <a:cubicBezTo>
                  <a:pt x="1067372" y="3352895"/>
                  <a:pt x="1067181" y="3352705"/>
                  <a:pt x="1066991" y="3352705"/>
                </a:cubicBezTo>
                <a:cubicBezTo>
                  <a:pt x="1066800" y="3352705"/>
                  <a:pt x="1066610" y="3352895"/>
                  <a:pt x="1066610" y="3353086"/>
                </a:cubicBezTo>
                <a:cubicBezTo>
                  <a:pt x="1066610" y="3353276"/>
                  <a:pt x="1066800" y="3353467"/>
                  <a:pt x="1066991" y="3353467"/>
                </a:cubicBezTo>
                <a:close/>
                <a:moveTo>
                  <a:pt x="1143191" y="3353848"/>
                </a:moveTo>
                <a:cubicBezTo>
                  <a:pt x="1143667" y="3353848"/>
                  <a:pt x="1144048" y="3353467"/>
                  <a:pt x="1144048" y="3352991"/>
                </a:cubicBezTo>
                <a:cubicBezTo>
                  <a:pt x="1144048" y="3352514"/>
                  <a:pt x="1143667" y="3352133"/>
                  <a:pt x="1143191" y="3352133"/>
                </a:cubicBezTo>
                <a:cubicBezTo>
                  <a:pt x="1142714" y="3352133"/>
                  <a:pt x="1142333" y="3352514"/>
                  <a:pt x="1142333" y="3352991"/>
                </a:cubicBezTo>
                <a:cubicBezTo>
                  <a:pt x="1142333" y="3353467"/>
                  <a:pt x="1142714" y="3353848"/>
                  <a:pt x="1143191" y="3353848"/>
                </a:cubicBezTo>
                <a:close/>
                <a:moveTo>
                  <a:pt x="1219391" y="3354324"/>
                </a:moveTo>
                <a:cubicBezTo>
                  <a:pt x="1220057" y="3354324"/>
                  <a:pt x="1220629" y="3353753"/>
                  <a:pt x="1220629" y="3353086"/>
                </a:cubicBezTo>
                <a:cubicBezTo>
                  <a:pt x="1220629" y="3352419"/>
                  <a:pt x="1220057" y="3351848"/>
                  <a:pt x="1219391" y="3351848"/>
                </a:cubicBezTo>
                <a:cubicBezTo>
                  <a:pt x="1218724" y="3351848"/>
                  <a:pt x="1218152" y="3352419"/>
                  <a:pt x="1218152" y="3353086"/>
                </a:cubicBezTo>
                <a:cubicBezTo>
                  <a:pt x="1218152" y="3353753"/>
                  <a:pt x="1218724" y="3354324"/>
                  <a:pt x="1219391" y="3354324"/>
                </a:cubicBezTo>
                <a:close/>
                <a:moveTo>
                  <a:pt x="1295591" y="3354515"/>
                </a:moveTo>
                <a:cubicBezTo>
                  <a:pt x="1296448" y="3354515"/>
                  <a:pt x="1297114" y="3353848"/>
                  <a:pt x="1297114" y="3352991"/>
                </a:cubicBezTo>
                <a:cubicBezTo>
                  <a:pt x="1297114" y="3352133"/>
                  <a:pt x="1296448" y="3351466"/>
                  <a:pt x="1295591" y="3351466"/>
                </a:cubicBezTo>
                <a:cubicBezTo>
                  <a:pt x="1294733" y="3351466"/>
                  <a:pt x="1294067" y="3352133"/>
                  <a:pt x="1294067" y="3352991"/>
                </a:cubicBezTo>
                <a:cubicBezTo>
                  <a:pt x="1294162" y="3353848"/>
                  <a:pt x="1294829" y="3354515"/>
                  <a:pt x="1295591" y="3354515"/>
                </a:cubicBezTo>
                <a:close/>
                <a:moveTo>
                  <a:pt x="1371791" y="3354896"/>
                </a:moveTo>
                <a:cubicBezTo>
                  <a:pt x="1372838" y="3354896"/>
                  <a:pt x="1373696" y="3354038"/>
                  <a:pt x="1373696" y="3352991"/>
                </a:cubicBezTo>
                <a:cubicBezTo>
                  <a:pt x="1373696" y="3351943"/>
                  <a:pt x="1372838" y="3351086"/>
                  <a:pt x="1371791" y="3351086"/>
                </a:cubicBezTo>
                <a:cubicBezTo>
                  <a:pt x="1370743" y="3351086"/>
                  <a:pt x="1369886" y="3351943"/>
                  <a:pt x="1369886" y="3352991"/>
                </a:cubicBezTo>
                <a:cubicBezTo>
                  <a:pt x="1369886" y="3354038"/>
                  <a:pt x="1370743" y="3354896"/>
                  <a:pt x="1371791" y="3354896"/>
                </a:cubicBezTo>
                <a:close/>
                <a:moveTo>
                  <a:pt x="1447991" y="3355086"/>
                </a:moveTo>
                <a:cubicBezTo>
                  <a:pt x="1449134" y="3355086"/>
                  <a:pt x="1450086" y="3354134"/>
                  <a:pt x="1450086" y="3352991"/>
                </a:cubicBezTo>
                <a:cubicBezTo>
                  <a:pt x="1450086" y="3351848"/>
                  <a:pt x="1449134" y="3350895"/>
                  <a:pt x="1447991" y="3350895"/>
                </a:cubicBezTo>
                <a:cubicBezTo>
                  <a:pt x="1446848" y="3350895"/>
                  <a:pt x="1445895" y="3351848"/>
                  <a:pt x="1445895" y="3352991"/>
                </a:cubicBezTo>
                <a:cubicBezTo>
                  <a:pt x="1445895" y="3354134"/>
                  <a:pt x="1446848" y="3355086"/>
                  <a:pt x="1447991" y="3355086"/>
                </a:cubicBezTo>
                <a:close/>
                <a:moveTo>
                  <a:pt x="1524191" y="3355372"/>
                </a:moveTo>
                <a:cubicBezTo>
                  <a:pt x="1525429" y="3355372"/>
                  <a:pt x="1526477" y="3354324"/>
                  <a:pt x="1526477" y="3353086"/>
                </a:cubicBezTo>
                <a:cubicBezTo>
                  <a:pt x="1526477" y="3351848"/>
                  <a:pt x="1525429" y="3350800"/>
                  <a:pt x="1524191" y="3350800"/>
                </a:cubicBezTo>
                <a:cubicBezTo>
                  <a:pt x="1522952" y="3350800"/>
                  <a:pt x="1521905" y="3351848"/>
                  <a:pt x="1521905" y="3353086"/>
                </a:cubicBezTo>
                <a:cubicBezTo>
                  <a:pt x="1521905" y="3354324"/>
                  <a:pt x="1522952" y="3355372"/>
                  <a:pt x="1524191" y="3355372"/>
                </a:cubicBezTo>
                <a:close/>
                <a:moveTo>
                  <a:pt x="1600391" y="3355562"/>
                </a:moveTo>
                <a:cubicBezTo>
                  <a:pt x="1601819" y="3355562"/>
                  <a:pt x="1602962" y="3354420"/>
                  <a:pt x="1602962" y="3352991"/>
                </a:cubicBezTo>
                <a:cubicBezTo>
                  <a:pt x="1602962" y="3351562"/>
                  <a:pt x="1601819" y="3350419"/>
                  <a:pt x="1600391" y="3350419"/>
                </a:cubicBezTo>
                <a:cubicBezTo>
                  <a:pt x="1598962" y="3350419"/>
                  <a:pt x="1597819" y="3351562"/>
                  <a:pt x="1597819" y="3352991"/>
                </a:cubicBezTo>
                <a:cubicBezTo>
                  <a:pt x="1597914" y="3354420"/>
                  <a:pt x="1599057" y="3355562"/>
                  <a:pt x="1600391" y="3355562"/>
                </a:cubicBezTo>
                <a:close/>
                <a:moveTo>
                  <a:pt x="1676591" y="3355562"/>
                </a:moveTo>
                <a:cubicBezTo>
                  <a:pt x="1678019" y="3355562"/>
                  <a:pt x="1679162" y="3354420"/>
                  <a:pt x="1679162" y="3352991"/>
                </a:cubicBezTo>
                <a:cubicBezTo>
                  <a:pt x="1679162" y="3351562"/>
                  <a:pt x="1678019" y="3350419"/>
                  <a:pt x="1676591" y="3350419"/>
                </a:cubicBezTo>
                <a:cubicBezTo>
                  <a:pt x="1675162" y="3350419"/>
                  <a:pt x="1674019" y="3351562"/>
                  <a:pt x="1674019" y="3352991"/>
                </a:cubicBezTo>
                <a:cubicBezTo>
                  <a:pt x="1674114" y="3354420"/>
                  <a:pt x="1675257" y="3355562"/>
                  <a:pt x="1676591" y="3355562"/>
                </a:cubicBezTo>
                <a:close/>
                <a:moveTo>
                  <a:pt x="1752791" y="3355562"/>
                </a:moveTo>
                <a:cubicBezTo>
                  <a:pt x="1754219" y="3355562"/>
                  <a:pt x="1755362" y="3354420"/>
                  <a:pt x="1755362" y="3352991"/>
                </a:cubicBezTo>
                <a:cubicBezTo>
                  <a:pt x="1755362" y="3351562"/>
                  <a:pt x="1754219" y="3350419"/>
                  <a:pt x="1752791" y="3350419"/>
                </a:cubicBezTo>
                <a:cubicBezTo>
                  <a:pt x="1751362" y="3350419"/>
                  <a:pt x="1750219" y="3351562"/>
                  <a:pt x="1750219" y="3352991"/>
                </a:cubicBezTo>
                <a:cubicBezTo>
                  <a:pt x="1750314" y="3354420"/>
                  <a:pt x="1751457" y="3355562"/>
                  <a:pt x="1752791" y="3355562"/>
                </a:cubicBezTo>
                <a:close/>
                <a:moveTo>
                  <a:pt x="1828991" y="3355562"/>
                </a:moveTo>
                <a:cubicBezTo>
                  <a:pt x="1830419" y="3355562"/>
                  <a:pt x="1831562" y="3354420"/>
                  <a:pt x="1831562" y="3352991"/>
                </a:cubicBezTo>
                <a:cubicBezTo>
                  <a:pt x="1831562" y="3351562"/>
                  <a:pt x="1830419" y="3350419"/>
                  <a:pt x="1828991" y="3350419"/>
                </a:cubicBezTo>
                <a:cubicBezTo>
                  <a:pt x="1827562" y="3350419"/>
                  <a:pt x="1826419" y="3351562"/>
                  <a:pt x="1826419" y="3352991"/>
                </a:cubicBezTo>
                <a:cubicBezTo>
                  <a:pt x="1826514" y="3354420"/>
                  <a:pt x="1827657" y="3355562"/>
                  <a:pt x="1828991" y="3355562"/>
                </a:cubicBezTo>
                <a:close/>
                <a:moveTo>
                  <a:pt x="1905191" y="3355562"/>
                </a:moveTo>
                <a:cubicBezTo>
                  <a:pt x="1906619" y="3355562"/>
                  <a:pt x="1907762" y="3354420"/>
                  <a:pt x="1907762" y="3352991"/>
                </a:cubicBezTo>
                <a:cubicBezTo>
                  <a:pt x="1907762" y="3351562"/>
                  <a:pt x="1906619" y="3350419"/>
                  <a:pt x="1905191" y="3350419"/>
                </a:cubicBezTo>
                <a:cubicBezTo>
                  <a:pt x="1903762" y="3350419"/>
                  <a:pt x="1902619" y="3351562"/>
                  <a:pt x="1902619" y="3352991"/>
                </a:cubicBezTo>
                <a:cubicBezTo>
                  <a:pt x="1902714" y="3354420"/>
                  <a:pt x="1903857" y="3355562"/>
                  <a:pt x="1905191" y="3355562"/>
                </a:cubicBezTo>
                <a:close/>
                <a:moveTo>
                  <a:pt x="1981391" y="3355372"/>
                </a:moveTo>
                <a:cubicBezTo>
                  <a:pt x="1982629" y="3355372"/>
                  <a:pt x="1983677" y="3354324"/>
                  <a:pt x="1983677" y="3353086"/>
                </a:cubicBezTo>
                <a:cubicBezTo>
                  <a:pt x="1983677" y="3351848"/>
                  <a:pt x="1982629" y="3350800"/>
                  <a:pt x="1981391" y="3350800"/>
                </a:cubicBezTo>
                <a:cubicBezTo>
                  <a:pt x="1980152" y="3350800"/>
                  <a:pt x="1979105" y="3351848"/>
                  <a:pt x="1979105" y="3353086"/>
                </a:cubicBezTo>
                <a:cubicBezTo>
                  <a:pt x="1979105" y="3354324"/>
                  <a:pt x="1980152" y="3355372"/>
                  <a:pt x="1981391" y="3355372"/>
                </a:cubicBezTo>
                <a:close/>
                <a:moveTo>
                  <a:pt x="2057591" y="3355086"/>
                </a:moveTo>
                <a:cubicBezTo>
                  <a:pt x="2058734" y="3355086"/>
                  <a:pt x="2059686" y="3354134"/>
                  <a:pt x="2059686" y="3352991"/>
                </a:cubicBezTo>
                <a:cubicBezTo>
                  <a:pt x="2059686" y="3351848"/>
                  <a:pt x="2058734" y="3350895"/>
                  <a:pt x="2057591" y="3350895"/>
                </a:cubicBezTo>
                <a:cubicBezTo>
                  <a:pt x="2056448" y="3350895"/>
                  <a:pt x="2055495" y="3351848"/>
                  <a:pt x="2055495" y="3352991"/>
                </a:cubicBezTo>
                <a:cubicBezTo>
                  <a:pt x="2055495" y="3354134"/>
                  <a:pt x="2056448" y="3355086"/>
                  <a:pt x="2057591" y="3355086"/>
                </a:cubicBezTo>
                <a:close/>
                <a:moveTo>
                  <a:pt x="2133791" y="3354896"/>
                </a:moveTo>
                <a:cubicBezTo>
                  <a:pt x="2134838" y="3354896"/>
                  <a:pt x="2135696" y="3354038"/>
                  <a:pt x="2135696" y="3352991"/>
                </a:cubicBezTo>
                <a:cubicBezTo>
                  <a:pt x="2135696" y="3351943"/>
                  <a:pt x="2134838" y="3351086"/>
                  <a:pt x="2133791" y="3351086"/>
                </a:cubicBezTo>
                <a:cubicBezTo>
                  <a:pt x="2132743" y="3351086"/>
                  <a:pt x="2131886" y="3351943"/>
                  <a:pt x="2131886" y="3352991"/>
                </a:cubicBezTo>
                <a:cubicBezTo>
                  <a:pt x="2131886" y="3354038"/>
                  <a:pt x="2132743" y="3354896"/>
                  <a:pt x="2133791" y="3354896"/>
                </a:cubicBezTo>
                <a:close/>
                <a:moveTo>
                  <a:pt x="2209991" y="3354705"/>
                </a:moveTo>
                <a:cubicBezTo>
                  <a:pt x="2210943" y="3354705"/>
                  <a:pt x="2211705" y="3353943"/>
                  <a:pt x="2211705" y="3352991"/>
                </a:cubicBezTo>
                <a:cubicBezTo>
                  <a:pt x="2211705" y="3352038"/>
                  <a:pt x="2210943" y="3351276"/>
                  <a:pt x="2209991" y="3351276"/>
                </a:cubicBezTo>
                <a:cubicBezTo>
                  <a:pt x="2209038" y="3351276"/>
                  <a:pt x="2208276" y="3352038"/>
                  <a:pt x="2208276" y="3352991"/>
                </a:cubicBezTo>
                <a:cubicBezTo>
                  <a:pt x="2208276" y="3353943"/>
                  <a:pt x="2209038" y="3354705"/>
                  <a:pt x="2209991" y="3354705"/>
                </a:cubicBezTo>
                <a:close/>
                <a:moveTo>
                  <a:pt x="2286191" y="3354324"/>
                </a:moveTo>
                <a:cubicBezTo>
                  <a:pt x="2286857" y="3354324"/>
                  <a:pt x="2287429" y="3353753"/>
                  <a:pt x="2287429" y="3353086"/>
                </a:cubicBezTo>
                <a:cubicBezTo>
                  <a:pt x="2287429" y="3352419"/>
                  <a:pt x="2286857" y="3351848"/>
                  <a:pt x="2286191" y="3351848"/>
                </a:cubicBezTo>
                <a:cubicBezTo>
                  <a:pt x="2285524" y="3351848"/>
                  <a:pt x="2284952" y="3352419"/>
                  <a:pt x="2284952" y="3353086"/>
                </a:cubicBezTo>
                <a:cubicBezTo>
                  <a:pt x="2284952" y="3353753"/>
                  <a:pt x="2285524" y="3354324"/>
                  <a:pt x="2286191" y="3354324"/>
                </a:cubicBezTo>
                <a:close/>
                <a:moveTo>
                  <a:pt x="2362391" y="3353848"/>
                </a:moveTo>
                <a:cubicBezTo>
                  <a:pt x="2362867" y="3353848"/>
                  <a:pt x="2363248" y="3353467"/>
                  <a:pt x="2363248" y="3352991"/>
                </a:cubicBezTo>
                <a:cubicBezTo>
                  <a:pt x="2363248" y="3352514"/>
                  <a:pt x="2362867" y="3352133"/>
                  <a:pt x="2362391" y="3352133"/>
                </a:cubicBezTo>
                <a:cubicBezTo>
                  <a:pt x="2361914" y="3352133"/>
                  <a:pt x="2361533" y="3352514"/>
                  <a:pt x="2361533" y="3352991"/>
                </a:cubicBezTo>
                <a:cubicBezTo>
                  <a:pt x="2361533" y="3353467"/>
                  <a:pt x="2361914" y="3353848"/>
                  <a:pt x="2362391" y="3353848"/>
                </a:cubicBezTo>
                <a:close/>
                <a:moveTo>
                  <a:pt x="2438591" y="3353467"/>
                </a:moveTo>
                <a:cubicBezTo>
                  <a:pt x="2438781" y="3353467"/>
                  <a:pt x="2438972" y="3353276"/>
                  <a:pt x="2438972" y="3353086"/>
                </a:cubicBezTo>
                <a:cubicBezTo>
                  <a:pt x="2438972" y="3352895"/>
                  <a:pt x="2438781" y="3352705"/>
                  <a:pt x="2438591" y="3352705"/>
                </a:cubicBezTo>
                <a:cubicBezTo>
                  <a:pt x="2438400" y="3352705"/>
                  <a:pt x="2438210" y="3352895"/>
                  <a:pt x="2438210" y="3353086"/>
                </a:cubicBezTo>
                <a:cubicBezTo>
                  <a:pt x="2438210" y="3353276"/>
                  <a:pt x="2438400" y="3353467"/>
                  <a:pt x="2438591" y="3353467"/>
                </a:cubicBezTo>
                <a:close/>
                <a:moveTo>
                  <a:pt x="2514791" y="3353181"/>
                </a:moveTo>
                <a:cubicBezTo>
                  <a:pt x="2514886" y="3353181"/>
                  <a:pt x="2514981" y="3353086"/>
                  <a:pt x="2514981" y="3352991"/>
                </a:cubicBezTo>
                <a:cubicBezTo>
                  <a:pt x="2514981" y="3352895"/>
                  <a:pt x="2514886" y="3352800"/>
                  <a:pt x="2514791" y="3352800"/>
                </a:cubicBezTo>
                <a:cubicBezTo>
                  <a:pt x="2514695" y="3352800"/>
                  <a:pt x="2514600" y="3352895"/>
                  <a:pt x="2514600" y="3352991"/>
                </a:cubicBezTo>
                <a:cubicBezTo>
                  <a:pt x="2514600" y="3353086"/>
                  <a:pt x="2514695" y="3353181"/>
                  <a:pt x="2514791" y="3353181"/>
                </a:cubicBezTo>
                <a:close/>
                <a:moveTo>
                  <a:pt x="1219391" y="3429381"/>
                </a:moveTo>
                <a:cubicBezTo>
                  <a:pt x="1219486" y="3429381"/>
                  <a:pt x="1219581" y="3429286"/>
                  <a:pt x="1219581" y="3429191"/>
                </a:cubicBezTo>
                <a:cubicBezTo>
                  <a:pt x="1219581" y="3429095"/>
                  <a:pt x="1219486" y="3429000"/>
                  <a:pt x="1219391" y="3429000"/>
                </a:cubicBezTo>
                <a:cubicBezTo>
                  <a:pt x="1219295" y="3429000"/>
                  <a:pt x="1219200" y="3429095"/>
                  <a:pt x="1219200" y="3429191"/>
                </a:cubicBezTo>
                <a:cubicBezTo>
                  <a:pt x="1219200" y="3429286"/>
                  <a:pt x="1219295" y="3429381"/>
                  <a:pt x="1219391" y="3429381"/>
                </a:cubicBezTo>
                <a:close/>
                <a:moveTo>
                  <a:pt x="1295591" y="3429667"/>
                </a:moveTo>
                <a:cubicBezTo>
                  <a:pt x="1295781" y="3429667"/>
                  <a:pt x="1295972" y="3429476"/>
                  <a:pt x="1295972" y="3429286"/>
                </a:cubicBezTo>
                <a:cubicBezTo>
                  <a:pt x="1295972" y="3429095"/>
                  <a:pt x="1295781" y="3428905"/>
                  <a:pt x="1295591" y="3428905"/>
                </a:cubicBezTo>
                <a:cubicBezTo>
                  <a:pt x="1295400" y="3428905"/>
                  <a:pt x="1295210" y="3429095"/>
                  <a:pt x="1295210" y="3429286"/>
                </a:cubicBezTo>
                <a:cubicBezTo>
                  <a:pt x="1295210" y="3429476"/>
                  <a:pt x="1295400" y="3429667"/>
                  <a:pt x="1295591" y="3429667"/>
                </a:cubicBezTo>
                <a:close/>
                <a:moveTo>
                  <a:pt x="1371791" y="3429857"/>
                </a:moveTo>
                <a:cubicBezTo>
                  <a:pt x="1372172" y="3429857"/>
                  <a:pt x="1372457" y="3429572"/>
                  <a:pt x="1372457" y="3429191"/>
                </a:cubicBezTo>
                <a:cubicBezTo>
                  <a:pt x="1372457" y="3428810"/>
                  <a:pt x="1372172" y="3428524"/>
                  <a:pt x="1371791" y="3428524"/>
                </a:cubicBezTo>
                <a:cubicBezTo>
                  <a:pt x="1371410" y="3428524"/>
                  <a:pt x="1371124" y="3428810"/>
                  <a:pt x="1371124" y="3429191"/>
                </a:cubicBezTo>
                <a:cubicBezTo>
                  <a:pt x="1371219" y="3429572"/>
                  <a:pt x="1371505" y="3429857"/>
                  <a:pt x="1371791" y="3429857"/>
                </a:cubicBezTo>
                <a:close/>
                <a:moveTo>
                  <a:pt x="1447991" y="3430238"/>
                </a:moveTo>
                <a:cubicBezTo>
                  <a:pt x="1448562" y="3430238"/>
                  <a:pt x="1449038" y="3429762"/>
                  <a:pt x="1449038" y="3429191"/>
                </a:cubicBezTo>
                <a:cubicBezTo>
                  <a:pt x="1449038" y="3428619"/>
                  <a:pt x="1448562" y="3428143"/>
                  <a:pt x="1447991" y="3428143"/>
                </a:cubicBezTo>
                <a:cubicBezTo>
                  <a:pt x="1447419" y="3428143"/>
                  <a:pt x="1446943" y="3428619"/>
                  <a:pt x="1446943" y="3429191"/>
                </a:cubicBezTo>
                <a:cubicBezTo>
                  <a:pt x="1446943" y="3429762"/>
                  <a:pt x="1447419" y="3430238"/>
                  <a:pt x="1447991" y="3430238"/>
                </a:cubicBezTo>
                <a:close/>
                <a:moveTo>
                  <a:pt x="1524191" y="3430524"/>
                </a:moveTo>
                <a:cubicBezTo>
                  <a:pt x="1524857" y="3430524"/>
                  <a:pt x="1525429" y="3429953"/>
                  <a:pt x="1525429" y="3429286"/>
                </a:cubicBezTo>
                <a:cubicBezTo>
                  <a:pt x="1525429" y="3428619"/>
                  <a:pt x="1524857" y="3428048"/>
                  <a:pt x="1524191" y="3428048"/>
                </a:cubicBezTo>
                <a:cubicBezTo>
                  <a:pt x="1523524" y="3428048"/>
                  <a:pt x="1522952" y="3428619"/>
                  <a:pt x="1522952" y="3429286"/>
                </a:cubicBezTo>
                <a:cubicBezTo>
                  <a:pt x="1522952" y="3429953"/>
                  <a:pt x="1523524" y="3430524"/>
                  <a:pt x="1524191" y="3430524"/>
                </a:cubicBezTo>
                <a:close/>
                <a:moveTo>
                  <a:pt x="1600391" y="3430524"/>
                </a:moveTo>
                <a:cubicBezTo>
                  <a:pt x="1601057" y="3430524"/>
                  <a:pt x="1601629" y="3429953"/>
                  <a:pt x="1601629" y="3429286"/>
                </a:cubicBezTo>
                <a:cubicBezTo>
                  <a:pt x="1601629" y="3428619"/>
                  <a:pt x="1601057" y="3428048"/>
                  <a:pt x="1600391" y="3428048"/>
                </a:cubicBezTo>
                <a:cubicBezTo>
                  <a:pt x="1599724" y="3428048"/>
                  <a:pt x="1599152" y="3428619"/>
                  <a:pt x="1599152" y="3429286"/>
                </a:cubicBezTo>
                <a:cubicBezTo>
                  <a:pt x="1599152" y="3429953"/>
                  <a:pt x="1599724" y="3430524"/>
                  <a:pt x="1600391" y="3430524"/>
                </a:cubicBezTo>
                <a:close/>
                <a:moveTo>
                  <a:pt x="1676591" y="3430524"/>
                </a:moveTo>
                <a:cubicBezTo>
                  <a:pt x="1677257" y="3430524"/>
                  <a:pt x="1677829" y="3429953"/>
                  <a:pt x="1677829" y="3429286"/>
                </a:cubicBezTo>
                <a:cubicBezTo>
                  <a:pt x="1677829" y="3428619"/>
                  <a:pt x="1677257" y="3428048"/>
                  <a:pt x="1676591" y="3428048"/>
                </a:cubicBezTo>
                <a:cubicBezTo>
                  <a:pt x="1675924" y="3428048"/>
                  <a:pt x="1675352" y="3428619"/>
                  <a:pt x="1675352" y="3429286"/>
                </a:cubicBezTo>
                <a:cubicBezTo>
                  <a:pt x="1675352" y="3429953"/>
                  <a:pt x="1675924" y="3430524"/>
                  <a:pt x="1676591" y="3430524"/>
                </a:cubicBezTo>
                <a:close/>
                <a:moveTo>
                  <a:pt x="1752791" y="3430715"/>
                </a:moveTo>
                <a:cubicBezTo>
                  <a:pt x="1753648" y="3430715"/>
                  <a:pt x="1754314" y="3430048"/>
                  <a:pt x="1754314" y="3429191"/>
                </a:cubicBezTo>
                <a:cubicBezTo>
                  <a:pt x="1754314" y="3428333"/>
                  <a:pt x="1753648" y="3427666"/>
                  <a:pt x="1752791" y="3427666"/>
                </a:cubicBezTo>
                <a:cubicBezTo>
                  <a:pt x="1751933" y="3427666"/>
                  <a:pt x="1751267" y="3428333"/>
                  <a:pt x="1751267" y="3429191"/>
                </a:cubicBezTo>
                <a:cubicBezTo>
                  <a:pt x="1751362" y="3430048"/>
                  <a:pt x="1752029" y="3430715"/>
                  <a:pt x="1752791" y="3430715"/>
                </a:cubicBezTo>
                <a:close/>
                <a:moveTo>
                  <a:pt x="1828991" y="3430715"/>
                </a:moveTo>
                <a:cubicBezTo>
                  <a:pt x="1829848" y="3430715"/>
                  <a:pt x="1830514" y="3430048"/>
                  <a:pt x="1830514" y="3429191"/>
                </a:cubicBezTo>
                <a:cubicBezTo>
                  <a:pt x="1830514" y="3428333"/>
                  <a:pt x="1829848" y="3427666"/>
                  <a:pt x="1828991" y="3427666"/>
                </a:cubicBezTo>
                <a:cubicBezTo>
                  <a:pt x="1828133" y="3427666"/>
                  <a:pt x="1827467" y="3428333"/>
                  <a:pt x="1827467" y="3429191"/>
                </a:cubicBezTo>
                <a:cubicBezTo>
                  <a:pt x="1827562" y="3430048"/>
                  <a:pt x="1828229" y="3430715"/>
                  <a:pt x="1828991" y="3430715"/>
                </a:cubicBezTo>
                <a:close/>
                <a:moveTo>
                  <a:pt x="1905191" y="3430524"/>
                </a:moveTo>
                <a:cubicBezTo>
                  <a:pt x="1905857" y="3430524"/>
                  <a:pt x="1906429" y="3429953"/>
                  <a:pt x="1906429" y="3429286"/>
                </a:cubicBezTo>
                <a:cubicBezTo>
                  <a:pt x="1906429" y="3428619"/>
                  <a:pt x="1905857" y="3428048"/>
                  <a:pt x="1905191" y="3428048"/>
                </a:cubicBezTo>
                <a:cubicBezTo>
                  <a:pt x="1904524" y="3428048"/>
                  <a:pt x="1903952" y="3428619"/>
                  <a:pt x="1903952" y="3429286"/>
                </a:cubicBezTo>
                <a:cubicBezTo>
                  <a:pt x="1903952" y="3429953"/>
                  <a:pt x="1904524" y="3430524"/>
                  <a:pt x="1905191" y="3430524"/>
                </a:cubicBezTo>
                <a:close/>
                <a:moveTo>
                  <a:pt x="1981391" y="3430524"/>
                </a:moveTo>
                <a:cubicBezTo>
                  <a:pt x="1982057" y="3430524"/>
                  <a:pt x="1982629" y="3429953"/>
                  <a:pt x="1982629" y="3429286"/>
                </a:cubicBezTo>
                <a:cubicBezTo>
                  <a:pt x="1982629" y="3428619"/>
                  <a:pt x="1982057" y="3428048"/>
                  <a:pt x="1981391" y="3428048"/>
                </a:cubicBezTo>
                <a:cubicBezTo>
                  <a:pt x="1980724" y="3428048"/>
                  <a:pt x="1980152" y="3428619"/>
                  <a:pt x="1980152" y="3429286"/>
                </a:cubicBezTo>
                <a:cubicBezTo>
                  <a:pt x="1980152" y="3429953"/>
                  <a:pt x="1980724" y="3430524"/>
                  <a:pt x="1981391" y="3430524"/>
                </a:cubicBezTo>
                <a:close/>
                <a:moveTo>
                  <a:pt x="2057591" y="3430238"/>
                </a:moveTo>
                <a:cubicBezTo>
                  <a:pt x="2058162" y="3430238"/>
                  <a:pt x="2058638" y="3429762"/>
                  <a:pt x="2058638" y="3429191"/>
                </a:cubicBezTo>
                <a:cubicBezTo>
                  <a:pt x="2058638" y="3428619"/>
                  <a:pt x="2058162" y="3428143"/>
                  <a:pt x="2057591" y="3428143"/>
                </a:cubicBezTo>
                <a:cubicBezTo>
                  <a:pt x="2057019" y="3428143"/>
                  <a:pt x="2056543" y="3428619"/>
                  <a:pt x="2056543" y="3429191"/>
                </a:cubicBezTo>
                <a:cubicBezTo>
                  <a:pt x="2056543" y="3429762"/>
                  <a:pt x="2057019" y="3430238"/>
                  <a:pt x="2057591" y="3430238"/>
                </a:cubicBezTo>
                <a:close/>
                <a:moveTo>
                  <a:pt x="2133791" y="3430048"/>
                </a:moveTo>
                <a:cubicBezTo>
                  <a:pt x="2134267" y="3430048"/>
                  <a:pt x="2134648" y="3429667"/>
                  <a:pt x="2134648" y="3429191"/>
                </a:cubicBezTo>
                <a:cubicBezTo>
                  <a:pt x="2134648" y="3428714"/>
                  <a:pt x="2134267" y="3428333"/>
                  <a:pt x="2133791" y="3428333"/>
                </a:cubicBezTo>
                <a:cubicBezTo>
                  <a:pt x="2133314" y="3428333"/>
                  <a:pt x="2132933" y="3428714"/>
                  <a:pt x="2132933" y="3429191"/>
                </a:cubicBezTo>
                <a:cubicBezTo>
                  <a:pt x="2132933" y="3429667"/>
                  <a:pt x="2133314" y="3430048"/>
                  <a:pt x="2133791" y="3430048"/>
                </a:cubicBezTo>
                <a:close/>
                <a:moveTo>
                  <a:pt x="2209991" y="3429667"/>
                </a:moveTo>
                <a:cubicBezTo>
                  <a:pt x="2210181" y="3429667"/>
                  <a:pt x="2210372" y="3429476"/>
                  <a:pt x="2210372" y="3429286"/>
                </a:cubicBezTo>
                <a:cubicBezTo>
                  <a:pt x="2210372" y="3429095"/>
                  <a:pt x="2210181" y="3428905"/>
                  <a:pt x="2209991" y="3428905"/>
                </a:cubicBezTo>
                <a:cubicBezTo>
                  <a:pt x="2209800" y="3428905"/>
                  <a:pt x="2209610" y="3429095"/>
                  <a:pt x="2209610" y="3429286"/>
                </a:cubicBezTo>
                <a:cubicBezTo>
                  <a:pt x="2209610" y="3429476"/>
                  <a:pt x="2209800" y="3429667"/>
                  <a:pt x="2209991" y="3429667"/>
                </a:cubicBezTo>
                <a:close/>
                <a:moveTo>
                  <a:pt x="2286191" y="3429381"/>
                </a:moveTo>
                <a:cubicBezTo>
                  <a:pt x="2286286" y="3429381"/>
                  <a:pt x="2286381" y="3429286"/>
                  <a:pt x="2286381" y="3429191"/>
                </a:cubicBezTo>
                <a:cubicBezTo>
                  <a:pt x="2286381" y="3429095"/>
                  <a:pt x="2286286" y="3429000"/>
                  <a:pt x="2286191" y="3429000"/>
                </a:cubicBezTo>
                <a:cubicBezTo>
                  <a:pt x="2286095" y="3429000"/>
                  <a:pt x="2286000" y="3429095"/>
                  <a:pt x="2286000" y="3429191"/>
                </a:cubicBezTo>
                <a:cubicBezTo>
                  <a:pt x="2286000" y="3429286"/>
                  <a:pt x="2286095" y="3429381"/>
                  <a:pt x="2286191" y="3429381"/>
                </a:cubicBezTo>
                <a:close/>
                <a:moveTo>
                  <a:pt x="1524191" y="3505581"/>
                </a:moveTo>
                <a:cubicBezTo>
                  <a:pt x="1524286" y="3505581"/>
                  <a:pt x="1524381" y="3505486"/>
                  <a:pt x="1524381" y="3505391"/>
                </a:cubicBezTo>
                <a:cubicBezTo>
                  <a:pt x="1524381" y="3505295"/>
                  <a:pt x="1524286" y="3505200"/>
                  <a:pt x="1524191" y="3505200"/>
                </a:cubicBezTo>
                <a:cubicBezTo>
                  <a:pt x="1524095" y="3505200"/>
                  <a:pt x="1524000" y="3505295"/>
                  <a:pt x="1524000" y="3505391"/>
                </a:cubicBezTo>
                <a:cubicBezTo>
                  <a:pt x="1524000" y="3505486"/>
                  <a:pt x="1524095" y="3505581"/>
                  <a:pt x="1524191" y="3505581"/>
                </a:cubicBezTo>
                <a:close/>
                <a:moveTo>
                  <a:pt x="1600391" y="3505581"/>
                </a:moveTo>
                <a:cubicBezTo>
                  <a:pt x="1600486" y="3505581"/>
                  <a:pt x="1600581" y="3505486"/>
                  <a:pt x="1600581" y="3505391"/>
                </a:cubicBezTo>
                <a:cubicBezTo>
                  <a:pt x="1600581" y="3505295"/>
                  <a:pt x="1600486" y="3505200"/>
                  <a:pt x="1600391" y="3505200"/>
                </a:cubicBezTo>
                <a:cubicBezTo>
                  <a:pt x="1600295" y="3505200"/>
                  <a:pt x="1600200" y="3505295"/>
                  <a:pt x="1600200" y="3505391"/>
                </a:cubicBezTo>
                <a:cubicBezTo>
                  <a:pt x="1600200" y="3505486"/>
                  <a:pt x="1600295" y="3505581"/>
                  <a:pt x="1600391" y="3505581"/>
                </a:cubicBezTo>
                <a:close/>
                <a:moveTo>
                  <a:pt x="1676591" y="3505581"/>
                </a:moveTo>
                <a:cubicBezTo>
                  <a:pt x="1676686" y="3505581"/>
                  <a:pt x="1676781" y="3505486"/>
                  <a:pt x="1676781" y="3505391"/>
                </a:cubicBezTo>
                <a:cubicBezTo>
                  <a:pt x="1676781" y="3505295"/>
                  <a:pt x="1676686" y="3505200"/>
                  <a:pt x="1676591" y="3505200"/>
                </a:cubicBezTo>
                <a:cubicBezTo>
                  <a:pt x="1676495" y="3505200"/>
                  <a:pt x="1676400" y="3505295"/>
                  <a:pt x="1676400" y="3505391"/>
                </a:cubicBezTo>
                <a:cubicBezTo>
                  <a:pt x="1676400" y="3505486"/>
                  <a:pt x="1676495" y="3505581"/>
                  <a:pt x="1676591" y="3505581"/>
                </a:cubicBezTo>
                <a:close/>
                <a:moveTo>
                  <a:pt x="1752791" y="3505581"/>
                </a:moveTo>
                <a:cubicBezTo>
                  <a:pt x="1752886" y="3505581"/>
                  <a:pt x="1752981" y="3505486"/>
                  <a:pt x="1752981" y="3505391"/>
                </a:cubicBezTo>
                <a:cubicBezTo>
                  <a:pt x="1752981" y="3505295"/>
                  <a:pt x="1752886" y="3505200"/>
                  <a:pt x="1752791" y="3505200"/>
                </a:cubicBezTo>
                <a:cubicBezTo>
                  <a:pt x="1752695" y="3505200"/>
                  <a:pt x="1752600" y="3505295"/>
                  <a:pt x="1752600" y="3505391"/>
                </a:cubicBezTo>
                <a:cubicBezTo>
                  <a:pt x="1752600" y="3505486"/>
                  <a:pt x="1752695" y="3505581"/>
                  <a:pt x="1752791" y="3505581"/>
                </a:cubicBezTo>
                <a:close/>
                <a:moveTo>
                  <a:pt x="1828991" y="3505581"/>
                </a:moveTo>
                <a:cubicBezTo>
                  <a:pt x="1829086" y="3505581"/>
                  <a:pt x="1829181" y="3505486"/>
                  <a:pt x="1829181" y="3505391"/>
                </a:cubicBezTo>
                <a:cubicBezTo>
                  <a:pt x="1829181" y="3505295"/>
                  <a:pt x="1829086" y="3505200"/>
                  <a:pt x="1828991" y="3505200"/>
                </a:cubicBezTo>
                <a:cubicBezTo>
                  <a:pt x="1828895" y="3505200"/>
                  <a:pt x="1828800" y="3505295"/>
                  <a:pt x="1828800" y="3505391"/>
                </a:cubicBezTo>
                <a:cubicBezTo>
                  <a:pt x="1828800" y="3505486"/>
                  <a:pt x="1828895" y="3505581"/>
                  <a:pt x="1828991" y="3505581"/>
                </a:cubicBezTo>
                <a:close/>
                <a:moveTo>
                  <a:pt x="1905191" y="3505581"/>
                </a:moveTo>
                <a:cubicBezTo>
                  <a:pt x="1905286" y="3505581"/>
                  <a:pt x="1905381" y="3505486"/>
                  <a:pt x="1905381" y="3505391"/>
                </a:cubicBezTo>
                <a:cubicBezTo>
                  <a:pt x="1905381" y="3505295"/>
                  <a:pt x="1905286" y="3505200"/>
                  <a:pt x="1905191" y="3505200"/>
                </a:cubicBezTo>
                <a:cubicBezTo>
                  <a:pt x="1905095" y="3505200"/>
                  <a:pt x="1905000" y="3505295"/>
                  <a:pt x="1905000" y="3505391"/>
                </a:cubicBezTo>
                <a:cubicBezTo>
                  <a:pt x="1905000" y="3505486"/>
                  <a:pt x="1905095" y="3505581"/>
                  <a:pt x="1905191" y="3505581"/>
                </a:cubicBezTo>
                <a:close/>
                <a:moveTo>
                  <a:pt x="1981391" y="3505581"/>
                </a:moveTo>
                <a:cubicBezTo>
                  <a:pt x="1981486" y="3505581"/>
                  <a:pt x="1981581" y="3505486"/>
                  <a:pt x="1981581" y="3505391"/>
                </a:cubicBezTo>
                <a:cubicBezTo>
                  <a:pt x="1981581" y="3505295"/>
                  <a:pt x="1981486" y="3505200"/>
                  <a:pt x="1981391" y="3505200"/>
                </a:cubicBezTo>
                <a:cubicBezTo>
                  <a:pt x="1981295" y="3505200"/>
                  <a:pt x="1981200" y="3505295"/>
                  <a:pt x="1981200" y="3505391"/>
                </a:cubicBezTo>
                <a:cubicBezTo>
                  <a:pt x="1981200" y="3505486"/>
                  <a:pt x="1981295" y="3505581"/>
                  <a:pt x="1981391" y="350558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E9ECEF"/>
              </a:solidFill>
              <a:effectLst/>
              <a:uLnTx/>
              <a:uFillTx/>
            </a:endParaRPr>
          </a:p>
        </p:txBody>
      </p:sp>
      <p:sp>
        <p:nvSpPr>
          <p:cNvPr id="4" name="Freeform: Shape 45">
            <a:extLst>
              <a:ext uri="{FF2B5EF4-FFF2-40B4-BE49-F238E27FC236}">
                <a16:creationId xmlns:a16="http://schemas.microsoft.com/office/drawing/2014/main" id="{52C8477F-C246-4402-8757-7B451183EDE3}"/>
              </a:ext>
            </a:extLst>
          </p:cNvPr>
          <p:cNvSpPr/>
          <p:nvPr/>
        </p:nvSpPr>
        <p:spPr>
          <a:xfrm>
            <a:off x="-25485" y="4202770"/>
            <a:ext cx="5035660" cy="5035660"/>
          </a:xfrm>
          <a:custGeom>
            <a:avLst/>
            <a:gdLst>
              <a:gd name="connsiteX0" fmla="*/ 1600200 w 3505200"/>
              <a:gd name="connsiteY0" fmla="*/ 191 h 3505200"/>
              <a:gd name="connsiteX1" fmla="*/ 1600391 w 3505200"/>
              <a:gd name="connsiteY1" fmla="*/ 0 h 3505200"/>
              <a:gd name="connsiteX2" fmla="*/ 1600581 w 3505200"/>
              <a:gd name="connsiteY2" fmla="*/ 191 h 3505200"/>
              <a:gd name="connsiteX3" fmla="*/ 1600391 w 3505200"/>
              <a:gd name="connsiteY3" fmla="*/ 381 h 3505200"/>
              <a:gd name="connsiteX4" fmla="*/ 1600200 w 3505200"/>
              <a:gd name="connsiteY4" fmla="*/ 191 h 3505200"/>
              <a:gd name="connsiteX5" fmla="*/ 1676591 w 3505200"/>
              <a:gd name="connsiteY5" fmla="*/ 381 h 3505200"/>
              <a:gd name="connsiteX6" fmla="*/ 1676781 w 3505200"/>
              <a:gd name="connsiteY6" fmla="*/ 191 h 3505200"/>
              <a:gd name="connsiteX7" fmla="*/ 1676591 w 3505200"/>
              <a:gd name="connsiteY7" fmla="*/ 0 h 3505200"/>
              <a:gd name="connsiteX8" fmla="*/ 1676400 w 3505200"/>
              <a:gd name="connsiteY8" fmla="*/ 191 h 3505200"/>
              <a:gd name="connsiteX9" fmla="*/ 1676591 w 3505200"/>
              <a:gd name="connsiteY9" fmla="*/ 381 h 3505200"/>
              <a:gd name="connsiteX10" fmla="*/ 1752791 w 3505200"/>
              <a:gd name="connsiteY10" fmla="*/ 381 h 3505200"/>
              <a:gd name="connsiteX11" fmla="*/ 1752981 w 3505200"/>
              <a:gd name="connsiteY11" fmla="*/ 191 h 3505200"/>
              <a:gd name="connsiteX12" fmla="*/ 1752791 w 3505200"/>
              <a:gd name="connsiteY12" fmla="*/ 0 h 3505200"/>
              <a:gd name="connsiteX13" fmla="*/ 1752600 w 3505200"/>
              <a:gd name="connsiteY13" fmla="*/ 191 h 3505200"/>
              <a:gd name="connsiteX14" fmla="*/ 1752791 w 3505200"/>
              <a:gd name="connsiteY14" fmla="*/ 381 h 3505200"/>
              <a:gd name="connsiteX15" fmla="*/ 1828991 w 3505200"/>
              <a:gd name="connsiteY15" fmla="*/ 381 h 3505200"/>
              <a:gd name="connsiteX16" fmla="*/ 1829181 w 3505200"/>
              <a:gd name="connsiteY16" fmla="*/ 191 h 3505200"/>
              <a:gd name="connsiteX17" fmla="*/ 1828991 w 3505200"/>
              <a:gd name="connsiteY17" fmla="*/ 0 h 3505200"/>
              <a:gd name="connsiteX18" fmla="*/ 1828800 w 3505200"/>
              <a:gd name="connsiteY18" fmla="*/ 191 h 3505200"/>
              <a:gd name="connsiteX19" fmla="*/ 1828991 w 3505200"/>
              <a:gd name="connsiteY19" fmla="*/ 381 h 3505200"/>
              <a:gd name="connsiteX20" fmla="*/ 1905191 w 3505200"/>
              <a:gd name="connsiteY20" fmla="*/ 381 h 3505200"/>
              <a:gd name="connsiteX21" fmla="*/ 1905381 w 3505200"/>
              <a:gd name="connsiteY21" fmla="*/ 191 h 3505200"/>
              <a:gd name="connsiteX22" fmla="*/ 1905191 w 3505200"/>
              <a:gd name="connsiteY22" fmla="*/ 0 h 3505200"/>
              <a:gd name="connsiteX23" fmla="*/ 1905000 w 3505200"/>
              <a:gd name="connsiteY23" fmla="*/ 191 h 3505200"/>
              <a:gd name="connsiteX24" fmla="*/ 1905191 w 3505200"/>
              <a:gd name="connsiteY24" fmla="*/ 381 h 3505200"/>
              <a:gd name="connsiteX25" fmla="*/ 1219391 w 3505200"/>
              <a:gd name="connsiteY25" fmla="*/ 76581 h 3505200"/>
              <a:gd name="connsiteX26" fmla="*/ 1219581 w 3505200"/>
              <a:gd name="connsiteY26" fmla="*/ 76391 h 3505200"/>
              <a:gd name="connsiteX27" fmla="*/ 1219391 w 3505200"/>
              <a:gd name="connsiteY27" fmla="*/ 76200 h 3505200"/>
              <a:gd name="connsiteX28" fmla="*/ 1219200 w 3505200"/>
              <a:gd name="connsiteY28" fmla="*/ 76391 h 3505200"/>
              <a:gd name="connsiteX29" fmla="*/ 1219391 w 3505200"/>
              <a:gd name="connsiteY29" fmla="*/ 76581 h 3505200"/>
              <a:gd name="connsiteX30" fmla="*/ 1295591 w 3505200"/>
              <a:gd name="connsiteY30" fmla="*/ 76867 h 3505200"/>
              <a:gd name="connsiteX31" fmla="*/ 1295972 w 3505200"/>
              <a:gd name="connsiteY31" fmla="*/ 76486 h 3505200"/>
              <a:gd name="connsiteX32" fmla="*/ 1295591 w 3505200"/>
              <a:gd name="connsiteY32" fmla="*/ 76105 h 3505200"/>
              <a:gd name="connsiteX33" fmla="*/ 1295210 w 3505200"/>
              <a:gd name="connsiteY33" fmla="*/ 76486 h 3505200"/>
              <a:gd name="connsiteX34" fmla="*/ 1295591 w 3505200"/>
              <a:gd name="connsiteY34" fmla="*/ 76867 h 3505200"/>
              <a:gd name="connsiteX35" fmla="*/ 1371791 w 3505200"/>
              <a:gd name="connsiteY35" fmla="*/ 77057 h 3505200"/>
              <a:gd name="connsiteX36" fmla="*/ 1372457 w 3505200"/>
              <a:gd name="connsiteY36" fmla="*/ 76391 h 3505200"/>
              <a:gd name="connsiteX37" fmla="*/ 1371791 w 3505200"/>
              <a:gd name="connsiteY37" fmla="*/ 75724 h 3505200"/>
              <a:gd name="connsiteX38" fmla="*/ 1371124 w 3505200"/>
              <a:gd name="connsiteY38" fmla="*/ 76391 h 3505200"/>
              <a:gd name="connsiteX39" fmla="*/ 1371791 w 3505200"/>
              <a:gd name="connsiteY39" fmla="*/ 77057 h 3505200"/>
              <a:gd name="connsiteX40" fmla="*/ 1447991 w 3505200"/>
              <a:gd name="connsiteY40" fmla="*/ 77248 h 3505200"/>
              <a:gd name="connsiteX41" fmla="*/ 1448848 w 3505200"/>
              <a:gd name="connsiteY41" fmla="*/ 76391 h 3505200"/>
              <a:gd name="connsiteX42" fmla="*/ 1447991 w 3505200"/>
              <a:gd name="connsiteY42" fmla="*/ 75533 h 3505200"/>
              <a:gd name="connsiteX43" fmla="*/ 1447133 w 3505200"/>
              <a:gd name="connsiteY43" fmla="*/ 76391 h 3505200"/>
              <a:gd name="connsiteX44" fmla="*/ 1447991 w 3505200"/>
              <a:gd name="connsiteY44" fmla="*/ 77248 h 3505200"/>
              <a:gd name="connsiteX45" fmla="*/ 1524191 w 3505200"/>
              <a:gd name="connsiteY45" fmla="*/ 77438 h 3505200"/>
              <a:gd name="connsiteX46" fmla="*/ 1525238 w 3505200"/>
              <a:gd name="connsiteY46" fmla="*/ 76391 h 3505200"/>
              <a:gd name="connsiteX47" fmla="*/ 1524191 w 3505200"/>
              <a:gd name="connsiteY47" fmla="*/ 75343 h 3505200"/>
              <a:gd name="connsiteX48" fmla="*/ 1523143 w 3505200"/>
              <a:gd name="connsiteY48" fmla="*/ 76391 h 3505200"/>
              <a:gd name="connsiteX49" fmla="*/ 1524191 w 3505200"/>
              <a:gd name="connsiteY49" fmla="*/ 77438 h 3505200"/>
              <a:gd name="connsiteX50" fmla="*/ 1600391 w 3505200"/>
              <a:gd name="connsiteY50" fmla="*/ 77724 h 3505200"/>
              <a:gd name="connsiteX51" fmla="*/ 1601629 w 3505200"/>
              <a:gd name="connsiteY51" fmla="*/ 76486 h 3505200"/>
              <a:gd name="connsiteX52" fmla="*/ 1600391 w 3505200"/>
              <a:gd name="connsiteY52" fmla="*/ 75248 h 3505200"/>
              <a:gd name="connsiteX53" fmla="*/ 1599152 w 3505200"/>
              <a:gd name="connsiteY53" fmla="*/ 76486 h 3505200"/>
              <a:gd name="connsiteX54" fmla="*/ 1600391 w 3505200"/>
              <a:gd name="connsiteY54" fmla="*/ 77724 h 3505200"/>
              <a:gd name="connsiteX55" fmla="*/ 1676591 w 3505200"/>
              <a:gd name="connsiteY55" fmla="*/ 77724 h 3505200"/>
              <a:gd name="connsiteX56" fmla="*/ 1677829 w 3505200"/>
              <a:gd name="connsiteY56" fmla="*/ 76486 h 3505200"/>
              <a:gd name="connsiteX57" fmla="*/ 1676591 w 3505200"/>
              <a:gd name="connsiteY57" fmla="*/ 75248 h 3505200"/>
              <a:gd name="connsiteX58" fmla="*/ 1675352 w 3505200"/>
              <a:gd name="connsiteY58" fmla="*/ 76486 h 3505200"/>
              <a:gd name="connsiteX59" fmla="*/ 1676591 w 3505200"/>
              <a:gd name="connsiteY59" fmla="*/ 77724 h 3505200"/>
              <a:gd name="connsiteX60" fmla="*/ 1752791 w 3505200"/>
              <a:gd name="connsiteY60" fmla="*/ 77724 h 3505200"/>
              <a:gd name="connsiteX61" fmla="*/ 1754029 w 3505200"/>
              <a:gd name="connsiteY61" fmla="*/ 76486 h 3505200"/>
              <a:gd name="connsiteX62" fmla="*/ 1752791 w 3505200"/>
              <a:gd name="connsiteY62" fmla="*/ 75248 h 3505200"/>
              <a:gd name="connsiteX63" fmla="*/ 1751552 w 3505200"/>
              <a:gd name="connsiteY63" fmla="*/ 76486 h 3505200"/>
              <a:gd name="connsiteX64" fmla="*/ 1752791 w 3505200"/>
              <a:gd name="connsiteY64" fmla="*/ 77724 h 3505200"/>
              <a:gd name="connsiteX65" fmla="*/ 1828991 w 3505200"/>
              <a:gd name="connsiteY65" fmla="*/ 77724 h 3505200"/>
              <a:gd name="connsiteX66" fmla="*/ 1830229 w 3505200"/>
              <a:gd name="connsiteY66" fmla="*/ 76486 h 3505200"/>
              <a:gd name="connsiteX67" fmla="*/ 1828991 w 3505200"/>
              <a:gd name="connsiteY67" fmla="*/ 75248 h 3505200"/>
              <a:gd name="connsiteX68" fmla="*/ 1827752 w 3505200"/>
              <a:gd name="connsiteY68" fmla="*/ 76486 h 3505200"/>
              <a:gd name="connsiteX69" fmla="*/ 1828991 w 3505200"/>
              <a:gd name="connsiteY69" fmla="*/ 77724 h 3505200"/>
              <a:gd name="connsiteX70" fmla="*/ 1905191 w 3505200"/>
              <a:gd name="connsiteY70" fmla="*/ 77724 h 3505200"/>
              <a:gd name="connsiteX71" fmla="*/ 1906429 w 3505200"/>
              <a:gd name="connsiteY71" fmla="*/ 76486 h 3505200"/>
              <a:gd name="connsiteX72" fmla="*/ 1905191 w 3505200"/>
              <a:gd name="connsiteY72" fmla="*/ 75248 h 3505200"/>
              <a:gd name="connsiteX73" fmla="*/ 1903952 w 3505200"/>
              <a:gd name="connsiteY73" fmla="*/ 76486 h 3505200"/>
              <a:gd name="connsiteX74" fmla="*/ 1905191 w 3505200"/>
              <a:gd name="connsiteY74" fmla="*/ 77724 h 3505200"/>
              <a:gd name="connsiteX75" fmla="*/ 1981391 w 3505200"/>
              <a:gd name="connsiteY75" fmla="*/ 77438 h 3505200"/>
              <a:gd name="connsiteX76" fmla="*/ 1982438 w 3505200"/>
              <a:gd name="connsiteY76" fmla="*/ 76391 h 3505200"/>
              <a:gd name="connsiteX77" fmla="*/ 1981391 w 3505200"/>
              <a:gd name="connsiteY77" fmla="*/ 75343 h 3505200"/>
              <a:gd name="connsiteX78" fmla="*/ 1980343 w 3505200"/>
              <a:gd name="connsiteY78" fmla="*/ 76391 h 3505200"/>
              <a:gd name="connsiteX79" fmla="*/ 1981391 w 3505200"/>
              <a:gd name="connsiteY79" fmla="*/ 77438 h 3505200"/>
              <a:gd name="connsiteX80" fmla="*/ 2057591 w 3505200"/>
              <a:gd name="connsiteY80" fmla="*/ 77248 h 3505200"/>
              <a:gd name="connsiteX81" fmla="*/ 2058448 w 3505200"/>
              <a:gd name="connsiteY81" fmla="*/ 76391 h 3505200"/>
              <a:gd name="connsiteX82" fmla="*/ 2057591 w 3505200"/>
              <a:gd name="connsiteY82" fmla="*/ 75533 h 3505200"/>
              <a:gd name="connsiteX83" fmla="*/ 2056733 w 3505200"/>
              <a:gd name="connsiteY83" fmla="*/ 76391 h 3505200"/>
              <a:gd name="connsiteX84" fmla="*/ 2057591 w 3505200"/>
              <a:gd name="connsiteY84" fmla="*/ 77248 h 3505200"/>
              <a:gd name="connsiteX85" fmla="*/ 2133791 w 3505200"/>
              <a:gd name="connsiteY85" fmla="*/ 77057 h 3505200"/>
              <a:gd name="connsiteX86" fmla="*/ 2134457 w 3505200"/>
              <a:gd name="connsiteY86" fmla="*/ 76391 h 3505200"/>
              <a:gd name="connsiteX87" fmla="*/ 2133791 w 3505200"/>
              <a:gd name="connsiteY87" fmla="*/ 75724 h 3505200"/>
              <a:gd name="connsiteX88" fmla="*/ 2133124 w 3505200"/>
              <a:gd name="connsiteY88" fmla="*/ 76391 h 3505200"/>
              <a:gd name="connsiteX89" fmla="*/ 2133791 w 3505200"/>
              <a:gd name="connsiteY89" fmla="*/ 77057 h 3505200"/>
              <a:gd name="connsiteX90" fmla="*/ 2209991 w 3505200"/>
              <a:gd name="connsiteY90" fmla="*/ 76867 h 3505200"/>
              <a:gd name="connsiteX91" fmla="*/ 2210372 w 3505200"/>
              <a:gd name="connsiteY91" fmla="*/ 76486 h 3505200"/>
              <a:gd name="connsiteX92" fmla="*/ 2209991 w 3505200"/>
              <a:gd name="connsiteY92" fmla="*/ 76105 h 3505200"/>
              <a:gd name="connsiteX93" fmla="*/ 2209610 w 3505200"/>
              <a:gd name="connsiteY93" fmla="*/ 76486 h 3505200"/>
              <a:gd name="connsiteX94" fmla="*/ 2209991 w 3505200"/>
              <a:gd name="connsiteY94" fmla="*/ 76867 h 3505200"/>
              <a:gd name="connsiteX95" fmla="*/ 2286191 w 3505200"/>
              <a:gd name="connsiteY95" fmla="*/ 76581 h 3505200"/>
              <a:gd name="connsiteX96" fmla="*/ 2286381 w 3505200"/>
              <a:gd name="connsiteY96" fmla="*/ 76391 h 3505200"/>
              <a:gd name="connsiteX97" fmla="*/ 2286191 w 3505200"/>
              <a:gd name="connsiteY97" fmla="*/ 76200 h 3505200"/>
              <a:gd name="connsiteX98" fmla="*/ 2286000 w 3505200"/>
              <a:gd name="connsiteY98" fmla="*/ 76391 h 3505200"/>
              <a:gd name="connsiteX99" fmla="*/ 2286191 w 3505200"/>
              <a:gd name="connsiteY99" fmla="*/ 76581 h 3505200"/>
              <a:gd name="connsiteX100" fmla="*/ 1066991 w 3505200"/>
              <a:gd name="connsiteY100" fmla="*/ 153067 h 3505200"/>
              <a:gd name="connsiteX101" fmla="*/ 1067372 w 3505200"/>
              <a:gd name="connsiteY101" fmla="*/ 152686 h 3505200"/>
              <a:gd name="connsiteX102" fmla="*/ 1066991 w 3505200"/>
              <a:gd name="connsiteY102" fmla="*/ 152305 h 3505200"/>
              <a:gd name="connsiteX103" fmla="*/ 1066610 w 3505200"/>
              <a:gd name="connsiteY103" fmla="*/ 152686 h 3505200"/>
              <a:gd name="connsiteX104" fmla="*/ 1066991 w 3505200"/>
              <a:gd name="connsiteY104" fmla="*/ 153067 h 3505200"/>
              <a:gd name="connsiteX105" fmla="*/ 1143191 w 3505200"/>
              <a:gd name="connsiteY105" fmla="*/ 153257 h 3505200"/>
              <a:gd name="connsiteX106" fmla="*/ 1143857 w 3505200"/>
              <a:gd name="connsiteY106" fmla="*/ 152591 h 3505200"/>
              <a:gd name="connsiteX107" fmla="*/ 1143191 w 3505200"/>
              <a:gd name="connsiteY107" fmla="*/ 151924 h 3505200"/>
              <a:gd name="connsiteX108" fmla="*/ 1142524 w 3505200"/>
              <a:gd name="connsiteY108" fmla="*/ 152591 h 3505200"/>
              <a:gd name="connsiteX109" fmla="*/ 1143191 w 3505200"/>
              <a:gd name="connsiteY109" fmla="*/ 153257 h 3505200"/>
              <a:gd name="connsiteX110" fmla="*/ 1219391 w 3505200"/>
              <a:gd name="connsiteY110" fmla="*/ 153638 h 3505200"/>
              <a:gd name="connsiteX111" fmla="*/ 1220438 w 3505200"/>
              <a:gd name="connsiteY111" fmla="*/ 152591 h 3505200"/>
              <a:gd name="connsiteX112" fmla="*/ 1219391 w 3505200"/>
              <a:gd name="connsiteY112" fmla="*/ 151543 h 3505200"/>
              <a:gd name="connsiteX113" fmla="*/ 1218343 w 3505200"/>
              <a:gd name="connsiteY113" fmla="*/ 152591 h 3505200"/>
              <a:gd name="connsiteX114" fmla="*/ 1219391 w 3505200"/>
              <a:gd name="connsiteY114" fmla="*/ 153638 h 3505200"/>
              <a:gd name="connsiteX115" fmla="*/ 1295591 w 3505200"/>
              <a:gd name="connsiteY115" fmla="*/ 154115 h 3505200"/>
              <a:gd name="connsiteX116" fmla="*/ 1297114 w 3505200"/>
              <a:gd name="connsiteY116" fmla="*/ 152591 h 3505200"/>
              <a:gd name="connsiteX117" fmla="*/ 1295591 w 3505200"/>
              <a:gd name="connsiteY117" fmla="*/ 151067 h 3505200"/>
              <a:gd name="connsiteX118" fmla="*/ 1294067 w 3505200"/>
              <a:gd name="connsiteY118" fmla="*/ 152591 h 3505200"/>
              <a:gd name="connsiteX119" fmla="*/ 1295591 w 3505200"/>
              <a:gd name="connsiteY119" fmla="*/ 154115 h 3505200"/>
              <a:gd name="connsiteX120" fmla="*/ 1371791 w 3505200"/>
              <a:gd name="connsiteY120" fmla="*/ 154305 h 3505200"/>
              <a:gd name="connsiteX121" fmla="*/ 1373505 w 3505200"/>
              <a:gd name="connsiteY121" fmla="*/ 152591 h 3505200"/>
              <a:gd name="connsiteX122" fmla="*/ 1371791 w 3505200"/>
              <a:gd name="connsiteY122" fmla="*/ 150876 h 3505200"/>
              <a:gd name="connsiteX123" fmla="*/ 1370076 w 3505200"/>
              <a:gd name="connsiteY123" fmla="*/ 152591 h 3505200"/>
              <a:gd name="connsiteX124" fmla="*/ 1371791 w 3505200"/>
              <a:gd name="connsiteY124" fmla="*/ 154305 h 3505200"/>
              <a:gd name="connsiteX125" fmla="*/ 1447991 w 3505200"/>
              <a:gd name="connsiteY125" fmla="*/ 154496 h 3505200"/>
              <a:gd name="connsiteX126" fmla="*/ 1449896 w 3505200"/>
              <a:gd name="connsiteY126" fmla="*/ 152591 h 3505200"/>
              <a:gd name="connsiteX127" fmla="*/ 1447991 w 3505200"/>
              <a:gd name="connsiteY127" fmla="*/ 150686 h 3505200"/>
              <a:gd name="connsiteX128" fmla="*/ 1446086 w 3505200"/>
              <a:gd name="connsiteY128" fmla="*/ 152591 h 3505200"/>
              <a:gd name="connsiteX129" fmla="*/ 1447991 w 3505200"/>
              <a:gd name="connsiteY129" fmla="*/ 154496 h 3505200"/>
              <a:gd name="connsiteX130" fmla="*/ 1524191 w 3505200"/>
              <a:gd name="connsiteY130" fmla="*/ 154686 h 3505200"/>
              <a:gd name="connsiteX131" fmla="*/ 1526286 w 3505200"/>
              <a:gd name="connsiteY131" fmla="*/ 152591 h 3505200"/>
              <a:gd name="connsiteX132" fmla="*/ 1524191 w 3505200"/>
              <a:gd name="connsiteY132" fmla="*/ 150495 h 3505200"/>
              <a:gd name="connsiteX133" fmla="*/ 1522095 w 3505200"/>
              <a:gd name="connsiteY133" fmla="*/ 152591 h 3505200"/>
              <a:gd name="connsiteX134" fmla="*/ 1524191 w 3505200"/>
              <a:gd name="connsiteY134" fmla="*/ 154686 h 3505200"/>
              <a:gd name="connsiteX135" fmla="*/ 1600391 w 3505200"/>
              <a:gd name="connsiteY135" fmla="*/ 154972 h 3505200"/>
              <a:gd name="connsiteX136" fmla="*/ 1602677 w 3505200"/>
              <a:gd name="connsiteY136" fmla="*/ 152686 h 3505200"/>
              <a:gd name="connsiteX137" fmla="*/ 1600391 w 3505200"/>
              <a:gd name="connsiteY137" fmla="*/ 150400 h 3505200"/>
              <a:gd name="connsiteX138" fmla="*/ 1598105 w 3505200"/>
              <a:gd name="connsiteY138" fmla="*/ 152686 h 3505200"/>
              <a:gd name="connsiteX139" fmla="*/ 1600391 w 3505200"/>
              <a:gd name="connsiteY139" fmla="*/ 154972 h 3505200"/>
              <a:gd name="connsiteX140" fmla="*/ 1676591 w 3505200"/>
              <a:gd name="connsiteY140" fmla="*/ 154972 h 3505200"/>
              <a:gd name="connsiteX141" fmla="*/ 1678877 w 3505200"/>
              <a:gd name="connsiteY141" fmla="*/ 152686 h 3505200"/>
              <a:gd name="connsiteX142" fmla="*/ 1676591 w 3505200"/>
              <a:gd name="connsiteY142" fmla="*/ 150400 h 3505200"/>
              <a:gd name="connsiteX143" fmla="*/ 1674305 w 3505200"/>
              <a:gd name="connsiteY143" fmla="*/ 152686 h 3505200"/>
              <a:gd name="connsiteX144" fmla="*/ 1676591 w 3505200"/>
              <a:gd name="connsiteY144" fmla="*/ 154972 h 3505200"/>
              <a:gd name="connsiteX145" fmla="*/ 1752791 w 3505200"/>
              <a:gd name="connsiteY145" fmla="*/ 155162 h 3505200"/>
              <a:gd name="connsiteX146" fmla="*/ 1755362 w 3505200"/>
              <a:gd name="connsiteY146" fmla="*/ 152591 h 3505200"/>
              <a:gd name="connsiteX147" fmla="*/ 1752791 w 3505200"/>
              <a:gd name="connsiteY147" fmla="*/ 150019 h 3505200"/>
              <a:gd name="connsiteX148" fmla="*/ 1750219 w 3505200"/>
              <a:gd name="connsiteY148" fmla="*/ 152591 h 3505200"/>
              <a:gd name="connsiteX149" fmla="*/ 1752791 w 3505200"/>
              <a:gd name="connsiteY149" fmla="*/ 155162 h 3505200"/>
              <a:gd name="connsiteX150" fmla="*/ 1828991 w 3505200"/>
              <a:gd name="connsiteY150" fmla="*/ 154972 h 3505200"/>
              <a:gd name="connsiteX151" fmla="*/ 1831277 w 3505200"/>
              <a:gd name="connsiteY151" fmla="*/ 152686 h 3505200"/>
              <a:gd name="connsiteX152" fmla="*/ 1828991 w 3505200"/>
              <a:gd name="connsiteY152" fmla="*/ 150400 h 3505200"/>
              <a:gd name="connsiteX153" fmla="*/ 1826705 w 3505200"/>
              <a:gd name="connsiteY153" fmla="*/ 152686 h 3505200"/>
              <a:gd name="connsiteX154" fmla="*/ 1828991 w 3505200"/>
              <a:gd name="connsiteY154" fmla="*/ 154972 h 3505200"/>
              <a:gd name="connsiteX155" fmla="*/ 1905191 w 3505200"/>
              <a:gd name="connsiteY155" fmla="*/ 154972 h 3505200"/>
              <a:gd name="connsiteX156" fmla="*/ 1907477 w 3505200"/>
              <a:gd name="connsiteY156" fmla="*/ 152686 h 3505200"/>
              <a:gd name="connsiteX157" fmla="*/ 1905191 w 3505200"/>
              <a:gd name="connsiteY157" fmla="*/ 150400 h 3505200"/>
              <a:gd name="connsiteX158" fmla="*/ 1902905 w 3505200"/>
              <a:gd name="connsiteY158" fmla="*/ 152686 h 3505200"/>
              <a:gd name="connsiteX159" fmla="*/ 1905191 w 3505200"/>
              <a:gd name="connsiteY159" fmla="*/ 154972 h 3505200"/>
              <a:gd name="connsiteX160" fmla="*/ 1981391 w 3505200"/>
              <a:gd name="connsiteY160" fmla="*/ 154686 h 3505200"/>
              <a:gd name="connsiteX161" fmla="*/ 1983486 w 3505200"/>
              <a:gd name="connsiteY161" fmla="*/ 152591 h 3505200"/>
              <a:gd name="connsiteX162" fmla="*/ 1981391 w 3505200"/>
              <a:gd name="connsiteY162" fmla="*/ 150495 h 3505200"/>
              <a:gd name="connsiteX163" fmla="*/ 1979295 w 3505200"/>
              <a:gd name="connsiteY163" fmla="*/ 152591 h 3505200"/>
              <a:gd name="connsiteX164" fmla="*/ 1981391 w 3505200"/>
              <a:gd name="connsiteY164" fmla="*/ 154686 h 3505200"/>
              <a:gd name="connsiteX165" fmla="*/ 2057591 w 3505200"/>
              <a:gd name="connsiteY165" fmla="*/ 154686 h 3505200"/>
              <a:gd name="connsiteX166" fmla="*/ 2059686 w 3505200"/>
              <a:gd name="connsiteY166" fmla="*/ 152591 h 3505200"/>
              <a:gd name="connsiteX167" fmla="*/ 2057591 w 3505200"/>
              <a:gd name="connsiteY167" fmla="*/ 150495 h 3505200"/>
              <a:gd name="connsiteX168" fmla="*/ 2055495 w 3505200"/>
              <a:gd name="connsiteY168" fmla="*/ 152591 h 3505200"/>
              <a:gd name="connsiteX169" fmla="*/ 2057591 w 3505200"/>
              <a:gd name="connsiteY169" fmla="*/ 154686 h 3505200"/>
              <a:gd name="connsiteX170" fmla="*/ 2133791 w 3505200"/>
              <a:gd name="connsiteY170" fmla="*/ 154496 h 3505200"/>
              <a:gd name="connsiteX171" fmla="*/ 2135696 w 3505200"/>
              <a:gd name="connsiteY171" fmla="*/ 152591 h 3505200"/>
              <a:gd name="connsiteX172" fmla="*/ 2133791 w 3505200"/>
              <a:gd name="connsiteY172" fmla="*/ 150686 h 3505200"/>
              <a:gd name="connsiteX173" fmla="*/ 2131886 w 3505200"/>
              <a:gd name="connsiteY173" fmla="*/ 152591 h 3505200"/>
              <a:gd name="connsiteX174" fmla="*/ 2133791 w 3505200"/>
              <a:gd name="connsiteY174" fmla="*/ 154496 h 3505200"/>
              <a:gd name="connsiteX175" fmla="*/ 2209991 w 3505200"/>
              <a:gd name="connsiteY175" fmla="*/ 154115 h 3505200"/>
              <a:gd name="connsiteX176" fmla="*/ 2211515 w 3505200"/>
              <a:gd name="connsiteY176" fmla="*/ 152591 h 3505200"/>
              <a:gd name="connsiteX177" fmla="*/ 2209991 w 3505200"/>
              <a:gd name="connsiteY177" fmla="*/ 151067 h 3505200"/>
              <a:gd name="connsiteX178" fmla="*/ 2208467 w 3505200"/>
              <a:gd name="connsiteY178" fmla="*/ 152591 h 3505200"/>
              <a:gd name="connsiteX179" fmla="*/ 2209991 w 3505200"/>
              <a:gd name="connsiteY179" fmla="*/ 154115 h 3505200"/>
              <a:gd name="connsiteX180" fmla="*/ 2286191 w 3505200"/>
              <a:gd name="connsiteY180" fmla="*/ 153638 h 3505200"/>
              <a:gd name="connsiteX181" fmla="*/ 2287238 w 3505200"/>
              <a:gd name="connsiteY181" fmla="*/ 152591 h 3505200"/>
              <a:gd name="connsiteX182" fmla="*/ 2286191 w 3505200"/>
              <a:gd name="connsiteY182" fmla="*/ 151543 h 3505200"/>
              <a:gd name="connsiteX183" fmla="*/ 2285143 w 3505200"/>
              <a:gd name="connsiteY183" fmla="*/ 152591 h 3505200"/>
              <a:gd name="connsiteX184" fmla="*/ 2286191 w 3505200"/>
              <a:gd name="connsiteY184" fmla="*/ 153638 h 3505200"/>
              <a:gd name="connsiteX185" fmla="*/ 2362391 w 3505200"/>
              <a:gd name="connsiteY185" fmla="*/ 153448 h 3505200"/>
              <a:gd name="connsiteX186" fmla="*/ 2363248 w 3505200"/>
              <a:gd name="connsiteY186" fmla="*/ 152591 h 3505200"/>
              <a:gd name="connsiteX187" fmla="*/ 2362391 w 3505200"/>
              <a:gd name="connsiteY187" fmla="*/ 151733 h 3505200"/>
              <a:gd name="connsiteX188" fmla="*/ 2361533 w 3505200"/>
              <a:gd name="connsiteY188" fmla="*/ 152591 h 3505200"/>
              <a:gd name="connsiteX189" fmla="*/ 2362391 w 3505200"/>
              <a:gd name="connsiteY189" fmla="*/ 153448 h 3505200"/>
              <a:gd name="connsiteX190" fmla="*/ 2438591 w 3505200"/>
              <a:gd name="connsiteY190" fmla="*/ 153067 h 3505200"/>
              <a:gd name="connsiteX191" fmla="*/ 2438972 w 3505200"/>
              <a:gd name="connsiteY191" fmla="*/ 152686 h 3505200"/>
              <a:gd name="connsiteX192" fmla="*/ 2438591 w 3505200"/>
              <a:gd name="connsiteY192" fmla="*/ 152305 h 3505200"/>
              <a:gd name="connsiteX193" fmla="*/ 2438210 w 3505200"/>
              <a:gd name="connsiteY193" fmla="*/ 152686 h 3505200"/>
              <a:gd name="connsiteX194" fmla="*/ 2438591 w 3505200"/>
              <a:gd name="connsiteY194" fmla="*/ 153067 h 3505200"/>
              <a:gd name="connsiteX195" fmla="*/ 914590 w 3505200"/>
              <a:gd name="connsiteY195" fmla="*/ 229267 h 3505200"/>
              <a:gd name="connsiteX196" fmla="*/ 914972 w 3505200"/>
              <a:gd name="connsiteY196" fmla="*/ 228886 h 3505200"/>
              <a:gd name="connsiteX197" fmla="*/ 914590 w 3505200"/>
              <a:gd name="connsiteY197" fmla="*/ 228505 h 3505200"/>
              <a:gd name="connsiteX198" fmla="*/ 914210 w 3505200"/>
              <a:gd name="connsiteY198" fmla="*/ 228886 h 3505200"/>
              <a:gd name="connsiteX199" fmla="*/ 914590 w 3505200"/>
              <a:gd name="connsiteY199" fmla="*/ 229267 h 3505200"/>
              <a:gd name="connsiteX200" fmla="*/ 990790 w 3505200"/>
              <a:gd name="connsiteY200" fmla="*/ 229648 h 3505200"/>
              <a:gd name="connsiteX201" fmla="*/ 991648 w 3505200"/>
              <a:gd name="connsiteY201" fmla="*/ 228791 h 3505200"/>
              <a:gd name="connsiteX202" fmla="*/ 990790 w 3505200"/>
              <a:gd name="connsiteY202" fmla="*/ 227933 h 3505200"/>
              <a:gd name="connsiteX203" fmla="*/ 989933 w 3505200"/>
              <a:gd name="connsiteY203" fmla="*/ 228791 h 3505200"/>
              <a:gd name="connsiteX204" fmla="*/ 990790 w 3505200"/>
              <a:gd name="connsiteY204" fmla="*/ 229648 h 3505200"/>
              <a:gd name="connsiteX205" fmla="*/ 1066991 w 3505200"/>
              <a:gd name="connsiteY205" fmla="*/ 230124 h 3505200"/>
              <a:gd name="connsiteX206" fmla="*/ 1068229 w 3505200"/>
              <a:gd name="connsiteY206" fmla="*/ 228886 h 3505200"/>
              <a:gd name="connsiteX207" fmla="*/ 1066991 w 3505200"/>
              <a:gd name="connsiteY207" fmla="*/ 227648 h 3505200"/>
              <a:gd name="connsiteX208" fmla="*/ 1065752 w 3505200"/>
              <a:gd name="connsiteY208" fmla="*/ 228886 h 3505200"/>
              <a:gd name="connsiteX209" fmla="*/ 1066991 w 3505200"/>
              <a:gd name="connsiteY209" fmla="*/ 230124 h 3505200"/>
              <a:gd name="connsiteX210" fmla="*/ 1143191 w 3505200"/>
              <a:gd name="connsiteY210" fmla="*/ 230696 h 3505200"/>
              <a:gd name="connsiteX211" fmla="*/ 1145096 w 3505200"/>
              <a:gd name="connsiteY211" fmla="*/ 228791 h 3505200"/>
              <a:gd name="connsiteX212" fmla="*/ 1143191 w 3505200"/>
              <a:gd name="connsiteY212" fmla="*/ 226886 h 3505200"/>
              <a:gd name="connsiteX213" fmla="*/ 1141286 w 3505200"/>
              <a:gd name="connsiteY213" fmla="*/ 228791 h 3505200"/>
              <a:gd name="connsiteX214" fmla="*/ 1143191 w 3505200"/>
              <a:gd name="connsiteY214" fmla="*/ 230696 h 3505200"/>
              <a:gd name="connsiteX215" fmla="*/ 1219391 w 3505200"/>
              <a:gd name="connsiteY215" fmla="*/ 230886 h 3505200"/>
              <a:gd name="connsiteX216" fmla="*/ 1221486 w 3505200"/>
              <a:gd name="connsiteY216" fmla="*/ 228791 h 3505200"/>
              <a:gd name="connsiteX217" fmla="*/ 1219391 w 3505200"/>
              <a:gd name="connsiteY217" fmla="*/ 226695 h 3505200"/>
              <a:gd name="connsiteX218" fmla="*/ 1217295 w 3505200"/>
              <a:gd name="connsiteY218" fmla="*/ 228791 h 3505200"/>
              <a:gd name="connsiteX219" fmla="*/ 1219391 w 3505200"/>
              <a:gd name="connsiteY219" fmla="*/ 230886 h 3505200"/>
              <a:gd name="connsiteX220" fmla="*/ 1295591 w 3505200"/>
              <a:gd name="connsiteY220" fmla="*/ 231362 h 3505200"/>
              <a:gd name="connsiteX221" fmla="*/ 1298162 w 3505200"/>
              <a:gd name="connsiteY221" fmla="*/ 228791 h 3505200"/>
              <a:gd name="connsiteX222" fmla="*/ 1295591 w 3505200"/>
              <a:gd name="connsiteY222" fmla="*/ 226219 h 3505200"/>
              <a:gd name="connsiteX223" fmla="*/ 1293019 w 3505200"/>
              <a:gd name="connsiteY223" fmla="*/ 228791 h 3505200"/>
              <a:gd name="connsiteX224" fmla="*/ 1295591 w 3505200"/>
              <a:gd name="connsiteY224" fmla="*/ 231362 h 3505200"/>
              <a:gd name="connsiteX225" fmla="*/ 1371791 w 3505200"/>
              <a:gd name="connsiteY225" fmla="*/ 231743 h 3505200"/>
              <a:gd name="connsiteX226" fmla="*/ 1374743 w 3505200"/>
              <a:gd name="connsiteY226" fmla="*/ 228791 h 3505200"/>
              <a:gd name="connsiteX227" fmla="*/ 1371791 w 3505200"/>
              <a:gd name="connsiteY227" fmla="*/ 225838 h 3505200"/>
              <a:gd name="connsiteX228" fmla="*/ 1368838 w 3505200"/>
              <a:gd name="connsiteY228" fmla="*/ 228791 h 3505200"/>
              <a:gd name="connsiteX229" fmla="*/ 1371791 w 3505200"/>
              <a:gd name="connsiteY229" fmla="*/ 231743 h 3505200"/>
              <a:gd name="connsiteX230" fmla="*/ 1447991 w 3505200"/>
              <a:gd name="connsiteY230" fmla="*/ 231934 h 3505200"/>
              <a:gd name="connsiteX231" fmla="*/ 1451134 w 3505200"/>
              <a:gd name="connsiteY231" fmla="*/ 228791 h 3505200"/>
              <a:gd name="connsiteX232" fmla="*/ 1447991 w 3505200"/>
              <a:gd name="connsiteY232" fmla="*/ 225647 h 3505200"/>
              <a:gd name="connsiteX233" fmla="*/ 1444847 w 3505200"/>
              <a:gd name="connsiteY233" fmla="*/ 228791 h 3505200"/>
              <a:gd name="connsiteX234" fmla="*/ 1447991 w 3505200"/>
              <a:gd name="connsiteY234" fmla="*/ 231934 h 3505200"/>
              <a:gd name="connsiteX235" fmla="*/ 1524191 w 3505200"/>
              <a:gd name="connsiteY235" fmla="*/ 232219 h 3505200"/>
              <a:gd name="connsiteX236" fmla="*/ 1527524 w 3505200"/>
              <a:gd name="connsiteY236" fmla="*/ 228886 h 3505200"/>
              <a:gd name="connsiteX237" fmla="*/ 1524191 w 3505200"/>
              <a:gd name="connsiteY237" fmla="*/ 225552 h 3505200"/>
              <a:gd name="connsiteX238" fmla="*/ 1520857 w 3505200"/>
              <a:gd name="connsiteY238" fmla="*/ 228886 h 3505200"/>
              <a:gd name="connsiteX239" fmla="*/ 1524191 w 3505200"/>
              <a:gd name="connsiteY239" fmla="*/ 232219 h 3505200"/>
              <a:gd name="connsiteX240" fmla="*/ 1600391 w 3505200"/>
              <a:gd name="connsiteY240" fmla="*/ 232410 h 3505200"/>
              <a:gd name="connsiteX241" fmla="*/ 1604010 w 3505200"/>
              <a:gd name="connsiteY241" fmla="*/ 228791 h 3505200"/>
              <a:gd name="connsiteX242" fmla="*/ 1600391 w 3505200"/>
              <a:gd name="connsiteY242" fmla="*/ 225171 h 3505200"/>
              <a:gd name="connsiteX243" fmla="*/ 1596771 w 3505200"/>
              <a:gd name="connsiteY243" fmla="*/ 228791 h 3505200"/>
              <a:gd name="connsiteX244" fmla="*/ 1600391 w 3505200"/>
              <a:gd name="connsiteY244" fmla="*/ 232410 h 3505200"/>
              <a:gd name="connsiteX245" fmla="*/ 1676591 w 3505200"/>
              <a:gd name="connsiteY245" fmla="*/ 232410 h 3505200"/>
              <a:gd name="connsiteX246" fmla="*/ 1680210 w 3505200"/>
              <a:gd name="connsiteY246" fmla="*/ 228791 h 3505200"/>
              <a:gd name="connsiteX247" fmla="*/ 1676591 w 3505200"/>
              <a:gd name="connsiteY247" fmla="*/ 225171 h 3505200"/>
              <a:gd name="connsiteX248" fmla="*/ 1672971 w 3505200"/>
              <a:gd name="connsiteY248" fmla="*/ 228791 h 3505200"/>
              <a:gd name="connsiteX249" fmla="*/ 1676591 w 3505200"/>
              <a:gd name="connsiteY249" fmla="*/ 232410 h 3505200"/>
              <a:gd name="connsiteX250" fmla="*/ 1752791 w 3505200"/>
              <a:gd name="connsiteY250" fmla="*/ 232410 h 3505200"/>
              <a:gd name="connsiteX251" fmla="*/ 1756410 w 3505200"/>
              <a:gd name="connsiteY251" fmla="*/ 228791 h 3505200"/>
              <a:gd name="connsiteX252" fmla="*/ 1752791 w 3505200"/>
              <a:gd name="connsiteY252" fmla="*/ 225171 h 3505200"/>
              <a:gd name="connsiteX253" fmla="*/ 1749171 w 3505200"/>
              <a:gd name="connsiteY253" fmla="*/ 228791 h 3505200"/>
              <a:gd name="connsiteX254" fmla="*/ 1752791 w 3505200"/>
              <a:gd name="connsiteY254" fmla="*/ 232410 h 3505200"/>
              <a:gd name="connsiteX255" fmla="*/ 1828991 w 3505200"/>
              <a:gd name="connsiteY255" fmla="*/ 232410 h 3505200"/>
              <a:gd name="connsiteX256" fmla="*/ 1832610 w 3505200"/>
              <a:gd name="connsiteY256" fmla="*/ 228791 h 3505200"/>
              <a:gd name="connsiteX257" fmla="*/ 1828991 w 3505200"/>
              <a:gd name="connsiteY257" fmla="*/ 225171 h 3505200"/>
              <a:gd name="connsiteX258" fmla="*/ 1825371 w 3505200"/>
              <a:gd name="connsiteY258" fmla="*/ 228791 h 3505200"/>
              <a:gd name="connsiteX259" fmla="*/ 1828991 w 3505200"/>
              <a:gd name="connsiteY259" fmla="*/ 232410 h 3505200"/>
              <a:gd name="connsiteX260" fmla="*/ 1905191 w 3505200"/>
              <a:gd name="connsiteY260" fmla="*/ 232410 h 3505200"/>
              <a:gd name="connsiteX261" fmla="*/ 1908810 w 3505200"/>
              <a:gd name="connsiteY261" fmla="*/ 228791 h 3505200"/>
              <a:gd name="connsiteX262" fmla="*/ 1905191 w 3505200"/>
              <a:gd name="connsiteY262" fmla="*/ 225171 h 3505200"/>
              <a:gd name="connsiteX263" fmla="*/ 1901571 w 3505200"/>
              <a:gd name="connsiteY263" fmla="*/ 228791 h 3505200"/>
              <a:gd name="connsiteX264" fmla="*/ 1905191 w 3505200"/>
              <a:gd name="connsiteY264" fmla="*/ 232410 h 3505200"/>
              <a:gd name="connsiteX265" fmla="*/ 1981391 w 3505200"/>
              <a:gd name="connsiteY265" fmla="*/ 232219 h 3505200"/>
              <a:gd name="connsiteX266" fmla="*/ 1984724 w 3505200"/>
              <a:gd name="connsiteY266" fmla="*/ 228886 h 3505200"/>
              <a:gd name="connsiteX267" fmla="*/ 1981391 w 3505200"/>
              <a:gd name="connsiteY267" fmla="*/ 225552 h 3505200"/>
              <a:gd name="connsiteX268" fmla="*/ 1978057 w 3505200"/>
              <a:gd name="connsiteY268" fmla="*/ 228886 h 3505200"/>
              <a:gd name="connsiteX269" fmla="*/ 1981391 w 3505200"/>
              <a:gd name="connsiteY269" fmla="*/ 232219 h 3505200"/>
              <a:gd name="connsiteX270" fmla="*/ 2057591 w 3505200"/>
              <a:gd name="connsiteY270" fmla="*/ 231934 h 3505200"/>
              <a:gd name="connsiteX271" fmla="*/ 2060734 w 3505200"/>
              <a:gd name="connsiteY271" fmla="*/ 228791 h 3505200"/>
              <a:gd name="connsiteX272" fmla="*/ 2057591 w 3505200"/>
              <a:gd name="connsiteY272" fmla="*/ 225647 h 3505200"/>
              <a:gd name="connsiteX273" fmla="*/ 2054447 w 3505200"/>
              <a:gd name="connsiteY273" fmla="*/ 228791 h 3505200"/>
              <a:gd name="connsiteX274" fmla="*/ 2057591 w 3505200"/>
              <a:gd name="connsiteY274" fmla="*/ 231934 h 3505200"/>
              <a:gd name="connsiteX275" fmla="*/ 2133791 w 3505200"/>
              <a:gd name="connsiteY275" fmla="*/ 231743 h 3505200"/>
              <a:gd name="connsiteX276" fmla="*/ 2136743 w 3505200"/>
              <a:gd name="connsiteY276" fmla="*/ 228791 h 3505200"/>
              <a:gd name="connsiteX277" fmla="*/ 2133791 w 3505200"/>
              <a:gd name="connsiteY277" fmla="*/ 225838 h 3505200"/>
              <a:gd name="connsiteX278" fmla="*/ 2130838 w 3505200"/>
              <a:gd name="connsiteY278" fmla="*/ 228791 h 3505200"/>
              <a:gd name="connsiteX279" fmla="*/ 2133791 w 3505200"/>
              <a:gd name="connsiteY279" fmla="*/ 231743 h 3505200"/>
              <a:gd name="connsiteX280" fmla="*/ 2209991 w 3505200"/>
              <a:gd name="connsiteY280" fmla="*/ 231362 h 3505200"/>
              <a:gd name="connsiteX281" fmla="*/ 2212562 w 3505200"/>
              <a:gd name="connsiteY281" fmla="*/ 228791 h 3505200"/>
              <a:gd name="connsiteX282" fmla="*/ 2209991 w 3505200"/>
              <a:gd name="connsiteY282" fmla="*/ 226219 h 3505200"/>
              <a:gd name="connsiteX283" fmla="*/ 2207419 w 3505200"/>
              <a:gd name="connsiteY283" fmla="*/ 228791 h 3505200"/>
              <a:gd name="connsiteX284" fmla="*/ 2209991 w 3505200"/>
              <a:gd name="connsiteY284" fmla="*/ 231362 h 3505200"/>
              <a:gd name="connsiteX285" fmla="*/ 2286191 w 3505200"/>
              <a:gd name="connsiteY285" fmla="*/ 231172 h 3505200"/>
              <a:gd name="connsiteX286" fmla="*/ 2288477 w 3505200"/>
              <a:gd name="connsiteY286" fmla="*/ 228886 h 3505200"/>
              <a:gd name="connsiteX287" fmla="*/ 2286191 w 3505200"/>
              <a:gd name="connsiteY287" fmla="*/ 226600 h 3505200"/>
              <a:gd name="connsiteX288" fmla="*/ 2283905 w 3505200"/>
              <a:gd name="connsiteY288" fmla="*/ 228886 h 3505200"/>
              <a:gd name="connsiteX289" fmla="*/ 2286191 w 3505200"/>
              <a:gd name="connsiteY289" fmla="*/ 231172 h 3505200"/>
              <a:gd name="connsiteX290" fmla="*/ 2362391 w 3505200"/>
              <a:gd name="connsiteY290" fmla="*/ 230696 h 3505200"/>
              <a:gd name="connsiteX291" fmla="*/ 2364296 w 3505200"/>
              <a:gd name="connsiteY291" fmla="*/ 228791 h 3505200"/>
              <a:gd name="connsiteX292" fmla="*/ 2362391 w 3505200"/>
              <a:gd name="connsiteY292" fmla="*/ 226886 h 3505200"/>
              <a:gd name="connsiteX293" fmla="*/ 2360486 w 3505200"/>
              <a:gd name="connsiteY293" fmla="*/ 228791 h 3505200"/>
              <a:gd name="connsiteX294" fmla="*/ 2362391 w 3505200"/>
              <a:gd name="connsiteY294" fmla="*/ 230696 h 3505200"/>
              <a:gd name="connsiteX295" fmla="*/ 2438591 w 3505200"/>
              <a:gd name="connsiteY295" fmla="*/ 230315 h 3505200"/>
              <a:gd name="connsiteX296" fmla="*/ 2440115 w 3505200"/>
              <a:gd name="connsiteY296" fmla="*/ 228791 h 3505200"/>
              <a:gd name="connsiteX297" fmla="*/ 2438591 w 3505200"/>
              <a:gd name="connsiteY297" fmla="*/ 227267 h 3505200"/>
              <a:gd name="connsiteX298" fmla="*/ 2437067 w 3505200"/>
              <a:gd name="connsiteY298" fmla="*/ 228791 h 3505200"/>
              <a:gd name="connsiteX299" fmla="*/ 2438591 w 3505200"/>
              <a:gd name="connsiteY299" fmla="*/ 230315 h 3505200"/>
              <a:gd name="connsiteX300" fmla="*/ 2514791 w 3505200"/>
              <a:gd name="connsiteY300" fmla="*/ 229648 h 3505200"/>
              <a:gd name="connsiteX301" fmla="*/ 2515648 w 3505200"/>
              <a:gd name="connsiteY301" fmla="*/ 228791 h 3505200"/>
              <a:gd name="connsiteX302" fmla="*/ 2514791 w 3505200"/>
              <a:gd name="connsiteY302" fmla="*/ 227933 h 3505200"/>
              <a:gd name="connsiteX303" fmla="*/ 2513933 w 3505200"/>
              <a:gd name="connsiteY303" fmla="*/ 228791 h 3505200"/>
              <a:gd name="connsiteX304" fmla="*/ 2514791 w 3505200"/>
              <a:gd name="connsiteY304" fmla="*/ 229648 h 3505200"/>
              <a:gd name="connsiteX305" fmla="*/ 2590991 w 3505200"/>
              <a:gd name="connsiteY305" fmla="*/ 229267 h 3505200"/>
              <a:gd name="connsiteX306" fmla="*/ 2591372 w 3505200"/>
              <a:gd name="connsiteY306" fmla="*/ 228886 h 3505200"/>
              <a:gd name="connsiteX307" fmla="*/ 2590991 w 3505200"/>
              <a:gd name="connsiteY307" fmla="*/ 228505 h 3505200"/>
              <a:gd name="connsiteX308" fmla="*/ 2590610 w 3505200"/>
              <a:gd name="connsiteY308" fmla="*/ 228886 h 3505200"/>
              <a:gd name="connsiteX309" fmla="*/ 2590991 w 3505200"/>
              <a:gd name="connsiteY309" fmla="*/ 229267 h 3505200"/>
              <a:gd name="connsiteX310" fmla="*/ 762190 w 3505200"/>
              <a:gd name="connsiteY310" fmla="*/ 305181 h 3505200"/>
              <a:gd name="connsiteX311" fmla="*/ 762381 w 3505200"/>
              <a:gd name="connsiteY311" fmla="*/ 304991 h 3505200"/>
              <a:gd name="connsiteX312" fmla="*/ 762190 w 3505200"/>
              <a:gd name="connsiteY312" fmla="*/ 304800 h 3505200"/>
              <a:gd name="connsiteX313" fmla="*/ 762000 w 3505200"/>
              <a:gd name="connsiteY313" fmla="*/ 304991 h 3505200"/>
              <a:gd name="connsiteX314" fmla="*/ 762190 w 3505200"/>
              <a:gd name="connsiteY314" fmla="*/ 305181 h 3505200"/>
              <a:gd name="connsiteX315" fmla="*/ 838390 w 3505200"/>
              <a:gd name="connsiteY315" fmla="*/ 305657 h 3505200"/>
              <a:gd name="connsiteX316" fmla="*/ 839057 w 3505200"/>
              <a:gd name="connsiteY316" fmla="*/ 304991 h 3505200"/>
              <a:gd name="connsiteX317" fmla="*/ 838390 w 3505200"/>
              <a:gd name="connsiteY317" fmla="*/ 304324 h 3505200"/>
              <a:gd name="connsiteX318" fmla="*/ 837724 w 3505200"/>
              <a:gd name="connsiteY318" fmla="*/ 304991 h 3505200"/>
              <a:gd name="connsiteX319" fmla="*/ 838390 w 3505200"/>
              <a:gd name="connsiteY319" fmla="*/ 305657 h 3505200"/>
              <a:gd name="connsiteX320" fmla="*/ 914590 w 3505200"/>
              <a:gd name="connsiteY320" fmla="*/ 306324 h 3505200"/>
              <a:gd name="connsiteX321" fmla="*/ 915829 w 3505200"/>
              <a:gd name="connsiteY321" fmla="*/ 305086 h 3505200"/>
              <a:gd name="connsiteX322" fmla="*/ 914590 w 3505200"/>
              <a:gd name="connsiteY322" fmla="*/ 303848 h 3505200"/>
              <a:gd name="connsiteX323" fmla="*/ 913352 w 3505200"/>
              <a:gd name="connsiteY323" fmla="*/ 305086 h 3505200"/>
              <a:gd name="connsiteX324" fmla="*/ 914590 w 3505200"/>
              <a:gd name="connsiteY324" fmla="*/ 306324 h 3505200"/>
              <a:gd name="connsiteX325" fmla="*/ 990790 w 3505200"/>
              <a:gd name="connsiteY325" fmla="*/ 306896 h 3505200"/>
              <a:gd name="connsiteX326" fmla="*/ 992696 w 3505200"/>
              <a:gd name="connsiteY326" fmla="*/ 304991 h 3505200"/>
              <a:gd name="connsiteX327" fmla="*/ 990790 w 3505200"/>
              <a:gd name="connsiteY327" fmla="*/ 303086 h 3505200"/>
              <a:gd name="connsiteX328" fmla="*/ 988886 w 3505200"/>
              <a:gd name="connsiteY328" fmla="*/ 304991 h 3505200"/>
              <a:gd name="connsiteX329" fmla="*/ 990790 w 3505200"/>
              <a:gd name="connsiteY329" fmla="*/ 306896 h 3505200"/>
              <a:gd name="connsiteX330" fmla="*/ 1066991 w 3505200"/>
              <a:gd name="connsiteY330" fmla="*/ 307372 h 3505200"/>
              <a:gd name="connsiteX331" fmla="*/ 1069277 w 3505200"/>
              <a:gd name="connsiteY331" fmla="*/ 305086 h 3505200"/>
              <a:gd name="connsiteX332" fmla="*/ 1066991 w 3505200"/>
              <a:gd name="connsiteY332" fmla="*/ 302800 h 3505200"/>
              <a:gd name="connsiteX333" fmla="*/ 1064705 w 3505200"/>
              <a:gd name="connsiteY333" fmla="*/ 305086 h 3505200"/>
              <a:gd name="connsiteX334" fmla="*/ 1066991 w 3505200"/>
              <a:gd name="connsiteY334" fmla="*/ 307372 h 3505200"/>
              <a:gd name="connsiteX335" fmla="*/ 1143191 w 3505200"/>
              <a:gd name="connsiteY335" fmla="*/ 307943 h 3505200"/>
              <a:gd name="connsiteX336" fmla="*/ 1146143 w 3505200"/>
              <a:gd name="connsiteY336" fmla="*/ 304991 h 3505200"/>
              <a:gd name="connsiteX337" fmla="*/ 1143191 w 3505200"/>
              <a:gd name="connsiteY337" fmla="*/ 302038 h 3505200"/>
              <a:gd name="connsiteX338" fmla="*/ 1140238 w 3505200"/>
              <a:gd name="connsiteY338" fmla="*/ 304991 h 3505200"/>
              <a:gd name="connsiteX339" fmla="*/ 1143191 w 3505200"/>
              <a:gd name="connsiteY339" fmla="*/ 307943 h 3505200"/>
              <a:gd name="connsiteX340" fmla="*/ 1219391 w 3505200"/>
              <a:gd name="connsiteY340" fmla="*/ 308420 h 3505200"/>
              <a:gd name="connsiteX341" fmla="*/ 1222724 w 3505200"/>
              <a:gd name="connsiteY341" fmla="*/ 305086 h 3505200"/>
              <a:gd name="connsiteX342" fmla="*/ 1219391 w 3505200"/>
              <a:gd name="connsiteY342" fmla="*/ 301657 h 3505200"/>
              <a:gd name="connsiteX343" fmla="*/ 1215962 w 3505200"/>
              <a:gd name="connsiteY343" fmla="*/ 305086 h 3505200"/>
              <a:gd name="connsiteX344" fmla="*/ 1219391 w 3505200"/>
              <a:gd name="connsiteY344" fmla="*/ 308420 h 3505200"/>
              <a:gd name="connsiteX345" fmla="*/ 1295591 w 3505200"/>
              <a:gd name="connsiteY345" fmla="*/ 308610 h 3505200"/>
              <a:gd name="connsiteX346" fmla="*/ 1299210 w 3505200"/>
              <a:gd name="connsiteY346" fmla="*/ 304991 h 3505200"/>
              <a:gd name="connsiteX347" fmla="*/ 1295591 w 3505200"/>
              <a:gd name="connsiteY347" fmla="*/ 301371 h 3505200"/>
              <a:gd name="connsiteX348" fmla="*/ 1291971 w 3505200"/>
              <a:gd name="connsiteY348" fmla="*/ 304991 h 3505200"/>
              <a:gd name="connsiteX349" fmla="*/ 1295591 w 3505200"/>
              <a:gd name="connsiteY349" fmla="*/ 308610 h 3505200"/>
              <a:gd name="connsiteX350" fmla="*/ 1371791 w 3505200"/>
              <a:gd name="connsiteY350" fmla="*/ 308991 h 3505200"/>
              <a:gd name="connsiteX351" fmla="*/ 1375791 w 3505200"/>
              <a:gd name="connsiteY351" fmla="*/ 304991 h 3505200"/>
              <a:gd name="connsiteX352" fmla="*/ 1371791 w 3505200"/>
              <a:gd name="connsiteY352" fmla="*/ 300990 h 3505200"/>
              <a:gd name="connsiteX353" fmla="*/ 1367790 w 3505200"/>
              <a:gd name="connsiteY353" fmla="*/ 304991 h 3505200"/>
              <a:gd name="connsiteX354" fmla="*/ 1371791 w 3505200"/>
              <a:gd name="connsiteY354" fmla="*/ 308991 h 3505200"/>
              <a:gd name="connsiteX355" fmla="*/ 1447991 w 3505200"/>
              <a:gd name="connsiteY355" fmla="*/ 309277 h 3505200"/>
              <a:gd name="connsiteX356" fmla="*/ 1452182 w 3505200"/>
              <a:gd name="connsiteY356" fmla="*/ 305086 h 3505200"/>
              <a:gd name="connsiteX357" fmla="*/ 1447991 w 3505200"/>
              <a:gd name="connsiteY357" fmla="*/ 300895 h 3505200"/>
              <a:gd name="connsiteX358" fmla="*/ 1443800 w 3505200"/>
              <a:gd name="connsiteY358" fmla="*/ 305086 h 3505200"/>
              <a:gd name="connsiteX359" fmla="*/ 1447991 w 3505200"/>
              <a:gd name="connsiteY359" fmla="*/ 309277 h 3505200"/>
              <a:gd name="connsiteX360" fmla="*/ 1524191 w 3505200"/>
              <a:gd name="connsiteY360" fmla="*/ 309467 h 3505200"/>
              <a:gd name="connsiteX361" fmla="*/ 1528667 w 3505200"/>
              <a:gd name="connsiteY361" fmla="*/ 304991 h 3505200"/>
              <a:gd name="connsiteX362" fmla="*/ 1524191 w 3505200"/>
              <a:gd name="connsiteY362" fmla="*/ 300514 h 3505200"/>
              <a:gd name="connsiteX363" fmla="*/ 1519714 w 3505200"/>
              <a:gd name="connsiteY363" fmla="*/ 304991 h 3505200"/>
              <a:gd name="connsiteX364" fmla="*/ 1524191 w 3505200"/>
              <a:gd name="connsiteY364" fmla="*/ 309467 h 3505200"/>
              <a:gd name="connsiteX365" fmla="*/ 1600391 w 3505200"/>
              <a:gd name="connsiteY365" fmla="*/ 309658 h 3505200"/>
              <a:gd name="connsiteX366" fmla="*/ 1605058 w 3505200"/>
              <a:gd name="connsiteY366" fmla="*/ 304991 h 3505200"/>
              <a:gd name="connsiteX367" fmla="*/ 1600391 w 3505200"/>
              <a:gd name="connsiteY367" fmla="*/ 300323 h 3505200"/>
              <a:gd name="connsiteX368" fmla="*/ 1595723 w 3505200"/>
              <a:gd name="connsiteY368" fmla="*/ 304991 h 3505200"/>
              <a:gd name="connsiteX369" fmla="*/ 1600391 w 3505200"/>
              <a:gd name="connsiteY369" fmla="*/ 309658 h 3505200"/>
              <a:gd name="connsiteX370" fmla="*/ 1676591 w 3505200"/>
              <a:gd name="connsiteY370" fmla="*/ 309658 h 3505200"/>
              <a:gd name="connsiteX371" fmla="*/ 1681258 w 3505200"/>
              <a:gd name="connsiteY371" fmla="*/ 304991 h 3505200"/>
              <a:gd name="connsiteX372" fmla="*/ 1676591 w 3505200"/>
              <a:gd name="connsiteY372" fmla="*/ 300323 h 3505200"/>
              <a:gd name="connsiteX373" fmla="*/ 1671923 w 3505200"/>
              <a:gd name="connsiteY373" fmla="*/ 304991 h 3505200"/>
              <a:gd name="connsiteX374" fmla="*/ 1676591 w 3505200"/>
              <a:gd name="connsiteY374" fmla="*/ 309658 h 3505200"/>
              <a:gd name="connsiteX375" fmla="*/ 1752791 w 3505200"/>
              <a:gd name="connsiteY375" fmla="*/ 309848 h 3505200"/>
              <a:gd name="connsiteX376" fmla="*/ 1757648 w 3505200"/>
              <a:gd name="connsiteY376" fmla="*/ 304991 h 3505200"/>
              <a:gd name="connsiteX377" fmla="*/ 1752791 w 3505200"/>
              <a:gd name="connsiteY377" fmla="*/ 300133 h 3505200"/>
              <a:gd name="connsiteX378" fmla="*/ 1747933 w 3505200"/>
              <a:gd name="connsiteY378" fmla="*/ 304991 h 3505200"/>
              <a:gd name="connsiteX379" fmla="*/ 1752791 w 3505200"/>
              <a:gd name="connsiteY379" fmla="*/ 309848 h 3505200"/>
              <a:gd name="connsiteX380" fmla="*/ 1828991 w 3505200"/>
              <a:gd name="connsiteY380" fmla="*/ 309658 h 3505200"/>
              <a:gd name="connsiteX381" fmla="*/ 1833658 w 3505200"/>
              <a:gd name="connsiteY381" fmla="*/ 304991 h 3505200"/>
              <a:gd name="connsiteX382" fmla="*/ 1828991 w 3505200"/>
              <a:gd name="connsiteY382" fmla="*/ 300323 h 3505200"/>
              <a:gd name="connsiteX383" fmla="*/ 1824323 w 3505200"/>
              <a:gd name="connsiteY383" fmla="*/ 304991 h 3505200"/>
              <a:gd name="connsiteX384" fmla="*/ 1828991 w 3505200"/>
              <a:gd name="connsiteY384" fmla="*/ 309658 h 3505200"/>
              <a:gd name="connsiteX385" fmla="*/ 1905191 w 3505200"/>
              <a:gd name="connsiteY385" fmla="*/ 309658 h 3505200"/>
              <a:gd name="connsiteX386" fmla="*/ 1909858 w 3505200"/>
              <a:gd name="connsiteY386" fmla="*/ 304991 h 3505200"/>
              <a:gd name="connsiteX387" fmla="*/ 1905191 w 3505200"/>
              <a:gd name="connsiteY387" fmla="*/ 300323 h 3505200"/>
              <a:gd name="connsiteX388" fmla="*/ 1900523 w 3505200"/>
              <a:gd name="connsiteY388" fmla="*/ 304991 h 3505200"/>
              <a:gd name="connsiteX389" fmla="*/ 1905191 w 3505200"/>
              <a:gd name="connsiteY389" fmla="*/ 309658 h 3505200"/>
              <a:gd name="connsiteX390" fmla="*/ 1981391 w 3505200"/>
              <a:gd name="connsiteY390" fmla="*/ 309467 h 3505200"/>
              <a:gd name="connsiteX391" fmla="*/ 1985867 w 3505200"/>
              <a:gd name="connsiteY391" fmla="*/ 304991 h 3505200"/>
              <a:gd name="connsiteX392" fmla="*/ 1981391 w 3505200"/>
              <a:gd name="connsiteY392" fmla="*/ 300514 h 3505200"/>
              <a:gd name="connsiteX393" fmla="*/ 1976914 w 3505200"/>
              <a:gd name="connsiteY393" fmla="*/ 304991 h 3505200"/>
              <a:gd name="connsiteX394" fmla="*/ 1981391 w 3505200"/>
              <a:gd name="connsiteY394" fmla="*/ 309467 h 3505200"/>
              <a:gd name="connsiteX395" fmla="*/ 2057591 w 3505200"/>
              <a:gd name="connsiteY395" fmla="*/ 309277 h 3505200"/>
              <a:gd name="connsiteX396" fmla="*/ 2061782 w 3505200"/>
              <a:gd name="connsiteY396" fmla="*/ 305086 h 3505200"/>
              <a:gd name="connsiteX397" fmla="*/ 2057591 w 3505200"/>
              <a:gd name="connsiteY397" fmla="*/ 300895 h 3505200"/>
              <a:gd name="connsiteX398" fmla="*/ 2053400 w 3505200"/>
              <a:gd name="connsiteY398" fmla="*/ 305086 h 3505200"/>
              <a:gd name="connsiteX399" fmla="*/ 2057591 w 3505200"/>
              <a:gd name="connsiteY399" fmla="*/ 309277 h 3505200"/>
              <a:gd name="connsiteX400" fmla="*/ 2133791 w 3505200"/>
              <a:gd name="connsiteY400" fmla="*/ 308991 h 3505200"/>
              <a:gd name="connsiteX401" fmla="*/ 2137791 w 3505200"/>
              <a:gd name="connsiteY401" fmla="*/ 304991 h 3505200"/>
              <a:gd name="connsiteX402" fmla="*/ 2133791 w 3505200"/>
              <a:gd name="connsiteY402" fmla="*/ 300990 h 3505200"/>
              <a:gd name="connsiteX403" fmla="*/ 2129790 w 3505200"/>
              <a:gd name="connsiteY403" fmla="*/ 304991 h 3505200"/>
              <a:gd name="connsiteX404" fmla="*/ 2133791 w 3505200"/>
              <a:gd name="connsiteY404" fmla="*/ 308991 h 3505200"/>
              <a:gd name="connsiteX405" fmla="*/ 2209991 w 3505200"/>
              <a:gd name="connsiteY405" fmla="*/ 308800 h 3505200"/>
              <a:gd name="connsiteX406" fmla="*/ 2213801 w 3505200"/>
              <a:gd name="connsiteY406" fmla="*/ 304991 h 3505200"/>
              <a:gd name="connsiteX407" fmla="*/ 2209991 w 3505200"/>
              <a:gd name="connsiteY407" fmla="*/ 301181 h 3505200"/>
              <a:gd name="connsiteX408" fmla="*/ 2206181 w 3505200"/>
              <a:gd name="connsiteY408" fmla="*/ 304991 h 3505200"/>
              <a:gd name="connsiteX409" fmla="*/ 2209991 w 3505200"/>
              <a:gd name="connsiteY409" fmla="*/ 308800 h 3505200"/>
              <a:gd name="connsiteX410" fmla="*/ 2286191 w 3505200"/>
              <a:gd name="connsiteY410" fmla="*/ 308420 h 3505200"/>
              <a:gd name="connsiteX411" fmla="*/ 2289524 w 3505200"/>
              <a:gd name="connsiteY411" fmla="*/ 305086 h 3505200"/>
              <a:gd name="connsiteX412" fmla="*/ 2286191 w 3505200"/>
              <a:gd name="connsiteY412" fmla="*/ 301657 h 3505200"/>
              <a:gd name="connsiteX413" fmla="*/ 2282857 w 3505200"/>
              <a:gd name="connsiteY413" fmla="*/ 305086 h 3505200"/>
              <a:gd name="connsiteX414" fmla="*/ 2286191 w 3505200"/>
              <a:gd name="connsiteY414" fmla="*/ 308420 h 3505200"/>
              <a:gd name="connsiteX415" fmla="*/ 2362391 w 3505200"/>
              <a:gd name="connsiteY415" fmla="*/ 307943 h 3505200"/>
              <a:gd name="connsiteX416" fmla="*/ 2365343 w 3505200"/>
              <a:gd name="connsiteY416" fmla="*/ 304991 h 3505200"/>
              <a:gd name="connsiteX417" fmla="*/ 2362391 w 3505200"/>
              <a:gd name="connsiteY417" fmla="*/ 302038 h 3505200"/>
              <a:gd name="connsiteX418" fmla="*/ 2359438 w 3505200"/>
              <a:gd name="connsiteY418" fmla="*/ 304991 h 3505200"/>
              <a:gd name="connsiteX419" fmla="*/ 2362391 w 3505200"/>
              <a:gd name="connsiteY419" fmla="*/ 307943 h 3505200"/>
              <a:gd name="connsiteX420" fmla="*/ 2438591 w 3505200"/>
              <a:gd name="connsiteY420" fmla="*/ 307562 h 3505200"/>
              <a:gd name="connsiteX421" fmla="*/ 2441162 w 3505200"/>
              <a:gd name="connsiteY421" fmla="*/ 304991 h 3505200"/>
              <a:gd name="connsiteX422" fmla="*/ 2438591 w 3505200"/>
              <a:gd name="connsiteY422" fmla="*/ 302419 h 3505200"/>
              <a:gd name="connsiteX423" fmla="*/ 2436019 w 3505200"/>
              <a:gd name="connsiteY423" fmla="*/ 304991 h 3505200"/>
              <a:gd name="connsiteX424" fmla="*/ 2438591 w 3505200"/>
              <a:gd name="connsiteY424" fmla="*/ 307562 h 3505200"/>
              <a:gd name="connsiteX425" fmla="*/ 2514791 w 3505200"/>
              <a:gd name="connsiteY425" fmla="*/ 306896 h 3505200"/>
              <a:gd name="connsiteX426" fmla="*/ 2516696 w 3505200"/>
              <a:gd name="connsiteY426" fmla="*/ 304991 h 3505200"/>
              <a:gd name="connsiteX427" fmla="*/ 2514791 w 3505200"/>
              <a:gd name="connsiteY427" fmla="*/ 303086 h 3505200"/>
              <a:gd name="connsiteX428" fmla="*/ 2512886 w 3505200"/>
              <a:gd name="connsiteY428" fmla="*/ 304991 h 3505200"/>
              <a:gd name="connsiteX429" fmla="*/ 2514791 w 3505200"/>
              <a:gd name="connsiteY429" fmla="*/ 306896 h 3505200"/>
              <a:gd name="connsiteX430" fmla="*/ 2590991 w 3505200"/>
              <a:gd name="connsiteY430" fmla="*/ 306324 h 3505200"/>
              <a:gd name="connsiteX431" fmla="*/ 2592229 w 3505200"/>
              <a:gd name="connsiteY431" fmla="*/ 305086 h 3505200"/>
              <a:gd name="connsiteX432" fmla="*/ 2590991 w 3505200"/>
              <a:gd name="connsiteY432" fmla="*/ 303848 h 3505200"/>
              <a:gd name="connsiteX433" fmla="*/ 2589753 w 3505200"/>
              <a:gd name="connsiteY433" fmla="*/ 305086 h 3505200"/>
              <a:gd name="connsiteX434" fmla="*/ 2590991 w 3505200"/>
              <a:gd name="connsiteY434" fmla="*/ 306324 h 3505200"/>
              <a:gd name="connsiteX435" fmla="*/ 2667191 w 3505200"/>
              <a:gd name="connsiteY435" fmla="*/ 305848 h 3505200"/>
              <a:gd name="connsiteX436" fmla="*/ 2668048 w 3505200"/>
              <a:gd name="connsiteY436" fmla="*/ 304991 h 3505200"/>
              <a:gd name="connsiteX437" fmla="*/ 2667191 w 3505200"/>
              <a:gd name="connsiteY437" fmla="*/ 304133 h 3505200"/>
              <a:gd name="connsiteX438" fmla="*/ 2666333 w 3505200"/>
              <a:gd name="connsiteY438" fmla="*/ 304991 h 3505200"/>
              <a:gd name="connsiteX439" fmla="*/ 2667191 w 3505200"/>
              <a:gd name="connsiteY439" fmla="*/ 305848 h 3505200"/>
              <a:gd name="connsiteX440" fmla="*/ 2743391 w 3505200"/>
              <a:gd name="connsiteY440" fmla="*/ 305181 h 3505200"/>
              <a:gd name="connsiteX441" fmla="*/ 2743581 w 3505200"/>
              <a:gd name="connsiteY441" fmla="*/ 304991 h 3505200"/>
              <a:gd name="connsiteX442" fmla="*/ 2743391 w 3505200"/>
              <a:gd name="connsiteY442" fmla="*/ 304800 h 3505200"/>
              <a:gd name="connsiteX443" fmla="*/ 2743200 w 3505200"/>
              <a:gd name="connsiteY443" fmla="*/ 304991 h 3505200"/>
              <a:gd name="connsiteX444" fmla="*/ 2743391 w 3505200"/>
              <a:gd name="connsiteY444" fmla="*/ 305181 h 3505200"/>
              <a:gd name="connsiteX445" fmla="*/ 685990 w 3505200"/>
              <a:gd name="connsiteY445" fmla="*/ 381667 h 3505200"/>
              <a:gd name="connsiteX446" fmla="*/ 686372 w 3505200"/>
              <a:gd name="connsiteY446" fmla="*/ 381286 h 3505200"/>
              <a:gd name="connsiteX447" fmla="*/ 685990 w 3505200"/>
              <a:gd name="connsiteY447" fmla="*/ 380905 h 3505200"/>
              <a:gd name="connsiteX448" fmla="*/ 685610 w 3505200"/>
              <a:gd name="connsiteY448" fmla="*/ 381286 h 3505200"/>
              <a:gd name="connsiteX449" fmla="*/ 685990 w 3505200"/>
              <a:gd name="connsiteY449" fmla="*/ 381667 h 3505200"/>
              <a:gd name="connsiteX450" fmla="*/ 762190 w 3505200"/>
              <a:gd name="connsiteY450" fmla="*/ 382238 h 3505200"/>
              <a:gd name="connsiteX451" fmla="*/ 763238 w 3505200"/>
              <a:gd name="connsiteY451" fmla="*/ 381191 h 3505200"/>
              <a:gd name="connsiteX452" fmla="*/ 762190 w 3505200"/>
              <a:gd name="connsiteY452" fmla="*/ 380143 h 3505200"/>
              <a:gd name="connsiteX453" fmla="*/ 761143 w 3505200"/>
              <a:gd name="connsiteY453" fmla="*/ 381191 h 3505200"/>
              <a:gd name="connsiteX454" fmla="*/ 762190 w 3505200"/>
              <a:gd name="connsiteY454" fmla="*/ 382238 h 3505200"/>
              <a:gd name="connsiteX455" fmla="*/ 838390 w 3505200"/>
              <a:gd name="connsiteY455" fmla="*/ 382905 h 3505200"/>
              <a:gd name="connsiteX456" fmla="*/ 840105 w 3505200"/>
              <a:gd name="connsiteY456" fmla="*/ 381191 h 3505200"/>
              <a:gd name="connsiteX457" fmla="*/ 838390 w 3505200"/>
              <a:gd name="connsiteY457" fmla="*/ 379476 h 3505200"/>
              <a:gd name="connsiteX458" fmla="*/ 836676 w 3505200"/>
              <a:gd name="connsiteY458" fmla="*/ 381191 h 3505200"/>
              <a:gd name="connsiteX459" fmla="*/ 838390 w 3505200"/>
              <a:gd name="connsiteY459" fmla="*/ 382905 h 3505200"/>
              <a:gd name="connsiteX460" fmla="*/ 914590 w 3505200"/>
              <a:gd name="connsiteY460" fmla="*/ 383572 h 3505200"/>
              <a:gd name="connsiteX461" fmla="*/ 916877 w 3505200"/>
              <a:gd name="connsiteY461" fmla="*/ 381286 h 3505200"/>
              <a:gd name="connsiteX462" fmla="*/ 914590 w 3505200"/>
              <a:gd name="connsiteY462" fmla="*/ 379000 h 3505200"/>
              <a:gd name="connsiteX463" fmla="*/ 912305 w 3505200"/>
              <a:gd name="connsiteY463" fmla="*/ 381286 h 3505200"/>
              <a:gd name="connsiteX464" fmla="*/ 914590 w 3505200"/>
              <a:gd name="connsiteY464" fmla="*/ 383572 h 3505200"/>
              <a:gd name="connsiteX465" fmla="*/ 990790 w 3505200"/>
              <a:gd name="connsiteY465" fmla="*/ 384143 h 3505200"/>
              <a:gd name="connsiteX466" fmla="*/ 993743 w 3505200"/>
              <a:gd name="connsiteY466" fmla="*/ 381191 h 3505200"/>
              <a:gd name="connsiteX467" fmla="*/ 990790 w 3505200"/>
              <a:gd name="connsiteY467" fmla="*/ 378238 h 3505200"/>
              <a:gd name="connsiteX468" fmla="*/ 987838 w 3505200"/>
              <a:gd name="connsiteY468" fmla="*/ 381191 h 3505200"/>
              <a:gd name="connsiteX469" fmla="*/ 990790 w 3505200"/>
              <a:gd name="connsiteY469" fmla="*/ 384143 h 3505200"/>
              <a:gd name="connsiteX470" fmla="*/ 1066991 w 3505200"/>
              <a:gd name="connsiteY470" fmla="*/ 384620 h 3505200"/>
              <a:gd name="connsiteX471" fmla="*/ 1070324 w 3505200"/>
              <a:gd name="connsiteY471" fmla="*/ 381286 h 3505200"/>
              <a:gd name="connsiteX472" fmla="*/ 1066991 w 3505200"/>
              <a:gd name="connsiteY472" fmla="*/ 377857 h 3505200"/>
              <a:gd name="connsiteX473" fmla="*/ 1063562 w 3505200"/>
              <a:gd name="connsiteY473" fmla="*/ 381286 h 3505200"/>
              <a:gd name="connsiteX474" fmla="*/ 1066991 w 3505200"/>
              <a:gd name="connsiteY474" fmla="*/ 384620 h 3505200"/>
              <a:gd name="connsiteX475" fmla="*/ 1143191 w 3505200"/>
              <a:gd name="connsiteY475" fmla="*/ 385191 h 3505200"/>
              <a:gd name="connsiteX476" fmla="*/ 1147191 w 3505200"/>
              <a:gd name="connsiteY476" fmla="*/ 381191 h 3505200"/>
              <a:gd name="connsiteX477" fmla="*/ 1143191 w 3505200"/>
              <a:gd name="connsiteY477" fmla="*/ 377190 h 3505200"/>
              <a:gd name="connsiteX478" fmla="*/ 1139190 w 3505200"/>
              <a:gd name="connsiteY478" fmla="*/ 381191 h 3505200"/>
              <a:gd name="connsiteX479" fmla="*/ 1143191 w 3505200"/>
              <a:gd name="connsiteY479" fmla="*/ 385191 h 3505200"/>
              <a:gd name="connsiteX480" fmla="*/ 1219391 w 3505200"/>
              <a:gd name="connsiteY480" fmla="*/ 385667 h 3505200"/>
              <a:gd name="connsiteX481" fmla="*/ 1223867 w 3505200"/>
              <a:gd name="connsiteY481" fmla="*/ 381191 h 3505200"/>
              <a:gd name="connsiteX482" fmla="*/ 1219391 w 3505200"/>
              <a:gd name="connsiteY482" fmla="*/ 376714 h 3505200"/>
              <a:gd name="connsiteX483" fmla="*/ 1214914 w 3505200"/>
              <a:gd name="connsiteY483" fmla="*/ 381191 h 3505200"/>
              <a:gd name="connsiteX484" fmla="*/ 1219391 w 3505200"/>
              <a:gd name="connsiteY484" fmla="*/ 385667 h 3505200"/>
              <a:gd name="connsiteX485" fmla="*/ 1295591 w 3505200"/>
              <a:gd name="connsiteY485" fmla="*/ 386048 h 3505200"/>
              <a:gd name="connsiteX486" fmla="*/ 1300448 w 3505200"/>
              <a:gd name="connsiteY486" fmla="*/ 381191 h 3505200"/>
              <a:gd name="connsiteX487" fmla="*/ 1295591 w 3505200"/>
              <a:gd name="connsiteY487" fmla="*/ 376333 h 3505200"/>
              <a:gd name="connsiteX488" fmla="*/ 1290733 w 3505200"/>
              <a:gd name="connsiteY488" fmla="*/ 381191 h 3505200"/>
              <a:gd name="connsiteX489" fmla="*/ 1295591 w 3505200"/>
              <a:gd name="connsiteY489" fmla="*/ 386048 h 3505200"/>
              <a:gd name="connsiteX490" fmla="*/ 1371791 w 3505200"/>
              <a:gd name="connsiteY490" fmla="*/ 386239 h 3505200"/>
              <a:gd name="connsiteX491" fmla="*/ 1376839 w 3505200"/>
              <a:gd name="connsiteY491" fmla="*/ 381191 h 3505200"/>
              <a:gd name="connsiteX492" fmla="*/ 1371791 w 3505200"/>
              <a:gd name="connsiteY492" fmla="*/ 376142 h 3505200"/>
              <a:gd name="connsiteX493" fmla="*/ 1366742 w 3505200"/>
              <a:gd name="connsiteY493" fmla="*/ 381191 h 3505200"/>
              <a:gd name="connsiteX494" fmla="*/ 1371791 w 3505200"/>
              <a:gd name="connsiteY494" fmla="*/ 386239 h 3505200"/>
              <a:gd name="connsiteX495" fmla="*/ 1447991 w 3505200"/>
              <a:gd name="connsiteY495" fmla="*/ 386715 h 3505200"/>
              <a:gd name="connsiteX496" fmla="*/ 1453515 w 3505200"/>
              <a:gd name="connsiteY496" fmla="*/ 381191 h 3505200"/>
              <a:gd name="connsiteX497" fmla="*/ 1447991 w 3505200"/>
              <a:gd name="connsiteY497" fmla="*/ 375666 h 3505200"/>
              <a:gd name="connsiteX498" fmla="*/ 1442466 w 3505200"/>
              <a:gd name="connsiteY498" fmla="*/ 381191 h 3505200"/>
              <a:gd name="connsiteX499" fmla="*/ 1447991 w 3505200"/>
              <a:gd name="connsiteY499" fmla="*/ 386715 h 3505200"/>
              <a:gd name="connsiteX500" fmla="*/ 1524191 w 3505200"/>
              <a:gd name="connsiteY500" fmla="*/ 386906 h 3505200"/>
              <a:gd name="connsiteX501" fmla="*/ 1529906 w 3505200"/>
              <a:gd name="connsiteY501" fmla="*/ 381191 h 3505200"/>
              <a:gd name="connsiteX502" fmla="*/ 1524191 w 3505200"/>
              <a:gd name="connsiteY502" fmla="*/ 375475 h 3505200"/>
              <a:gd name="connsiteX503" fmla="*/ 1518476 w 3505200"/>
              <a:gd name="connsiteY503" fmla="*/ 381191 h 3505200"/>
              <a:gd name="connsiteX504" fmla="*/ 1524191 w 3505200"/>
              <a:gd name="connsiteY504" fmla="*/ 386906 h 3505200"/>
              <a:gd name="connsiteX505" fmla="*/ 1600391 w 3505200"/>
              <a:gd name="connsiteY505" fmla="*/ 387096 h 3505200"/>
              <a:gd name="connsiteX506" fmla="*/ 1606296 w 3505200"/>
              <a:gd name="connsiteY506" fmla="*/ 381191 h 3505200"/>
              <a:gd name="connsiteX507" fmla="*/ 1600391 w 3505200"/>
              <a:gd name="connsiteY507" fmla="*/ 375285 h 3505200"/>
              <a:gd name="connsiteX508" fmla="*/ 1594485 w 3505200"/>
              <a:gd name="connsiteY508" fmla="*/ 381191 h 3505200"/>
              <a:gd name="connsiteX509" fmla="*/ 1600391 w 3505200"/>
              <a:gd name="connsiteY509" fmla="*/ 387096 h 3505200"/>
              <a:gd name="connsiteX510" fmla="*/ 1676591 w 3505200"/>
              <a:gd name="connsiteY510" fmla="*/ 387096 h 3505200"/>
              <a:gd name="connsiteX511" fmla="*/ 1682496 w 3505200"/>
              <a:gd name="connsiteY511" fmla="*/ 381191 h 3505200"/>
              <a:gd name="connsiteX512" fmla="*/ 1676591 w 3505200"/>
              <a:gd name="connsiteY512" fmla="*/ 375285 h 3505200"/>
              <a:gd name="connsiteX513" fmla="*/ 1670685 w 3505200"/>
              <a:gd name="connsiteY513" fmla="*/ 381191 h 3505200"/>
              <a:gd name="connsiteX514" fmla="*/ 1676591 w 3505200"/>
              <a:gd name="connsiteY514" fmla="*/ 387096 h 3505200"/>
              <a:gd name="connsiteX515" fmla="*/ 1752791 w 3505200"/>
              <a:gd name="connsiteY515" fmla="*/ 387096 h 3505200"/>
              <a:gd name="connsiteX516" fmla="*/ 1758696 w 3505200"/>
              <a:gd name="connsiteY516" fmla="*/ 381191 h 3505200"/>
              <a:gd name="connsiteX517" fmla="*/ 1752791 w 3505200"/>
              <a:gd name="connsiteY517" fmla="*/ 375285 h 3505200"/>
              <a:gd name="connsiteX518" fmla="*/ 1746885 w 3505200"/>
              <a:gd name="connsiteY518" fmla="*/ 381191 h 3505200"/>
              <a:gd name="connsiteX519" fmla="*/ 1752791 w 3505200"/>
              <a:gd name="connsiteY519" fmla="*/ 387096 h 3505200"/>
              <a:gd name="connsiteX520" fmla="*/ 1828991 w 3505200"/>
              <a:gd name="connsiteY520" fmla="*/ 387096 h 3505200"/>
              <a:gd name="connsiteX521" fmla="*/ 1834896 w 3505200"/>
              <a:gd name="connsiteY521" fmla="*/ 381191 h 3505200"/>
              <a:gd name="connsiteX522" fmla="*/ 1828991 w 3505200"/>
              <a:gd name="connsiteY522" fmla="*/ 375285 h 3505200"/>
              <a:gd name="connsiteX523" fmla="*/ 1823085 w 3505200"/>
              <a:gd name="connsiteY523" fmla="*/ 381191 h 3505200"/>
              <a:gd name="connsiteX524" fmla="*/ 1828991 w 3505200"/>
              <a:gd name="connsiteY524" fmla="*/ 387096 h 3505200"/>
              <a:gd name="connsiteX525" fmla="*/ 1905191 w 3505200"/>
              <a:gd name="connsiteY525" fmla="*/ 387096 h 3505200"/>
              <a:gd name="connsiteX526" fmla="*/ 1911096 w 3505200"/>
              <a:gd name="connsiteY526" fmla="*/ 381191 h 3505200"/>
              <a:gd name="connsiteX527" fmla="*/ 1905191 w 3505200"/>
              <a:gd name="connsiteY527" fmla="*/ 375285 h 3505200"/>
              <a:gd name="connsiteX528" fmla="*/ 1899285 w 3505200"/>
              <a:gd name="connsiteY528" fmla="*/ 381191 h 3505200"/>
              <a:gd name="connsiteX529" fmla="*/ 1905191 w 3505200"/>
              <a:gd name="connsiteY529" fmla="*/ 387096 h 3505200"/>
              <a:gd name="connsiteX530" fmla="*/ 1981391 w 3505200"/>
              <a:gd name="connsiteY530" fmla="*/ 386906 h 3505200"/>
              <a:gd name="connsiteX531" fmla="*/ 1987106 w 3505200"/>
              <a:gd name="connsiteY531" fmla="*/ 381191 h 3505200"/>
              <a:gd name="connsiteX532" fmla="*/ 1981391 w 3505200"/>
              <a:gd name="connsiteY532" fmla="*/ 375475 h 3505200"/>
              <a:gd name="connsiteX533" fmla="*/ 1975676 w 3505200"/>
              <a:gd name="connsiteY533" fmla="*/ 381191 h 3505200"/>
              <a:gd name="connsiteX534" fmla="*/ 1981391 w 3505200"/>
              <a:gd name="connsiteY534" fmla="*/ 386906 h 3505200"/>
              <a:gd name="connsiteX535" fmla="*/ 2057591 w 3505200"/>
              <a:gd name="connsiteY535" fmla="*/ 386715 h 3505200"/>
              <a:gd name="connsiteX536" fmla="*/ 2063115 w 3505200"/>
              <a:gd name="connsiteY536" fmla="*/ 381191 h 3505200"/>
              <a:gd name="connsiteX537" fmla="*/ 2057591 w 3505200"/>
              <a:gd name="connsiteY537" fmla="*/ 375666 h 3505200"/>
              <a:gd name="connsiteX538" fmla="*/ 2052066 w 3505200"/>
              <a:gd name="connsiteY538" fmla="*/ 381191 h 3505200"/>
              <a:gd name="connsiteX539" fmla="*/ 2057591 w 3505200"/>
              <a:gd name="connsiteY539" fmla="*/ 386715 h 3505200"/>
              <a:gd name="connsiteX540" fmla="*/ 2133791 w 3505200"/>
              <a:gd name="connsiteY540" fmla="*/ 386525 h 3505200"/>
              <a:gd name="connsiteX541" fmla="*/ 2139029 w 3505200"/>
              <a:gd name="connsiteY541" fmla="*/ 381286 h 3505200"/>
              <a:gd name="connsiteX542" fmla="*/ 2133791 w 3505200"/>
              <a:gd name="connsiteY542" fmla="*/ 376047 h 3505200"/>
              <a:gd name="connsiteX543" fmla="*/ 2128552 w 3505200"/>
              <a:gd name="connsiteY543" fmla="*/ 381286 h 3505200"/>
              <a:gd name="connsiteX544" fmla="*/ 2133791 w 3505200"/>
              <a:gd name="connsiteY544" fmla="*/ 386525 h 3505200"/>
              <a:gd name="connsiteX545" fmla="*/ 2209991 w 3505200"/>
              <a:gd name="connsiteY545" fmla="*/ 386048 h 3505200"/>
              <a:gd name="connsiteX546" fmla="*/ 2214848 w 3505200"/>
              <a:gd name="connsiteY546" fmla="*/ 381191 h 3505200"/>
              <a:gd name="connsiteX547" fmla="*/ 2209991 w 3505200"/>
              <a:gd name="connsiteY547" fmla="*/ 376333 h 3505200"/>
              <a:gd name="connsiteX548" fmla="*/ 2205133 w 3505200"/>
              <a:gd name="connsiteY548" fmla="*/ 381191 h 3505200"/>
              <a:gd name="connsiteX549" fmla="*/ 2209991 w 3505200"/>
              <a:gd name="connsiteY549" fmla="*/ 386048 h 3505200"/>
              <a:gd name="connsiteX550" fmla="*/ 2286191 w 3505200"/>
              <a:gd name="connsiteY550" fmla="*/ 385667 h 3505200"/>
              <a:gd name="connsiteX551" fmla="*/ 2290667 w 3505200"/>
              <a:gd name="connsiteY551" fmla="*/ 381191 h 3505200"/>
              <a:gd name="connsiteX552" fmla="*/ 2286191 w 3505200"/>
              <a:gd name="connsiteY552" fmla="*/ 376714 h 3505200"/>
              <a:gd name="connsiteX553" fmla="*/ 2281714 w 3505200"/>
              <a:gd name="connsiteY553" fmla="*/ 381191 h 3505200"/>
              <a:gd name="connsiteX554" fmla="*/ 2286191 w 3505200"/>
              <a:gd name="connsiteY554" fmla="*/ 385667 h 3505200"/>
              <a:gd name="connsiteX555" fmla="*/ 2362391 w 3505200"/>
              <a:gd name="connsiteY555" fmla="*/ 385191 h 3505200"/>
              <a:gd name="connsiteX556" fmla="*/ 2366391 w 3505200"/>
              <a:gd name="connsiteY556" fmla="*/ 381191 h 3505200"/>
              <a:gd name="connsiteX557" fmla="*/ 2362391 w 3505200"/>
              <a:gd name="connsiteY557" fmla="*/ 377190 h 3505200"/>
              <a:gd name="connsiteX558" fmla="*/ 2358390 w 3505200"/>
              <a:gd name="connsiteY558" fmla="*/ 381191 h 3505200"/>
              <a:gd name="connsiteX559" fmla="*/ 2362391 w 3505200"/>
              <a:gd name="connsiteY559" fmla="*/ 385191 h 3505200"/>
              <a:gd name="connsiteX560" fmla="*/ 2438591 w 3505200"/>
              <a:gd name="connsiteY560" fmla="*/ 384810 h 3505200"/>
              <a:gd name="connsiteX561" fmla="*/ 2442210 w 3505200"/>
              <a:gd name="connsiteY561" fmla="*/ 381191 h 3505200"/>
              <a:gd name="connsiteX562" fmla="*/ 2438591 w 3505200"/>
              <a:gd name="connsiteY562" fmla="*/ 377571 h 3505200"/>
              <a:gd name="connsiteX563" fmla="*/ 2434971 w 3505200"/>
              <a:gd name="connsiteY563" fmla="*/ 381191 h 3505200"/>
              <a:gd name="connsiteX564" fmla="*/ 2438591 w 3505200"/>
              <a:gd name="connsiteY564" fmla="*/ 384810 h 3505200"/>
              <a:gd name="connsiteX565" fmla="*/ 2514791 w 3505200"/>
              <a:gd name="connsiteY565" fmla="*/ 384143 h 3505200"/>
              <a:gd name="connsiteX566" fmla="*/ 2517743 w 3505200"/>
              <a:gd name="connsiteY566" fmla="*/ 381191 h 3505200"/>
              <a:gd name="connsiteX567" fmla="*/ 2514791 w 3505200"/>
              <a:gd name="connsiteY567" fmla="*/ 378238 h 3505200"/>
              <a:gd name="connsiteX568" fmla="*/ 2511838 w 3505200"/>
              <a:gd name="connsiteY568" fmla="*/ 381191 h 3505200"/>
              <a:gd name="connsiteX569" fmla="*/ 2514791 w 3505200"/>
              <a:gd name="connsiteY569" fmla="*/ 384143 h 3505200"/>
              <a:gd name="connsiteX570" fmla="*/ 2590991 w 3505200"/>
              <a:gd name="connsiteY570" fmla="*/ 383572 h 3505200"/>
              <a:gd name="connsiteX571" fmla="*/ 2593277 w 3505200"/>
              <a:gd name="connsiteY571" fmla="*/ 381286 h 3505200"/>
              <a:gd name="connsiteX572" fmla="*/ 2590991 w 3505200"/>
              <a:gd name="connsiteY572" fmla="*/ 379000 h 3505200"/>
              <a:gd name="connsiteX573" fmla="*/ 2588705 w 3505200"/>
              <a:gd name="connsiteY573" fmla="*/ 381286 h 3505200"/>
              <a:gd name="connsiteX574" fmla="*/ 2590991 w 3505200"/>
              <a:gd name="connsiteY574" fmla="*/ 383572 h 3505200"/>
              <a:gd name="connsiteX575" fmla="*/ 2667191 w 3505200"/>
              <a:gd name="connsiteY575" fmla="*/ 382905 h 3505200"/>
              <a:gd name="connsiteX576" fmla="*/ 2668905 w 3505200"/>
              <a:gd name="connsiteY576" fmla="*/ 381191 h 3505200"/>
              <a:gd name="connsiteX577" fmla="*/ 2667191 w 3505200"/>
              <a:gd name="connsiteY577" fmla="*/ 379476 h 3505200"/>
              <a:gd name="connsiteX578" fmla="*/ 2665476 w 3505200"/>
              <a:gd name="connsiteY578" fmla="*/ 381191 h 3505200"/>
              <a:gd name="connsiteX579" fmla="*/ 2667191 w 3505200"/>
              <a:gd name="connsiteY579" fmla="*/ 382905 h 3505200"/>
              <a:gd name="connsiteX580" fmla="*/ 2743391 w 3505200"/>
              <a:gd name="connsiteY580" fmla="*/ 382238 h 3505200"/>
              <a:gd name="connsiteX581" fmla="*/ 2744438 w 3505200"/>
              <a:gd name="connsiteY581" fmla="*/ 381191 h 3505200"/>
              <a:gd name="connsiteX582" fmla="*/ 2743391 w 3505200"/>
              <a:gd name="connsiteY582" fmla="*/ 380143 h 3505200"/>
              <a:gd name="connsiteX583" fmla="*/ 2742343 w 3505200"/>
              <a:gd name="connsiteY583" fmla="*/ 381191 h 3505200"/>
              <a:gd name="connsiteX584" fmla="*/ 2743391 w 3505200"/>
              <a:gd name="connsiteY584" fmla="*/ 382238 h 3505200"/>
              <a:gd name="connsiteX585" fmla="*/ 2819591 w 3505200"/>
              <a:gd name="connsiteY585" fmla="*/ 381667 h 3505200"/>
              <a:gd name="connsiteX586" fmla="*/ 2819972 w 3505200"/>
              <a:gd name="connsiteY586" fmla="*/ 381286 h 3505200"/>
              <a:gd name="connsiteX587" fmla="*/ 2819591 w 3505200"/>
              <a:gd name="connsiteY587" fmla="*/ 380905 h 3505200"/>
              <a:gd name="connsiteX588" fmla="*/ 2819210 w 3505200"/>
              <a:gd name="connsiteY588" fmla="*/ 381286 h 3505200"/>
              <a:gd name="connsiteX589" fmla="*/ 2819591 w 3505200"/>
              <a:gd name="connsiteY589" fmla="*/ 381667 h 3505200"/>
              <a:gd name="connsiteX590" fmla="*/ 609790 w 3505200"/>
              <a:gd name="connsiteY590" fmla="*/ 457867 h 3505200"/>
              <a:gd name="connsiteX591" fmla="*/ 610172 w 3505200"/>
              <a:gd name="connsiteY591" fmla="*/ 457486 h 3505200"/>
              <a:gd name="connsiteX592" fmla="*/ 609790 w 3505200"/>
              <a:gd name="connsiteY592" fmla="*/ 457105 h 3505200"/>
              <a:gd name="connsiteX593" fmla="*/ 609410 w 3505200"/>
              <a:gd name="connsiteY593" fmla="*/ 457486 h 3505200"/>
              <a:gd name="connsiteX594" fmla="*/ 609790 w 3505200"/>
              <a:gd name="connsiteY594" fmla="*/ 457867 h 3505200"/>
              <a:gd name="connsiteX595" fmla="*/ 685990 w 3505200"/>
              <a:gd name="connsiteY595" fmla="*/ 458724 h 3505200"/>
              <a:gd name="connsiteX596" fmla="*/ 687229 w 3505200"/>
              <a:gd name="connsiteY596" fmla="*/ 457486 h 3505200"/>
              <a:gd name="connsiteX597" fmla="*/ 685990 w 3505200"/>
              <a:gd name="connsiteY597" fmla="*/ 456248 h 3505200"/>
              <a:gd name="connsiteX598" fmla="*/ 684752 w 3505200"/>
              <a:gd name="connsiteY598" fmla="*/ 457486 h 3505200"/>
              <a:gd name="connsiteX599" fmla="*/ 685990 w 3505200"/>
              <a:gd name="connsiteY599" fmla="*/ 458724 h 3505200"/>
              <a:gd name="connsiteX600" fmla="*/ 762190 w 3505200"/>
              <a:gd name="connsiteY600" fmla="*/ 459296 h 3505200"/>
              <a:gd name="connsiteX601" fmla="*/ 764096 w 3505200"/>
              <a:gd name="connsiteY601" fmla="*/ 457391 h 3505200"/>
              <a:gd name="connsiteX602" fmla="*/ 762190 w 3505200"/>
              <a:gd name="connsiteY602" fmla="*/ 455486 h 3505200"/>
              <a:gd name="connsiteX603" fmla="*/ 760286 w 3505200"/>
              <a:gd name="connsiteY603" fmla="*/ 457391 h 3505200"/>
              <a:gd name="connsiteX604" fmla="*/ 762190 w 3505200"/>
              <a:gd name="connsiteY604" fmla="*/ 459296 h 3505200"/>
              <a:gd name="connsiteX605" fmla="*/ 838390 w 3505200"/>
              <a:gd name="connsiteY605" fmla="*/ 460153 h 3505200"/>
              <a:gd name="connsiteX606" fmla="*/ 841153 w 3505200"/>
              <a:gd name="connsiteY606" fmla="*/ 457391 h 3505200"/>
              <a:gd name="connsiteX607" fmla="*/ 838390 w 3505200"/>
              <a:gd name="connsiteY607" fmla="*/ 454628 h 3505200"/>
              <a:gd name="connsiteX608" fmla="*/ 835628 w 3505200"/>
              <a:gd name="connsiteY608" fmla="*/ 457391 h 3505200"/>
              <a:gd name="connsiteX609" fmla="*/ 838390 w 3505200"/>
              <a:gd name="connsiteY609" fmla="*/ 460153 h 3505200"/>
              <a:gd name="connsiteX610" fmla="*/ 914590 w 3505200"/>
              <a:gd name="connsiteY610" fmla="*/ 460820 h 3505200"/>
              <a:gd name="connsiteX611" fmla="*/ 917924 w 3505200"/>
              <a:gd name="connsiteY611" fmla="*/ 457486 h 3505200"/>
              <a:gd name="connsiteX612" fmla="*/ 914590 w 3505200"/>
              <a:gd name="connsiteY612" fmla="*/ 454057 h 3505200"/>
              <a:gd name="connsiteX613" fmla="*/ 911162 w 3505200"/>
              <a:gd name="connsiteY613" fmla="*/ 457486 h 3505200"/>
              <a:gd name="connsiteX614" fmla="*/ 914590 w 3505200"/>
              <a:gd name="connsiteY614" fmla="*/ 460820 h 3505200"/>
              <a:gd name="connsiteX615" fmla="*/ 990790 w 3505200"/>
              <a:gd name="connsiteY615" fmla="*/ 461391 h 3505200"/>
              <a:gd name="connsiteX616" fmla="*/ 994791 w 3505200"/>
              <a:gd name="connsiteY616" fmla="*/ 457391 h 3505200"/>
              <a:gd name="connsiteX617" fmla="*/ 990790 w 3505200"/>
              <a:gd name="connsiteY617" fmla="*/ 453390 h 3505200"/>
              <a:gd name="connsiteX618" fmla="*/ 986790 w 3505200"/>
              <a:gd name="connsiteY618" fmla="*/ 457391 h 3505200"/>
              <a:gd name="connsiteX619" fmla="*/ 990790 w 3505200"/>
              <a:gd name="connsiteY619" fmla="*/ 461391 h 3505200"/>
              <a:gd name="connsiteX620" fmla="*/ 1066991 w 3505200"/>
              <a:gd name="connsiteY620" fmla="*/ 461867 h 3505200"/>
              <a:gd name="connsiteX621" fmla="*/ 1071467 w 3505200"/>
              <a:gd name="connsiteY621" fmla="*/ 457391 h 3505200"/>
              <a:gd name="connsiteX622" fmla="*/ 1066991 w 3505200"/>
              <a:gd name="connsiteY622" fmla="*/ 452914 h 3505200"/>
              <a:gd name="connsiteX623" fmla="*/ 1062514 w 3505200"/>
              <a:gd name="connsiteY623" fmla="*/ 457391 h 3505200"/>
              <a:gd name="connsiteX624" fmla="*/ 1066991 w 3505200"/>
              <a:gd name="connsiteY624" fmla="*/ 461867 h 3505200"/>
              <a:gd name="connsiteX625" fmla="*/ 1143191 w 3505200"/>
              <a:gd name="connsiteY625" fmla="*/ 462439 h 3505200"/>
              <a:gd name="connsiteX626" fmla="*/ 1148239 w 3505200"/>
              <a:gd name="connsiteY626" fmla="*/ 457391 h 3505200"/>
              <a:gd name="connsiteX627" fmla="*/ 1143191 w 3505200"/>
              <a:gd name="connsiteY627" fmla="*/ 452342 h 3505200"/>
              <a:gd name="connsiteX628" fmla="*/ 1138142 w 3505200"/>
              <a:gd name="connsiteY628" fmla="*/ 457391 h 3505200"/>
              <a:gd name="connsiteX629" fmla="*/ 1143191 w 3505200"/>
              <a:gd name="connsiteY629" fmla="*/ 462439 h 3505200"/>
              <a:gd name="connsiteX630" fmla="*/ 1219391 w 3505200"/>
              <a:gd name="connsiteY630" fmla="*/ 462915 h 3505200"/>
              <a:gd name="connsiteX631" fmla="*/ 1224915 w 3505200"/>
              <a:gd name="connsiteY631" fmla="*/ 457391 h 3505200"/>
              <a:gd name="connsiteX632" fmla="*/ 1219391 w 3505200"/>
              <a:gd name="connsiteY632" fmla="*/ 451866 h 3505200"/>
              <a:gd name="connsiteX633" fmla="*/ 1213866 w 3505200"/>
              <a:gd name="connsiteY633" fmla="*/ 457391 h 3505200"/>
              <a:gd name="connsiteX634" fmla="*/ 1219391 w 3505200"/>
              <a:gd name="connsiteY634" fmla="*/ 462915 h 3505200"/>
              <a:gd name="connsiteX635" fmla="*/ 1295591 w 3505200"/>
              <a:gd name="connsiteY635" fmla="*/ 463296 h 3505200"/>
              <a:gd name="connsiteX636" fmla="*/ 1301496 w 3505200"/>
              <a:gd name="connsiteY636" fmla="*/ 457391 h 3505200"/>
              <a:gd name="connsiteX637" fmla="*/ 1295591 w 3505200"/>
              <a:gd name="connsiteY637" fmla="*/ 451485 h 3505200"/>
              <a:gd name="connsiteX638" fmla="*/ 1289685 w 3505200"/>
              <a:gd name="connsiteY638" fmla="*/ 457391 h 3505200"/>
              <a:gd name="connsiteX639" fmla="*/ 1295591 w 3505200"/>
              <a:gd name="connsiteY639" fmla="*/ 463296 h 3505200"/>
              <a:gd name="connsiteX640" fmla="*/ 1371791 w 3505200"/>
              <a:gd name="connsiteY640" fmla="*/ 463772 h 3505200"/>
              <a:gd name="connsiteX641" fmla="*/ 1378172 w 3505200"/>
              <a:gd name="connsiteY641" fmla="*/ 457391 h 3505200"/>
              <a:gd name="connsiteX642" fmla="*/ 1371791 w 3505200"/>
              <a:gd name="connsiteY642" fmla="*/ 451009 h 3505200"/>
              <a:gd name="connsiteX643" fmla="*/ 1365409 w 3505200"/>
              <a:gd name="connsiteY643" fmla="*/ 457391 h 3505200"/>
              <a:gd name="connsiteX644" fmla="*/ 1371791 w 3505200"/>
              <a:gd name="connsiteY644" fmla="*/ 463772 h 3505200"/>
              <a:gd name="connsiteX645" fmla="*/ 1447991 w 3505200"/>
              <a:gd name="connsiteY645" fmla="*/ 463963 h 3505200"/>
              <a:gd name="connsiteX646" fmla="*/ 1454563 w 3505200"/>
              <a:gd name="connsiteY646" fmla="*/ 457391 h 3505200"/>
              <a:gd name="connsiteX647" fmla="*/ 1447991 w 3505200"/>
              <a:gd name="connsiteY647" fmla="*/ 450818 h 3505200"/>
              <a:gd name="connsiteX648" fmla="*/ 1441418 w 3505200"/>
              <a:gd name="connsiteY648" fmla="*/ 457391 h 3505200"/>
              <a:gd name="connsiteX649" fmla="*/ 1447991 w 3505200"/>
              <a:gd name="connsiteY649" fmla="*/ 463963 h 3505200"/>
              <a:gd name="connsiteX650" fmla="*/ 1524191 w 3505200"/>
              <a:gd name="connsiteY650" fmla="*/ 464153 h 3505200"/>
              <a:gd name="connsiteX651" fmla="*/ 1530953 w 3505200"/>
              <a:gd name="connsiteY651" fmla="*/ 457391 h 3505200"/>
              <a:gd name="connsiteX652" fmla="*/ 1524191 w 3505200"/>
              <a:gd name="connsiteY652" fmla="*/ 450628 h 3505200"/>
              <a:gd name="connsiteX653" fmla="*/ 1517428 w 3505200"/>
              <a:gd name="connsiteY653" fmla="*/ 457391 h 3505200"/>
              <a:gd name="connsiteX654" fmla="*/ 1524191 w 3505200"/>
              <a:gd name="connsiteY654" fmla="*/ 464153 h 3505200"/>
              <a:gd name="connsiteX655" fmla="*/ 1600391 w 3505200"/>
              <a:gd name="connsiteY655" fmla="*/ 464344 h 3505200"/>
              <a:gd name="connsiteX656" fmla="*/ 1607344 w 3505200"/>
              <a:gd name="connsiteY656" fmla="*/ 457391 h 3505200"/>
              <a:gd name="connsiteX657" fmla="*/ 1600391 w 3505200"/>
              <a:gd name="connsiteY657" fmla="*/ 450437 h 3505200"/>
              <a:gd name="connsiteX658" fmla="*/ 1593437 w 3505200"/>
              <a:gd name="connsiteY658" fmla="*/ 457391 h 3505200"/>
              <a:gd name="connsiteX659" fmla="*/ 1600391 w 3505200"/>
              <a:gd name="connsiteY659" fmla="*/ 464344 h 3505200"/>
              <a:gd name="connsiteX660" fmla="*/ 1676591 w 3505200"/>
              <a:gd name="connsiteY660" fmla="*/ 464344 h 3505200"/>
              <a:gd name="connsiteX661" fmla="*/ 1683544 w 3505200"/>
              <a:gd name="connsiteY661" fmla="*/ 457391 h 3505200"/>
              <a:gd name="connsiteX662" fmla="*/ 1676591 w 3505200"/>
              <a:gd name="connsiteY662" fmla="*/ 450437 h 3505200"/>
              <a:gd name="connsiteX663" fmla="*/ 1669637 w 3505200"/>
              <a:gd name="connsiteY663" fmla="*/ 457391 h 3505200"/>
              <a:gd name="connsiteX664" fmla="*/ 1676591 w 3505200"/>
              <a:gd name="connsiteY664" fmla="*/ 464344 h 3505200"/>
              <a:gd name="connsiteX665" fmla="*/ 1752791 w 3505200"/>
              <a:gd name="connsiteY665" fmla="*/ 464630 h 3505200"/>
              <a:gd name="connsiteX666" fmla="*/ 1759934 w 3505200"/>
              <a:gd name="connsiteY666" fmla="*/ 457486 h 3505200"/>
              <a:gd name="connsiteX667" fmla="*/ 1752791 w 3505200"/>
              <a:gd name="connsiteY667" fmla="*/ 450342 h 3505200"/>
              <a:gd name="connsiteX668" fmla="*/ 1745647 w 3505200"/>
              <a:gd name="connsiteY668" fmla="*/ 457486 h 3505200"/>
              <a:gd name="connsiteX669" fmla="*/ 1752791 w 3505200"/>
              <a:gd name="connsiteY669" fmla="*/ 464630 h 3505200"/>
              <a:gd name="connsiteX670" fmla="*/ 1828991 w 3505200"/>
              <a:gd name="connsiteY670" fmla="*/ 464344 h 3505200"/>
              <a:gd name="connsiteX671" fmla="*/ 1835944 w 3505200"/>
              <a:gd name="connsiteY671" fmla="*/ 457391 h 3505200"/>
              <a:gd name="connsiteX672" fmla="*/ 1828991 w 3505200"/>
              <a:gd name="connsiteY672" fmla="*/ 450437 h 3505200"/>
              <a:gd name="connsiteX673" fmla="*/ 1822037 w 3505200"/>
              <a:gd name="connsiteY673" fmla="*/ 457391 h 3505200"/>
              <a:gd name="connsiteX674" fmla="*/ 1828991 w 3505200"/>
              <a:gd name="connsiteY674" fmla="*/ 464344 h 3505200"/>
              <a:gd name="connsiteX675" fmla="*/ 1905191 w 3505200"/>
              <a:gd name="connsiteY675" fmla="*/ 464344 h 3505200"/>
              <a:gd name="connsiteX676" fmla="*/ 1912144 w 3505200"/>
              <a:gd name="connsiteY676" fmla="*/ 457391 h 3505200"/>
              <a:gd name="connsiteX677" fmla="*/ 1905191 w 3505200"/>
              <a:gd name="connsiteY677" fmla="*/ 450437 h 3505200"/>
              <a:gd name="connsiteX678" fmla="*/ 1898237 w 3505200"/>
              <a:gd name="connsiteY678" fmla="*/ 457391 h 3505200"/>
              <a:gd name="connsiteX679" fmla="*/ 1905191 w 3505200"/>
              <a:gd name="connsiteY679" fmla="*/ 464344 h 3505200"/>
              <a:gd name="connsiteX680" fmla="*/ 1981391 w 3505200"/>
              <a:gd name="connsiteY680" fmla="*/ 464153 h 3505200"/>
              <a:gd name="connsiteX681" fmla="*/ 1988153 w 3505200"/>
              <a:gd name="connsiteY681" fmla="*/ 457391 h 3505200"/>
              <a:gd name="connsiteX682" fmla="*/ 1981391 w 3505200"/>
              <a:gd name="connsiteY682" fmla="*/ 450628 h 3505200"/>
              <a:gd name="connsiteX683" fmla="*/ 1974628 w 3505200"/>
              <a:gd name="connsiteY683" fmla="*/ 457391 h 3505200"/>
              <a:gd name="connsiteX684" fmla="*/ 1981391 w 3505200"/>
              <a:gd name="connsiteY684" fmla="*/ 464153 h 3505200"/>
              <a:gd name="connsiteX685" fmla="*/ 2057591 w 3505200"/>
              <a:gd name="connsiteY685" fmla="*/ 463963 h 3505200"/>
              <a:gd name="connsiteX686" fmla="*/ 2064163 w 3505200"/>
              <a:gd name="connsiteY686" fmla="*/ 457391 h 3505200"/>
              <a:gd name="connsiteX687" fmla="*/ 2057591 w 3505200"/>
              <a:gd name="connsiteY687" fmla="*/ 450818 h 3505200"/>
              <a:gd name="connsiteX688" fmla="*/ 2051018 w 3505200"/>
              <a:gd name="connsiteY688" fmla="*/ 457391 h 3505200"/>
              <a:gd name="connsiteX689" fmla="*/ 2057591 w 3505200"/>
              <a:gd name="connsiteY689" fmla="*/ 463963 h 3505200"/>
              <a:gd name="connsiteX690" fmla="*/ 2133791 w 3505200"/>
              <a:gd name="connsiteY690" fmla="*/ 463772 h 3505200"/>
              <a:gd name="connsiteX691" fmla="*/ 2140172 w 3505200"/>
              <a:gd name="connsiteY691" fmla="*/ 457391 h 3505200"/>
              <a:gd name="connsiteX692" fmla="*/ 2133791 w 3505200"/>
              <a:gd name="connsiteY692" fmla="*/ 451009 h 3505200"/>
              <a:gd name="connsiteX693" fmla="*/ 2127409 w 3505200"/>
              <a:gd name="connsiteY693" fmla="*/ 457391 h 3505200"/>
              <a:gd name="connsiteX694" fmla="*/ 2133791 w 3505200"/>
              <a:gd name="connsiteY694" fmla="*/ 463772 h 3505200"/>
              <a:gd name="connsiteX695" fmla="*/ 2209991 w 3505200"/>
              <a:gd name="connsiteY695" fmla="*/ 463296 h 3505200"/>
              <a:gd name="connsiteX696" fmla="*/ 2215896 w 3505200"/>
              <a:gd name="connsiteY696" fmla="*/ 457391 h 3505200"/>
              <a:gd name="connsiteX697" fmla="*/ 2209991 w 3505200"/>
              <a:gd name="connsiteY697" fmla="*/ 451485 h 3505200"/>
              <a:gd name="connsiteX698" fmla="*/ 2204085 w 3505200"/>
              <a:gd name="connsiteY698" fmla="*/ 457391 h 3505200"/>
              <a:gd name="connsiteX699" fmla="*/ 2209991 w 3505200"/>
              <a:gd name="connsiteY699" fmla="*/ 463296 h 3505200"/>
              <a:gd name="connsiteX700" fmla="*/ 2286191 w 3505200"/>
              <a:gd name="connsiteY700" fmla="*/ 462915 h 3505200"/>
              <a:gd name="connsiteX701" fmla="*/ 2291715 w 3505200"/>
              <a:gd name="connsiteY701" fmla="*/ 457391 h 3505200"/>
              <a:gd name="connsiteX702" fmla="*/ 2286191 w 3505200"/>
              <a:gd name="connsiteY702" fmla="*/ 451866 h 3505200"/>
              <a:gd name="connsiteX703" fmla="*/ 2280666 w 3505200"/>
              <a:gd name="connsiteY703" fmla="*/ 457391 h 3505200"/>
              <a:gd name="connsiteX704" fmla="*/ 2286191 w 3505200"/>
              <a:gd name="connsiteY704" fmla="*/ 462915 h 3505200"/>
              <a:gd name="connsiteX705" fmla="*/ 2362391 w 3505200"/>
              <a:gd name="connsiteY705" fmla="*/ 462439 h 3505200"/>
              <a:gd name="connsiteX706" fmla="*/ 2367439 w 3505200"/>
              <a:gd name="connsiteY706" fmla="*/ 457391 h 3505200"/>
              <a:gd name="connsiteX707" fmla="*/ 2362391 w 3505200"/>
              <a:gd name="connsiteY707" fmla="*/ 452342 h 3505200"/>
              <a:gd name="connsiteX708" fmla="*/ 2357342 w 3505200"/>
              <a:gd name="connsiteY708" fmla="*/ 457391 h 3505200"/>
              <a:gd name="connsiteX709" fmla="*/ 2362391 w 3505200"/>
              <a:gd name="connsiteY709" fmla="*/ 462439 h 3505200"/>
              <a:gd name="connsiteX710" fmla="*/ 2438591 w 3505200"/>
              <a:gd name="connsiteY710" fmla="*/ 461867 h 3505200"/>
              <a:gd name="connsiteX711" fmla="*/ 2443067 w 3505200"/>
              <a:gd name="connsiteY711" fmla="*/ 457391 h 3505200"/>
              <a:gd name="connsiteX712" fmla="*/ 2438591 w 3505200"/>
              <a:gd name="connsiteY712" fmla="*/ 452914 h 3505200"/>
              <a:gd name="connsiteX713" fmla="*/ 2434114 w 3505200"/>
              <a:gd name="connsiteY713" fmla="*/ 457391 h 3505200"/>
              <a:gd name="connsiteX714" fmla="*/ 2438591 w 3505200"/>
              <a:gd name="connsiteY714" fmla="*/ 461867 h 3505200"/>
              <a:gd name="connsiteX715" fmla="*/ 2514791 w 3505200"/>
              <a:gd name="connsiteY715" fmla="*/ 461391 h 3505200"/>
              <a:gd name="connsiteX716" fmla="*/ 2518791 w 3505200"/>
              <a:gd name="connsiteY716" fmla="*/ 457391 h 3505200"/>
              <a:gd name="connsiteX717" fmla="*/ 2514791 w 3505200"/>
              <a:gd name="connsiteY717" fmla="*/ 453390 h 3505200"/>
              <a:gd name="connsiteX718" fmla="*/ 2510790 w 3505200"/>
              <a:gd name="connsiteY718" fmla="*/ 457391 h 3505200"/>
              <a:gd name="connsiteX719" fmla="*/ 2514791 w 3505200"/>
              <a:gd name="connsiteY719" fmla="*/ 461391 h 3505200"/>
              <a:gd name="connsiteX720" fmla="*/ 2590991 w 3505200"/>
              <a:gd name="connsiteY720" fmla="*/ 460820 h 3505200"/>
              <a:gd name="connsiteX721" fmla="*/ 2594324 w 3505200"/>
              <a:gd name="connsiteY721" fmla="*/ 457486 h 3505200"/>
              <a:gd name="connsiteX722" fmla="*/ 2590991 w 3505200"/>
              <a:gd name="connsiteY722" fmla="*/ 454057 h 3505200"/>
              <a:gd name="connsiteX723" fmla="*/ 2587657 w 3505200"/>
              <a:gd name="connsiteY723" fmla="*/ 457486 h 3505200"/>
              <a:gd name="connsiteX724" fmla="*/ 2590991 w 3505200"/>
              <a:gd name="connsiteY724" fmla="*/ 460820 h 3505200"/>
              <a:gd name="connsiteX725" fmla="*/ 2667191 w 3505200"/>
              <a:gd name="connsiteY725" fmla="*/ 460153 h 3505200"/>
              <a:gd name="connsiteX726" fmla="*/ 2669953 w 3505200"/>
              <a:gd name="connsiteY726" fmla="*/ 457391 h 3505200"/>
              <a:gd name="connsiteX727" fmla="*/ 2667191 w 3505200"/>
              <a:gd name="connsiteY727" fmla="*/ 454628 h 3505200"/>
              <a:gd name="connsiteX728" fmla="*/ 2664428 w 3505200"/>
              <a:gd name="connsiteY728" fmla="*/ 457391 h 3505200"/>
              <a:gd name="connsiteX729" fmla="*/ 2667191 w 3505200"/>
              <a:gd name="connsiteY729" fmla="*/ 460153 h 3505200"/>
              <a:gd name="connsiteX730" fmla="*/ 2743391 w 3505200"/>
              <a:gd name="connsiteY730" fmla="*/ 459486 h 3505200"/>
              <a:gd name="connsiteX731" fmla="*/ 2745486 w 3505200"/>
              <a:gd name="connsiteY731" fmla="*/ 457391 h 3505200"/>
              <a:gd name="connsiteX732" fmla="*/ 2743391 w 3505200"/>
              <a:gd name="connsiteY732" fmla="*/ 455295 h 3505200"/>
              <a:gd name="connsiteX733" fmla="*/ 2741295 w 3505200"/>
              <a:gd name="connsiteY733" fmla="*/ 457391 h 3505200"/>
              <a:gd name="connsiteX734" fmla="*/ 2743391 w 3505200"/>
              <a:gd name="connsiteY734" fmla="*/ 459486 h 3505200"/>
              <a:gd name="connsiteX735" fmla="*/ 2819591 w 3505200"/>
              <a:gd name="connsiteY735" fmla="*/ 458724 h 3505200"/>
              <a:gd name="connsiteX736" fmla="*/ 2820829 w 3505200"/>
              <a:gd name="connsiteY736" fmla="*/ 457486 h 3505200"/>
              <a:gd name="connsiteX737" fmla="*/ 2819591 w 3505200"/>
              <a:gd name="connsiteY737" fmla="*/ 456248 h 3505200"/>
              <a:gd name="connsiteX738" fmla="*/ 2818353 w 3505200"/>
              <a:gd name="connsiteY738" fmla="*/ 457486 h 3505200"/>
              <a:gd name="connsiteX739" fmla="*/ 2819591 w 3505200"/>
              <a:gd name="connsiteY739" fmla="*/ 458724 h 3505200"/>
              <a:gd name="connsiteX740" fmla="*/ 2895791 w 3505200"/>
              <a:gd name="connsiteY740" fmla="*/ 458057 h 3505200"/>
              <a:gd name="connsiteX741" fmla="*/ 2896457 w 3505200"/>
              <a:gd name="connsiteY741" fmla="*/ 457391 h 3505200"/>
              <a:gd name="connsiteX742" fmla="*/ 2895791 w 3505200"/>
              <a:gd name="connsiteY742" fmla="*/ 456724 h 3505200"/>
              <a:gd name="connsiteX743" fmla="*/ 2895124 w 3505200"/>
              <a:gd name="connsiteY743" fmla="*/ 457391 h 3505200"/>
              <a:gd name="connsiteX744" fmla="*/ 2895791 w 3505200"/>
              <a:gd name="connsiteY744" fmla="*/ 458057 h 3505200"/>
              <a:gd name="connsiteX745" fmla="*/ 533591 w 3505200"/>
              <a:gd name="connsiteY745" fmla="*/ 534257 h 3505200"/>
              <a:gd name="connsiteX746" fmla="*/ 534257 w 3505200"/>
              <a:gd name="connsiteY746" fmla="*/ 533591 h 3505200"/>
              <a:gd name="connsiteX747" fmla="*/ 533591 w 3505200"/>
              <a:gd name="connsiteY747" fmla="*/ 532924 h 3505200"/>
              <a:gd name="connsiteX748" fmla="*/ 532924 w 3505200"/>
              <a:gd name="connsiteY748" fmla="*/ 533591 h 3505200"/>
              <a:gd name="connsiteX749" fmla="*/ 533591 w 3505200"/>
              <a:gd name="connsiteY749" fmla="*/ 534257 h 3505200"/>
              <a:gd name="connsiteX750" fmla="*/ 609790 w 3505200"/>
              <a:gd name="connsiteY750" fmla="*/ 534924 h 3505200"/>
              <a:gd name="connsiteX751" fmla="*/ 611029 w 3505200"/>
              <a:gd name="connsiteY751" fmla="*/ 533686 h 3505200"/>
              <a:gd name="connsiteX752" fmla="*/ 609790 w 3505200"/>
              <a:gd name="connsiteY752" fmla="*/ 532448 h 3505200"/>
              <a:gd name="connsiteX753" fmla="*/ 608552 w 3505200"/>
              <a:gd name="connsiteY753" fmla="*/ 533686 h 3505200"/>
              <a:gd name="connsiteX754" fmla="*/ 609790 w 3505200"/>
              <a:gd name="connsiteY754" fmla="*/ 534924 h 3505200"/>
              <a:gd name="connsiteX755" fmla="*/ 685990 w 3505200"/>
              <a:gd name="connsiteY755" fmla="*/ 535686 h 3505200"/>
              <a:gd name="connsiteX756" fmla="*/ 688086 w 3505200"/>
              <a:gd name="connsiteY756" fmla="*/ 533591 h 3505200"/>
              <a:gd name="connsiteX757" fmla="*/ 685990 w 3505200"/>
              <a:gd name="connsiteY757" fmla="*/ 531495 h 3505200"/>
              <a:gd name="connsiteX758" fmla="*/ 683895 w 3505200"/>
              <a:gd name="connsiteY758" fmla="*/ 533591 h 3505200"/>
              <a:gd name="connsiteX759" fmla="*/ 685990 w 3505200"/>
              <a:gd name="connsiteY759" fmla="*/ 535686 h 3505200"/>
              <a:gd name="connsiteX760" fmla="*/ 762190 w 3505200"/>
              <a:gd name="connsiteY760" fmla="*/ 536543 h 3505200"/>
              <a:gd name="connsiteX761" fmla="*/ 765143 w 3505200"/>
              <a:gd name="connsiteY761" fmla="*/ 533591 h 3505200"/>
              <a:gd name="connsiteX762" fmla="*/ 762190 w 3505200"/>
              <a:gd name="connsiteY762" fmla="*/ 530638 h 3505200"/>
              <a:gd name="connsiteX763" fmla="*/ 759238 w 3505200"/>
              <a:gd name="connsiteY763" fmla="*/ 533591 h 3505200"/>
              <a:gd name="connsiteX764" fmla="*/ 762190 w 3505200"/>
              <a:gd name="connsiteY764" fmla="*/ 536543 h 3505200"/>
              <a:gd name="connsiteX765" fmla="*/ 838390 w 3505200"/>
              <a:gd name="connsiteY765" fmla="*/ 537210 h 3505200"/>
              <a:gd name="connsiteX766" fmla="*/ 842010 w 3505200"/>
              <a:gd name="connsiteY766" fmla="*/ 533591 h 3505200"/>
              <a:gd name="connsiteX767" fmla="*/ 838390 w 3505200"/>
              <a:gd name="connsiteY767" fmla="*/ 529971 h 3505200"/>
              <a:gd name="connsiteX768" fmla="*/ 834771 w 3505200"/>
              <a:gd name="connsiteY768" fmla="*/ 533591 h 3505200"/>
              <a:gd name="connsiteX769" fmla="*/ 838390 w 3505200"/>
              <a:gd name="connsiteY769" fmla="*/ 537210 h 3505200"/>
              <a:gd name="connsiteX770" fmla="*/ 914590 w 3505200"/>
              <a:gd name="connsiteY770" fmla="*/ 537877 h 3505200"/>
              <a:gd name="connsiteX771" fmla="*/ 918782 w 3505200"/>
              <a:gd name="connsiteY771" fmla="*/ 533686 h 3505200"/>
              <a:gd name="connsiteX772" fmla="*/ 914590 w 3505200"/>
              <a:gd name="connsiteY772" fmla="*/ 529495 h 3505200"/>
              <a:gd name="connsiteX773" fmla="*/ 910400 w 3505200"/>
              <a:gd name="connsiteY773" fmla="*/ 533686 h 3505200"/>
              <a:gd name="connsiteX774" fmla="*/ 914590 w 3505200"/>
              <a:gd name="connsiteY774" fmla="*/ 537877 h 3505200"/>
              <a:gd name="connsiteX775" fmla="*/ 990790 w 3505200"/>
              <a:gd name="connsiteY775" fmla="*/ 538448 h 3505200"/>
              <a:gd name="connsiteX776" fmla="*/ 995648 w 3505200"/>
              <a:gd name="connsiteY776" fmla="*/ 533591 h 3505200"/>
              <a:gd name="connsiteX777" fmla="*/ 990790 w 3505200"/>
              <a:gd name="connsiteY777" fmla="*/ 528733 h 3505200"/>
              <a:gd name="connsiteX778" fmla="*/ 985933 w 3505200"/>
              <a:gd name="connsiteY778" fmla="*/ 533591 h 3505200"/>
              <a:gd name="connsiteX779" fmla="*/ 990790 w 3505200"/>
              <a:gd name="connsiteY779" fmla="*/ 538448 h 3505200"/>
              <a:gd name="connsiteX780" fmla="*/ 1066991 w 3505200"/>
              <a:gd name="connsiteY780" fmla="*/ 539115 h 3505200"/>
              <a:gd name="connsiteX781" fmla="*/ 1072515 w 3505200"/>
              <a:gd name="connsiteY781" fmla="*/ 533591 h 3505200"/>
              <a:gd name="connsiteX782" fmla="*/ 1066991 w 3505200"/>
              <a:gd name="connsiteY782" fmla="*/ 528066 h 3505200"/>
              <a:gd name="connsiteX783" fmla="*/ 1061466 w 3505200"/>
              <a:gd name="connsiteY783" fmla="*/ 533591 h 3505200"/>
              <a:gd name="connsiteX784" fmla="*/ 1066991 w 3505200"/>
              <a:gd name="connsiteY784" fmla="*/ 539115 h 3505200"/>
              <a:gd name="connsiteX785" fmla="*/ 1143191 w 3505200"/>
              <a:gd name="connsiteY785" fmla="*/ 539782 h 3505200"/>
              <a:gd name="connsiteX786" fmla="*/ 1149287 w 3505200"/>
              <a:gd name="connsiteY786" fmla="*/ 533686 h 3505200"/>
              <a:gd name="connsiteX787" fmla="*/ 1143191 w 3505200"/>
              <a:gd name="connsiteY787" fmla="*/ 527590 h 3505200"/>
              <a:gd name="connsiteX788" fmla="*/ 1137095 w 3505200"/>
              <a:gd name="connsiteY788" fmla="*/ 533686 h 3505200"/>
              <a:gd name="connsiteX789" fmla="*/ 1143191 w 3505200"/>
              <a:gd name="connsiteY789" fmla="*/ 539782 h 3505200"/>
              <a:gd name="connsiteX790" fmla="*/ 1219391 w 3505200"/>
              <a:gd name="connsiteY790" fmla="*/ 540163 h 3505200"/>
              <a:gd name="connsiteX791" fmla="*/ 1225963 w 3505200"/>
              <a:gd name="connsiteY791" fmla="*/ 533591 h 3505200"/>
              <a:gd name="connsiteX792" fmla="*/ 1219391 w 3505200"/>
              <a:gd name="connsiteY792" fmla="*/ 527018 h 3505200"/>
              <a:gd name="connsiteX793" fmla="*/ 1212818 w 3505200"/>
              <a:gd name="connsiteY793" fmla="*/ 533591 h 3505200"/>
              <a:gd name="connsiteX794" fmla="*/ 1219391 w 3505200"/>
              <a:gd name="connsiteY794" fmla="*/ 540163 h 3505200"/>
              <a:gd name="connsiteX795" fmla="*/ 1295591 w 3505200"/>
              <a:gd name="connsiteY795" fmla="*/ 540544 h 3505200"/>
              <a:gd name="connsiteX796" fmla="*/ 1302544 w 3505200"/>
              <a:gd name="connsiteY796" fmla="*/ 533591 h 3505200"/>
              <a:gd name="connsiteX797" fmla="*/ 1295591 w 3505200"/>
              <a:gd name="connsiteY797" fmla="*/ 526637 h 3505200"/>
              <a:gd name="connsiteX798" fmla="*/ 1288637 w 3505200"/>
              <a:gd name="connsiteY798" fmla="*/ 533591 h 3505200"/>
              <a:gd name="connsiteX799" fmla="*/ 1295591 w 3505200"/>
              <a:gd name="connsiteY799" fmla="*/ 540544 h 3505200"/>
              <a:gd name="connsiteX800" fmla="*/ 1371791 w 3505200"/>
              <a:gd name="connsiteY800" fmla="*/ 541020 h 3505200"/>
              <a:gd name="connsiteX801" fmla="*/ 1379220 w 3505200"/>
              <a:gd name="connsiteY801" fmla="*/ 533591 h 3505200"/>
              <a:gd name="connsiteX802" fmla="*/ 1371791 w 3505200"/>
              <a:gd name="connsiteY802" fmla="*/ 526161 h 3505200"/>
              <a:gd name="connsiteX803" fmla="*/ 1364361 w 3505200"/>
              <a:gd name="connsiteY803" fmla="*/ 533591 h 3505200"/>
              <a:gd name="connsiteX804" fmla="*/ 1371791 w 3505200"/>
              <a:gd name="connsiteY804" fmla="*/ 541020 h 3505200"/>
              <a:gd name="connsiteX805" fmla="*/ 1447991 w 3505200"/>
              <a:gd name="connsiteY805" fmla="*/ 541401 h 3505200"/>
              <a:gd name="connsiteX806" fmla="*/ 1455801 w 3505200"/>
              <a:gd name="connsiteY806" fmla="*/ 533591 h 3505200"/>
              <a:gd name="connsiteX807" fmla="*/ 1447991 w 3505200"/>
              <a:gd name="connsiteY807" fmla="*/ 525780 h 3505200"/>
              <a:gd name="connsiteX808" fmla="*/ 1440180 w 3505200"/>
              <a:gd name="connsiteY808" fmla="*/ 533591 h 3505200"/>
              <a:gd name="connsiteX809" fmla="*/ 1447991 w 3505200"/>
              <a:gd name="connsiteY809" fmla="*/ 541401 h 3505200"/>
              <a:gd name="connsiteX810" fmla="*/ 1524191 w 3505200"/>
              <a:gd name="connsiteY810" fmla="*/ 541687 h 3505200"/>
              <a:gd name="connsiteX811" fmla="*/ 1532192 w 3505200"/>
              <a:gd name="connsiteY811" fmla="*/ 533686 h 3505200"/>
              <a:gd name="connsiteX812" fmla="*/ 1524191 w 3505200"/>
              <a:gd name="connsiteY812" fmla="*/ 525685 h 3505200"/>
              <a:gd name="connsiteX813" fmla="*/ 1516189 w 3505200"/>
              <a:gd name="connsiteY813" fmla="*/ 533686 h 3505200"/>
              <a:gd name="connsiteX814" fmla="*/ 1524191 w 3505200"/>
              <a:gd name="connsiteY814" fmla="*/ 541687 h 3505200"/>
              <a:gd name="connsiteX815" fmla="*/ 1600391 w 3505200"/>
              <a:gd name="connsiteY815" fmla="*/ 541687 h 3505200"/>
              <a:gd name="connsiteX816" fmla="*/ 1608392 w 3505200"/>
              <a:gd name="connsiteY816" fmla="*/ 533686 h 3505200"/>
              <a:gd name="connsiteX817" fmla="*/ 1600391 w 3505200"/>
              <a:gd name="connsiteY817" fmla="*/ 525685 h 3505200"/>
              <a:gd name="connsiteX818" fmla="*/ 1592389 w 3505200"/>
              <a:gd name="connsiteY818" fmla="*/ 533686 h 3505200"/>
              <a:gd name="connsiteX819" fmla="*/ 1600391 w 3505200"/>
              <a:gd name="connsiteY819" fmla="*/ 541687 h 3505200"/>
              <a:gd name="connsiteX820" fmla="*/ 1676591 w 3505200"/>
              <a:gd name="connsiteY820" fmla="*/ 541877 h 3505200"/>
              <a:gd name="connsiteX821" fmla="*/ 1684877 w 3505200"/>
              <a:gd name="connsiteY821" fmla="*/ 533591 h 3505200"/>
              <a:gd name="connsiteX822" fmla="*/ 1676591 w 3505200"/>
              <a:gd name="connsiteY822" fmla="*/ 525304 h 3505200"/>
              <a:gd name="connsiteX823" fmla="*/ 1668304 w 3505200"/>
              <a:gd name="connsiteY823" fmla="*/ 533591 h 3505200"/>
              <a:gd name="connsiteX824" fmla="*/ 1676591 w 3505200"/>
              <a:gd name="connsiteY824" fmla="*/ 541877 h 3505200"/>
              <a:gd name="connsiteX825" fmla="*/ 1752791 w 3505200"/>
              <a:gd name="connsiteY825" fmla="*/ 541877 h 3505200"/>
              <a:gd name="connsiteX826" fmla="*/ 1761077 w 3505200"/>
              <a:gd name="connsiteY826" fmla="*/ 533591 h 3505200"/>
              <a:gd name="connsiteX827" fmla="*/ 1752791 w 3505200"/>
              <a:gd name="connsiteY827" fmla="*/ 525304 h 3505200"/>
              <a:gd name="connsiteX828" fmla="*/ 1744504 w 3505200"/>
              <a:gd name="connsiteY828" fmla="*/ 533591 h 3505200"/>
              <a:gd name="connsiteX829" fmla="*/ 1752791 w 3505200"/>
              <a:gd name="connsiteY829" fmla="*/ 541877 h 3505200"/>
              <a:gd name="connsiteX830" fmla="*/ 1828991 w 3505200"/>
              <a:gd name="connsiteY830" fmla="*/ 541877 h 3505200"/>
              <a:gd name="connsiteX831" fmla="*/ 1837277 w 3505200"/>
              <a:gd name="connsiteY831" fmla="*/ 533591 h 3505200"/>
              <a:gd name="connsiteX832" fmla="*/ 1828991 w 3505200"/>
              <a:gd name="connsiteY832" fmla="*/ 525304 h 3505200"/>
              <a:gd name="connsiteX833" fmla="*/ 1820704 w 3505200"/>
              <a:gd name="connsiteY833" fmla="*/ 533591 h 3505200"/>
              <a:gd name="connsiteX834" fmla="*/ 1828991 w 3505200"/>
              <a:gd name="connsiteY834" fmla="*/ 541877 h 3505200"/>
              <a:gd name="connsiteX835" fmla="*/ 1905191 w 3505200"/>
              <a:gd name="connsiteY835" fmla="*/ 541687 h 3505200"/>
              <a:gd name="connsiteX836" fmla="*/ 1913192 w 3505200"/>
              <a:gd name="connsiteY836" fmla="*/ 533686 h 3505200"/>
              <a:gd name="connsiteX837" fmla="*/ 1905191 w 3505200"/>
              <a:gd name="connsiteY837" fmla="*/ 525685 h 3505200"/>
              <a:gd name="connsiteX838" fmla="*/ 1897189 w 3505200"/>
              <a:gd name="connsiteY838" fmla="*/ 533686 h 3505200"/>
              <a:gd name="connsiteX839" fmla="*/ 1905191 w 3505200"/>
              <a:gd name="connsiteY839" fmla="*/ 541687 h 3505200"/>
              <a:gd name="connsiteX840" fmla="*/ 1981391 w 3505200"/>
              <a:gd name="connsiteY840" fmla="*/ 541687 h 3505200"/>
              <a:gd name="connsiteX841" fmla="*/ 1989392 w 3505200"/>
              <a:gd name="connsiteY841" fmla="*/ 533686 h 3505200"/>
              <a:gd name="connsiteX842" fmla="*/ 1981391 w 3505200"/>
              <a:gd name="connsiteY842" fmla="*/ 525685 h 3505200"/>
              <a:gd name="connsiteX843" fmla="*/ 1973389 w 3505200"/>
              <a:gd name="connsiteY843" fmla="*/ 533686 h 3505200"/>
              <a:gd name="connsiteX844" fmla="*/ 1981391 w 3505200"/>
              <a:gd name="connsiteY844" fmla="*/ 541687 h 3505200"/>
              <a:gd name="connsiteX845" fmla="*/ 2057591 w 3505200"/>
              <a:gd name="connsiteY845" fmla="*/ 541401 h 3505200"/>
              <a:gd name="connsiteX846" fmla="*/ 2065401 w 3505200"/>
              <a:gd name="connsiteY846" fmla="*/ 533591 h 3505200"/>
              <a:gd name="connsiteX847" fmla="*/ 2057591 w 3505200"/>
              <a:gd name="connsiteY847" fmla="*/ 525780 h 3505200"/>
              <a:gd name="connsiteX848" fmla="*/ 2049780 w 3505200"/>
              <a:gd name="connsiteY848" fmla="*/ 533591 h 3505200"/>
              <a:gd name="connsiteX849" fmla="*/ 2057591 w 3505200"/>
              <a:gd name="connsiteY849" fmla="*/ 541401 h 3505200"/>
              <a:gd name="connsiteX850" fmla="*/ 2133791 w 3505200"/>
              <a:gd name="connsiteY850" fmla="*/ 541020 h 3505200"/>
              <a:gd name="connsiteX851" fmla="*/ 2141220 w 3505200"/>
              <a:gd name="connsiteY851" fmla="*/ 533591 h 3505200"/>
              <a:gd name="connsiteX852" fmla="*/ 2133791 w 3505200"/>
              <a:gd name="connsiteY852" fmla="*/ 526161 h 3505200"/>
              <a:gd name="connsiteX853" fmla="*/ 2126361 w 3505200"/>
              <a:gd name="connsiteY853" fmla="*/ 533591 h 3505200"/>
              <a:gd name="connsiteX854" fmla="*/ 2133791 w 3505200"/>
              <a:gd name="connsiteY854" fmla="*/ 541020 h 3505200"/>
              <a:gd name="connsiteX855" fmla="*/ 2209991 w 3505200"/>
              <a:gd name="connsiteY855" fmla="*/ 540544 h 3505200"/>
              <a:gd name="connsiteX856" fmla="*/ 2216944 w 3505200"/>
              <a:gd name="connsiteY856" fmla="*/ 533591 h 3505200"/>
              <a:gd name="connsiteX857" fmla="*/ 2209991 w 3505200"/>
              <a:gd name="connsiteY857" fmla="*/ 526637 h 3505200"/>
              <a:gd name="connsiteX858" fmla="*/ 2203037 w 3505200"/>
              <a:gd name="connsiteY858" fmla="*/ 533591 h 3505200"/>
              <a:gd name="connsiteX859" fmla="*/ 2209991 w 3505200"/>
              <a:gd name="connsiteY859" fmla="*/ 540544 h 3505200"/>
              <a:gd name="connsiteX860" fmla="*/ 2286191 w 3505200"/>
              <a:gd name="connsiteY860" fmla="*/ 540163 h 3505200"/>
              <a:gd name="connsiteX861" fmla="*/ 2292763 w 3505200"/>
              <a:gd name="connsiteY861" fmla="*/ 533591 h 3505200"/>
              <a:gd name="connsiteX862" fmla="*/ 2286191 w 3505200"/>
              <a:gd name="connsiteY862" fmla="*/ 527018 h 3505200"/>
              <a:gd name="connsiteX863" fmla="*/ 2279618 w 3505200"/>
              <a:gd name="connsiteY863" fmla="*/ 533591 h 3505200"/>
              <a:gd name="connsiteX864" fmla="*/ 2286191 w 3505200"/>
              <a:gd name="connsiteY864" fmla="*/ 540163 h 3505200"/>
              <a:gd name="connsiteX865" fmla="*/ 2362391 w 3505200"/>
              <a:gd name="connsiteY865" fmla="*/ 539782 h 3505200"/>
              <a:gd name="connsiteX866" fmla="*/ 2368487 w 3505200"/>
              <a:gd name="connsiteY866" fmla="*/ 533686 h 3505200"/>
              <a:gd name="connsiteX867" fmla="*/ 2362391 w 3505200"/>
              <a:gd name="connsiteY867" fmla="*/ 527590 h 3505200"/>
              <a:gd name="connsiteX868" fmla="*/ 2356295 w 3505200"/>
              <a:gd name="connsiteY868" fmla="*/ 533686 h 3505200"/>
              <a:gd name="connsiteX869" fmla="*/ 2362391 w 3505200"/>
              <a:gd name="connsiteY869" fmla="*/ 539782 h 3505200"/>
              <a:gd name="connsiteX870" fmla="*/ 2438591 w 3505200"/>
              <a:gd name="connsiteY870" fmla="*/ 539115 h 3505200"/>
              <a:gd name="connsiteX871" fmla="*/ 2444115 w 3505200"/>
              <a:gd name="connsiteY871" fmla="*/ 533591 h 3505200"/>
              <a:gd name="connsiteX872" fmla="*/ 2438591 w 3505200"/>
              <a:gd name="connsiteY872" fmla="*/ 528066 h 3505200"/>
              <a:gd name="connsiteX873" fmla="*/ 2433066 w 3505200"/>
              <a:gd name="connsiteY873" fmla="*/ 533591 h 3505200"/>
              <a:gd name="connsiteX874" fmla="*/ 2438591 w 3505200"/>
              <a:gd name="connsiteY874" fmla="*/ 539115 h 3505200"/>
              <a:gd name="connsiteX875" fmla="*/ 2514791 w 3505200"/>
              <a:gd name="connsiteY875" fmla="*/ 538639 h 3505200"/>
              <a:gd name="connsiteX876" fmla="*/ 2519839 w 3505200"/>
              <a:gd name="connsiteY876" fmla="*/ 533591 h 3505200"/>
              <a:gd name="connsiteX877" fmla="*/ 2514791 w 3505200"/>
              <a:gd name="connsiteY877" fmla="*/ 528542 h 3505200"/>
              <a:gd name="connsiteX878" fmla="*/ 2509742 w 3505200"/>
              <a:gd name="connsiteY878" fmla="*/ 533591 h 3505200"/>
              <a:gd name="connsiteX879" fmla="*/ 2514791 w 3505200"/>
              <a:gd name="connsiteY879" fmla="*/ 538639 h 3505200"/>
              <a:gd name="connsiteX880" fmla="*/ 2590991 w 3505200"/>
              <a:gd name="connsiteY880" fmla="*/ 538067 h 3505200"/>
              <a:gd name="connsiteX881" fmla="*/ 2595467 w 3505200"/>
              <a:gd name="connsiteY881" fmla="*/ 533591 h 3505200"/>
              <a:gd name="connsiteX882" fmla="*/ 2590991 w 3505200"/>
              <a:gd name="connsiteY882" fmla="*/ 529114 h 3505200"/>
              <a:gd name="connsiteX883" fmla="*/ 2586514 w 3505200"/>
              <a:gd name="connsiteY883" fmla="*/ 533591 h 3505200"/>
              <a:gd name="connsiteX884" fmla="*/ 2590991 w 3505200"/>
              <a:gd name="connsiteY884" fmla="*/ 538067 h 3505200"/>
              <a:gd name="connsiteX885" fmla="*/ 2667191 w 3505200"/>
              <a:gd name="connsiteY885" fmla="*/ 537210 h 3505200"/>
              <a:gd name="connsiteX886" fmla="*/ 2670810 w 3505200"/>
              <a:gd name="connsiteY886" fmla="*/ 533591 h 3505200"/>
              <a:gd name="connsiteX887" fmla="*/ 2667191 w 3505200"/>
              <a:gd name="connsiteY887" fmla="*/ 529971 h 3505200"/>
              <a:gd name="connsiteX888" fmla="*/ 2663571 w 3505200"/>
              <a:gd name="connsiteY888" fmla="*/ 533591 h 3505200"/>
              <a:gd name="connsiteX889" fmla="*/ 2667191 w 3505200"/>
              <a:gd name="connsiteY889" fmla="*/ 537210 h 3505200"/>
              <a:gd name="connsiteX890" fmla="*/ 2743391 w 3505200"/>
              <a:gd name="connsiteY890" fmla="*/ 536543 h 3505200"/>
              <a:gd name="connsiteX891" fmla="*/ 2746343 w 3505200"/>
              <a:gd name="connsiteY891" fmla="*/ 533591 h 3505200"/>
              <a:gd name="connsiteX892" fmla="*/ 2743391 w 3505200"/>
              <a:gd name="connsiteY892" fmla="*/ 530638 h 3505200"/>
              <a:gd name="connsiteX893" fmla="*/ 2740438 w 3505200"/>
              <a:gd name="connsiteY893" fmla="*/ 533591 h 3505200"/>
              <a:gd name="connsiteX894" fmla="*/ 2743391 w 3505200"/>
              <a:gd name="connsiteY894" fmla="*/ 536543 h 3505200"/>
              <a:gd name="connsiteX895" fmla="*/ 2819591 w 3505200"/>
              <a:gd name="connsiteY895" fmla="*/ 535686 h 3505200"/>
              <a:gd name="connsiteX896" fmla="*/ 2821686 w 3505200"/>
              <a:gd name="connsiteY896" fmla="*/ 533591 h 3505200"/>
              <a:gd name="connsiteX897" fmla="*/ 2819591 w 3505200"/>
              <a:gd name="connsiteY897" fmla="*/ 531495 h 3505200"/>
              <a:gd name="connsiteX898" fmla="*/ 2817495 w 3505200"/>
              <a:gd name="connsiteY898" fmla="*/ 533591 h 3505200"/>
              <a:gd name="connsiteX899" fmla="*/ 2819591 w 3505200"/>
              <a:gd name="connsiteY899" fmla="*/ 535686 h 3505200"/>
              <a:gd name="connsiteX900" fmla="*/ 2895791 w 3505200"/>
              <a:gd name="connsiteY900" fmla="*/ 535115 h 3505200"/>
              <a:gd name="connsiteX901" fmla="*/ 2897315 w 3505200"/>
              <a:gd name="connsiteY901" fmla="*/ 533591 h 3505200"/>
              <a:gd name="connsiteX902" fmla="*/ 2895791 w 3505200"/>
              <a:gd name="connsiteY902" fmla="*/ 532067 h 3505200"/>
              <a:gd name="connsiteX903" fmla="*/ 2894266 w 3505200"/>
              <a:gd name="connsiteY903" fmla="*/ 533591 h 3505200"/>
              <a:gd name="connsiteX904" fmla="*/ 2895791 w 3505200"/>
              <a:gd name="connsiteY904" fmla="*/ 535115 h 3505200"/>
              <a:gd name="connsiteX905" fmla="*/ 2971991 w 3505200"/>
              <a:gd name="connsiteY905" fmla="*/ 534257 h 3505200"/>
              <a:gd name="connsiteX906" fmla="*/ 2972657 w 3505200"/>
              <a:gd name="connsiteY906" fmla="*/ 533591 h 3505200"/>
              <a:gd name="connsiteX907" fmla="*/ 2971991 w 3505200"/>
              <a:gd name="connsiteY907" fmla="*/ 532924 h 3505200"/>
              <a:gd name="connsiteX908" fmla="*/ 2971324 w 3505200"/>
              <a:gd name="connsiteY908" fmla="*/ 533591 h 3505200"/>
              <a:gd name="connsiteX909" fmla="*/ 2971991 w 3505200"/>
              <a:gd name="connsiteY909" fmla="*/ 534257 h 3505200"/>
              <a:gd name="connsiteX910" fmla="*/ 457391 w 3505200"/>
              <a:gd name="connsiteY910" fmla="*/ 610267 h 3505200"/>
              <a:gd name="connsiteX911" fmla="*/ 457772 w 3505200"/>
              <a:gd name="connsiteY911" fmla="*/ 609886 h 3505200"/>
              <a:gd name="connsiteX912" fmla="*/ 457391 w 3505200"/>
              <a:gd name="connsiteY912" fmla="*/ 609505 h 3505200"/>
              <a:gd name="connsiteX913" fmla="*/ 457010 w 3505200"/>
              <a:gd name="connsiteY913" fmla="*/ 609886 h 3505200"/>
              <a:gd name="connsiteX914" fmla="*/ 457391 w 3505200"/>
              <a:gd name="connsiteY914" fmla="*/ 610267 h 3505200"/>
              <a:gd name="connsiteX915" fmla="*/ 533591 w 3505200"/>
              <a:gd name="connsiteY915" fmla="*/ 611124 h 3505200"/>
              <a:gd name="connsiteX916" fmla="*/ 534829 w 3505200"/>
              <a:gd name="connsiteY916" fmla="*/ 609886 h 3505200"/>
              <a:gd name="connsiteX917" fmla="*/ 533591 w 3505200"/>
              <a:gd name="connsiteY917" fmla="*/ 608648 h 3505200"/>
              <a:gd name="connsiteX918" fmla="*/ 532352 w 3505200"/>
              <a:gd name="connsiteY918" fmla="*/ 609886 h 3505200"/>
              <a:gd name="connsiteX919" fmla="*/ 533591 w 3505200"/>
              <a:gd name="connsiteY919" fmla="*/ 611124 h 3505200"/>
              <a:gd name="connsiteX920" fmla="*/ 609790 w 3505200"/>
              <a:gd name="connsiteY920" fmla="*/ 611886 h 3505200"/>
              <a:gd name="connsiteX921" fmla="*/ 611886 w 3505200"/>
              <a:gd name="connsiteY921" fmla="*/ 609790 h 3505200"/>
              <a:gd name="connsiteX922" fmla="*/ 609790 w 3505200"/>
              <a:gd name="connsiteY922" fmla="*/ 607695 h 3505200"/>
              <a:gd name="connsiteX923" fmla="*/ 607695 w 3505200"/>
              <a:gd name="connsiteY923" fmla="*/ 609790 h 3505200"/>
              <a:gd name="connsiteX924" fmla="*/ 609790 w 3505200"/>
              <a:gd name="connsiteY924" fmla="*/ 611886 h 3505200"/>
              <a:gd name="connsiteX925" fmla="*/ 685990 w 3505200"/>
              <a:gd name="connsiteY925" fmla="*/ 612743 h 3505200"/>
              <a:gd name="connsiteX926" fmla="*/ 688943 w 3505200"/>
              <a:gd name="connsiteY926" fmla="*/ 609790 h 3505200"/>
              <a:gd name="connsiteX927" fmla="*/ 685990 w 3505200"/>
              <a:gd name="connsiteY927" fmla="*/ 606838 h 3505200"/>
              <a:gd name="connsiteX928" fmla="*/ 683038 w 3505200"/>
              <a:gd name="connsiteY928" fmla="*/ 609790 h 3505200"/>
              <a:gd name="connsiteX929" fmla="*/ 685990 w 3505200"/>
              <a:gd name="connsiteY929" fmla="*/ 612743 h 3505200"/>
              <a:gd name="connsiteX930" fmla="*/ 762190 w 3505200"/>
              <a:gd name="connsiteY930" fmla="*/ 613601 h 3505200"/>
              <a:gd name="connsiteX931" fmla="*/ 766001 w 3505200"/>
              <a:gd name="connsiteY931" fmla="*/ 609790 h 3505200"/>
              <a:gd name="connsiteX932" fmla="*/ 762190 w 3505200"/>
              <a:gd name="connsiteY932" fmla="*/ 605981 h 3505200"/>
              <a:gd name="connsiteX933" fmla="*/ 758381 w 3505200"/>
              <a:gd name="connsiteY933" fmla="*/ 609790 h 3505200"/>
              <a:gd name="connsiteX934" fmla="*/ 762190 w 3505200"/>
              <a:gd name="connsiteY934" fmla="*/ 613601 h 3505200"/>
              <a:gd name="connsiteX935" fmla="*/ 838390 w 3505200"/>
              <a:gd name="connsiteY935" fmla="*/ 614267 h 3505200"/>
              <a:gd name="connsiteX936" fmla="*/ 842867 w 3505200"/>
              <a:gd name="connsiteY936" fmla="*/ 609790 h 3505200"/>
              <a:gd name="connsiteX937" fmla="*/ 838390 w 3505200"/>
              <a:gd name="connsiteY937" fmla="*/ 605314 h 3505200"/>
              <a:gd name="connsiteX938" fmla="*/ 833914 w 3505200"/>
              <a:gd name="connsiteY938" fmla="*/ 609790 h 3505200"/>
              <a:gd name="connsiteX939" fmla="*/ 838390 w 3505200"/>
              <a:gd name="connsiteY939" fmla="*/ 614267 h 3505200"/>
              <a:gd name="connsiteX940" fmla="*/ 914590 w 3505200"/>
              <a:gd name="connsiteY940" fmla="*/ 615125 h 3505200"/>
              <a:gd name="connsiteX941" fmla="*/ 919829 w 3505200"/>
              <a:gd name="connsiteY941" fmla="*/ 609886 h 3505200"/>
              <a:gd name="connsiteX942" fmla="*/ 914590 w 3505200"/>
              <a:gd name="connsiteY942" fmla="*/ 604647 h 3505200"/>
              <a:gd name="connsiteX943" fmla="*/ 909352 w 3505200"/>
              <a:gd name="connsiteY943" fmla="*/ 609886 h 3505200"/>
              <a:gd name="connsiteX944" fmla="*/ 914590 w 3505200"/>
              <a:gd name="connsiteY944" fmla="*/ 615125 h 3505200"/>
              <a:gd name="connsiteX945" fmla="*/ 990790 w 3505200"/>
              <a:gd name="connsiteY945" fmla="*/ 615696 h 3505200"/>
              <a:gd name="connsiteX946" fmla="*/ 996696 w 3505200"/>
              <a:gd name="connsiteY946" fmla="*/ 609790 h 3505200"/>
              <a:gd name="connsiteX947" fmla="*/ 990790 w 3505200"/>
              <a:gd name="connsiteY947" fmla="*/ 603885 h 3505200"/>
              <a:gd name="connsiteX948" fmla="*/ 984885 w 3505200"/>
              <a:gd name="connsiteY948" fmla="*/ 609790 h 3505200"/>
              <a:gd name="connsiteX949" fmla="*/ 990790 w 3505200"/>
              <a:gd name="connsiteY949" fmla="*/ 615696 h 3505200"/>
              <a:gd name="connsiteX950" fmla="*/ 1066991 w 3505200"/>
              <a:gd name="connsiteY950" fmla="*/ 616363 h 3505200"/>
              <a:gd name="connsiteX951" fmla="*/ 1073563 w 3505200"/>
              <a:gd name="connsiteY951" fmla="*/ 609790 h 3505200"/>
              <a:gd name="connsiteX952" fmla="*/ 1066991 w 3505200"/>
              <a:gd name="connsiteY952" fmla="*/ 603218 h 3505200"/>
              <a:gd name="connsiteX953" fmla="*/ 1060418 w 3505200"/>
              <a:gd name="connsiteY953" fmla="*/ 609790 h 3505200"/>
              <a:gd name="connsiteX954" fmla="*/ 1066991 w 3505200"/>
              <a:gd name="connsiteY954" fmla="*/ 616363 h 3505200"/>
              <a:gd name="connsiteX955" fmla="*/ 1143191 w 3505200"/>
              <a:gd name="connsiteY955" fmla="*/ 617030 h 3505200"/>
              <a:gd name="connsiteX956" fmla="*/ 1150334 w 3505200"/>
              <a:gd name="connsiteY956" fmla="*/ 609886 h 3505200"/>
              <a:gd name="connsiteX957" fmla="*/ 1143191 w 3505200"/>
              <a:gd name="connsiteY957" fmla="*/ 602742 h 3505200"/>
              <a:gd name="connsiteX958" fmla="*/ 1136047 w 3505200"/>
              <a:gd name="connsiteY958" fmla="*/ 609886 h 3505200"/>
              <a:gd name="connsiteX959" fmla="*/ 1143191 w 3505200"/>
              <a:gd name="connsiteY959" fmla="*/ 617030 h 3505200"/>
              <a:gd name="connsiteX960" fmla="*/ 1219391 w 3505200"/>
              <a:gd name="connsiteY960" fmla="*/ 617411 h 3505200"/>
              <a:gd name="connsiteX961" fmla="*/ 1227011 w 3505200"/>
              <a:gd name="connsiteY961" fmla="*/ 609790 h 3505200"/>
              <a:gd name="connsiteX962" fmla="*/ 1219391 w 3505200"/>
              <a:gd name="connsiteY962" fmla="*/ 602171 h 3505200"/>
              <a:gd name="connsiteX963" fmla="*/ 1211771 w 3505200"/>
              <a:gd name="connsiteY963" fmla="*/ 609790 h 3505200"/>
              <a:gd name="connsiteX964" fmla="*/ 1219391 w 3505200"/>
              <a:gd name="connsiteY964" fmla="*/ 617411 h 3505200"/>
              <a:gd name="connsiteX965" fmla="*/ 1295591 w 3505200"/>
              <a:gd name="connsiteY965" fmla="*/ 617887 h 3505200"/>
              <a:gd name="connsiteX966" fmla="*/ 1303592 w 3505200"/>
              <a:gd name="connsiteY966" fmla="*/ 609886 h 3505200"/>
              <a:gd name="connsiteX967" fmla="*/ 1295591 w 3505200"/>
              <a:gd name="connsiteY967" fmla="*/ 601885 h 3505200"/>
              <a:gd name="connsiteX968" fmla="*/ 1287589 w 3505200"/>
              <a:gd name="connsiteY968" fmla="*/ 609886 h 3505200"/>
              <a:gd name="connsiteX969" fmla="*/ 1295591 w 3505200"/>
              <a:gd name="connsiteY969" fmla="*/ 617887 h 3505200"/>
              <a:gd name="connsiteX970" fmla="*/ 1371791 w 3505200"/>
              <a:gd name="connsiteY970" fmla="*/ 618268 h 3505200"/>
              <a:gd name="connsiteX971" fmla="*/ 1380268 w 3505200"/>
              <a:gd name="connsiteY971" fmla="*/ 609790 h 3505200"/>
              <a:gd name="connsiteX972" fmla="*/ 1371791 w 3505200"/>
              <a:gd name="connsiteY972" fmla="*/ 601313 h 3505200"/>
              <a:gd name="connsiteX973" fmla="*/ 1363313 w 3505200"/>
              <a:gd name="connsiteY973" fmla="*/ 609790 h 3505200"/>
              <a:gd name="connsiteX974" fmla="*/ 1371791 w 3505200"/>
              <a:gd name="connsiteY974" fmla="*/ 618268 h 3505200"/>
              <a:gd name="connsiteX975" fmla="*/ 1447991 w 3505200"/>
              <a:gd name="connsiteY975" fmla="*/ 618649 h 3505200"/>
              <a:gd name="connsiteX976" fmla="*/ 1456849 w 3505200"/>
              <a:gd name="connsiteY976" fmla="*/ 609790 h 3505200"/>
              <a:gd name="connsiteX977" fmla="*/ 1447991 w 3505200"/>
              <a:gd name="connsiteY977" fmla="*/ 600932 h 3505200"/>
              <a:gd name="connsiteX978" fmla="*/ 1439132 w 3505200"/>
              <a:gd name="connsiteY978" fmla="*/ 609790 h 3505200"/>
              <a:gd name="connsiteX979" fmla="*/ 1447991 w 3505200"/>
              <a:gd name="connsiteY979" fmla="*/ 618649 h 3505200"/>
              <a:gd name="connsiteX980" fmla="*/ 1524191 w 3505200"/>
              <a:gd name="connsiteY980" fmla="*/ 618935 h 3505200"/>
              <a:gd name="connsiteX981" fmla="*/ 1533239 w 3505200"/>
              <a:gd name="connsiteY981" fmla="*/ 609886 h 3505200"/>
              <a:gd name="connsiteX982" fmla="*/ 1524191 w 3505200"/>
              <a:gd name="connsiteY982" fmla="*/ 600837 h 3505200"/>
              <a:gd name="connsiteX983" fmla="*/ 1515142 w 3505200"/>
              <a:gd name="connsiteY983" fmla="*/ 609886 h 3505200"/>
              <a:gd name="connsiteX984" fmla="*/ 1524191 w 3505200"/>
              <a:gd name="connsiteY984" fmla="*/ 618935 h 3505200"/>
              <a:gd name="connsiteX985" fmla="*/ 1600391 w 3505200"/>
              <a:gd name="connsiteY985" fmla="*/ 619125 h 3505200"/>
              <a:gd name="connsiteX986" fmla="*/ 1609725 w 3505200"/>
              <a:gd name="connsiteY986" fmla="*/ 609790 h 3505200"/>
              <a:gd name="connsiteX987" fmla="*/ 1600391 w 3505200"/>
              <a:gd name="connsiteY987" fmla="*/ 600456 h 3505200"/>
              <a:gd name="connsiteX988" fmla="*/ 1591056 w 3505200"/>
              <a:gd name="connsiteY988" fmla="*/ 609790 h 3505200"/>
              <a:gd name="connsiteX989" fmla="*/ 1600391 w 3505200"/>
              <a:gd name="connsiteY989" fmla="*/ 619125 h 3505200"/>
              <a:gd name="connsiteX990" fmla="*/ 1676591 w 3505200"/>
              <a:gd name="connsiteY990" fmla="*/ 619315 h 3505200"/>
              <a:gd name="connsiteX991" fmla="*/ 1686116 w 3505200"/>
              <a:gd name="connsiteY991" fmla="*/ 609790 h 3505200"/>
              <a:gd name="connsiteX992" fmla="*/ 1676591 w 3505200"/>
              <a:gd name="connsiteY992" fmla="*/ 600266 h 3505200"/>
              <a:gd name="connsiteX993" fmla="*/ 1667066 w 3505200"/>
              <a:gd name="connsiteY993" fmla="*/ 609790 h 3505200"/>
              <a:gd name="connsiteX994" fmla="*/ 1676591 w 3505200"/>
              <a:gd name="connsiteY994" fmla="*/ 619315 h 3505200"/>
              <a:gd name="connsiteX995" fmla="*/ 1752791 w 3505200"/>
              <a:gd name="connsiteY995" fmla="*/ 619315 h 3505200"/>
              <a:gd name="connsiteX996" fmla="*/ 1762316 w 3505200"/>
              <a:gd name="connsiteY996" fmla="*/ 609790 h 3505200"/>
              <a:gd name="connsiteX997" fmla="*/ 1752791 w 3505200"/>
              <a:gd name="connsiteY997" fmla="*/ 600266 h 3505200"/>
              <a:gd name="connsiteX998" fmla="*/ 1743266 w 3505200"/>
              <a:gd name="connsiteY998" fmla="*/ 609790 h 3505200"/>
              <a:gd name="connsiteX999" fmla="*/ 1752791 w 3505200"/>
              <a:gd name="connsiteY999" fmla="*/ 619315 h 3505200"/>
              <a:gd name="connsiteX1000" fmla="*/ 1828991 w 3505200"/>
              <a:gd name="connsiteY1000" fmla="*/ 619315 h 3505200"/>
              <a:gd name="connsiteX1001" fmla="*/ 1838516 w 3505200"/>
              <a:gd name="connsiteY1001" fmla="*/ 609790 h 3505200"/>
              <a:gd name="connsiteX1002" fmla="*/ 1828991 w 3505200"/>
              <a:gd name="connsiteY1002" fmla="*/ 600266 h 3505200"/>
              <a:gd name="connsiteX1003" fmla="*/ 1819466 w 3505200"/>
              <a:gd name="connsiteY1003" fmla="*/ 609790 h 3505200"/>
              <a:gd name="connsiteX1004" fmla="*/ 1828991 w 3505200"/>
              <a:gd name="connsiteY1004" fmla="*/ 619315 h 3505200"/>
              <a:gd name="connsiteX1005" fmla="*/ 1905191 w 3505200"/>
              <a:gd name="connsiteY1005" fmla="*/ 619125 h 3505200"/>
              <a:gd name="connsiteX1006" fmla="*/ 1914525 w 3505200"/>
              <a:gd name="connsiteY1006" fmla="*/ 609790 h 3505200"/>
              <a:gd name="connsiteX1007" fmla="*/ 1905191 w 3505200"/>
              <a:gd name="connsiteY1007" fmla="*/ 600456 h 3505200"/>
              <a:gd name="connsiteX1008" fmla="*/ 1895856 w 3505200"/>
              <a:gd name="connsiteY1008" fmla="*/ 609790 h 3505200"/>
              <a:gd name="connsiteX1009" fmla="*/ 1905191 w 3505200"/>
              <a:gd name="connsiteY1009" fmla="*/ 619125 h 3505200"/>
              <a:gd name="connsiteX1010" fmla="*/ 1981391 w 3505200"/>
              <a:gd name="connsiteY1010" fmla="*/ 618935 h 3505200"/>
              <a:gd name="connsiteX1011" fmla="*/ 1990439 w 3505200"/>
              <a:gd name="connsiteY1011" fmla="*/ 609886 h 3505200"/>
              <a:gd name="connsiteX1012" fmla="*/ 1981391 w 3505200"/>
              <a:gd name="connsiteY1012" fmla="*/ 600837 h 3505200"/>
              <a:gd name="connsiteX1013" fmla="*/ 1972342 w 3505200"/>
              <a:gd name="connsiteY1013" fmla="*/ 609886 h 3505200"/>
              <a:gd name="connsiteX1014" fmla="*/ 1981391 w 3505200"/>
              <a:gd name="connsiteY1014" fmla="*/ 618935 h 3505200"/>
              <a:gd name="connsiteX1015" fmla="*/ 2057591 w 3505200"/>
              <a:gd name="connsiteY1015" fmla="*/ 618649 h 3505200"/>
              <a:gd name="connsiteX1016" fmla="*/ 2066449 w 3505200"/>
              <a:gd name="connsiteY1016" fmla="*/ 609790 h 3505200"/>
              <a:gd name="connsiteX1017" fmla="*/ 2057591 w 3505200"/>
              <a:gd name="connsiteY1017" fmla="*/ 600932 h 3505200"/>
              <a:gd name="connsiteX1018" fmla="*/ 2048732 w 3505200"/>
              <a:gd name="connsiteY1018" fmla="*/ 609790 h 3505200"/>
              <a:gd name="connsiteX1019" fmla="*/ 2057591 w 3505200"/>
              <a:gd name="connsiteY1019" fmla="*/ 618649 h 3505200"/>
              <a:gd name="connsiteX1020" fmla="*/ 2133791 w 3505200"/>
              <a:gd name="connsiteY1020" fmla="*/ 618268 h 3505200"/>
              <a:gd name="connsiteX1021" fmla="*/ 2142268 w 3505200"/>
              <a:gd name="connsiteY1021" fmla="*/ 609790 h 3505200"/>
              <a:gd name="connsiteX1022" fmla="*/ 2133791 w 3505200"/>
              <a:gd name="connsiteY1022" fmla="*/ 601313 h 3505200"/>
              <a:gd name="connsiteX1023" fmla="*/ 2125313 w 3505200"/>
              <a:gd name="connsiteY1023" fmla="*/ 609790 h 3505200"/>
              <a:gd name="connsiteX1024" fmla="*/ 2133791 w 3505200"/>
              <a:gd name="connsiteY1024" fmla="*/ 618268 h 3505200"/>
              <a:gd name="connsiteX1025" fmla="*/ 2209991 w 3505200"/>
              <a:gd name="connsiteY1025" fmla="*/ 617887 h 3505200"/>
              <a:gd name="connsiteX1026" fmla="*/ 2217992 w 3505200"/>
              <a:gd name="connsiteY1026" fmla="*/ 609886 h 3505200"/>
              <a:gd name="connsiteX1027" fmla="*/ 2209991 w 3505200"/>
              <a:gd name="connsiteY1027" fmla="*/ 601885 h 3505200"/>
              <a:gd name="connsiteX1028" fmla="*/ 2201990 w 3505200"/>
              <a:gd name="connsiteY1028" fmla="*/ 609886 h 3505200"/>
              <a:gd name="connsiteX1029" fmla="*/ 2209991 w 3505200"/>
              <a:gd name="connsiteY1029" fmla="*/ 617887 h 3505200"/>
              <a:gd name="connsiteX1030" fmla="*/ 2286191 w 3505200"/>
              <a:gd name="connsiteY1030" fmla="*/ 617411 h 3505200"/>
              <a:gd name="connsiteX1031" fmla="*/ 2293811 w 3505200"/>
              <a:gd name="connsiteY1031" fmla="*/ 609790 h 3505200"/>
              <a:gd name="connsiteX1032" fmla="*/ 2286191 w 3505200"/>
              <a:gd name="connsiteY1032" fmla="*/ 602171 h 3505200"/>
              <a:gd name="connsiteX1033" fmla="*/ 2278571 w 3505200"/>
              <a:gd name="connsiteY1033" fmla="*/ 609790 h 3505200"/>
              <a:gd name="connsiteX1034" fmla="*/ 2286191 w 3505200"/>
              <a:gd name="connsiteY1034" fmla="*/ 617411 h 3505200"/>
              <a:gd name="connsiteX1035" fmla="*/ 2362391 w 3505200"/>
              <a:gd name="connsiteY1035" fmla="*/ 617030 h 3505200"/>
              <a:gd name="connsiteX1036" fmla="*/ 2369534 w 3505200"/>
              <a:gd name="connsiteY1036" fmla="*/ 609886 h 3505200"/>
              <a:gd name="connsiteX1037" fmla="*/ 2362391 w 3505200"/>
              <a:gd name="connsiteY1037" fmla="*/ 602742 h 3505200"/>
              <a:gd name="connsiteX1038" fmla="*/ 2355247 w 3505200"/>
              <a:gd name="connsiteY1038" fmla="*/ 609886 h 3505200"/>
              <a:gd name="connsiteX1039" fmla="*/ 2362391 w 3505200"/>
              <a:gd name="connsiteY1039" fmla="*/ 617030 h 3505200"/>
              <a:gd name="connsiteX1040" fmla="*/ 2438591 w 3505200"/>
              <a:gd name="connsiteY1040" fmla="*/ 616363 h 3505200"/>
              <a:gd name="connsiteX1041" fmla="*/ 2445163 w 3505200"/>
              <a:gd name="connsiteY1041" fmla="*/ 609790 h 3505200"/>
              <a:gd name="connsiteX1042" fmla="*/ 2438591 w 3505200"/>
              <a:gd name="connsiteY1042" fmla="*/ 603218 h 3505200"/>
              <a:gd name="connsiteX1043" fmla="*/ 2432018 w 3505200"/>
              <a:gd name="connsiteY1043" fmla="*/ 609790 h 3505200"/>
              <a:gd name="connsiteX1044" fmla="*/ 2438591 w 3505200"/>
              <a:gd name="connsiteY1044" fmla="*/ 616363 h 3505200"/>
              <a:gd name="connsiteX1045" fmla="*/ 2514791 w 3505200"/>
              <a:gd name="connsiteY1045" fmla="*/ 615696 h 3505200"/>
              <a:gd name="connsiteX1046" fmla="*/ 2520696 w 3505200"/>
              <a:gd name="connsiteY1046" fmla="*/ 609790 h 3505200"/>
              <a:gd name="connsiteX1047" fmla="*/ 2514791 w 3505200"/>
              <a:gd name="connsiteY1047" fmla="*/ 603885 h 3505200"/>
              <a:gd name="connsiteX1048" fmla="*/ 2508885 w 3505200"/>
              <a:gd name="connsiteY1048" fmla="*/ 609790 h 3505200"/>
              <a:gd name="connsiteX1049" fmla="*/ 2514791 w 3505200"/>
              <a:gd name="connsiteY1049" fmla="*/ 615696 h 3505200"/>
              <a:gd name="connsiteX1050" fmla="*/ 2590991 w 3505200"/>
              <a:gd name="connsiteY1050" fmla="*/ 615125 h 3505200"/>
              <a:gd name="connsiteX1051" fmla="*/ 2596229 w 3505200"/>
              <a:gd name="connsiteY1051" fmla="*/ 609886 h 3505200"/>
              <a:gd name="connsiteX1052" fmla="*/ 2590991 w 3505200"/>
              <a:gd name="connsiteY1052" fmla="*/ 604647 h 3505200"/>
              <a:gd name="connsiteX1053" fmla="*/ 2585752 w 3505200"/>
              <a:gd name="connsiteY1053" fmla="*/ 609886 h 3505200"/>
              <a:gd name="connsiteX1054" fmla="*/ 2590991 w 3505200"/>
              <a:gd name="connsiteY1054" fmla="*/ 615125 h 3505200"/>
              <a:gd name="connsiteX1055" fmla="*/ 2667191 w 3505200"/>
              <a:gd name="connsiteY1055" fmla="*/ 614458 h 3505200"/>
              <a:gd name="connsiteX1056" fmla="*/ 2671858 w 3505200"/>
              <a:gd name="connsiteY1056" fmla="*/ 609790 h 3505200"/>
              <a:gd name="connsiteX1057" fmla="*/ 2667191 w 3505200"/>
              <a:gd name="connsiteY1057" fmla="*/ 605123 h 3505200"/>
              <a:gd name="connsiteX1058" fmla="*/ 2662523 w 3505200"/>
              <a:gd name="connsiteY1058" fmla="*/ 609790 h 3505200"/>
              <a:gd name="connsiteX1059" fmla="*/ 2667191 w 3505200"/>
              <a:gd name="connsiteY1059" fmla="*/ 614458 h 3505200"/>
              <a:gd name="connsiteX1060" fmla="*/ 2743391 w 3505200"/>
              <a:gd name="connsiteY1060" fmla="*/ 613601 h 3505200"/>
              <a:gd name="connsiteX1061" fmla="*/ 2747201 w 3505200"/>
              <a:gd name="connsiteY1061" fmla="*/ 609790 h 3505200"/>
              <a:gd name="connsiteX1062" fmla="*/ 2743391 w 3505200"/>
              <a:gd name="connsiteY1062" fmla="*/ 605981 h 3505200"/>
              <a:gd name="connsiteX1063" fmla="*/ 2739581 w 3505200"/>
              <a:gd name="connsiteY1063" fmla="*/ 609790 h 3505200"/>
              <a:gd name="connsiteX1064" fmla="*/ 2743391 w 3505200"/>
              <a:gd name="connsiteY1064" fmla="*/ 613601 h 3505200"/>
              <a:gd name="connsiteX1065" fmla="*/ 2819591 w 3505200"/>
              <a:gd name="connsiteY1065" fmla="*/ 612934 h 3505200"/>
              <a:gd name="connsiteX1066" fmla="*/ 2822734 w 3505200"/>
              <a:gd name="connsiteY1066" fmla="*/ 609790 h 3505200"/>
              <a:gd name="connsiteX1067" fmla="*/ 2819591 w 3505200"/>
              <a:gd name="connsiteY1067" fmla="*/ 606647 h 3505200"/>
              <a:gd name="connsiteX1068" fmla="*/ 2816447 w 3505200"/>
              <a:gd name="connsiteY1068" fmla="*/ 609790 h 3505200"/>
              <a:gd name="connsiteX1069" fmla="*/ 2819591 w 3505200"/>
              <a:gd name="connsiteY1069" fmla="*/ 612934 h 3505200"/>
              <a:gd name="connsiteX1070" fmla="*/ 2895791 w 3505200"/>
              <a:gd name="connsiteY1070" fmla="*/ 612172 h 3505200"/>
              <a:gd name="connsiteX1071" fmla="*/ 2898077 w 3505200"/>
              <a:gd name="connsiteY1071" fmla="*/ 609886 h 3505200"/>
              <a:gd name="connsiteX1072" fmla="*/ 2895791 w 3505200"/>
              <a:gd name="connsiteY1072" fmla="*/ 607600 h 3505200"/>
              <a:gd name="connsiteX1073" fmla="*/ 2893505 w 3505200"/>
              <a:gd name="connsiteY1073" fmla="*/ 609886 h 3505200"/>
              <a:gd name="connsiteX1074" fmla="*/ 2895791 w 3505200"/>
              <a:gd name="connsiteY1074" fmla="*/ 612172 h 3505200"/>
              <a:gd name="connsiteX1075" fmla="*/ 2971991 w 3505200"/>
              <a:gd name="connsiteY1075" fmla="*/ 611315 h 3505200"/>
              <a:gd name="connsiteX1076" fmla="*/ 2973515 w 3505200"/>
              <a:gd name="connsiteY1076" fmla="*/ 609790 h 3505200"/>
              <a:gd name="connsiteX1077" fmla="*/ 2971991 w 3505200"/>
              <a:gd name="connsiteY1077" fmla="*/ 608267 h 3505200"/>
              <a:gd name="connsiteX1078" fmla="*/ 2970466 w 3505200"/>
              <a:gd name="connsiteY1078" fmla="*/ 609790 h 3505200"/>
              <a:gd name="connsiteX1079" fmla="*/ 2971991 w 3505200"/>
              <a:gd name="connsiteY1079" fmla="*/ 611315 h 3505200"/>
              <a:gd name="connsiteX1080" fmla="*/ 3048191 w 3505200"/>
              <a:gd name="connsiteY1080" fmla="*/ 610457 h 3505200"/>
              <a:gd name="connsiteX1081" fmla="*/ 3048857 w 3505200"/>
              <a:gd name="connsiteY1081" fmla="*/ 609790 h 3505200"/>
              <a:gd name="connsiteX1082" fmla="*/ 3048191 w 3505200"/>
              <a:gd name="connsiteY1082" fmla="*/ 609124 h 3505200"/>
              <a:gd name="connsiteX1083" fmla="*/ 3047524 w 3505200"/>
              <a:gd name="connsiteY1083" fmla="*/ 609790 h 3505200"/>
              <a:gd name="connsiteX1084" fmla="*/ 3048191 w 3505200"/>
              <a:gd name="connsiteY1084" fmla="*/ 610457 h 3505200"/>
              <a:gd name="connsiteX1085" fmla="*/ 381191 w 3505200"/>
              <a:gd name="connsiteY1085" fmla="*/ 686467 h 3505200"/>
              <a:gd name="connsiteX1086" fmla="*/ 381572 w 3505200"/>
              <a:gd name="connsiteY1086" fmla="*/ 686086 h 3505200"/>
              <a:gd name="connsiteX1087" fmla="*/ 381191 w 3505200"/>
              <a:gd name="connsiteY1087" fmla="*/ 685705 h 3505200"/>
              <a:gd name="connsiteX1088" fmla="*/ 380810 w 3505200"/>
              <a:gd name="connsiteY1088" fmla="*/ 686086 h 3505200"/>
              <a:gd name="connsiteX1089" fmla="*/ 381191 w 3505200"/>
              <a:gd name="connsiteY1089" fmla="*/ 686467 h 3505200"/>
              <a:gd name="connsiteX1090" fmla="*/ 457391 w 3505200"/>
              <a:gd name="connsiteY1090" fmla="*/ 687324 h 3505200"/>
              <a:gd name="connsiteX1091" fmla="*/ 458629 w 3505200"/>
              <a:gd name="connsiteY1091" fmla="*/ 686086 h 3505200"/>
              <a:gd name="connsiteX1092" fmla="*/ 457391 w 3505200"/>
              <a:gd name="connsiteY1092" fmla="*/ 684848 h 3505200"/>
              <a:gd name="connsiteX1093" fmla="*/ 456152 w 3505200"/>
              <a:gd name="connsiteY1093" fmla="*/ 686086 h 3505200"/>
              <a:gd name="connsiteX1094" fmla="*/ 457391 w 3505200"/>
              <a:gd name="connsiteY1094" fmla="*/ 687324 h 3505200"/>
              <a:gd name="connsiteX1095" fmla="*/ 533591 w 3505200"/>
              <a:gd name="connsiteY1095" fmla="*/ 688086 h 3505200"/>
              <a:gd name="connsiteX1096" fmla="*/ 535686 w 3505200"/>
              <a:gd name="connsiteY1096" fmla="*/ 685990 h 3505200"/>
              <a:gd name="connsiteX1097" fmla="*/ 533591 w 3505200"/>
              <a:gd name="connsiteY1097" fmla="*/ 683895 h 3505200"/>
              <a:gd name="connsiteX1098" fmla="*/ 531495 w 3505200"/>
              <a:gd name="connsiteY1098" fmla="*/ 685990 h 3505200"/>
              <a:gd name="connsiteX1099" fmla="*/ 533591 w 3505200"/>
              <a:gd name="connsiteY1099" fmla="*/ 688086 h 3505200"/>
              <a:gd name="connsiteX1100" fmla="*/ 609790 w 3505200"/>
              <a:gd name="connsiteY1100" fmla="*/ 688943 h 3505200"/>
              <a:gd name="connsiteX1101" fmla="*/ 612743 w 3505200"/>
              <a:gd name="connsiteY1101" fmla="*/ 685990 h 3505200"/>
              <a:gd name="connsiteX1102" fmla="*/ 609790 w 3505200"/>
              <a:gd name="connsiteY1102" fmla="*/ 683038 h 3505200"/>
              <a:gd name="connsiteX1103" fmla="*/ 606838 w 3505200"/>
              <a:gd name="connsiteY1103" fmla="*/ 685990 h 3505200"/>
              <a:gd name="connsiteX1104" fmla="*/ 609790 w 3505200"/>
              <a:gd name="connsiteY1104" fmla="*/ 688943 h 3505200"/>
              <a:gd name="connsiteX1105" fmla="*/ 685990 w 3505200"/>
              <a:gd name="connsiteY1105" fmla="*/ 689801 h 3505200"/>
              <a:gd name="connsiteX1106" fmla="*/ 689801 w 3505200"/>
              <a:gd name="connsiteY1106" fmla="*/ 685990 h 3505200"/>
              <a:gd name="connsiteX1107" fmla="*/ 685990 w 3505200"/>
              <a:gd name="connsiteY1107" fmla="*/ 682181 h 3505200"/>
              <a:gd name="connsiteX1108" fmla="*/ 682181 w 3505200"/>
              <a:gd name="connsiteY1108" fmla="*/ 685990 h 3505200"/>
              <a:gd name="connsiteX1109" fmla="*/ 685990 w 3505200"/>
              <a:gd name="connsiteY1109" fmla="*/ 689801 h 3505200"/>
              <a:gd name="connsiteX1110" fmla="*/ 762190 w 3505200"/>
              <a:gd name="connsiteY1110" fmla="*/ 690658 h 3505200"/>
              <a:gd name="connsiteX1111" fmla="*/ 766858 w 3505200"/>
              <a:gd name="connsiteY1111" fmla="*/ 685990 h 3505200"/>
              <a:gd name="connsiteX1112" fmla="*/ 762190 w 3505200"/>
              <a:gd name="connsiteY1112" fmla="*/ 681323 h 3505200"/>
              <a:gd name="connsiteX1113" fmla="*/ 757523 w 3505200"/>
              <a:gd name="connsiteY1113" fmla="*/ 685990 h 3505200"/>
              <a:gd name="connsiteX1114" fmla="*/ 762190 w 3505200"/>
              <a:gd name="connsiteY1114" fmla="*/ 690658 h 3505200"/>
              <a:gd name="connsiteX1115" fmla="*/ 838390 w 3505200"/>
              <a:gd name="connsiteY1115" fmla="*/ 691515 h 3505200"/>
              <a:gd name="connsiteX1116" fmla="*/ 843915 w 3505200"/>
              <a:gd name="connsiteY1116" fmla="*/ 685990 h 3505200"/>
              <a:gd name="connsiteX1117" fmla="*/ 838390 w 3505200"/>
              <a:gd name="connsiteY1117" fmla="*/ 680466 h 3505200"/>
              <a:gd name="connsiteX1118" fmla="*/ 832866 w 3505200"/>
              <a:gd name="connsiteY1118" fmla="*/ 685990 h 3505200"/>
              <a:gd name="connsiteX1119" fmla="*/ 838390 w 3505200"/>
              <a:gd name="connsiteY1119" fmla="*/ 691515 h 3505200"/>
              <a:gd name="connsiteX1120" fmla="*/ 914590 w 3505200"/>
              <a:gd name="connsiteY1120" fmla="*/ 692182 h 3505200"/>
              <a:gd name="connsiteX1121" fmla="*/ 920687 w 3505200"/>
              <a:gd name="connsiteY1121" fmla="*/ 686086 h 3505200"/>
              <a:gd name="connsiteX1122" fmla="*/ 914590 w 3505200"/>
              <a:gd name="connsiteY1122" fmla="*/ 679990 h 3505200"/>
              <a:gd name="connsiteX1123" fmla="*/ 908495 w 3505200"/>
              <a:gd name="connsiteY1123" fmla="*/ 686086 h 3505200"/>
              <a:gd name="connsiteX1124" fmla="*/ 914590 w 3505200"/>
              <a:gd name="connsiteY1124" fmla="*/ 692182 h 3505200"/>
              <a:gd name="connsiteX1125" fmla="*/ 990790 w 3505200"/>
              <a:gd name="connsiteY1125" fmla="*/ 692753 h 3505200"/>
              <a:gd name="connsiteX1126" fmla="*/ 997553 w 3505200"/>
              <a:gd name="connsiteY1126" fmla="*/ 685990 h 3505200"/>
              <a:gd name="connsiteX1127" fmla="*/ 990790 w 3505200"/>
              <a:gd name="connsiteY1127" fmla="*/ 679228 h 3505200"/>
              <a:gd name="connsiteX1128" fmla="*/ 984028 w 3505200"/>
              <a:gd name="connsiteY1128" fmla="*/ 685990 h 3505200"/>
              <a:gd name="connsiteX1129" fmla="*/ 990790 w 3505200"/>
              <a:gd name="connsiteY1129" fmla="*/ 692753 h 3505200"/>
              <a:gd name="connsiteX1130" fmla="*/ 1066991 w 3505200"/>
              <a:gd name="connsiteY1130" fmla="*/ 693611 h 3505200"/>
              <a:gd name="connsiteX1131" fmla="*/ 1074611 w 3505200"/>
              <a:gd name="connsiteY1131" fmla="*/ 685990 h 3505200"/>
              <a:gd name="connsiteX1132" fmla="*/ 1066991 w 3505200"/>
              <a:gd name="connsiteY1132" fmla="*/ 678371 h 3505200"/>
              <a:gd name="connsiteX1133" fmla="*/ 1059371 w 3505200"/>
              <a:gd name="connsiteY1133" fmla="*/ 685990 h 3505200"/>
              <a:gd name="connsiteX1134" fmla="*/ 1066991 w 3505200"/>
              <a:gd name="connsiteY1134" fmla="*/ 693611 h 3505200"/>
              <a:gd name="connsiteX1135" fmla="*/ 1143191 w 3505200"/>
              <a:gd name="connsiteY1135" fmla="*/ 694087 h 3505200"/>
              <a:gd name="connsiteX1136" fmla="*/ 1151192 w 3505200"/>
              <a:gd name="connsiteY1136" fmla="*/ 686086 h 3505200"/>
              <a:gd name="connsiteX1137" fmla="*/ 1143191 w 3505200"/>
              <a:gd name="connsiteY1137" fmla="*/ 678085 h 3505200"/>
              <a:gd name="connsiteX1138" fmla="*/ 1135190 w 3505200"/>
              <a:gd name="connsiteY1138" fmla="*/ 686086 h 3505200"/>
              <a:gd name="connsiteX1139" fmla="*/ 1143191 w 3505200"/>
              <a:gd name="connsiteY1139" fmla="*/ 694087 h 3505200"/>
              <a:gd name="connsiteX1140" fmla="*/ 1219391 w 3505200"/>
              <a:gd name="connsiteY1140" fmla="*/ 694658 h 3505200"/>
              <a:gd name="connsiteX1141" fmla="*/ 1228058 w 3505200"/>
              <a:gd name="connsiteY1141" fmla="*/ 685990 h 3505200"/>
              <a:gd name="connsiteX1142" fmla="*/ 1219391 w 3505200"/>
              <a:gd name="connsiteY1142" fmla="*/ 677323 h 3505200"/>
              <a:gd name="connsiteX1143" fmla="*/ 1210723 w 3505200"/>
              <a:gd name="connsiteY1143" fmla="*/ 685990 h 3505200"/>
              <a:gd name="connsiteX1144" fmla="*/ 1219391 w 3505200"/>
              <a:gd name="connsiteY1144" fmla="*/ 694658 h 3505200"/>
              <a:gd name="connsiteX1145" fmla="*/ 1295591 w 3505200"/>
              <a:gd name="connsiteY1145" fmla="*/ 695325 h 3505200"/>
              <a:gd name="connsiteX1146" fmla="*/ 1304925 w 3505200"/>
              <a:gd name="connsiteY1146" fmla="*/ 685990 h 3505200"/>
              <a:gd name="connsiteX1147" fmla="*/ 1295591 w 3505200"/>
              <a:gd name="connsiteY1147" fmla="*/ 676656 h 3505200"/>
              <a:gd name="connsiteX1148" fmla="*/ 1286256 w 3505200"/>
              <a:gd name="connsiteY1148" fmla="*/ 685990 h 3505200"/>
              <a:gd name="connsiteX1149" fmla="*/ 1295591 w 3505200"/>
              <a:gd name="connsiteY1149" fmla="*/ 695325 h 3505200"/>
              <a:gd name="connsiteX1150" fmla="*/ 1371791 w 3505200"/>
              <a:gd name="connsiteY1150" fmla="*/ 695706 h 3505200"/>
              <a:gd name="connsiteX1151" fmla="*/ 1381506 w 3505200"/>
              <a:gd name="connsiteY1151" fmla="*/ 685990 h 3505200"/>
              <a:gd name="connsiteX1152" fmla="*/ 1371791 w 3505200"/>
              <a:gd name="connsiteY1152" fmla="*/ 676275 h 3505200"/>
              <a:gd name="connsiteX1153" fmla="*/ 1362075 w 3505200"/>
              <a:gd name="connsiteY1153" fmla="*/ 685990 h 3505200"/>
              <a:gd name="connsiteX1154" fmla="*/ 1371791 w 3505200"/>
              <a:gd name="connsiteY1154" fmla="*/ 695706 h 3505200"/>
              <a:gd name="connsiteX1155" fmla="*/ 1447991 w 3505200"/>
              <a:gd name="connsiteY1155" fmla="*/ 696182 h 3505200"/>
              <a:gd name="connsiteX1156" fmla="*/ 1458087 w 3505200"/>
              <a:gd name="connsiteY1156" fmla="*/ 686086 h 3505200"/>
              <a:gd name="connsiteX1157" fmla="*/ 1447991 w 3505200"/>
              <a:gd name="connsiteY1157" fmla="*/ 675989 h 3505200"/>
              <a:gd name="connsiteX1158" fmla="*/ 1437894 w 3505200"/>
              <a:gd name="connsiteY1158" fmla="*/ 686086 h 3505200"/>
              <a:gd name="connsiteX1159" fmla="*/ 1447991 w 3505200"/>
              <a:gd name="connsiteY1159" fmla="*/ 696182 h 3505200"/>
              <a:gd name="connsiteX1160" fmla="*/ 1524191 w 3505200"/>
              <a:gd name="connsiteY1160" fmla="*/ 696373 h 3505200"/>
              <a:gd name="connsiteX1161" fmla="*/ 1534573 w 3505200"/>
              <a:gd name="connsiteY1161" fmla="*/ 685990 h 3505200"/>
              <a:gd name="connsiteX1162" fmla="*/ 1524191 w 3505200"/>
              <a:gd name="connsiteY1162" fmla="*/ 675608 h 3505200"/>
              <a:gd name="connsiteX1163" fmla="*/ 1513808 w 3505200"/>
              <a:gd name="connsiteY1163" fmla="*/ 685990 h 3505200"/>
              <a:gd name="connsiteX1164" fmla="*/ 1524191 w 3505200"/>
              <a:gd name="connsiteY1164" fmla="*/ 696373 h 3505200"/>
              <a:gd name="connsiteX1165" fmla="*/ 1600391 w 3505200"/>
              <a:gd name="connsiteY1165" fmla="*/ 696563 h 3505200"/>
              <a:gd name="connsiteX1166" fmla="*/ 1610963 w 3505200"/>
              <a:gd name="connsiteY1166" fmla="*/ 685990 h 3505200"/>
              <a:gd name="connsiteX1167" fmla="*/ 1600391 w 3505200"/>
              <a:gd name="connsiteY1167" fmla="*/ 675418 h 3505200"/>
              <a:gd name="connsiteX1168" fmla="*/ 1589818 w 3505200"/>
              <a:gd name="connsiteY1168" fmla="*/ 685990 h 3505200"/>
              <a:gd name="connsiteX1169" fmla="*/ 1600391 w 3505200"/>
              <a:gd name="connsiteY1169" fmla="*/ 696563 h 3505200"/>
              <a:gd name="connsiteX1170" fmla="*/ 1676591 w 3505200"/>
              <a:gd name="connsiteY1170" fmla="*/ 696563 h 3505200"/>
              <a:gd name="connsiteX1171" fmla="*/ 1687163 w 3505200"/>
              <a:gd name="connsiteY1171" fmla="*/ 685990 h 3505200"/>
              <a:gd name="connsiteX1172" fmla="*/ 1676591 w 3505200"/>
              <a:gd name="connsiteY1172" fmla="*/ 675418 h 3505200"/>
              <a:gd name="connsiteX1173" fmla="*/ 1666018 w 3505200"/>
              <a:gd name="connsiteY1173" fmla="*/ 685990 h 3505200"/>
              <a:gd name="connsiteX1174" fmla="*/ 1676591 w 3505200"/>
              <a:gd name="connsiteY1174" fmla="*/ 696563 h 3505200"/>
              <a:gd name="connsiteX1175" fmla="*/ 1752791 w 3505200"/>
              <a:gd name="connsiteY1175" fmla="*/ 696754 h 3505200"/>
              <a:gd name="connsiteX1176" fmla="*/ 1763554 w 3505200"/>
              <a:gd name="connsiteY1176" fmla="*/ 685990 h 3505200"/>
              <a:gd name="connsiteX1177" fmla="*/ 1752791 w 3505200"/>
              <a:gd name="connsiteY1177" fmla="*/ 675227 h 3505200"/>
              <a:gd name="connsiteX1178" fmla="*/ 1742027 w 3505200"/>
              <a:gd name="connsiteY1178" fmla="*/ 685990 h 3505200"/>
              <a:gd name="connsiteX1179" fmla="*/ 1752791 w 3505200"/>
              <a:gd name="connsiteY1179" fmla="*/ 696754 h 3505200"/>
              <a:gd name="connsiteX1180" fmla="*/ 1828991 w 3505200"/>
              <a:gd name="connsiteY1180" fmla="*/ 696754 h 3505200"/>
              <a:gd name="connsiteX1181" fmla="*/ 1839754 w 3505200"/>
              <a:gd name="connsiteY1181" fmla="*/ 685990 h 3505200"/>
              <a:gd name="connsiteX1182" fmla="*/ 1828991 w 3505200"/>
              <a:gd name="connsiteY1182" fmla="*/ 675227 h 3505200"/>
              <a:gd name="connsiteX1183" fmla="*/ 1818227 w 3505200"/>
              <a:gd name="connsiteY1183" fmla="*/ 685990 h 3505200"/>
              <a:gd name="connsiteX1184" fmla="*/ 1828991 w 3505200"/>
              <a:gd name="connsiteY1184" fmla="*/ 696754 h 3505200"/>
              <a:gd name="connsiteX1185" fmla="*/ 1905191 w 3505200"/>
              <a:gd name="connsiteY1185" fmla="*/ 696563 h 3505200"/>
              <a:gd name="connsiteX1186" fmla="*/ 1915763 w 3505200"/>
              <a:gd name="connsiteY1186" fmla="*/ 685990 h 3505200"/>
              <a:gd name="connsiteX1187" fmla="*/ 1905191 w 3505200"/>
              <a:gd name="connsiteY1187" fmla="*/ 675418 h 3505200"/>
              <a:gd name="connsiteX1188" fmla="*/ 1894618 w 3505200"/>
              <a:gd name="connsiteY1188" fmla="*/ 685990 h 3505200"/>
              <a:gd name="connsiteX1189" fmla="*/ 1905191 w 3505200"/>
              <a:gd name="connsiteY1189" fmla="*/ 696563 h 3505200"/>
              <a:gd name="connsiteX1190" fmla="*/ 1981391 w 3505200"/>
              <a:gd name="connsiteY1190" fmla="*/ 696373 h 3505200"/>
              <a:gd name="connsiteX1191" fmla="*/ 1991773 w 3505200"/>
              <a:gd name="connsiteY1191" fmla="*/ 685990 h 3505200"/>
              <a:gd name="connsiteX1192" fmla="*/ 1981391 w 3505200"/>
              <a:gd name="connsiteY1192" fmla="*/ 675608 h 3505200"/>
              <a:gd name="connsiteX1193" fmla="*/ 1971008 w 3505200"/>
              <a:gd name="connsiteY1193" fmla="*/ 685990 h 3505200"/>
              <a:gd name="connsiteX1194" fmla="*/ 1981391 w 3505200"/>
              <a:gd name="connsiteY1194" fmla="*/ 696373 h 3505200"/>
              <a:gd name="connsiteX1195" fmla="*/ 2057591 w 3505200"/>
              <a:gd name="connsiteY1195" fmla="*/ 696182 h 3505200"/>
              <a:gd name="connsiteX1196" fmla="*/ 2067687 w 3505200"/>
              <a:gd name="connsiteY1196" fmla="*/ 686086 h 3505200"/>
              <a:gd name="connsiteX1197" fmla="*/ 2057591 w 3505200"/>
              <a:gd name="connsiteY1197" fmla="*/ 675989 h 3505200"/>
              <a:gd name="connsiteX1198" fmla="*/ 2047494 w 3505200"/>
              <a:gd name="connsiteY1198" fmla="*/ 686086 h 3505200"/>
              <a:gd name="connsiteX1199" fmla="*/ 2057591 w 3505200"/>
              <a:gd name="connsiteY1199" fmla="*/ 696182 h 3505200"/>
              <a:gd name="connsiteX1200" fmla="*/ 2133791 w 3505200"/>
              <a:gd name="connsiteY1200" fmla="*/ 695706 h 3505200"/>
              <a:gd name="connsiteX1201" fmla="*/ 2143506 w 3505200"/>
              <a:gd name="connsiteY1201" fmla="*/ 685990 h 3505200"/>
              <a:gd name="connsiteX1202" fmla="*/ 2133791 w 3505200"/>
              <a:gd name="connsiteY1202" fmla="*/ 676275 h 3505200"/>
              <a:gd name="connsiteX1203" fmla="*/ 2124075 w 3505200"/>
              <a:gd name="connsiteY1203" fmla="*/ 685990 h 3505200"/>
              <a:gd name="connsiteX1204" fmla="*/ 2133791 w 3505200"/>
              <a:gd name="connsiteY1204" fmla="*/ 695706 h 3505200"/>
              <a:gd name="connsiteX1205" fmla="*/ 2209991 w 3505200"/>
              <a:gd name="connsiteY1205" fmla="*/ 695325 h 3505200"/>
              <a:gd name="connsiteX1206" fmla="*/ 2219325 w 3505200"/>
              <a:gd name="connsiteY1206" fmla="*/ 685990 h 3505200"/>
              <a:gd name="connsiteX1207" fmla="*/ 2209991 w 3505200"/>
              <a:gd name="connsiteY1207" fmla="*/ 676656 h 3505200"/>
              <a:gd name="connsiteX1208" fmla="*/ 2200656 w 3505200"/>
              <a:gd name="connsiteY1208" fmla="*/ 685990 h 3505200"/>
              <a:gd name="connsiteX1209" fmla="*/ 2209991 w 3505200"/>
              <a:gd name="connsiteY1209" fmla="*/ 695325 h 3505200"/>
              <a:gd name="connsiteX1210" fmla="*/ 2286191 w 3505200"/>
              <a:gd name="connsiteY1210" fmla="*/ 694658 h 3505200"/>
              <a:gd name="connsiteX1211" fmla="*/ 2294858 w 3505200"/>
              <a:gd name="connsiteY1211" fmla="*/ 685990 h 3505200"/>
              <a:gd name="connsiteX1212" fmla="*/ 2286191 w 3505200"/>
              <a:gd name="connsiteY1212" fmla="*/ 677323 h 3505200"/>
              <a:gd name="connsiteX1213" fmla="*/ 2277523 w 3505200"/>
              <a:gd name="connsiteY1213" fmla="*/ 685990 h 3505200"/>
              <a:gd name="connsiteX1214" fmla="*/ 2286191 w 3505200"/>
              <a:gd name="connsiteY1214" fmla="*/ 694658 h 3505200"/>
              <a:gd name="connsiteX1215" fmla="*/ 2362391 w 3505200"/>
              <a:gd name="connsiteY1215" fmla="*/ 694277 h 3505200"/>
              <a:gd name="connsiteX1216" fmla="*/ 2370677 w 3505200"/>
              <a:gd name="connsiteY1216" fmla="*/ 685990 h 3505200"/>
              <a:gd name="connsiteX1217" fmla="*/ 2362391 w 3505200"/>
              <a:gd name="connsiteY1217" fmla="*/ 677704 h 3505200"/>
              <a:gd name="connsiteX1218" fmla="*/ 2354104 w 3505200"/>
              <a:gd name="connsiteY1218" fmla="*/ 685990 h 3505200"/>
              <a:gd name="connsiteX1219" fmla="*/ 2362391 w 3505200"/>
              <a:gd name="connsiteY1219" fmla="*/ 694277 h 3505200"/>
              <a:gd name="connsiteX1220" fmla="*/ 2438591 w 3505200"/>
              <a:gd name="connsiteY1220" fmla="*/ 693611 h 3505200"/>
              <a:gd name="connsiteX1221" fmla="*/ 2446211 w 3505200"/>
              <a:gd name="connsiteY1221" fmla="*/ 685990 h 3505200"/>
              <a:gd name="connsiteX1222" fmla="*/ 2438591 w 3505200"/>
              <a:gd name="connsiteY1222" fmla="*/ 678371 h 3505200"/>
              <a:gd name="connsiteX1223" fmla="*/ 2430971 w 3505200"/>
              <a:gd name="connsiteY1223" fmla="*/ 685990 h 3505200"/>
              <a:gd name="connsiteX1224" fmla="*/ 2438591 w 3505200"/>
              <a:gd name="connsiteY1224" fmla="*/ 693611 h 3505200"/>
              <a:gd name="connsiteX1225" fmla="*/ 2514791 w 3505200"/>
              <a:gd name="connsiteY1225" fmla="*/ 692944 h 3505200"/>
              <a:gd name="connsiteX1226" fmla="*/ 2521744 w 3505200"/>
              <a:gd name="connsiteY1226" fmla="*/ 685990 h 3505200"/>
              <a:gd name="connsiteX1227" fmla="*/ 2514791 w 3505200"/>
              <a:gd name="connsiteY1227" fmla="*/ 679037 h 3505200"/>
              <a:gd name="connsiteX1228" fmla="*/ 2507837 w 3505200"/>
              <a:gd name="connsiteY1228" fmla="*/ 685990 h 3505200"/>
              <a:gd name="connsiteX1229" fmla="*/ 2514791 w 3505200"/>
              <a:gd name="connsiteY1229" fmla="*/ 692944 h 3505200"/>
              <a:gd name="connsiteX1230" fmla="*/ 2590991 w 3505200"/>
              <a:gd name="connsiteY1230" fmla="*/ 692182 h 3505200"/>
              <a:gd name="connsiteX1231" fmla="*/ 2597087 w 3505200"/>
              <a:gd name="connsiteY1231" fmla="*/ 686086 h 3505200"/>
              <a:gd name="connsiteX1232" fmla="*/ 2590991 w 3505200"/>
              <a:gd name="connsiteY1232" fmla="*/ 679990 h 3505200"/>
              <a:gd name="connsiteX1233" fmla="*/ 2584895 w 3505200"/>
              <a:gd name="connsiteY1233" fmla="*/ 686086 h 3505200"/>
              <a:gd name="connsiteX1234" fmla="*/ 2590991 w 3505200"/>
              <a:gd name="connsiteY1234" fmla="*/ 692182 h 3505200"/>
              <a:gd name="connsiteX1235" fmla="*/ 2667191 w 3505200"/>
              <a:gd name="connsiteY1235" fmla="*/ 691515 h 3505200"/>
              <a:gd name="connsiteX1236" fmla="*/ 2672715 w 3505200"/>
              <a:gd name="connsiteY1236" fmla="*/ 685990 h 3505200"/>
              <a:gd name="connsiteX1237" fmla="*/ 2667191 w 3505200"/>
              <a:gd name="connsiteY1237" fmla="*/ 680466 h 3505200"/>
              <a:gd name="connsiteX1238" fmla="*/ 2661666 w 3505200"/>
              <a:gd name="connsiteY1238" fmla="*/ 685990 h 3505200"/>
              <a:gd name="connsiteX1239" fmla="*/ 2667191 w 3505200"/>
              <a:gd name="connsiteY1239" fmla="*/ 691515 h 3505200"/>
              <a:gd name="connsiteX1240" fmla="*/ 2743391 w 3505200"/>
              <a:gd name="connsiteY1240" fmla="*/ 690658 h 3505200"/>
              <a:gd name="connsiteX1241" fmla="*/ 2748058 w 3505200"/>
              <a:gd name="connsiteY1241" fmla="*/ 685990 h 3505200"/>
              <a:gd name="connsiteX1242" fmla="*/ 2743391 w 3505200"/>
              <a:gd name="connsiteY1242" fmla="*/ 681323 h 3505200"/>
              <a:gd name="connsiteX1243" fmla="*/ 2738723 w 3505200"/>
              <a:gd name="connsiteY1243" fmla="*/ 685990 h 3505200"/>
              <a:gd name="connsiteX1244" fmla="*/ 2743391 w 3505200"/>
              <a:gd name="connsiteY1244" fmla="*/ 690658 h 3505200"/>
              <a:gd name="connsiteX1245" fmla="*/ 2819591 w 3505200"/>
              <a:gd name="connsiteY1245" fmla="*/ 689991 h 3505200"/>
              <a:gd name="connsiteX1246" fmla="*/ 2823591 w 3505200"/>
              <a:gd name="connsiteY1246" fmla="*/ 685990 h 3505200"/>
              <a:gd name="connsiteX1247" fmla="*/ 2819591 w 3505200"/>
              <a:gd name="connsiteY1247" fmla="*/ 681990 h 3505200"/>
              <a:gd name="connsiteX1248" fmla="*/ 2815590 w 3505200"/>
              <a:gd name="connsiteY1248" fmla="*/ 685990 h 3505200"/>
              <a:gd name="connsiteX1249" fmla="*/ 2819591 w 3505200"/>
              <a:gd name="connsiteY1249" fmla="*/ 689991 h 3505200"/>
              <a:gd name="connsiteX1250" fmla="*/ 2895791 w 3505200"/>
              <a:gd name="connsiteY1250" fmla="*/ 689134 h 3505200"/>
              <a:gd name="connsiteX1251" fmla="*/ 2898934 w 3505200"/>
              <a:gd name="connsiteY1251" fmla="*/ 685990 h 3505200"/>
              <a:gd name="connsiteX1252" fmla="*/ 2895791 w 3505200"/>
              <a:gd name="connsiteY1252" fmla="*/ 682847 h 3505200"/>
              <a:gd name="connsiteX1253" fmla="*/ 2892647 w 3505200"/>
              <a:gd name="connsiteY1253" fmla="*/ 685990 h 3505200"/>
              <a:gd name="connsiteX1254" fmla="*/ 2895791 w 3505200"/>
              <a:gd name="connsiteY1254" fmla="*/ 689134 h 3505200"/>
              <a:gd name="connsiteX1255" fmla="*/ 2971991 w 3505200"/>
              <a:gd name="connsiteY1255" fmla="*/ 688086 h 3505200"/>
              <a:gd name="connsiteX1256" fmla="*/ 2974086 w 3505200"/>
              <a:gd name="connsiteY1256" fmla="*/ 685990 h 3505200"/>
              <a:gd name="connsiteX1257" fmla="*/ 2971991 w 3505200"/>
              <a:gd name="connsiteY1257" fmla="*/ 683895 h 3505200"/>
              <a:gd name="connsiteX1258" fmla="*/ 2969895 w 3505200"/>
              <a:gd name="connsiteY1258" fmla="*/ 685990 h 3505200"/>
              <a:gd name="connsiteX1259" fmla="*/ 2971991 w 3505200"/>
              <a:gd name="connsiteY1259" fmla="*/ 688086 h 3505200"/>
              <a:gd name="connsiteX1260" fmla="*/ 3048191 w 3505200"/>
              <a:gd name="connsiteY1260" fmla="*/ 687324 h 3505200"/>
              <a:gd name="connsiteX1261" fmla="*/ 3049429 w 3505200"/>
              <a:gd name="connsiteY1261" fmla="*/ 686086 h 3505200"/>
              <a:gd name="connsiteX1262" fmla="*/ 3048191 w 3505200"/>
              <a:gd name="connsiteY1262" fmla="*/ 684848 h 3505200"/>
              <a:gd name="connsiteX1263" fmla="*/ 3046953 w 3505200"/>
              <a:gd name="connsiteY1263" fmla="*/ 686086 h 3505200"/>
              <a:gd name="connsiteX1264" fmla="*/ 3048191 w 3505200"/>
              <a:gd name="connsiteY1264" fmla="*/ 687324 h 3505200"/>
              <a:gd name="connsiteX1265" fmla="*/ 3124391 w 3505200"/>
              <a:gd name="connsiteY1265" fmla="*/ 686467 h 3505200"/>
              <a:gd name="connsiteX1266" fmla="*/ 3124772 w 3505200"/>
              <a:gd name="connsiteY1266" fmla="*/ 686086 h 3505200"/>
              <a:gd name="connsiteX1267" fmla="*/ 3124391 w 3505200"/>
              <a:gd name="connsiteY1267" fmla="*/ 685705 h 3505200"/>
              <a:gd name="connsiteX1268" fmla="*/ 3124010 w 3505200"/>
              <a:gd name="connsiteY1268" fmla="*/ 686086 h 3505200"/>
              <a:gd name="connsiteX1269" fmla="*/ 3124391 w 3505200"/>
              <a:gd name="connsiteY1269" fmla="*/ 686467 h 3505200"/>
              <a:gd name="connsiteX1270" fmla="*/ 304991 w 3505200"/>
              <a:gd name="connsiteY1270" fmla="*/ 762381 h 3505200"/>
              <a:gd name="connsiteX1271" fmla="*/ 305181 w 3505200"/>
              <a:gd name="connsiteY1271" fmla="*/ 762190 h 3505200"/>
              <a:gd name="connsiteX1272" fmla="*/ 304991 w 3505200"/>
              <a:gd name="connsiteY1272" fmla="*/ 762000 h 3505200"/>
              <a:gd name="connsiteX1273" fmla="*/ 304800 w 3505200"/>
              <a:gd name="connsiteY1273" fmla="*/ 762190 h 3505200"/>
              <a:gd name="connsiteX1274" fmla="*/ 304991 w 3505200"/>
              <a:gd name="connsiteY1274" fmla="*/ 762381 h 3505200"/>
              <a:gd name="connsiteX1275" fmla="*/ 381191 w 3505200"/>
              <a:gd name="connsiteY1275" fmla="*/ 763238 h 3505200"/>
              <a:gd name="connsiteX1276" fmla="*/ 382238 w 3505200"/>
              <a:gd name="connsiteY1276" fmla="*/ 762190 h 3505200"/>
              <a:gd name="connsiteX1277" fmla="*/ 381191 w 3505200"/>
              <a:gd name="connsiteY1277" fmla="*/ 761143 h 3505200"/>
              <a:gd name="connsiteX1278" fmla="*/ 380143 w 3505200"/>
              <a:gd name="connsiteY1278" fmla="*/ 762190 h 3505200"/>
              <a:gd name="connsiteX1279" fmla="*/ 381191 w 3505200"/>
              <a:gd name="connsiteY1279" fmla="*/ 763238 h 3505200"/>
              <a:gd name="connsiteX1280" fmla="*/ 457391 w 3505200"/>
              <a:gd name="connsiteY1280" fmla="*/ 764096 h 3505200"/>
              <a:gd name="connsiteX1281" fmla="*/ 459296 w 3505200"/>
              <a:gd name="connsiteY1281" fmla="*/ 762190 h 3505200"/>
              <a:gd name="connsiteX1282" fmla="*/ 457391 w 3505200"/>
              <a:gd name="connsiteY1282" fmla="*/ 760286 h 3505200"/>
              <a:gd name="connsiteX1283" fmla="*/ 455486 w 3505200"/>
              <a:gd name="connsiteY1283" fmla="*/ 762190 h 3505200"/>
              <a:gd name="connsiteX1284" fmla="*/ 457391 w 3505200"/>
              <a:gd name="connsiteY1284" fmla="*/ 764096 h 3505200"/>
              <a:gd name="connsiteX1285" fmla="*/ 533591 w 3505200"/>
              <a:gd name="connsiteY1285" fmla="*/ 765143 h 3505200"/>
              <a:gd name="connsiteX1286" fmla="*/ 536543 w 3505200"/>
              <a:gd name="connsiteY1286" fmla="*/ 762190 h 3505200"/>
              <a:gd name="connsiteX1287" fmla="*/ 533591 w 3505200"/>
              <a:gd name="connsiteY1287" fmla="*/ 759238 h 3505200"/>
              <a:gd name="connsiteX1288" fmla="*/ 530638 w 3505200"/>
              <a:gd name="connsiteY1288" fmla="*/ 762190 h 3505200"/>
              <a:gd name="connsiteX1289" fmla="*/ 533591 w 3505200"/>
              <a:gd name="connsiteY1289" fmla="*/ 765143 h 3505200"/>
              <a:gd name="connsiteX1290" fmla="*/ 609790 w 3505200"/>
              <a:gd name="connsiteY1290" fmla="*/ 766001 h 3505200"/>
              <a:gd name="connsiteX1291" fmla="*/ 613601 w 3505200"/>
              <a:gd name="connsiteY1291" fmla="*/ 762190 h 3505200"/>
              <a:gd name="connsiteX1292" fmla="*/ 609790 w 3505200"/>
              <a:gd name="connsiteY1292" fmla="*/ 758381 h 3505200"/>
              <a:gd name="connsiteX1293" fmla="*/ 605981 w 3505200"/>
              <a:gd name="connsiteY1293" fmla="*/ 762190 h 3505200"/>
              <a:gd name="connsiteX1294" fmla="*/ 609790 w 3505200"/>
              <a:gd name="connsiteY1294" fmla="*/ 766001 h 3505200"/>
              <a:gd name="connsiteX1295" fmla="*/ 685990 w 3505200"/>
              <a:gd name="connsiteY1295" fmla="*/ 766858 h 3505200"/>
              <a:gd name="connsiteX1296" fmla="*/ 690658 w 3505200"/>
              <a:gd name="connsiteY1296" fmla="*/ 762190 h 3505200"/>
              <a:gd name="connsiteX1297" fmla="*/ 685990 w 3505200"/>
              <a:gd name="connsiteY1297" fmla="*/ 757523 h 3505200"/>
              <a:gd name="connsiteX1298" fmla="*/ 681323 w 3505200"/>
              <a:gd name="connsiteY1298" fmla="*/ 762190 h 3505200"/>
              <a:gd name="connsiteX1299" fmla="*/ 685990 w 3505200"/>
              <a:gd name="connsiteY1299" fmla="*/ 766858 h 3505200"/>
              <a:gd name="connsiteX1300" fmla="*/ 762190 w 3505200"/>
              <a:gd name="connsiteY1300" fmla="*/ 767715 h 3505200"/>
              <a:gd name="connsiteX1301" fmla="*/ 767715 w 3505200"/>
              <a:gd name="connsiteY1301" fmla="*/ 762190 h 3505200"/>
              <a:gd name="connsiteX1302" fmla="*/ 762190 w 3505200"/>
              <a:gd name="connsiteY1302" fmla="*/ 756666 h 3505200"/>
              <a:gd name="connsiteX1303" fmla="*/ 756666 w 3505200"/>
              <a:gd name="connsiteY1303" fmla="*/ 762190 h 3505200"/>
              <a:gd name="connsiteX1304" fmla="*/ 762190 w 3505200"/>
              <a:gd name="connsiteY1304" fmla="*/ 767715 h 3505200"/>
              <a:gd name="connsiteX1305" fmla="*/ 838390 w 3505200"/>
              <a:gd name="connsiteY1305" fmla="*/ 768572 h 3505200"/>
              <a:gd name="connsiteX1306" fmla="*/ 844772 w 3505200"/>
              <a:gd name="connsiteY1306" fmla="*/ 762190 h 3505200"/>
              <a:gd name="connsiteX1307" fmla="*/ 838390 w 3505200"/>
              <a:gd name="connsiteY1307" fmla="*/ 755809 h 3505200"/>
              <a:gd name="connsiteX1308" fmla="*/ 832009 w 3505200"/>
              <a:gd name="connsiteY1308" fmla="*/ 762190 h 3505200"/>
              <a:gd name="connsiteX1309" fmla="*/ 838390 w 3505200"/>
              <a:gd name="connsiteY1309" fmla="*/ 768572 h 3505200"/>
              <a:gd name="connsiteX1310" fmla="*/ 914590 w 3505200"/>
              <a:gd name="connsiteY1310" fmla="*/ 769144 h 3505200"/>
              <a:gd name="connsiteX1311" fmla="*/ 921544 w 3505200"/>
              <a:gd name="connsiteY1311" fmla="*/ 762190 h 3505200"/>
              <a:gd name="connsiteX1312" fmla="*/ 914590 w 3505200"/>
              <a:gd name="connsiteY1312" fmla="*/ 755237 h 3505200"/>
              <a:gd name="connsiteX1313" fmla="*/ 907637 w 3505200"/>
              <a:gd name="connsiteY1313" fmla="*/ 762190 h 3505200"/>
              <a:gd name="connsiteX1314" fmla="*/ 914590 w 3505200"/>
              <a:gd name="connsiteY1314" fmla="*/ 769144 h 3505200"/>
              <a:gd name="connsiteX1315" fmla="*/ 990790 w 3505200"/>
              <a:gd name="connsiteY1315" fmla="*/ 770001 h 3505200"/>
              <a:gd name="connsiteX1316" fmla="*/ 998601 w 3505200"/>
              <a:gd name="connsiteY1316" fmla="*/ 762190 h 3505200"/>
              <a:gd name="connsiteX1317" fmla="*/ 990790 w 3505200"/>
              <a:gd name="connsiteY1317" fmla="*/ 754380 h 3505200"/>
              <a:gd name="connsiteX1318" fmla="*/ 982980 w 3505200"/>
              <a:gd name="connsiteY1318" fmla="*/ 762190 h 3505200"/>
              <a:gd name="connsiteX1319" fmla="*/ 990790 w 3505200"/>
              <a:gd name="connsiteY1319" fmla="*/ 770001 h 3505200"/>
              <a:gd name="connsiteX1320" fmla="*/ 1066991 w 3505200"/>
              <a:gd name="connsiteY1320" fmla="*/ 770668 h 3505200"/>
              <a:gd name="connsiteX1321" fmla="*/ 1075468 w 3505200"/>
              <a:gd name="connsiteY1321" fmla="*/ 762190 h 3505200"/>
              <a:gd name="connsiteX1322" fmla="*/ 1066991 w 3505200"/>
              <a:gd name="connsiteY1322" fmla="*/ 753713 h 3505200"/>
              <a:gd name="connsiteX1323" fmla="*/ 1058513 w 3505200"/>
              <a:gd name="connsiteY1323" fmla="*/ 762190 h 3505200"/>
              <a:gd name="connsiteX1324" fmla="*/ 1066991 w 3505200"/>
              <a:gd name="connsiteY1324" fmla="*/ 770668 h 3505200"/>
              <a:gd name="connsiteX1325" fmla="*/ 1143191 w 3505200"/>
              <a:gd name="connsiteY1325" fmla="*/ 771335 h 3505200"/>
              <a:gd name="connsiteX1326" fmla="*/ 1152239 w 3505200"/>
              <a:gd name="connsiteY1326" fmla="*/ 762286 h 3505200"/>
              <a:gd name="connsiteX1327" fmla="*/ 1143191 w 3505200"/>
              <a:gd name="connsiteY1327" fmla="*/ 753237 h 3505200"/>
              <a:gd name="connsiteX1328" fmla="*/ 1134142 w 3505200"/>
              <a:gd name="connsiteY1328" fmla="*/ 762286 h 3505200"/>
              <a:gd name="connsiteX1329" fmla="*/ 1143191 w 3505200"/>
              <a:gd name="connsiteY1329" fmla="*/ 771335 h 3505200"/>
              <a:gd name="connsiteX1330" fmla="*/ 1219391 w 3505200"/>
              <a:gd name="connsiteY1330" fmla="*/ 771906 h 3505200"/>
              <a:gd name="connsiteX1331" fmla="*/ 1229106 w 3505200"/>
              <a:gd name="connsiteY1331" fmla="*/ 762190 h 3505200"/>
              <a:gd name="connsiteX1332" fmla="*/ 1219391 w 3505200"/>
              <a:gd name="connsiteY1332" fmla="*/ 752475 h 3505200"/>
              <a:gd name="connsiteX1333" fmla="*/ 1209675 w 3505200"/>
              <a:gd name="connsiteY1333" fmla="*/ 762190 h 3505200"/>
              <a:gd name="connsiteX1334" fmla="*/ 1219391 w 3505200"/>
              <a:gd name="connsiteY1334" fmla="*/ 771906 h 3505200"/>
              <a:gd name="connsiteX1335" fmla="*/ 1295591 w 3505200"/>
              <a:gd name="connsiteY1335" fmla="*/ 772573 h 3505200"/>
              <a:gd name="connsiteX1336" fmla="*/ 1305973 w 3505200"/>
              <a:gd name="connsiteY1336" fmla="*/ 762190 h 3505200"/>
              <a:gd name="connsiteX1337" fmla="*/ 1295591 w 3505200"/>
              <a:gd name="connsiteY1337" fmla="*/ 751808 h 3505200"/>
              <a:gd name="connsiteX1338" fmla="*/ 1285208 w 3505200"/>
              <a:gd name="connsiteY1338" fmla="*/ 762190 h 3505200"/>
              <a:gd name="connsiteX1339" fmla="*/ 1295591 w 3505200"/>
              <a:gd name="connsiteY1339" fmla="*/ 772573 h 3505200"/>
              <a:gd name="connsiteX1340" fmla="*/ 1371791 w 3505200"/>
              <a:gd name="connsiteY1340" fmla="*/ 772954 h 3505200"/>
              <a:gd name="connsiteX1341" fmla="*/ 1382554 w 3505200"/>
              <a:gd name="connsiteY1341" fmla="*/ 762190 h 3505200"/>
              <a:gd name="connsiteX1342" fmla="*/ 1371791 w 3505200"/>
              <a:gd name="connsiteY1342" fmla="*/ 751427 h 3505200"/>
              <a:gd name="connsiteX1343" fmla="*/ 1361027 w 3505200"/>
              <a:gd name="connsiteY1343" fmla="*/ 762190 h 3505200"/>
              <a:gd name="connsiteX1344" fmla="*/ 1371791 w 3505200"/>
              <a:gd name="connsiteY1344" fmla="*/ 772954 h 3505200"/>
              <a:gd name="connsiteX1345" fmla="*/ 1447991 w 3505200"/>
              <a:gd name="connsiteY1345" fmla="*/ 773430 h 3505200"/>
              <a:gd name="connsiteX1346" fmla="*/ 1459230 w 3505200"/>
              <a:gd name="connsiteY1346" fmla="*/ 762190 h 3505200"/>
              <a:gd name="connsiteX1347" fmla="*/ 1447991 w 3505200"/>
              <a:gd name="connsiteY1347" fmla="*/ 750951 h 3505200"/>
              <a:gd name="connsiteX1348" fmla="*/ 1436751 w 3505200"/>
              <a:gd name="connsiteY1348" fmla="*/ 762190 h 3505200"/>
              <a:gd name="connsiteX1349" fmla="*/ 1447991 w 3505200"/>
              <a:gd name="connsiteY1349" fmla="*/ 773430 h 3505200"/>
              <a:gd name="connsiteX1350" fmla="*/ 1524191 w 3505200"/>
              <a:gd name="connsiteY1350" fmla="*/ 773621 h 3505200"/>
              <a:gd name="connsiteX1351" fmla="*/ 1535621 w 3505200"/>
              <a:gd name="connsiteY1351" fmla="*/ 762190 h 3505200"/>
              <a:gd name="connsiteX1352" fmla="*/ 1524191 w 3505200"/>
              <a:gd name="connsiteY1352" fmla="*/ 750761 h 3505200"/>
              <a:gd name="connsiteX1353" fmla="*/ 1512761 w 3505200"/>
              <a:gd name="connsiteY1353" fmla="*/ 762190 h 3505200"/>
              <a:gd name="connsiteX1354" fmla="*/ 1524191 w 3505200"/>
              <a:gd name="connsiteY1354" fmla="*/ 773621 h 3505200"/>
              <a:gd name="connsiteX1355" fmla="*/ 1600391 w 3505200"/>
              <a:gd name="connsiteY1355" fmla="*/ 773811 h 3505200"/>
              <a:gd name="connsiteX1356" fmla="*/ 1612011 w 3505200"/>
              <a:gd name="connsiteY1356" fmla="*/ 762190 h 3505200"/>
              <a:gd name="connsiteX1357" fmla="*/ 1600391 w 3505200"/>
              <a:gd name="connsiteY1357" fmla="*/ 750570 h 3505200"/>
              <a:gd name="connsiteX1358" fmla="*/ 1588770 w 3505200"/>
              <a:gd name="connsiteY1358" fmla="*/ 762190 h 3505200"/>
              <a:gd name="connsiteX1359" fmla="*/ 1600391 w 3505200"/>
              <a:gd name="connsiteY1359" fmla="*/ 773811 h 3505200"/>
              <a:gd name="connsiteX1360" fmla="*/ 1676591 w 3505200"/>
              <a:gd name="connsiteY1360" fmla="*/ 774002 h 3505200"/>
              <a:gd name="connsiteX1361" fmla="*/ 1688402 w 3505200"/>
              <a:gd name="connsiteY1361" fmla="*/ 762190 h 3505200"/>
              <a:gd name="connsiteX1362" fmla="*/ 1676591 w 3505200"/>
              <a:gd name="connsiteY1362" fmla="*/ 750380 h 3505200"/>
              <a:gd name="connsiteX1363" fmla="*/ 1664780 w 3505200"/>
              <a:gd name="connsiteY1363" fmla="*/ 762190 h 3505200"/>
              <a:gd name="connsiteX1364" fmla="*/ 1676591 w 3505200"/>
              <a:gd name="connsiteY1364" fmla="*/ 774002 h 3505200"/>
              <a:gd name="connsiteX1365" fmla="*/ 1752791 w 3505200"/>
              <a:gd name="connsiteY1365" fmla="*/ 774002 h 3505200"/>
              <a:gd name="connsiteX1366" fmla="*/ 1764602 w 3505200"/>
              <a:gd name="connsiteY1366" fmla="*/ 762190 h 3505200"/>
              <a:gd name="connsiteX1367" fmla="*/ 1752791 w 3505200"/>
              <a:gd name="connsiteY1367" fmla="*/ 750380 h 3505200"/>
              <a:gd name="connsiteX1368" fmla="*/ 1740980 w 3505200"/>
              <a:gd name="connsiteY1368" fmla="*/ 762190 h 3505200"/>
              <a:gd name="connsiteX1369" fmla="*/ 1752791 w 3505200"/>
              <a:gd name="connsiteY1369" fmla="*/ 774002 h 3505200"/>
              <a:gd name="connsiteX1370" fmla="*/ 1828991 w 3505200"/>
              <a:gd name="connsiteY1370" fmla="*/ 774002 h 3505200"/>
              <a:gd name="connsiteX1371" fmla="*/ 1840802 w 3505200"/>
              <a:gd name="connsiteY1371" fmla="*/ 762190 h 3505200"/>
              <a:gd name="connsiteX1372" fmla="*/ 1828991 w 3505200"/>
              <a:gd name="connsiteY1372" fmla="*/ 750380 h 3505200"/>
              <a:gd name="connsiteX1373" fmla="*/ 1817180 w 3505200"/>
              <a:gd name="connsiteY1373" fmla="*/ 762190 h 3505200"/>
              <a:gd name="connsiteX1374" fmla="*/ 1828991 w 3505200"/>
              <a:gd name="connsiteY1374" fmla="*/ 774002 h 3505200"/>
              <a:gd name="connsiteX1375" fmla="*/ 1905191 w 3505200"/>
              <a:gd name="connsiteY1375" fmla="*/ 773811 h 3505200"/>
              <a:gd name="connsiteX1376" fmla="*/ 1916811 w 3505200"/>
              <a:gd name="connsiteY1376" fmla="*/ 762190 h 3505200"/>
              <a:gd name="connsiteX1377" fmla="*/ 1905191 w 3505200"/>
              <a:gd name="connsiteY1377" fmla="*/ 750570 h 3505200"/>
              <a:gd name="connsiteX1378" fmla="*/ 1893570 w 3505200"/>
              <a:gd name="connsiteY1378" fmla="*/ 762190 h 3505200"/>
              <a:gd name="connsiteX1379" fmla="*/ 1905191 w 3505200"/>
              <a:gd name="connsiteY1379" fmla="*/ 773811 h 3505200"/>
              <a:gd name="connsiteX1380" fmla="*/ 1981391 w 3505200"/>
              <a:gd name="connsiteY1380" fmla="*/ 773621 h 3505200"/>
              <a:gd name="connsiteX1381" fmla="*/ 1992821 w 3505200"/>
              <a:gd name="connsiteY1381" fmla="*/ 762190 h 3505200"/>
              <a:gd name="connsiteX1382" fmla="*/ 1981391 w 3505200"/>
              <a:gd name="connsiteY1382" fmla="*/ 750761 h 3505200"/>
              <a:gd name="connsiteX1383" fmla="*/ 1969961 w 3505200"/>
              <a:gd name="connsiteY1383" fmla="*/ 762190 h 3505200"/>
              <a:gd name="connsiteX1384" fmla="*/ 1981391 w 3505200"/>
              <a:gd name="connsiteY1384" fmla="*/ 773621 h 3505200"/>
              <a:gd name="connsiteX1385" fmla="*/ 2057591 w 3505200"/>
              <a:gd name="connsiteY1385" fmla="*/ 773430 h 3505200"/>
              <a:gd name="connsiteX1386" fmla="*/ 2068830 w 3505200"/>
              <a:gd name="connsiteY1386" fmla="*/ 762190 h 3505200"/>
              <a:gd name="connsiteX1387" fmla="*/ 2057591 w 3505200"/>
              <a:gd name="connsiteY1387" fmla="*/ 750951 h 3505200"/>
              <a:gd name="connsiteX1388" fmla="*/ 2046351 w 3505200"/>
              <a:gd name="connsiteY1388" fmla="*/ 762190 h 3505200"/>
              <a:gd name="connsiteX1389" fmla="*/ 2057591 w 3505200"/>
              <a:gd name="connsiteY1389" fmla="*/ 773430 h 3505200"/>
              <a:gd name="connsiteX1390" fmla="*/ 2133791 w 3505200"/>
              <a:gd name="connsiteY1390" fmla="*/ 772954 h 3505200"/>
              <a:gd name="connsiteX1391" fmla="*/ 2144554 w 3505200"/>
              <a:gd name="connsiteY1391" fmla="*/ 762190 h 3505200"/>
              <a:gd name="connsiteX1392" fmla="*/ 2133791 w 3505200"/>
              <a:gd name="connsiteY1392" fmla="*/ 751427 h 3505200"/>
              <a:gd name="connsiteX1393" fmla="*/ 2123027 w 3505200"/>
              <a:gd name="connsiteY1393" fmla="*/ 762190 h 3505200"/>
              <a:gd name="connsiteX1394" fmla="*/ 2133791 w 3505200"/>
              <a:gd name="connsiteY1394" fmla="*/ 772954 h 3505200"/>
              <a:gd name="connsiteX1395" fmla="*/ 2209991 w 3505200"/>
              <a:gd name="connsiteY1395" fmla="*/ 772573 h 3505200"/>
              <a:gd name="connsiteX1396" fmla="*/ 2220373 w 3505200"/>
              <a:gd name="connsiteY1396" fmla="*/ 762190 h 3505200"/>
              <a:gd name="connsiteX1397" fmla="*/ 2209991 w 3505200"/>
              <a:gd name="connsiteY1397" fmla="*/ 751808 h 3505200"/>
              <a:gd name="connsiteX1398" fmla="*/ 2199608 w 3505200"/>
              <a:gd name="connsiteY1398" fmla="*/ 762190 h 3505200"/>
              <a:gd name="connsiteX1399" fmla="*/ 2209991 w 3505200"/>
              <a:gd name="connsiteY1399" fmla="*/ 772573 h 3505200"/>
              <a:gd name="connsiteX1400" fmla="*/ 2286191 w 3505200"/>
              <a:gd name="connsiteY1400" fmla="*/ 772097 h 3505200"/>
              <a:gd name="connsiteX1401" fmla="*/ 2296097 w 3505200"/>
              <a:gd name="connsiteY1401" fmla="*/ 762190 h 3505200"/>
              <a:gd name="connsiteX1402" fmla="*/ 2286191 w 3505200"/>
              <a:gd name="connsiteY1402" fmla="*/ 752285 h 3505200"/>
              <a:gd name="connsiteX1403" fmla="*/ 2276285 w 3505200"/>
              <a:gd name="connsiteY1403" fmla="*/ 762190 h 3505200"/>
              <a:gd name="connsiteX1404" fmla="*/ 2286191 w 3505200"/>
              <a:gd name="connsiteY1404" fmla="*/ 772097 h 3505200"/>
              <a:gd name="connsiteX1405" fmla="*/ 2362391 w 3505200"/>
              <a:gd name="connsiteY1405" fmla="*/ 771525 h 3505200"/>
              <a:gd name="connsiteX1406" fmla="*/ 2371725 w 3505200"/>
              <a:gd name="connsiteY1406" fmla="*/ 762190 h 3505200"/>
              <a:gd name="connsiteX1407" fmla="*/ 2362391 w 3505200"/>
              <a:gd name="connsiteY1407" fmla="*/ 752856 h 3505200"/>
              <a:gd name="connsiteX1408" fmla="*/ 2353056 w 3505200"/>
              <a:gd name="connsiteY1408" fmla="*/ 762190 h 3505200"/>
              <a:gd name="connsiteX1409" fmla="*/ 2362391 w 3505200"/>
              <a:gd name="connsiteY1409" fmla="*/ 771525 h 3505200"/>
              <a:gd name="connsiteX1410" fmla="*/ 2438591 w 3505200"/>
              <a:gd name="connsiteY1410" fmla="*/ 770858 h 3505200"/>
              <a:gd name="connsiteX1411" fmla="*/ 2447258 w 3505200"/>
              <a:gd name="connsiteY1411" fmla="*/ 762190 h 3505200"/>
              <a:gd name="connsiteX1412" fmla="*/ 2438591 w 3505200"/>
              <a:gd name="connsiteY1412" fmla="*/ 753523 h 3505200"/>
              <a:gd name="connsiteX1413" fmla="*/ 2429923 w 3505200"/>
              <a:gd name="connsiteY1413" fmla="*/ 762190 h 3505200"/>
              <a:gd name="connsiteX1414" fmla="*/ 2438591 w 3505200"/>
              <a:gd name="connsiteY1414" fmla="*/ 770858 h 3505200"/>
              <a:gd name="connsiteX1415" fmla="*/ 2514791 w 3505200"/>
              <a:gd name="connsiteY1415" fmla="*/ 770001 h 3505200"/>
              <a:gd name="connsiteX1416" fmla="*/ 2522601 w 3505200"/>
              <a:gd name="connsiteY1416" fmla="*/ 762190 h 3505200"/>
              <a:gd name="connsiteX1417" fmla="*/ 2514791 w 3505200"/>
              <a:gd name="connsiteY1417" fmla="*/ 754380 h 3505200"/>
              <a:gd name="connsiteX1418" fmla="*/ 2506980 w 3505200"/>
              <a:gd name="connsiteY1418" fmla="*/ 762190 h 3505200"/>
              <a:gd name="connsiteX1419" fmla="*/ 2514791 w 3505200"/>
              <a:gd name="connsiteY1419" fmla="*/ 770001 h 3505200"/>
              <a:gd name="connsiteX1420" fmla="*/ 2590991 w 3505200"/>
              <a:gd name="connsiteY1420" fmla="*/ 769430 h 3505200"/>
              <a:gd name="connsiteX1421" fmla="*/ 2598134 w 3505200"/>
              <a:gd name="connsiteY1421" fmla="*/ 762286 h 3505200"/>
              <a:gd name="connsiteX1422" fmla="*/ 2590991 w 3505200"/>
              <a:gd name="connsiteY1422" fmla="*/ 755142 h 3505200"/>
              <a:gd name="connsiteX1423" fmla="*/ 2583847 w 3505200"/>
              <a:gd name="connsiteY1423" fmla="*/ 762286 h 3505200"/>
              <a:gd name="connsiteX1424" fmla="*/ 2590991 w 3505200"/>
              <a:gd name="connsiteY1424" fmla="*/ 769430 h 3505200"/>
              <a:gd name="connsiteX1425" fmla="*/ 2667191 w 3505200"/>
              <a:gd name="connsiteY1425" fmla="*/ 768572 h 3505200"/>
              <a:gd name="connsiteX1426" fmla="*/ 2673572 w 3505200"/>
              <a:gd name="connsiteY1426" fmla="*/ 762190 h 3505200"/>
              <a:gd name="connsiteX1427" fmla="*/ 2667191 w 3505200"/>
              <a:gd name="connsiteY1427" fmla="*/ 755809 h 3505200"/>
              <a:gd name="connsiteX1428" fmla="*/ 2660809 w 3505200"/>
              <a:gd name="connsiteY1428" fmla="*/ 762190 h 3505200"/>
              <a:gd name="connsiteX1429" fmla="*/ 2667191 w 3505200"/>
              <a:gd name="connsiteY1429" fmla="*/ 768572 h 3505200"/>
              <a:gd name="connsiteX1430" fmla="*/ 2743391 w 3505200"/>
              <a:gd name="connsiteY1430" fmla="*/ 767715 h 3505200"/>
              <a:gd name="connsiteX1431" fmla="*/ 2748915 w 3505200"/>
              <a:gd name="connsiteY1431" fmla="*/ 762190 h 3505200"/>
              <a:gd name="connsiteX1432" fmla="*/ 2743391 w 3505200"/>
              <a:gd name="connsiteY1432" fmla="*/ 756666 h 3505200"/>
              <a:gd name="connsiteX1433" fmla="*/ 2737866 w 3505200"/>
              <a:gd name="connsiteY1433" fmla="*/ 762190 h 3505200"/>
              <a:gd name="connsiteX1434" fmla="*/ 2743391 w 3505200"/>
              <a:gd name="connsiteY1434" fmla="*/ 767715 h 3505200"/>
              <a:gd name="connsiteX1435" fmla="*/ 2819591 w 3505200"/>
              <a:gd name="connsiteY1435" fmla="*/ 766858 h 3505200"/>
              <a:gd name="connsiteX1436" fmla="*/ 2824258 w 3505200"/>
              <a:gd name="connsiteY1436" fmla="*/ 762190 h 3505200"/>
              <a:gd name="connsiteX1437" fmla="*/ 2819591 w 3505200"/>
              <a:gd name="connsiteY1437" fmla="*/ 757523 h 3505200"/>
              <a:gd name="connsiteX1438" fmla="*/ 2814923 w 3505200"/>
              <a:gd name="connsiteY1438" fmla="*/ 762190 h 3505200"/>
              <a:gd name="connsiteX1439" fmla="*/ 2819591 w 3505200"/>
              <a:gd name="connsiteY1439" fmla="*/ 766858 h 3505200"/>
              <a:gd name="connsiteX1440" fmla="*/ 2895791 w 3505200"/>
              <a:gd name="connsiteY1440" fmla="*/ 766001 h 3505200"/>
              <a:gd name="connsiteX1441" fmla="*/ 2899601 w 3505200"/>
              <a:gd name="connsiteY1441" fmla="*/ 762190 h 3505200"/>
              <a:gd name="connsiteX1442" fmla="*/ 2895791 w 3505200"/>
              <a:gd name="connsiteY1442" fmla="*/ 758381 h 3505200"/>
              <a:gd name="connsiteX1443" fmla="*/ 2891981 w 3505200"/>
              <a:gd name="connsiteY1443" fmla="*/ 762190 h 3505200"/>
              <a:gd name="connsiteX1444" fmla="*/ 2895791 w 3505200"/>
              <a:gd name="connsiteY1444" fmla="*/ 766001 h 3505200"/>
              <a:gd name="connsiteX1445" fmla="*/ 2971991 w 3505200"/>
              <a:gd name="connsiteY1445" fmla="*/ 765143 h 3505200"/>
              <a:gd name="connsiteX1446" fmla="*/ 2974943 w 3505200"/>
              <a:gd name="connsiteY1446" fmla="*/ 762190 h 3505200"/>
              <a:gd name="connsiteX1447" fmla="*/ 2971991 w 3505200"/>
              <a:gd name="connsiteY1447" fmla="*/ 759238 h 3505200"/>
              <a:gd name="connsiteX1448" fmla="*/ 2969038 w 3505200"/>
              <a:gd name="connsiteY1448" fmla="*/ 762190 h 3505200"/>
              <a:gd name="connsiteX1449" fmla="*/ 2971991 w 3505200"/>
              <a:gd name="connsiteY1449" fmla="*/ 765143 h 3505200"/>
              <a:gd name="connsiteX1450" fmla="*/ 3048191 w 3505200"/>
              <a:gd name="connsiteY1450" fmla="*/ 764286 h 3505200"/>
              <a:gd name="connsiteX1451" fmla="*/ 3050286 w 3505200"/>
              <a:gd name="connsiteY1451" fmla="*/ 762190 h 3505200"/>
              <a:gd name="connsiteX1452" fmla="*/ 3048191 w 3505200"/>
              <a:gd name="connsiteY1452" fmla="*/ 760095 h 3505200"/>
              <a:gd name="connsiteX1453" fmla="*/ 3046095 w 3505200"/>
              <a:gd name="connsiteY1453" fmla="*/ 762190 h 3505200"/>
              <a:gd name="connsiteX1454" fmla="*/ 3048191 w 3505200"/>
              <a:gd name="connsiteY1454" fmla="*/ 764286 h 3505200"/>
              <a:gd name="connsiteX1455" fmla="*/ 3124391 w 3505200"/>
              <a:gd name="connsiteY1455" fmla="*/ 763238 h 3505200"/>
              <a:gd name="connsiteX1456" fmla="*/ 3125438 w 3505200"/>
              <a:gd name="connsiteY1456" fmla="*/ 762190 h 3505200"/>
              <a:gd name="connsiteX1457" fmla="*/ 3124391 w 3505200"/>
              <a:gd name="connsiteY1457" fmla="*/ 761143 h 3505200"/>
              <a:gd name="connsiteX1458" fmla="*/ 3123343 w 3505200"/>
              <a:gd name="connsiteY1458" fmla="*/ 762190 h 3505200"/>
              <a:gd name="connsiteX1459" fmla="*/ 3124391 w 3505200"/>
              <a:gd name="connsiteY1459" fmla="*/ 763238 h 3505200"/>
              <a:gd name="connsiteX1460" fmla="*/ 3200591 w 3505200"/>
              <a:gd name="connsiteY1460" fmla="*/ 762381 h 3505200"/>
              <a:gd name="connsiteX1461" fmla="*/ 3200781 w 3505200"/>
              <a:gd name="connsiteY1461" fmla="*/ 762190 h 3505200"/>
              <a:gd name="connsiteX1462" fmla="*/ 3200591 w 3505200"/>
              <a:gd name="connsiteY1462" fmla="*/ 762000 h 3505200"/>
              <a:gd name="connsiteX1463" fmla="*/ 3200400 w 3505200"/>
              <a:gd name="connsiteY1463" fmla="*/ 762190 h 3505200"/>
              <a:gd name="connsiteX1464" fmla="*/ 3200591 w 3505200"/>
              <a:gd name="connsiteY1464" fmla="*/ 762381 h 3505200"/>
              <a:gd name="connsiteX1465" fmla="*/ 304991 w 3505200"/>
              <a:gd name="connsiteY1465" fmla="*/ 839057 h 3505200"/>
              <a:gd name="connsiteX1466" fmla="*/ 305657 w 3505200"/>
              <a:gd name="connsiteY1466" fmla="*/ 838390 h 3505200"/>
              <a:gd name="connsiteX1467" fmla="*/ 304991 w 3505200"/>
              <a:gd name="connsiteY1467" fmla="*/ 837724 h 3505200"/>
              <a:gd name="connsiteX1468" fmla="*/ 304324 w 3505200"/>
              <a:gd name="connsiteY1468" fmla="*/ 838390 h 3505200"/>
              <a:gd name="connsiteX1469" fmla="*/ 304991 w 3505200"/>
              <a:gd name="connsiteY1469" fmla="*/ 839057 h 3505200"/>
              <a:gd name="connsiteX1470" fmla="*/ 381191 w 3505200"/>
              <a:gd name="connsiteY1470" fmla="*/ 840105 h 3505200"/>
              <a:gd name="connsiteX1471" fmla="*/ 382905 w 3505200"/>
              <a:gd name="connsiteY1471" fmla="*/ 838390 h 3505200"/>
              <a:gd name="connsiteX1472" fmla="*/ 381191 w 3505200"/>
              <a:gd name="connsiteY1472" fmla="*/ 836676 h 3505200"/>
              <a:gd name="connsiteX1473" fmla="*/ 379476 w 3505200"/>
              <a:gd name="connsiteY1473" fmla="*/ 838390 h 3505200"/>
              <a:gd name="connsiteX1474" fmla="*/ 381191 w 3505200"/>
              <a:gd name="connsiteY1474" fmla="*/ 840105 h 3505200"/>
              <a:gd name="connsiteX1475" fmla="*/ 457391 w 3505200"/>
              <a:gd name="connsiteY1475" fmla="*/ 841153 h 3505200"/>
              <a:gd name="connsiteX1476" fmla="*/ 460153 w 3505200"/>
              <a:gd name="connsiteY1476" fmla="*/ 838390 h 3505200"/>
              <a:gd name="connsiteX1477" fmla="*/ 457391 w 3505200"/>
              <a:gd name="connsiteY1477" fmla="*/ 835628 h 3505200"/>
              <a:gd name="connsiteX1478" fmla="*/ 454628 w 3505200"/>
              <a:gd name="connsiteY1478" fmla="*/ 838390 h 3505200"/>
              <a:gd name="connsiteX1479" fmla="*/ 457391 w 3505200"/>
              <a:gd name="connsiteY1479" fmla="*/ 841153 h 3505200"/>
              <a:gd name="connsiteX1480" fmla="*/ 533591 w 3505200"/>
              <a:gd name="connsiteY1480" fmla="*/ 842010 h 3505200"/>
              <a:gd name="connsiteX1481" fmla="*/ 537210 w 3505200"/>
              <a:gd name="connsiteY1481" fmla="*/ 838390 h 3505200"/>
              <a:gd name="connsiteX1482" fmla="*/ 533591 w 3505200"/>
              <a:gd name="connsiteY1482" fmla="*/ 834771 h 3505200"/>
              <a:gd name="connsiteX1483" fmla="*/ 529971 w 3505200"/>
              <a:gd name="connsiteY1483" fmla="*/ 838390 h 3505200"/>
              <a:gd name="connsiteX1484" fmla="*/ 533591 w 3505200"/>
              <a:gd name="connsiteY1484" fmla="*/ 842010 h 3505200"/>
              <a:gd name="connsiteX1485" fmla="*/ 609790 w 3505200"/>
              <a:gd name="connsiteY1485" fmla="*/ 842867 h 3505200"/>
              <a:gd name="connsiteX1486" fmla="*/ 614267 w 3505200"/>
              <a:gd name="connsiteY1486" fmla="*/ 838390 h 3505200"/>
              <a:gd name="connsiteX1487" fmla="*/ 609790 w 3505200"/>
              <a:gd name="connsiteY1487" fmla="*/ 833914 h 3505200"/>
              <a:gd name="connsiteX1488" fmla="*/ 605314 w 3505200"/>
              <a:gd name="connsiteY1488" fmla="*/ 838390 h 3505200"/>
              <a:gd name="connsiteX1489" fmla="*/ 609790 w 3505200"/>
              <a:gd name="connsiteY1489" fmla="*/ 842867 h 3505200"/>
              <a:gd name="connsiteX1490" fmla="*/ 685990 w 3505200"/>
              <a:gd name="connsiteY1490" fmla="*/ 843915 h 3505200"/>
              <a:gd name="connsiteX1491" fmla="*/ 691515 w 3505200"/>
              <a:gd name="connsiteY1491" fmla="*/ 838390 h 3505200"/>
              <a:gd name="connsiteX1492" fmla="*/ 685990 w 3505200"/>
              <a:gd name="connsiteY1492" fmla="*/ 832866 h 3505200"/>
              <a:gd name="connsiteX1493" fmla="*/ 680466 w 3505200"/>
              <a:gd name="connsiteY1493" fmla="*/ 838390 h 3505200"/>
              <a:gd name="connsiteX1494" fmla="*/ 685990 w 3505200"/>
              <a:gd name="connsiteY1494" fmla="*/ 843915 h 3505200"/>
              <a:gd name="connsiteX1495" fmla="*/ 762190 w 3505200"/>
              <a:gd name="connsiteY1495" fmla="*/ 844772 h 3505200"/>
              <a:gd name="connsiteX1496" fmla="*/ 768572 w 3505200"/>
              <a:gd name="connsiteY1496" fmla="*/ 838390 h 3505200"/>
              <a:gd name="connsiteX1497" fmla="*/ 762190 w 3505200"/>
              <a:gd name="connsiteY1497" fmla="*/ 832009 h 3505200"/>
              <a:gd name="connsiteX1498" fmla="*/ 755809 w 3505200"/>
              <a:gd name="connsiteY1498" fmla="*/ 838390 h 3505200"/>
              <a:gd name="connsiteX1499" fmla="*/ 762190 w 3505200"/>
              <a:gd name="connsiteY1499" fmla="*/ 844772 h 3505200"/>
              <a:gd name="connsiteX1500" fmla="*/ 838390 w 3505200"/>
              <a:gd name="connsiteY1500" fmla="*/ 845630 h 3505200"/>
              <a:gd name="connsiteX1501" fmla="*/ 845534 w 3505200"/>
              <a:gd name="connsiteY1501" fmla="*/ 838486 h 3505200"/>
              <a:gd name="connsiteX1502" fmla="*/ 838390 w 3505200"/>
              <a:gd name="connsiteY1502" fmla="*/ 831342 h 3505200"/>
              <a:gd name="connsiteX1503" fmla="*/ 831247 w 3505200"/>
              <a:gd name="connsiteY1503" fmla="*/ 838486 h 3505200"/>
              <a:gd name="connsiteX1504" fmla="*/ 838390 w 3505200"/>
              <a:gd name="connsiteY1504" fmla="*/ 845630 h 3505200"/>
              <a:gd name="connsiteX1505" fmla="*/ 914590 w 3505200"/>
              <a:gd name="connsiteY1505" fmla="*/ 846487 h 3505200"/>
              <a:gd name="connsiteX1506" fmla="*/ 922592 w 3505200"/>
              <a:gd name="connsiteY1506" fmla="*/ 838486 h 3505200"/>
              <a:gd name="connsiteX1507" fmla="*/ 914590 w 3505200"/>
              <a:gd name="connsiteY1507" fmla="*/ 830485 h 3505200"/>
              <a:gd name="connsiteX1508" fmla="*/ 906590 w 3505200"/>
              <a:gd name="connsiteY1508" fmla="*/ 838486 h 3505200"/>
              <a:gd name="connsiteX1509" fmla="*/ 914590 w 3505200"/>
              <a:gd name="connsiteY1509" fmla="*/ 846487 h 3505200"/>
              <a:gd name="connsiteX1510" fmla="*/ 990790 w 3505200"/>
              <a:gd name="connsiteY1510" fmla="*/ 847058 h 3505200"/>
              <a:gd name="connsiteX1511" fmla="*/ 999458 w 3505200"/>
              <a:gd name="connsiteY1511" fmla="*/ 838390 h 3505200"/>
              <a:gd name="connsiteX1512" fmla="*/ 990790 w 3505200"/>
              <a:gd name="connsiteY1512" fmla="*/ 829723 h 3505200"/>
              <a:gd name="connsiteX1513" fmla="*/ 982123 w 3505200"/>
              <a:gd name="connsiteY1513" fmla="*/ 838390 h 3505200"/>
              <a:gd name="connsiteX1514" fmla="*/ 990790 w 3505200"/>
              <a:gd name="connsiteY1514" fmla="*/ 847058 h 3505200"/>
              <a:gd name="connsiteX1515" fmla="*/ 1066991 w 3505200"/>
              <a:gd name="connsiteY1515" fmla="*/ 847915 h 3505200"/>
              <a:gd name="connsiteX1516" fmla="*/ 1076516 w 3505200"/>
              <a:gd name="connsiteY1516" fmla="*/ 838390 h 3505200"/>
              <a:gd name="connsiteX1517" fmla="*/ 1066991 w 3505200"/>
              <a:gd name="connsiteY1517" fmla="*/ 828865 h 3505200"/>
              <a:gd name="connsiteX1518" fmla="*/ 1057466 w 3505200"/>
              <a:gd name="connsiteY1518" fmla="*/ 838390 h 3505200"/>
              <a:gd name="connsiteX1519" fmla="*/ 1066991 w 3505200"/>
              <a:gd name="connsiteY1519" fmla="*/ 847915 h 3505200"/>
              <a:gd name="connsiteX1520" fmla="*/ 1143191 w 3505200"/>
              <a:gd name="connsiteY1520" fmla="*/ 848582 h 3505200"/>
              <a:gd name="connsiteX1521" fmla="*/ 1153287 w 3505200"/>
              <a:gd name="connsiteY1521" fmla="*/ 838486 h 3505200"/>
              <a:gd name="connsiteX1522" fmla="*/ 1143191 w 3505200"/>
              <a:gd name="connsiteY1522" fmla="*/ 828389 h 3505200"/>
              <a:gd name="connsiteX1523" fmla="*/ 1133094 w 3505200"/>
              <a:gd name="connsiteY1523" fmla="*/ 838486 h 3505200"/>
              <a:gd name="connsiteX1524" fmla="*/ 1143191 w 3505200"/>
              <a:gd name="connsiteY1524" fmla="*/ 848582 h 3505200"/>
              <a:gd name="connsiteX1525" fmla="*/ 1219391 w 3505200"/>
              <a:gd name="connsiteY1525" fmla="*/ 849154 h 3505200"/>
              <a:gd name="connsiteX1526" fmla="*/ 1230154 w 3505200"/>
              <a:gd name="connsiteY1526" fmla="*/ 838390 h 3505200"/>
              <a:gd name="connsiteX1527" fmla="*/ 1219391 w 3505200"/>
              <a:gd name="connsiteY1527" fmla="*/ 827627 h 3505200"/>
              <a:gd name="connsiteX1528" fmla="*/ 1208627 w 3505200"/>
              <a:gd name="connsiteY1528" fmla="*/ 838390 h 3505200"/>
              <a:gd name="connsiteX1529" fmla="*/ 1219391 w 3505200"/>
              <a:gd name="connsiteY1529" fmla="*/ 849154 h 3505200"/>
              <a:gd name="connsiteX1530" fmla="*/ 1295591 w 3505200"/>
              <a:gd name="connsiteY1530" fmla="*/ 849821 h 3505200"/>
              <a:gd name="connsiteX1531" fmla="*/ 1307021 w 3505200"/>
              <a:gd name="connsiteY1531" fmla="*/ 838390 h 3505200"/>
              <a:gd name="connsiteX1532" fmla="*/ 1295591 w 3505200"/>
              <a:gd name="connsiteY1532" fmla="*/ 826961 h 3505200"/>
              <a:gd name="connsiteX1533" fmla="*/ 1284161 w 3505200"/>
              <a:gd name="connsiteY1533" fmla="*/ 838390 h 3505200"/>
              <a:gd name="connsiteX1534" fmla="*/ 1295591 w 3505200"/>
              <a:gd name="connsiteY1534" fmla="*/ 849821 h 3505200"/>
              <a:gd name="connsiteX1535" fmla="*/ 1371791 w 3505200"/>
              <a:gd name="connsiteY1535" fmla="*/ 850202 h 3505200"/>
              <a:gd name="connsiteX1536" fmla="*/ 1383602 w 3505200"/>
              <a:gd name="connsiteY1536" fmla="*/ 838390 h 3505200"/>
              <a:gd name="connsiteX1537" fmla="*/ 1371791 w 3505200"/>
              <a:gd name="connsiteY1537" fmla="*/ 826580 h 3505200"/>
              <a:gd name="connsiteX1538" fmla="*/ 1359980 w 3505200"/>
              <a:gd name="connsiteY1538" fmla="*/ 838390 h 3505200"/>
              <a:gd name="connsiteX1539" fmla="*/ 1371791 w 3505200"/>
              <a:gd name="connsiteY1539" fmla="*/ 850202 h 3505200"/>
              <a:gd name="connsiteX1540" fmla="*/ 1447991 w 3505200"/>
              <a:gd name="connsiteY1540" fmla="*/ 850678 h 3505200"/>
              <a:gd name="connsiteX1541" fmla="*/ 1460278 w 3505200"/>
              <a:gd name="connsiteY1541" fmla="*/ 838390 h 3505200"/>
              <a:gd name="connsiteX1542" fmla="*/ 1447991 w 3505200"/>
              <a:gd name="connsiteY1542" fmla="*/ 826103 h 3505200"/>
              <a:gd name="connsiteX1543" fmla="*/ 1435703 w 3505200"/>
              <a:gd name="connsiteY1543" fmla="*/ 838390 h 3505200"/>
              <a:gd name="connsiteX1544" fmla="*/ 1447991 w 3505200"/>
              <a:gd name="connsiteY1544" fmla="*/ 850678 h 3505200"/>
              <a:gd name="connsiteX1545" fmla="*/ 1524191 w 3505200"/>
              <a:gd name="connsiteY1545" fmla="*/ 851059 h 3505200"/>
              <a:gd name="connsiteX1546" fmla="*/ 1536859 w 3505200"/>
              <a:gd name="connsiteY1546" fmla="*/ 838390 h 3505200"/>
              <a:gd name="connsiteX1547" fmla="*/ 1524191 w 3505200"/>
              <a:gd name="connsiteY1547" fmla="*/ 825722 h 3505200"/>
              <a:gd name="connsiteX1548" fmla="*/ 1511522 w 3505200"/>
              <a:gd name="connsiteY1548" fmla="*/ 838390 h 3505200"/>
              <a:gd name="connsiteX1549" fmla="*/ 1524191 w 3505200"/>
              <a:gd name="connsiteY1549" fmla="*/ 851059 h 3505200"/>
              <a:gd name="connsiteX1550" fmla="*/ 1600391 w 3505200"/>
              <a:gd name="connsiteY1550" fmla="*/ 851345 h 3505200"/>
              <a:gd name="connsiteX1551" fmla="*/ 1613249 w 3505200"/>
              <a:gd name="connsiteY1551" fmla="*/ 838486 h 3505200"/>
              <a:gd name="connsiteX1552" fmla="*/ 1600391 w 3505200"/>
              <a:gd name="connsiteY1552" fmla="*/ 825627 h 3505200"/>
              <a:gd name="connsiteX1553" fmla="*/ 1587532 w 3505200"/>
              <a:gd name="connsiteY1553" fmla="*/ 838486 h 3505200"/>
              <a:gd name="connsiteX1554" fmla="*/ 1600391 w 3505200"/>
              <a:gd name="connsiteY1554" fmla="*/ 851345 h 3505200"/>
              <a:gd name="connsiteX1555" fmla="*/ 1676591 w 3505200"/>
              <a:gd name="connsiteY1555" fmla="*/ 851345 h 3505200"/>
              <a:gd name="connsiteX1556" fmla="*/ 1689449 w 3505200"/>
              <a:gd name="connsiteY1556" fmla="*/ 838486 h 3505200"/>
              <a:gd name="connsiteX1557" fmla="*/ 1676591 w 3505200"/>
              <a:gd name="connsiteY1557" fmla="*/ 825627 h 3505200"/>
              <a:gd name="connsiteX1558" fmla="*/ 1663732 w 3505200"/>
              <a:gd name="connsiteY1558" fmla="*/ 838486 h 3505200"/>
              <a:gd name="connsiteX1559" fmla="*/ 1676591 w 3505200"/>
              <a:gd name="connsiteY1559" fmla="*/ 851345 h 3505200"/>
              <a:gd name="connsiteX1560" fmla="*/ 1752791 w 3505200"/>
              <a:gd name="connsiteY1560" fmla="*/ 851535 h 3505200"/>
              <a:gd name="connsiteX1561" fmla="*/ 1765935 w 3505200"/>
              <a:gd name="connsiteY1561" fmla="*/ 838390 h 3505200"/>
              <a:gd name="connsiteX1562" fmla="*/ 1752791 w 3505200"/>
              <a:gd name="connsiteY1562" fmla="*/ 825246 h 3505200"/>
              <a:gd name="connsiteX1563" fmla="*/ 1739646 w 3505200"/>
              <a:gd name="connsiteY1563" fmla="*/ 838390 h 3505200"/>
              <a:gd name="connsiteX1564" fmla="*/ 1752791 w 3505200"/>
              <a:gd name="connsiteY1564" fmla="*/ 851535 h 3505200"/>
              <a:gd name="connsiteX1565" fmla="*/ 1828991 w 3505200"/>
              <a:gd name="connsiteY1565" fmla="*/ 851535 h 3505200"/>
              <a:gd name="connsiteX1566" fmla="*/ 1842135 w 3505200"/>
              <a:gd name="connsiteY1566" fmla="*/ 838390 h 3505200"/>
              <a:gd name="connsiteX1567" fmla="*/ 1828991 w 3505200"/>
              <a:gd name="connsiteY1567" fmla="*/ 825246 h 3505200"/>
              <a:gd name="connsiteX1568" fmla="*/ 1815846 w 3505200"/>
              <a:gd name="connsiteY1568" fmla="*/ 838390 h 3505200"/>
              <a:gd name="connsiteX1569" fmla="*/ 1828991 w 3505200"/>
              <a:gd name="connsiteY1569" fmla="*/ 851535 h 3505200"/>
              <a:gd name="connsiteX1570" fmla="*/ 1905191 w 3505200"/>
              <a:gd name="connsiteY1570" fmla="*/ 851345 h 3505200"/>
              <a:gd name="connsiteX1571" fmla="*/ 1918049 w 3505200"/>
              <a:gd name="connsiteY1571" fmla="*/ 838486 h 3505200"/>
              <a:gd name="connsiteX1572" fmla="*/ 1905191 w 3505200"/>
              <a:gd name="connsiteY1572" fmla="*/ 825627 h 3505200"/>
              <a:gd name="connsiteX1573" fmla="*/ 1892332 w 3505200"/>
              <a:gd name="connsiteY1573" fmla="*/ 838486 h 3505200"/>
              <a:gd name="connsiteX1574" fmla="*/ 1905191 w 3505200"/>
              <a:gd name="connsiteY1574" fmla="*/ 851345 h 3505200"/>
              <a:gd name="connsiteX1575" fmla="*/ 1981391 w 3505200"/>
              <a:gd name="connsiteY1575" fmla="*/ 851059 h 3505200"/>
              <a:gd name="connsiteX1576" fmla="*/ 1994059 w 3505200"/>
              <a:gd name="connsiteY1576" fmla="*/ 838390 h 3505200"/>
              <a:gd name="connsiteX1577" fmla="*/ 1981391 w 3505200"/>
              <a:gd name="connsiteY1577" fmla="*/ 825722 h 3505200"/>
              <a:gd name="connsiteX1578" fmla="*/ 1968722 w 3505200"/>
              <a:gd name="connsiteY1578" fmla="*/ 838390 h 3505200"/>
              <a:gd name="connsiteX1579" fmla="*/ 1981391 w 3505200"/>
              <a:gd name="connsiteY1579" fmla="*/ 851059 h 3505200"/>
              <a:gd name="connsiteX1580" fmla="*/ 2057591 w 3505200"/>
              <a:gd name="connsiteY1580" fmla="*/ 850678 h 3505200"/>
              <a:gd name="connsiteX1581" fmla="*/ 2069878 w 3505200"/>
              <a:gd name="connsiteY1581" fmla="*/ 838390 h 3505200"/>
              <a:gd name="connsiteX1582" fmla="*/ 2057591 w 3505200"/>
              <a:gd name="connsiteY1582" fmla="*/ 826103 h 3505200"/>
              <a:gd name="connsiteX1583" fmla="*/ 2045303 w 3505200"/>
              <a:gd name="connsiteY1583" fmla="*/ 838390 h 3505200"/>
              <a:gd name="connsiteX1584" fmla="*/ 2057591 w 3505200"/>
              <a:gd name="connsiteY1584" fmla="*/ 850678 h 3505200"/>
              <a:gd name="connsiteX1585" fmla="*/ 2133791 w 3505200"/>
              <a:gd name="connsiteY1585" fmla="*/ 850202 h 3505200"/>
              <a:gd name="connsiteX1586" fmla="*/ 2145602 w 3505200"/>
              <a:gd name="connsiteY1586" fmla="*/ 838390 h 3505200"/>
              <a:gd name="connsiteX1587" fmla="*/ 2133791 w 3505200"/>
              <a:gd name="connsiteY1587" fmla="*/ 826580 h 3505200"/>
              <a:gd name="connsiteX1588" fmla="*/ 2121980 w 3505200"/>
              <a:gd name="connsiteY1588" fmla="*/ 838390 h 3505200"/>
              <a:gd name="connsiteX1589" fmla="*/ 2133791 w 3505200"/>
              <a:gd name="connsiteY1589" fmla="*/ 850202 h 3505200"/>
              <a:gd name="connsiteX1590" fmla="*/ 2209991 w 3505200"/>
              <a:gd name="connsiteY1590" fmla="*/ 849821 h 3505200"/>
              <a:gd name="connsiteX1591" fmla="*/ 2221421 w 3505200"/>
              <a:gd name="connsiteY1591" fmla="*/ 838390 h 3505200"/>
              <a:gd name="connsiteX1592" fmla="*/ 2209991 w 3505200"/>
              <a:gd name="connsiteY1592" fmla="*/ 826961 h 3505200"/>
              <a:gd name="connsiteX1593" fmla="*/ 2198561 w 3505200"/>
              <a:gd name="connsiteY1593" fmla="*/ 838390 h 3505200"/>
              <a:gd name="connsiteX1594" fmla="*/ 2209991 w 3505200"/>
              <a:gd name="connsiteY1594" fmla="*/ 849821 h 3505200"/>
              <a:gd name="connsiteX1595" fmla="*/ 2286191 w 3505200"/>
              <a:gd name="connsiteY1595" fmla="*/ 849154 h 3505200"/>
              <a:gd name="connsiteX1596" fmla="*/ 2296954 w 3505200"/>
              <a:gd name="connsiteY1596" fmla="*/ 838390 h 3505200"/>
              <a:gd name="connsiteX1597" fmla="*/ 2286191 w 3505200"/>
              <a:gd name="connsiteY1597" fmla="*/ 827627 h 3505200"/>
              <a:gd name="connsiteX1598" fmla="*/ 2275427 w 3505200"/>
              <a:gd name="connsiteY1598" fmla="*/ 838390 h 3505200"/>
              <a:gd name="connsiteX1599" fmla="*/ 2286191 w 3505200"/>
              <a:gd name="connsiteY1599" fmla="*/ 849154 h 3505200"/>
              <a:gd name="connsiteX1600" fmla="*/ 2362391 w 3505200"/>
              <a:gd name="connsiteY1600" fmla="*/ 848773 h 3505200"/>
              <a:gd name="connsiteX1601" fmla="*/ 2372773 w 3505200"/>
              <a:gd name="connsiteY1601" fmla="*/ 838390 h 3505200"/>
              <a:gd name="connsiteX1602" fmla="*/ 2362391 w 3505200"/>
              <a:gd name="connsiteY1602" fmla="*/ 828008 h 3505200"/>
              <a:gd name="connsiteX1603" fmla="*/ 2352008 w 3505200"/>
              <a:gd name="connsiteY1603" fmla="*/ 838390 h 3505200"/>
              <a:gd name="connsiteX1604" fmla="*/ 2362391 w 3505200"/>
              <a:gd name="connsiteY1604" fmla="*/ 848773 h 3505200"/>
              <a:gd name="connsiteX1605" fmla="*/ 2438591 w 3505200"/>
              <a:gd name="connsiteY1605" fmla="*/ 847915 h 3505200"/>
              <a:gd name="connsiteX1606" fmla="*/ 2448116 w 3505200"/>
              <a:gd name="connsiteY1606" fmla="*/ 838390 h 3505200"/>
              <a:gd name="connsiteX1607" fmla="*/ 2438591 w 3505200"/>
              <a:gd name="connsiteY1607" fmla="*/ 828865 h 3505200"/>
              <a:gd name="connsiteX1608" fmla="*/ 2429066 w 3505200"/>
              <a:gd name="connsiteY1608" fmla="*/ 838390 h 3505200"/>
              <a:gd name="connsiteX1609" fmla="*/ 2438591 w 3505200"/>
              <a:gd name="connsiteY1609" fmla="*/ 847915 h 3505200"/>
              <a:gd name="connsiteX1610" fmla="*/ 2514791 w 3505200"/>
              <a:gd name="connsiteY1610" fmla="*/ 847249 h 3505200"/>
              <a:gd name="connsiteX1611" fmla="*/ 2523649 w 3505200"/>
              <a:gd name="connsiteY1611" fmla="*/ 838390 h 3505200"/>
              <a:gd name="connsiteX1612" fmla="*/ 2514791 w 3505200"/>
              <a:gd name="connsiteY1612" fmla="*/ 829532 h 3505200"/>
              <a:gd name="connsiteX1613" fmla="*/ 2505932 w 3505200"/>
              <a:gd name="connsiteY1613" fmla="*/ 838390 h 3505200"/>
              <a:gd name="connsiteX1614" fmla="*/ 2514791 w 3505200"/>
              <a:gd name="connsiteY1614" fmla="*/ 847249 h 3505200"/>
              <a:gd name="connsiteX1615" fmla="*/ 2590991 w 3505200"/>
              <a:gd name="connsiteY1615" fmla="*/ 846487 h 3505200"/>
              <a:gd name="connsiteX1616" fmla="*/ 2598991 w 3505200"/>
              <a:gd name="connsiteY1616" fmla="*/ 838486 h 3505200"/>
              <a:gd name="connsiteX1617" fmla="*/ 2590991 w 3505200"/>
              <a:gd name="connsiteY1617" fmla="*/ 830485 h 3505200"/>
              <a:gd name="connsiteX1618" fmla="*/ 2582990 w 3505200"/>
              <a:gd name="connsiteY1618" fmla="*/ 838486 h 3505200"/>
              <a:gd name="connsiteX1619" fmla="*/ 2590991 w 3505200"/>
              <a:gd name="connsiteY1619" fmla="*/ 846487 h 3505200"/>
              <a:gd name="connsiteX1620" fmla="*/ 2667191 w 3505200"/>
              <a:gd name="connsiteY1620" fmla="*/ 845630 h 3505200"/>
              <a:gd name="connsiteX1621" fmla="*/ 2674334 w 3505200"/>
              <a:gd name="connsiteY1621" fmla="*/ 838486 h 3505200"/>
              <a:gd name="connsiteX1622" fmla="*/ 2667191 w 3505200"/>
              <a:gd name="connsiteY1622" fmla="*/ 831342 h 3505200"/>
              <a:gd name="connsiteX1623" fmla="*/ 2660047 w 3505200"/>
              <a:gd name="connsiteY1623" fmla="*/ 838486 h 3505200"/>
              <a:gd name="connsiteX1624" fmla="*/ 2667191 w 3505200"/>
              <a:gd name="connsiteY1624" fmla="*/ 845630 h 3505200"/>
              <a:gd name="connsiteX1625" fmla="*/ 2743391 w 3505200"/>
              <a:gd name="connsiteY1625" fmla="*/ 844772 h 3505200"/>
              <a:gd name="connsiteX1626" fmla="*/ 2749772 w 3505200"/>
              <a:gd name="connsiteY1626" fmla="*/ 838390 h 3505200"/>
              <a:gd name="connsiteX1627" fmla="*/ 2743391 w 3505200"/>
              <a:gd name="connsiteY1627" fmla="*/ 832009 h 3505200"/>
              <a:gd name="connsiteX1628" fmla="*/ 2737009 w 3505200"/>
              <a:gd name="connsiteY1628" fmla="*/ 838390 h 3505200"/>
              <a:gd name="connsiteX1629" fmla="*/ 2743391 w 3505200"/>
              <a:gd name="connsiteY1629" fmla="*/ 844772 h 3505200"/>
              <a:gd name="connsiteX1630" fmla="*/ 2819591 w 3505200"/>
              <a:gd name="connsiteY1630" fmla="*/ 843915 h 3505200"/>
              <a:gd name="connsiteX1631" fmla="*/ 2825115 w 3505200"/>
              <a:gd name="connsiteY1631" fmla="*/ 838390 h 3505200"/>
              <a:gd name="connsiteX1632" fmla="*/ 2819591 w 3505200"/>
              <a:gd name="connsiteY1632" fmla="*/ 832866 h 3505200"/>
              <a:gd name="connsiteX1633" fmla="*/ 2814066 w 3505200"/>
              <a:gd name="connsiteY1633" fmla="*/ 838390 h 3505200"/>
              <a:gd name="connsiteX1634" fmla="*/ 2819591 w 3505200"/>
              <a:gd name="connsiteY1634" fmla="*/ 843915 h 3505200"/>
              <a:gd name="connsiteX1635" fmla="*/ 2895791 w 3505200"/>
              <a:gd name="connsiteY1635" fmla="*/ 843058 h 3505200"/>
              <a:gd name="connsiteX1636" fmla="*/ 2900458 w 3505200"/>
              <a:gd name="connsiteY1636" fmla="*/ 838390 h 3505200"/>
              <a:gd name="connsiteX1637" fmla="*/ 2895791 w 3505200"/>
              <a:gd name="connsiteY1637" fmla="*/ 833723 h 3505200"/>
              <a:gd name="connsiteX1638" fmla="*/ 2891123 w 3505200"/>
              <a:gd name="connsiteY1638" fmla="*/ 838390 h 3505200"/>
              <a:gd name="connsiteX1639" fmla="*/ 2895791 w 3505200"/>
              <a:gd name="connsiteY1639" fmla="*/ 843058 h 3505200"/>
              <a:gd name="connsiteX1640" fmla="*/ 2971991 w 3505200"/>
              <a:gd name="connsiteY1640" fmla="*/ 842010 h 3505200"/>
              <a:gd name="connsiteX1641" fmla="*/ 2975610 w 3505200"/>
              <a:gd name="connsiteY1641" fmla="*/ 838390 h 3505200"/>
              <a:gd name="connsiteX1642" fmla="*/ 2971991 w 3505200"/>
              <a:gd name="connsiteY1642" fmla="*/ 834771 h 3505200"/>
              <a:gd name="connsiteX1643" fmla="*/ 2968371 w 3505200"/>
              <a:gd name="connsiteY1643" fmla="*/ 838390 h 3505200"/>
              <a:gd name="connsiteX1644" fmla="*/ 2971991 w 3505200"/>
              <a:gd name="connsiteY1644" fmla="*/ 842010 h 3505200"/>
              <a:gd name="connsiteX1645" fmla="*/ 3048191 w 3505200"/>
              <a:gd name="connsiteY1645" fmla="*/ 841153 h 3505200"/>
              <a:gd name="connsiteX1646" fmla="*/ 3050953 w 3505200"/>
              <a:gd name="connsiteY1646" fmla="*/ 838390 h 3505200"/>
              <a:gd name="connsiteX1647" fmla="*/ 3048191 w 3505200"/>
              <a:gd name="connsiteY1647" fmla="*/ 835628 h 3505200"/>
              <a:gd name="connsiteX1648" fmla="*/ 3045428 w 3505200"/>
              <a:gd name="connsiteY1648" fmla="*/ 838390 h 3505200"/>
              <a:gd name="connsiteX1649" fmla="*/ 3048191 w 3505200"/>
              <a:gd name="connsiteY1649" fmla="*/ 841153 h 3505200"/>
              <a:gd name="connsiteX1650" fmla="*/ 3124391 w 3505200"/>
              <a:gd name="connsiteY1650" fmla="*/ 840296 h 3505200"/>
              <a:gd name="connsiteX1651" fmla="*/ 3126296 w 3505200"/>
              <a:gd name="connsiteY1651" fmla="*/ 838390 h 3505200"/>
              <a:gd name="connsiteX1652" fmla="*/ 3124391 w 3505200"/>
              <a:gd name="connsiteY1652" fmla="*/ 836486 h 3505200"/>
              <a:gd name="connsiteX1653" fmla="*/ 3122486 w 3505200"/>
              <a:gd name="connsiteY1653" fmla="*/ 838390 h 3505200"/>
              <a:gd name="connsiteX1654" fmla="*/ 3124391 w 3505200"/>
              <a:gd name="connsiteY1654" fmla="*/ 840296 h 3505200"/>
              <a:gd name="connsiteX1655" fmla="*/ 3200591 w 3505200"/>
              <a:gd name="connsiteY1655" fmla="*/ 839248 h 3505200"/>
              <a:gd name="connsiteX1656" fmla="*/ 3201448 w 3505200"/>
              <a:gd name="connsiteY1656" fmla="*/ 838390 h 3505200"/>
              <a:gd name="connsiteX1657" fmla="*/ 3200591 w 3505200"/>
              <a:gd name="connsiteY1657" fmla="*/ 837533 h 3505200"/>
              <a:gd name="connsiteX1658" fmla="*/ 3199733 w 3505200"/>
              <a:gd name="connsiteY1658" fmla="*/ 838390 h 3505200"/>
              <a:gd name="connsiteX1659" fmla="*/ 3200591 w 3505200"/>
              <a:gd name="connsiteY1659" fmla="*/ 839248 h 3505200"/>
              <a:gd name="connsiteX1660" fmla="*/ 228791 w 3505200"/>
              <a:gd name="connsiteY1660" fmla="*/ 915067 h 3505200"/>
              <a:gd name="connsiteX1661" fmla="*/ 229172 w 3505200"/>
              <a:gd name="connsiteY1661" fmla="*/ 914686 h 3505200"/>
              <a:gd name="connsiteX1662" fmla="*/ 228791 w 3505200"/>
              <a:gd name="connsiteY1662" fmla="*/ 914305 h 3505200"/>
              <a:gd name="connsiteX1663" fmla="*/ 228410 w 3505200"/>
              <a:gd name="connsiteY1663" fmla="*/ 914686 h 3505200"/>
              <a:gd name="connsiteX1664" fmla="*/ 228791 w 3505200"/>
              <a:gd name="connsiteY1664" fmla="*/ 915067 h 3505200"/>
              <a:gd name="connsiteX1665" fmla="*/ 304991 w 3505200"/>
              <a:gd name="connsiteY1665" fmla="*/ 915924 h 3505200"/>
              <a:gd name="connsiteX1666" fmla="*/ 306229 w 3505200"/>
              <a:gd name="connsiteY1666" fmla="*/ 914686 h 3505200"/>
              <a:gd name="connsiteX1667" fmla="*/ 304991 w 3505200"/>
              <a:gd name="connsiteY1667" fmla="*/ 913448 h 3505200"/>
              <a:gd name="connsiteX1668" fmla="*/ 303752 w 3505200"/>
              <a:gd name="connsiteY1668" fmla="*/ 914686 h 3505200"/>
              <a:gd name="connsiteX1669" fmla="*/ 304991 w 3505200"/>
              <a:gd name="connsiteY1669" fmla="*/ 915924 h 3505200"/>
              <a:gd name="connsiteX1670" fmla="*/ 381191 w 3505200"/>
              <a:gd name="connsiteY1670" fmla="*/ 916972 h 3505200"/>
              <a:gd name="connsiteX1671" fmla="*/ 383476 w 3505200"/>
              <a:gd name="connsiteY1671" fmla="*/ 914686 h 3505200"/>
              <a:gd name="connsiteX1672" fmla="*/ 381191 w 3505200"/>
              <a:gd name="connsiteY1672" fmla="*/ 912400 h 3505200"/>
              <a:gd name="connsiteX1673" fmla="*/ 378905 w 3505200"/>
              <a:gd name="connsiteY1673" fmla="*/ 914686 h 3505200"/>
              <a:gd name="connsiteX1674" fmla="*/ 381191 w 3505200"/>
              <a:gd name="connsiteY1674" fmla="*/ 916972 h 3505200"/>
              <a:gd name="connsiteX1675" fmla="*/ 457391 w 3505200"/>
              <a:gd name="connsiteY1675" fmla="*/ 918020 h 3505200"/>
              <a:gd name="connsiteX1676" fmla="*/ 460724 w 3505200"/>
              <a:gd name="connsiteY1676" fmla="*/ 914686 h 3505200"/>
              <a:gd name="connsiteX1677" fmla="*/ 457391 w 3505200"/>
              <a:gd name="connsiteY1677" fmla="*/ 911257 h 3505200"/>
              <a:gd name="connsiteX1678" fmla="*/ 453962 w 3505200"/>
              <a:gd name="connsiteY1678" fmla="*/ 914686 h 3505200"/>
              <a:gd name="connsiteX1679" fmla="*/ 457391 w 3505200"/>
              <a:gd name="connsiteY1679" fmla="*/ 918020 h 3505200"/>
              <a:gd name="connsiteX1680" fmla="*/ 533591 w 3505200"/>
              <a:gd name="connsiteY1680" fmla="*/ 918877 h 3505200"/>
              <a:gd name="connsiteX1681" fmla="*/ 537782 w 3505200"/>
              <a:gd name="connsiteY1681" fmla="*/ 914686 h 3505200"/>
              <a:gd name="connsiteX1682" fmla="*/ 533591 w 3505200"/>
              <a:gd name="connsiteY1682" fmla="*/ 910495 h 3505200"/>
              <a:gd name="connsiteX1683" fmla="*/ 529400 w 3505200"/>
              <a:gd name="connsiteY1683" fmla="*/ 914686 h 3505200"/>
              <a:gd name="connsiteX1684" fmla="*/ 533591 w 3505200"/>
              <a:gd name="connsiteY1684" fmla="*/ 918877 h 3505200"/>
              <a:gd name="connsiteX1685" fmla="*/ 609790 w 3505200"/>
              <a:gd name="connsiteY1685" fmla="*/ 919925 h 3505200"/>
              <a:gd name="connsiteX1686" fmla="*/ 615029 w 3505200"/>
              <a:gd name="connsiteY1686" fmla="*/ 914686 h 3505200"/>
              <a:gd name="connsiteX1687" fmla="*/ 609790 w 3505200"/>
              <a:gd name="connsiteY1687" fmla="*/ 909447 h 3505200"/>
              <a:gd name="connsiteX1688" fmla="*/ 604552 w 3505200"/>
              <a:gd name="connsiteY1688" fmla="*/ 914686 h 3505200"/>
              <a:gd name="connsiteX1689" fmla="*/ 609790 w 3505200"/>
              <a:gd name="connsiteY1689" fmla="*/ 919925 h 3505200"/>
              <a:gd name="connsiteX1690" fmla="*/ 685990 w 3505200"/>
              <a:gd name="connsiteY1690" fmla="*/ 920782 h 3505200"/>
              <a:gd name="connsiteX1691" fmla="*/ 692087 w 3505200"/>
              <a:gd name="connsiteY1691" fmla="*/ 914686 h 3505200"/>
              <a:gd name="connsiteX1692" fmla="*/ 685990 w 3505200"/>
              <a:gd name="connsiteY1692" fmla="*/ 908590 h 3505200"/>
              <a:gd name="connsiteX1693" fmla="*/ 679895 w 3505200"/>
              <a:gd name="connsiteY1693" fmla="*/ 914686 h 3505200"/>
              <a:gd name="connsiteX1694" fmla="*/ 685990 w 3505200"/>
              <a:gd name="connsiteY1694" fmla="*/ 920782 h 3505200"/>
              <a:gd name="connsiteX1695" fmla="*/ 762190 w 3505200"/>
              <a:gd name="connsiteY1695" fmla="*/ 921830 h 3505200"/>
              <a:gd name="connsiteX1696" fmla="*/ 769334 w 3505200"/>
              <a:gd name="connsiteY1696" fmla="*/ 914686 h 3505200"/>
              <a:gd name="connsiteX1697" fmla="*/ 762190 w 3505200"/>
              <a:gd name="connsiteY1697" fmla="*/ 907542 h 3505200"/>
              <a:gd name="connsiteX1698" fmla="*/ 755047 w 3505200"/>
              <a:gd name="connsiteY1698" fmla="*/ 914686 h 3505200"/>
              <a:gd name="connsiteX1699" fmla="*/ 762190 w 3505200"/>
              <a:gd name="connsiteY1699" fmla="*/ 921830 h 3505200"/>
              <a:gd name="connsiteX1700" fmla="*/ 838390 w 3505200"/>
              <a:gd name="connsiteY1700" fmla="*/ 922687 h 3505200"/>
              <a:gd name="connsiteX1701" fmla="*/ 846392 w 3505200"/>
              <a:gd name="connsiteY1701" fmla="*/ 914686 h 3505200"/>
              <a:gd name="connsiteX1702" fmla="*/ 838390 w 3505200"/>
              <a:gd name="connsiteY1702" fmla="*/ 906685 h 3505200"/>
              <a:gd name="connsiteX1703" fmla="*/ 830390 w 3505200"/>
              <a:gd name="connsiteY1703" fmla="*/ 914686 h 3505200"/>
              <a:gd name="connsiteX1704" fmla="*/ 838390 w 3505200"/>
              <a:gd name="connsiteY1704" fmla="*/ 922687 h 3505200"/>
              <a:gd name="connsiteX1705" fmla="*/ 914590 w 3505200"/>
              <a:gd name="connsiteY1705" fmla="*/ 923449 h 3505200"/>
              <a:gd name="connsiteX1706" fmla="*/ 923449 w 3505200"/>
              <a:gd name="connsiteY1706" fmla="*/ 914590 h 3505200"/>
              <a:gd name="connsiteX1707" fmla="*/ 914590 w 3505200"/>
              <a:gd name="connsiteY1707" fmla="*/ 905732 h 3505200"/>
              <a:gd name="connsiteX1708" fmla="*/ 905732 w 3505200"/>
              <a:gd name="connsiteY1708" fmla="*/ 914590 h 3505200"/>
              <a:gd name="connsiteX1709" fmla="*/ 914590 w 3505200"/>
              <a:gd name="connsiteY1709" fmla="*/ 923449 h 3505200"/>
              <a:gd name="connsiteX1710" fmla="*/ 990790 w 3505200"/>
              <a:gd name="connsiteY1710" fmla="*/ 924306 h 3505200"/>
              <a:gd name="connsiteX1711" fmla="*/ 1000506 w 3505200"/>
              <a:gd name="connsiteY1711" fmla="*/ 914590 h 3505200"/>
              <a:gd name="connsiteX1712" fmla="*/ 990790 w 3505200"/>
              <a:gd name="connsiteY1712" fmla="*/ 904875 h 3505200"/>
              <a:gd name="connsiteX1713" fmla="*/ 981075 w 3505200"/>
              <a:gd name="connsiteY1713" fmla="*/ 914590 h 3505200"/>
              <a:gd name="connsiteX1714" fmla="*/ 990790 w 3505200"/>
              <a:gd name="connsiteY1714" fmla="*/ 924306 h 3505200"/>
              <a:gd name="connsiteX1715" fmla="*/ 1066991 w 3505200"/>
              <a:gd name="connsiteY1715" fmla="*/ 925163 h 3505200"/>
              <a:gd name="connsiteX1716" fmla="*/ 1077563 w 3505200"/>
              <a:gd name="connsiteY1716" fmla="*/ 914590 h 3505200"/>
              <a:gd name="connsiteX1717" fmla="*/ 1066991 w 3505200"/>
              <a:gd name="connsiteY1717" fmla="*/ 904018 h 3505200"/>
              <a:gd name="connsiteX1718" fmla="*/ 1056418 w 3505200"/>
              <a:gd name="connsiteY1718" fmla="*/ 914590 h 3505200"/>
              <a:gd name="connsiteX1719" fmla="*/ 1066991 w 3505200"/>
              <a:gd name="connsiteY1719" fmla="*/ 925163 h 3505200"/>
              <a:gd name="connsiteX1720" fmla="*/ 1143191 w 3505200"/>
              <a:gd name="connsiteY1720" fmla="*/ 925830 h 3505200"/>
              <a:gd name="connsiteX1721" fmla="*/ 1154430 w 3505200"/>
              <a:gd name="connsiteY1721" fmla="*/ 914590 h 3505200"/>
              <a:gd name="connsiteX1722" fmla="*/ 1143191 w 3505200"/>
              <a:gd name="connsiteY1722" fmla="*/ 903351 h 3505200"/>
              <a:gd name="connsiteX1723" fmla="*/ 1131951 w 3505200"/>
              <a:gd name="connsiteY1723" fmla="*/ 914590 h 3505200"/>
              <a:gd name="connsiteX1724" fmla="*/ 1143191 w 3505200"/>
              <a:gd name="connsiteY1724" fmla="*/ 925830 h 3505200"/>
              <a:gd name="connsiteX1725" fmla="*/ 1219391 w 3505200"/>
              <a:gd name="connsiteY1725" fmla="*/ 926402 h 3505200"/>
              <a:gd name="connsiteX1726" fmla="*/ 1231202 w 3505200"/>
              <a:gd name="connsiteY1726" fmla="*/ 914590 h 3505200"/>
              <a:gd name="connsiteX1727" fmla="*/ 1219391 w 3505200"/>
              <a:gd name="connsiteY1727" fmla="*/ 902780 h 3505200"/>
              <a:gd name="connsiteX1728" fmla="*/ 1207580 w 3505200"/>
              <a:gd name="connsiteY1728" fmla="*/ 914590 h 3505200"/>
              <a:gd name="connsiteX1729" fmla="*/ 1219391 w 3505200"/>
              <a:gd name="connsiteY1729" fmla="*/ 926402 h 3505200"/>
              <a:gd name="connsiteX1730" fmla="*/ 1295591 w 3505200"/>
              <a:gd name="connsiteY1730" fmla="*/ 927068 h 3505200"/>
              <a:gd name="connsiteX1731" fmla="*/ 1308068 w 3505200"/>
              <a:gd name="connsiteY1731" fmla="*/ 914590 h 3505200"/>
              <a:gd name="connsiteX1732" fmla="*/ 1295591 w 3505200"/>
              <a:gd name="connsiteY1732" fmla="*/ 902113 h 3505200"/>
              <a:gd name="connsiteX1733" fmla="*/ 1283113 w 3505200"/>
              <a:gd name="connsiteY1733" fmla="*/ 914590 h 3505200"/>
              <a:gd name="connsiteX1734" fmla="*/ 1295591 w 3505200"/>
              <a:gd name="connsiteY1734" fmla="*/ 927068 h 3505200"/>
              <a:gd name="connsiteX1735" fmla="*/ 1371791 w 3505200"/>
              <a:gd name="connsiteY1735" fmla="*/ 927545 h 3505200"/>
              <a:gd name="connsiteX1736" fmla="*/ 1384649 w 3505200"/>
              <a:gd name="connsiteY1736" fmla="*/ 914686 h 3505200"/>
              <a:gd name="connsiteX1737" fmla="*/ 1371791 w 3505200"/>
              <a:gd name="connsiteY1737" fmla="*/ 901827 h 3505200"/>
              <a:gd name="connsiteX1738" fmla="*/ 1358932 w 3505200"/>
              <a:gd name="connsiteY1738" fmla="*/ 914686 h 3505200"/>
              <a:gd name="connsiteX1739" fmla="*/ 1371791 w 3505200"/>
              <a:gd name="connsiteY1739" fmla="*/ 927545 h 3505200"/>
              <a:gd name="connsiteX1740" fmla="*/ 1447991 w 3505200"/>
              <a:gd name="connsiteY1740" fmla="*/ 927926 h 3505200"/>
              <a:gd name="connsiteX1741" fmla="*/ 1461326 w 3505200"/>
              <a:gd name="connsiteY1741" fmla="*/ 914590 h 3505200"/>
              <a:gd name="connsiteX1742" fmla="*/ 1447991 w 3505200"/>
              <a:gd name="connsiteY1742" fmla="*/ 901256 h 3505200"/>
              <a:gd name="connsiteX1743" fmla="*/ 1434656 w 3505200"/>
              <a:gd name="connsiteY1743" fmla="*/ 914590 h 3505200"/>
              <a:gd name="connsiteX1744" fmla="*/ 1447991 w 3505200"/>
              <a:gd name="connsiteY1744" fmla="*/ 927926 h 3505200"/>
              <a:gd name="connsiteX1745" fmla="*/ 1524191 w 3505200"/>
              <a:gd name="connsiteY1745" fmla="*/ 928307 h 3505200"/>
              <a:gd name="connsiteX1746" fmla="*/ 1537907 w 3505200"/>
              <a:gd name="connsiteY1746" fmla="*/ 914590 h 3505200"/>
              <a:gd name="connsiteX1747" fmla="*/ 1524191 w 3505200"/>
              <a:gd name="connsiteY1747" fmla="*/ 900875 h 3505200"/>
              <a:gd name="connsiteX1748" fmla="*/ 1510475 w 3505200"/>
              <a:gd name="connsiteY1748" fmla="*/ 914590 h 3505200"/>
              <a:gd name="connsiteX1749" fmla="*/ 1524191 w 3505200"/>
              <a:gd name="connsiteY1749" fmla="*/ 928307 h 3505200"/>
              <a:gd name="connsiteX1750" fmla="*/ 1600391 w 3505200"/>
              <a:gd name="connsiteY1750" fmla="*/ 928592 h 3505200"/>
              <a:gd name="connsiteX1751" fmla="*/ 1614297 w 3505200"/>
              <a:gd name="connsiteY1751" fmla="*/ 914686 h 3505200"/>
              <a:gd name="connsiteX1752" fmla="*/ 1600391 w 3505200"/>
              <a:gd name="connsiteY1752" fmla="*/ 900779 h 3505200"/>
              <a:gd name="connsiteX1753" fmla="*/ 1586484 w 3505200"/>
              <a:gd name="connsiteY1753" fmla="*/ 914686 h 3505200"/>
              <a:gd name="connsiteX1754" fmla="*/ 1600391 w 3505200"/>
              <a:gd name="connsiteY1754" fmla="*/ 928592 h 3505200"/>
              <a:gd name="connsiteX1755" fmla="*/ 1676591 w 3505200"/>
              <a:gd name="connsiteY1755" fmla="*/ 928783 h 3505200"/>
              <a:gd name="connsiteX1756" fmla="*/ 1690783 w 3505200"/>
              <a:gd name="connsiteY1756" fmla="*/ 914590 h 3505200"/>
              <a:gd name="connsiteX1757" fmla="*/ 1676591 w 3505200"/>
              <a:gd name="connsiteY1757" fmla="*/ 900398 h 3505200"/>
              <a:gd name="connsiteX1758" fmla="*/ 1662398 w 3505200"/>
              <a:gd name="connsiteY1758" fmla="*/ 914590 h 3505200"/>
              <a:gd name="connsiteX1759" fmla="*/ 1676591 w 3505200"/>
              <a:gd name="connsiteY1759" fmla="*/ 928783 h 3505200"/>
              <a:gd name="connsiteX1760" fmla="*/ 1752791 w 3505200"/>
              <a:gd name="connsiteY1760" fmla="*/ 928783 h 3505200"/>
              <a:gd name="connsiteX1761" fmla="*/ 1766983 w 3505200"/>
              <a:gd name="connsiteY1761" fmla="*/ 914590 h 3505200"/>
              <a:gd name="connsiteX1762" fmla="*/ 1752791 w 3505200"/>
              <a:gd name="connsiteY1762" fmla="*/ 900398 h 3505200"/>
              <a:gd name="connsiteX1763" fmla="*/ 1738598 w 3505200"/>
              <a:gd name="connsiteY1763" fmla="*/ 914590 h 3505200"/>
              <a:gd name="connsiteX1764" fmla="*/ 1752791 w 3505200"/>
              <a:gd name="connsiteY1764" fmla="*/ 928783 h 3505200"/>
              <a:gd name="connsiteX1765" fmla="*/ 1828991 w 3505200"/>
              <a:gd name="connsiteY1765" fmla="*/ 928783 h 3505200"/>
              <a:gd name="connsiteX1766" fmla="*/ 1843183 w 3505200"/>
              <a:gd name="connsiteY1766" fmla="*/ 914590 h 3505200"/>
              <a:gd name="connsiteX1767" fmla="*/ 1828991 w 3505200"/>
              <a:gd name="connsiteY1767" fmla="*/ 900398 h 3505200"/>
              <a:gd name="connsiteX1768" fmla="*/ 1814798 w 3505200"/>
              <a:gd name="connsiteY1768" fmla="*/ 914590 h 3505200"/>
              <a:gd name="connsiteX1769" fmla="*/ 1828991 w 3505200"/>
              <a:gd name="connsiteY1769" fmla="*/ 928783 h 3505200"/>
              <a:gd name="connsiteX1770" fmla="*/ 1905191 w 3505200"/>
              <a:gd name="connsiteY1770" fmla="*/ 928592 h 3505200"/>
              <a:gd name="connsiteX1771" fmla="*/ 1919097 w 3505200"/>
              <a:gd name="connsiteY1771" fmla="*/ 914686 h 3505200"/>
              <a:gd name="connsiteX1772" fmla="*/ 1905191 w 3505200"/>
              <a:gd name="connsiteY1772" fmla="*/ 900779 h 3505200"/>
              <a:gd name="connsiteX1773" fmla="*/ 1891284 w 3505200"/>
              <a:gd name="connsiteY1773" fmla="*/ 914686 h 3505200"/>
              <a:gd name="connsiteX1774" fmla="*/ 1905191 w 3505200"/>
              <a:gd name="connsiteY1774" fmla="*/ 928592 h 3505200"/>
              <a:gd name="connsiteX1775" fmla="*/ 1981391 w 3505200"/>
              <a:gd name="connsiteY1775" fmla="*/ 928307 h 3505200"/>
              <a:gd name="connsiteX1776" fmla="*/ 1995107 w 3505200"/>
              <a:gd name="connsiteY1776" fmla="*/ 914590 h 3505200"/>
              <a:gd name="connsiteX1777" fmla="*/ 1981391 w 3505200"/>
              <a:gd name="connsiteY1777" fmla="*/ 900875 h 3505200"/>
              <a:gd name="connsiteX1778" fmla="*/ 1967675 w 3505200"/>
              <a:gd name="connsiteY1778" fmla="*/ 914590 h 3505200"/>
              <a:gd name="connsiteX1779" fmla="*/ 1981391 w 3505200"/>
              <a:gd name="connsiteY1779" fmla="*/ 928307 h 3505200"/>
              <a:gd name="connsiteX1780" fmla="*/ 2057591 w 3505200"/>
              <a:gd name="connsiteY1780" fmla="*/ 927926 h 3505200"/>
              <a:gd name="connsiteX1781" fmla="*/ 2070926 w 3505200"/>
              <a:gd name="connsiteY1781" fmla="*/ 914590 h 3505200"/>
              <a:gd name="connsiteX1782" fmla="*/ 2057591 w 3505200"/>
              <a:gd name="connsiteY1782" fmla="*/ 901256 h 3505200"/>
              <a:gd name="connsiteX1783" fmla="*/ 2044256 w 3505200"/>
              <a:gd name="connsiteY1783" fmla="*/ 914590 h 3505200"/>
              <a:gd name="connsiteX1784" fmla="*/ 2057591 w 3505200"/>
              <a:gd name="connsiteY1784" fmla="*/ 927926 h 3505200"/>
              <a:gd name="connsiteX1785" fmla="*/ 2133791 w 3505200"/>
              <a:gd name="connsiteY1785" fmla="*/ 927545 h 3505200"/>
              <a:gd name="connsiteX1786" fmla="*/ 2146649 w 3505200"/>
              <a:gd name="connsiteY1786" fmla="*/ 914686 h 3505200"/>
              <a:gd name="connsiteX1787" fmla="*/ 2133791 w 3505200"/>
              <a:gd name="connsiteY1787" fmla="*/ 901827 h 3505200"/>
              <a:gd name="connsiteX1788" fmla="*/ 2120932 w 3505200"/>
              <a:gd name="connsiteY1788" fmla="*/ 914686 h 3505200"/>
              <a:gd name="connsiteX1789" fmla="*/ 2133791 w 3505200"/>
              <a:gd name="connsiteY1789" fmla="*/ 927545 h 3505200"/>
              <a:gd name="connsiteX1790" fmla="*/ 2209991 w 3505200"/>
              <a:gd name="connsiteY1790" fmla="*/ 927068 h 3505200"/>
              <a:gd name="connsiteX1791" fmla="*/ 2222468 w 3505200"/>
              <a:gd name="connsiteY1791" fmla="*/ 914590 h 3505200"/>
              <a:gd name="connsiteX1792" fmla="*/ 2209991 w 3505200"/>
              <a:gd name="connsiteY1792" fmla="*/ 902113 h 3505200"/>
              <a:gd name="connsiteX1793" fmla="*/ 2197513 w 3505200"/>
              <a:gd name="connsiteY1793" fmla="*/ 914590 h 3505200"/>
              <a:gd name="connsiteX1794" fmla="*/ 2209991 w 3505200"/>
              <a:gd name="connsiteY1794" fmla="*/ 927068 h 3505200"/>
              <a:gd name="connsiteX1795" fmla="*/ 2286191 w 3505200"/>
              <a:gd name="connsiteY1795" fmla="*/ 926402 h 3505200"/>
              <a:gd name="connsiteX1796" fmla="*/ 2298002 w 3505200"/>
              <a:gd name="connsiteY1796" fmla="*/ 914590 h 3505200"/>
              <a:gd name="connsiteX1797" fmla="*/ 2286191 w 3505200"/>
              <a:gd name="connsiteY1797" fmla="*/ 902780 h 3505200"/>
              <a:gd name="connsiteX1798" fmla="*/ 2274380 w 3505200"/>
              <a:gd name="connsiteY1798" fmla="*/ 914590 h 3505200"/>
              <a:gd name="connsiteX1799" fmla="*/ 2286191 w 3505200"/>
              <a:gd name="connsiteY1799" fmla="*/ 926402 h 3505200"/>
              <a:gd name="connsiteX1800" fmla="*/ 2362391 w 3505200"/>
              <a:gd name="connsiteY1800" fmla="*/ 925830 h 3505200"/>
              <a:gd name="connsiteX1801" fmla="*/ 2373630 w 3505200"/>
              <a:gd name="connsiteY1801" fmla="*/ 914590 h 3505200"/>
              <a:gd name="connsiteX1802" fmla="*/ 2362391 w 3505200"/>
              <a:gd name="connsiteY1802" fmla="*/ 903351 h 3505200"/>
              <a:gd name="connsiteX1803" fmla="*/ 2351151 w 3505200"/>
              <a:gd name="connsiteY1803" fmla="*/ 914590 h 3505200"/>
              <a:gd name="connsiteX1804" fmla="*/ 2362391 w 3505200"/>
              <a:gd name="connsiteY1804" fmla="*/ 925830 h 3505200"/>
              <a:gd name="connsiteX1805" fmla="*/ 2438591 w 3505200"/>
              <a:gd name="connsiteY1805" fmla="*/ 925163 h 3505200"/>
              <a:gd name="connsiteX1806" fmla="*/ 2449163 w 3505200"/>
              <a:gd name="connsiteY1806" fmla="*/ 914590 h 3505200"/>
              <a:gd name="connsiteX1807" fmla="*/ 2438591 w 3505200"/>
              <a:gd name="connsiteY1807" fmla="*/ 904018 h 3505200"/>
              <a:gd name="connsiteX1808" fmla="*/ 2428018 w 3505200"/>
              <a:gd name="connsiteY1808" fmla="*/ 914590 h 3505200"/>
              <a:gd name="connsiteX1809" fmla="*/ 2438591 w 3505200"/>
              <a:gd name="connsiteY1809" fmla="*/ 925163 h 3505200"/>
              <a:gd name="connsiteX1810" fmla="*/ 2514791 w 3505200"/>
              <a:gd name="connsiteY1810" fmla="*/ 924306 h 3505200"/>
              <a:gd name="connsiteX1811" fmla="*/ 2524506 w 3505200"/>
              <a:gd name="connsiteY1811" fmla="*/ 914590 h 3505200"/>
              <a:gd name="connsiteX1812" fmla="*/ 2514791 w 3505200"/>
              <a:gd name="connsiteY1812" fmla="*/ 904875 h 3505200"/>
              <a:gd name="connsiteX1813" fmla="*/ 2505075 w 3505200"/>
              <a:gd name="connsiteY1813" fmla="*/ 914590 h 3505200"/>
              <a:gd name="connsiteX1814" fmla="*/ 2514791 w 3505200"/>
              <a:gd name="connsiteY1814" fmla="*/ 924306 h 3505200"/>
              <a:gd name="connsiteX1815" fmla="*/ 2590991 w 3505200"/>
              <a:gd name="connsiteY1815" fmla="*/ 923449 h 3505200"/>
              <a:gd name="connsiteX1816" fmla="*/ 2599849 w 3505200"/>
              <a:gd name="connsiteY1816" fmla="*/ 914590 h 3505200"/>
              <a:gd name="connsiteX1817" fmla="*/ 2590991 w 3505200"/>
              <a:gd name="connsiteY1817" fmla="*/ 905732 h 3505200"/>
              <a:gd name="connsiteX1818" fmla="*/ 2582132 w 3505200"/>
              <a:gd name="connsiteY1818" fmla="*/ 914590 h 3505200"/>
              <a:gd name="connsiteX1819" fmla="*/ 2590991 w 3505200"/>
              <a:gd name="connsiteY1819" fmla="*/ 923449 h 3505200"/>
              <a:gd name="connsiteX1820" fmla="*/ 2667191 w 3505200"/>
              <a:gd name="connsiteY1820" fmla="*/ 922687 h 3505200"/>
              <a:gd name="connsiteX1821" fmla="*/ 2675191 w 3505200"/>
              <a:gd name="connsiteY1821" fmla="*/ 914686 h 3505200"/>
              <a:gd name="connsiteX1822" fmla="*/ 2667191 w 3505200"/>
              <a:gd name="connsiteY1822" fmla="*/ 906685 h 3505200"/>
              <a:gd name="connsiteX1823" fmla="*/ 2659190 w 3505200"/>
              <a:gd name="connsiteY1823" fmla="*/ 914686 h 3505200"/>
              <a:gd name="connsiteX1824" fmla="*/ 2667191 w 3505200"/>
              <a:gd name="connsiteY1824" fmla="*/ 922687 h 3505200"/>
              <a:gd name="connsiteX1825" fmla="*/ 2743391 w 3505200"/>
              <a:gd name="connsiteY1825" fmla="*/ 921830 h 3505200"/>
              <a:gd name="connsiteX1826" fmla="*/ 2750534 w 3505200"/>
              <a:gd name="connsiteY1826" fmla="*/ 914686 h 3505200"/>
              <a:gd name="connsiteX1827" fmla="*/ 2743391 w 3505200"/>
              <a:gd name="connsiteY1827" fmla="*/ 907542 h 3505200"/>
              <a:gd name="connsiteX1828" fmla="*/ 2736247 w 3505200"/>
              <a:gd name="connsiteY1828" fmla="*/ 914686 h 3505200"/>
              <a:gd name="connsiteX1829" fmla="*/ 2743391 w 3505200"/>
              <a:gd name="connsiteY1829" fmla="*/ 921830 h 3505200"/>
              <a:gd name="connsiteX1830" fmla="*/ 2819591 w 3505200"/>
              <a:gd name="connsiteY1830" fmla="*/ 920972 h 3505200"/>
              <a:gd name="connsiteX1831" fmla="*/ 2825972 w 3505200"/>
              <a:gd name="connsiteY1831" fmla="*/ 914590 h 3505200"/>
              <a:gd name="connsiteX1832" fmla="*/ 2819591 w 3505200"/>
              <a:gd name="connsiteY1832" fmla="*/ 908209 h 3505200"/>
              <a:gd name="connsiteX1833" fmla="*/ 2813209 w 3505200"/>
              <a:gd name="connsiteY1833" fmla="*/ 914590 h 3505200"/>
              <a:gd name="connsiteX1834" fmla="*/ 2819591 w 3505200"/>
              <a:gd name="connsiteY1834" fmla="*/ 920972 h 3505200"/>
              <a:gd name="connsiteX1835" fmla="*/ 2895791 w 3505200"/>
              <a:gd name="connsiteY1835" fmla="*/ 919925 h 3505200"/>
              <a:gd name="connsiteX1836" fmla="*/ 2901029 w 3505200"/>
              <a:gd name="connsiteY1836" fmla="*/ 914686 h 3505200"/>
              <a:gd name="connsiteX1837" fmla="*/ 2895791 w 3505200"/>
              <a:gd name="connsiteY1837" fmla="*/ 909447 h 3505200"/>
              <a:gd name="connsiteX1838" fmla="*/ 2890552 w 3505200"/>
              <a:gd name="connsiteY1838" fmla="*/ 914686 h 3505200"/>
              <a:gd name="connsiteX1839" fmla="*/ 2895791 w 3505200"/>
              <a:gd name="connsiteY1839" fmla="*/ 919925 h 3505200"/>
              <a:gd name="connsiteX1840" fmla="*/ 2971991 w 3505200"/>
              <a:gd name="connsiteY1840" fmla="*/ 919067 h 3505200"/>
              <a:gd name="connsiteX1841" fmla="*/ 2976467 w 3505200"/>
              <a:gd name="connsiteY1841" fmla="*/ 914590 h 3505200"/>
              <a:gd name="connsiteX1842" fmla="*/ 2971991 w 3505200"/>
              <a:gd name="connsiteY1842" fmla="*/ 910114 h 3505200"/>
              <a:gd name="connsiteX1843" fmla="*/ 2967514 w 3505200"/>
              <a:gd name="connsiteY1843" fmla="*/ 914590 h 3505200"/>
              <a:gd name="connsiteX1844" fmla="*/ 2971991 w 3505200"/>
              <a:gd name="connsiteY1844" fmla="*/ 919067 h 3505200"/>
              <a:gd name="connsiteX1845" fmla="*/ 3048191 w 3505200"/>
              <a:gd name="connsiteY1845" fmla="*/ 918020 h 3505200"/>
              <a:gd name="connsiteX1846" fmla="*/ 3051524 w 3505200"/>
              <a:gd name="connsiteY1846" fmla="*/ 914686 h 3505200"/>
              <a:gd name="connsiteX1847" fmla="*/ 3048191 w 3505200"/>
              <a:gd name="connsiteY1847" fmla="*/ 911257 h 3505200"/>
              <a:gd name="connsiteX1848" fmla="*/ 3044857 w 3505200"/>
              <a:gd name="connsiteY1848" fmla="*/ 914686 h 3505200"/>
              <a:gd name="connsiteX1849" fmla="*/ 3048191 w 3505200"/>
              <a:gd name="connsiteY1849" fmla="*/ 918020 h 3505200"/>
              <a:gd name="connsiteX1850" fmla="*/ 3124391 w 3505200"/>
              <a:gd name="connsiteY1850" fmla="*/ 916972 h 3505200"/>
              <a:gd name="connsiteX1851" fmla="*/ 3126677 w 3505200"/>
              <a:gd name="connsiteY1851" fmla="*/ 914686 h 3505200"/>
              <a:gd name="connsiteX1852" fmla="*/ 3124391 w 3505200"/>
              <a:gd name="connsiteY1852" fmla="*/ 912400 h 3505200"/>
              <a:gd name="connsiteX1853" fmla="*/ 3122105 w 3505200"/>
              <a:gd name="connsiteY1853" fmla="*/ 914686 h 3505200"/>
              <a:gd name="connsiteX1854" fmla="*/ 3124391 w 3505200"/>
              <a:gd name="connsiteY1854" fmla="*/ 916972 h 3505200"/>
              <a:gd name="connsiteX1855" fmla="*/ 3200591 w 3505200"/>
              <a:gd name="connsiteY1855" fmla="*/ 916115 h 3505200"/>
              <a:gd name="connsiteX1856" fmla="*/ 3202115 w 3505200"/>
              <a:gd name="connsiteY1856" fmla="*/ 914590 h 3505200"/>
              <a:gd name="connsiteX1857" fmla="*/ 3200591 w 3505200"/>
              <a:gd name="connsiteY1857" fmla="*/ 913067 h 3505200"/>
              <a:gd name="connsiteX1858" fmla="*/ 3199066 w 3505200"/>
              <a:gd name="connsiteY1858" fmla="*/ 914590 h 3505200"/>
              <a:gd name="connsiteX1859" fmla="*/ 3200591 w 3505200"/>
              <a:gd name="connsiteY1859" fmla="*/ 916115 h 3505200"/>
              <a:gd name="connsiteX1860" fmla="*/ 3276791 w 3505200"/>
              <a:gd name="connsiteY1860" fmla="*/ 915067 h 3505200"/>
              <a:gd name="connsiteX1861" fmla="*/ 3277172 w 3505200"/>
              <a:gd name="connsiteY1861" fmla="*/ 914686 h 3505200"/>
              <a:gd name="connsiteX1862" fmla="*/ 3276791 w 3505200"/>
              <a:gd name="connsiteY1862" fmla="*/ 914305 h 3505200"/>
              <a:gd name="connsiteX1863" fmla="*/ 3276410 w 3505200"/>
              <a:gd name="connsiteY1863" fmla="*/ 914686 h 3505200"/>
              <a:gd name="connsiteX1864" fmla="*/ 3276791 w 3505200"/>
              <a:gd name="connsiteY1864" fmla="*/ 915067 h 3505200"/>
              <a:gd name="connsiteX1865" fmla="*/ 228791 w 3505200"/>
              <a:gd name="connsiteY1865" fmla="*/ 991648 h 3505200"/>
              <a:gd name="connsiteX1866" fmla="*/ 229648 w 3505200"/>
              <a:gd name="connsiteY1866" fmla="*/ 990790 h 3505200"/>
              <a:gd name="connsiteX1867" fmla="*/ 228791 w 3505200"/>
              <a:gd name="connsiteY1867" fmla="*/ 989933 h 3505200"/>
              <a:gd name="connsiteX1868" fmla="*/ 227933 w 3505200"/>
              <a:gd name="connsiteY1868" fmla="*/ 990790 h 3505200"/>
              <a:gd name="connsiteX1869" fmla="*/ 228791 w 3505200"/>
              <a:gd name="connsiteY1869" fmla="*/ 991648 h 3505200"/>
              <a:gd name="connsiteX1870" fmla="*/ 304991 w 3505200"/>
              <a:gd name="connsiteY1870" fmla="*/ 992696 h 3505200"/>
              <a:gd name="connsiteX1871" fmla="*/ 306896 w 3505200"/>
              <a:gd name="connsiteY1871" fmla="*/ 990790 h 3505200"/>
              <a:gd name="connsiteX1872" fmla="*/ 304991 w 3505200"/>
              <a:gd name="connsiteY1872" fmla="*/ 988886 h 3505200"/>
              <a:gd name="connsiteX1873" fmla="*/ 303086 w 3505200"/>
              <a:gd name="connsiteY1873" fmla="*/ 990790 h 3505200"/>
              <a:gd name="connsiteX1874" fmla="*/ 304991 w 3505200"/>
              <a:gd name="connsiteY1874" fmla="*/ 992696 h 3505200"/>
              <a:gd name="connsiteX1875" fmla="*/ 381191 w 3505200"/>
              <a:gd name="connsiteY1875" fmla="*/ 993743 h 3505200"/>
              <a:gd name="connsiteX1876" fmla="*/ 384143 w 3505200"/>
              <a:gd name="connsiteY1876" fmla="*/ 990790 h 3505200"/>
              <a:gd name="connsiteX1877" fmla="*/ 381191 w 3505200"/>
              <a:gd name="connsiteY1877" fmla="*/ 987838 h 3505200"/>
              <a:gd name="connsiteX1878" fmla="*/ 378238 w 3505200"/>
              <a:gd name="connsiteY1878" fmla="*/ 990790 h 3505200"/>
              <a:gd name="connsiteX1879" fmla="*/ 381191 w 3505200"/>
              <a:gd name="connsiteY1879" fmla="*/ 993743 h 3505200"/>
              <a:gd name="connsiteX1880" fmla="*/ 457391 w 3505200"/>
              <a:gd name="connsiteY1880" fmla="*/ 994791 h 3505200"/>
              <a:gd name="connsiteX1881" fmla="*/ 461391 w 3505200"/>
              <a:gd name="connsiteY1881" fmla="*/ 990790 h 3505200"/>
              <a:gd name="connsiteX1882" fmla="*/ 457391 w 3505200"/>
              <a:gd name="connsiteY1882" fmla="*/ 986790 h 3505200"/>
              <a:gd name="connsiteX1883" fmla="*/ 453390 w 3505200"/>
              <a:gd name="connsiteY1883" fmla="*/ 990790 h 3505200"/>
              <a:gd name="connsiteX1884" fmla="*/ 457391 w 3505200"/>
              <a:gd name="connsiteY1884" fmla="*/ 994791 h 3505200"/>
              <a:gd name="connsiteX1885" fmla="*/ 533591 w 3505200"/>
              <a:gd name="connsiteY1885" fmla="*/ 995648 h 3505200"/>
              <a:gd name="connsiteX1886" fmla="*/ 538448 w 3505200"/>
              <a:gd name="connsiteY1886" fmla="*/ 990790 h 3505200"/>
              <a:gd name="connsiteX1887" fmla="*/ 533591 w 3505200"/>
              <a:gd name="connsiteY1887" fmla="*/ 985933 h 3505200"/>
              <a:gd name="connsiteX1888" fmla="*/ 528733 w 3505200"/>
              <a:gd name="connsiteY1888" fmla="*/ 990790 h 3505200"/>
              <a:gd name="connsiteX1889" fmla="*/ 533591 w 3505200"/>
              <a:gd name="connsiteY1889" fmla="*/ 995648 h 3505200"/>
              <a:gd name="connsiteX1890" fmla="*/ 609790 w 3505200"/>
              <a:gd name="connsiteY1890" fmla="*/ 996696 h 3505200"/>
              <a:gd name="connsiteX1891" fmla="*/ 615696 w 3505200"/>
              <a:gd name="connsiteY1891" fmla="*/ 990790 h 3505200"/>
              <a:gd name="connsiteX1892" fmla="*/ 609790 w 3505200"/>
              <a:gd name="connsiteY1892" fmla="*/ 984885 h 3505200"/>
              <a:gd name="connsiteX1893" fmla="*/ 603885 w 3505200"/>
              <a:gd name="connsiteY1893" fmla="*/ 990790 h 3505200"/>
              <a:gd name="connsiteX1894" fmla="*/ 609790 w 3505200"/>
              <a:gd name="connsiteY1894" fmla="*/ 996696 h 3505200"/>
              <a:gd name="connsiteX1895" fmla="*/ 685990 w 3505200"/>
              <a:gd name="connsiteY1895" fmla="*/ 997553 h 3505200"/>
              <a:gd name="connsiteX1896" fmla="*/ 692753 w 3505200"/>
              <a:gd name="connsiteY1896" fmla="*/ 990790 h 3505200"/>
              <a:gd name="connsiteX1897" fmla="*/ 685990 w 3505200"/>
              <a:gd name="connsiteY1897" fmla="*/ 984028 h 3505200"/>
              <a:gd name="connsiteX1898" fmla="*/ 679228 w 3505200"/>
              <a:gd name="connsiteY1898" fmla="*/ 990790 h 3505200"/>
              <a:gd name="connsiteX1899" fmla="*/ 685990 w 3505200"/>
              <a:gd name="connsiteY1899" fmla="*/ 997553 h 3505200"/>
              <a:gd name="connsiteX1900" fmla="*/ 762190 w 3505200"/>
              <a:gd name="connsiteY1900" fmla="*/ 998601 h 3505200"/>
              <a:gd name="connsiteX1901" fmla="*/ 770001 w 3505200"/>
              <a:gd name="connsiteY1901" fmla="*/ 990790 h 3505200"/>
              <a:gd name="connsiteX1902" fmla="*/ 762190 w 3505200"/>
              <a:gd name="connsiteY1902" fmla="*/ 982980 h 3505200"/>
              <a:gd name="connsiteX1903" fmla="*/ 754380 w 3505200"/>
              <a:gd name="connsiteY1903" fmla="*/ 990790 h 3505200"/>
              <a:gd name="connsiteX1904" fmla="*/ 762190 w 3505200"/>
              <a:gd name="connsiteY1904" fmla="*/ 998601 h 3505200"/>
              <a:gd name="connsiteX1905" fmla="*/ 838390 w 3505200"/>
              <a:gd name="connsiteY1905" fmla="*/ 999458 h 3505200"/>
              <a:gd name="connsiteX1906" fmla="*/ 847058 w 3505200"/>
              <a:gd name="connsiteY1906" fmla="*/ 990790 h 3505200"/>
              <a:gd name="connsiteX1907" fmla="*/ 838390 w 3505200"/>
              <a:gd name="connsiteY1907" fmla="*/ 982123 h 3505200"/>
              <a:gd name="connsiteX1908" fmla="*/ 829723 w 3505200"/>
              <a:gd name="connsiteY1908" fmla="*/ 990790 h 3505200"/>
              <a:gd name="connsiteX1909" fmla="*/ 838390 w 3505200"/>
              <a:gd name="connsiteY1909" fmla="*/ 999458 h 3505200"/>
              <a:gd name="connsiteX1910" fmla="*/ 914590 w 3505200"/>
              <a:gd name="connsiteY1910" fmla="*/ 1000506 h 3505200"/>
              <a:gd name="connsiteX1911" fmla="*/ 924306 w 3505200"/>
              <a:gd name="connsiteY1911" fmla="*/ 990790 h 3505200"/>
              <a:gd name="connsiteX1912" fmla="*/ 914590 w 3505200"/>
              <a:gd name="connsiteY1912" fmla="*/ 981075 h 3505200"/>
              <a:gd name="connsiteX1913" fmla="*/ 904875 w 3505200"/>
              <a:gd name="connsiteY1913" fmla="*/ 990790 h 3505200"/>
              <a:gd name="connsiteX1914" fmla="*/ 914590 w 3505200"/>
              <a:gd name="connsiteY1914" fmla="*/ 1000506 h 3505200"/>
              <a:gd name="connsiteX1915" fmla="*/ 990790 w 3505200"/>
              <a:gd name="connsiteY1915" fmla="*/ 1001363 h 3505200"/>
              <a:gd name="connsiteX1916" fmla="*/ 1001363 w 3505200"/>
              <a:gd name="connsiteY1916" fmla="*/ 990790 h 3505200"/>
              <a:gd name="connsiteX1917" fmla="*/ 990790 w 3505200"/>
              <a:gd name="connsiteY1917" fmla="*/ 980218 h 3505200"/>
              <a:gd name="connsiteX1918" fmla="*/ 980218 w 3505200"/>
              <a:gd name="connsiteY1918" fmla="*/ 990790 h 3505200"/>
              <a:gd name="connsiteX1919" fmla="*/ 990790 w 3505200"/>
              <a:gd name="connsiteY1919" fmla="*/ 1001363 h 3505200"/>
              <a:gd name="connsiteX1920" fmla="*/ 1066991 w 3505200"/>
              <a:gd name="connsiteY1920" fmla="*/ 1002221 h 3505200"/>
              <a:gd name="connsiteX1921" fmla="*/ 1078421 w 3505200"/>
              <a:gd name="connsiteY1921" fmla="*/ 990790 h 3505200"/>
              <a:gd name="connsiteX1922" fmla="*/ 1066991 w 3505200"/>
              <a:gd name="connsiteY1922" fmla="*/ 979361 h 3505200"/>
              <a:gd name="connsiteX1923" fmla="*/ 1055561 w 3505200"/>
              <a:gd name="connsiteY1923" fmla="*/ 990790 h 3505200"/>
              <a:gd name="connsiteX1924" fmla="*/ 1066991 w 3505200"/>
              <a:gd name="connsiteY1924" fmla="*/ 1002221 h 3505200"/>
              <a:gd name="connsiteX1925" fmla="*/ 1143191 w 3505200"/>
              <a:gd name="connsiteY1925" fmla="*/ 1002887 h 3505200"/>
              <a:gd name="connsiteX1926" fmla="*/ 1155192 w 3505200"/>
              <a:gd name="connsiteY1926" fmla="*/ 990886 h 3505200"/>
              <a:gd name="connsiteX1927" fmla="*/ 1143191 w 3505200"/>
              <a:gd name="connsiteY1927" fmla="*/ 978884 h 3505200"/>
              <a:gd name="connsiteX1928" fmla="*/ 1131189 w 3505200"/>
              <a:gd name="connsiteY1928" fmla="*/ 990886 h 3505200"/>
              <a:gd name="connsiteX1929" fmla="*/ 1143191 w 3505200"/>
              <a:gd name="connsiteY1929" fmla="*/ 1002887 h 3505200"/>
              <a:gd name="connsiteX1930" fmla="*/ 1219391 w 3505200"/>
              <a:gd name="connsiteY1930" fmla="*/ 1003745 h 3505200"/>
              <a:gd name="connsiteX1931" fmla="*/ 1232249 w 3505200"/>
              <a:gd name="connsiteY1931" fmla="*/ 990886 h 3505200"/>
              <a:gd name="connsiteX1932" fmla="*/ 1219391 w 3505200"/>
              <a:gd name="connsiteY1932" fmla="*/ 978027 h 3505200"/>
              <a:gd name="connsiteX1933" fmla="*/ 1206532 w 3505200"/>
              <a:gd name="connsiteY1933" fmla="*/ 990886 h 3505200"/>
              <a:gd name="connsiteX1934" fmla="*/ 1219391 w 3505200"/>
              <a:gd name="connsiteY1934" fmla="*/ 1003745 h 3505200"/>
              <a:gd name="connsiteX1935" fmla="*/ 1295591 w 3505200"/>
              <a:gd name="connsiteY1935" fmla="*/ 1004316 h 3505200"/>
              <a:gd name="connsiteX1936" fmla="*/ 1309116 w 3505200"/>
              <a:gd name="connsiteY1936" fmla="*/ 990790 h 3505200"/>
              <a:gd name="connsiteX1937" fmla="*/ 1295591 w 3505200"/>
              <a:gd name="connsiteY1937" fmla="*/ 977265 h 3505200"/>
              <a:gd name="connsiteX1938" fmla="*/ 1282065 w 3505200"/>
              <a:gd name="connsiteY1938" fmla="*/ 990790 h 3505200"/>
              <a:gd name="connsiteX1939" fmla="*/ 1295591 w 3505200"/>
              <a:gd name="connsiteY1939" fmla="*/ 1004316 h 3505200"/>
              <a:gd name="connsiteX1940" fmla="*/ 1371791 w 3505200"/>
              <a:gd name="connsiteY1940" fmla="*/ 1004792 h 3505200"/>
              <a:gd name="connsiteX1941" fmla="*/ 1385697 w 3505200"/>
              <a:gd name="connsiteY1941" fmla="*/ 990886 h 3505200"/>
              <a:gd name="connsiteX1942" fmla="*/ 1371791 w 3505200"/>
              <a:gd name="connsiteY1942" fmla="*/ 976979 h 3505200"/>
              <a:gd name="connsiteX1943" fmla="*/ 1357884 w 3505200"/>
              <a:gd name="connsiteY1943" fmla="*/ 990886 h 3505200"/>
              <a:gd name="connsiteX1944" fmla="*/ 1371791 w 3505200"/>
              <a:gd name="connsiteY1944" fmla="*/ 1004792 h 3505200"/>
              <a:gd name="connsiteX1945" fmla="*/ 1447991 w 3505200"/>
              <a:gd name="connsiteY1945" fmla="*/ 1005173 h 3505200"/>
              <a:gd name="connsiteX1946" fmla="*/ 1462373 w 3505200"/>
              <a:gd name="connsiteY1946" fmla="*/ 990790 h 3505200"/>
              <a:gd name="connsiteX1947" fmla="*/ 1447991 w 3505200"/>
              <a:gd name="connsiteY1947" fmla="*/ 976408 h 3505200"/>
              <a:gd name="connsiteX1948" fmla="*/ 1433608 w 3505200"/>
              <a:gd name="connsiteY1948" fmla="*/ 990790 h 3505200"/>
              <a:gd name="connsiteX1949" fmla="*/ 1447991 w 3505200"/>
              <a:gd name="connsiteY1949" fmla="*/ 1005173 h 3505200"/>
              <a:gd name="connsiteX1950" fmla="*/ 1524191 w 3505200"/>
              <a:gd name="connsiteY1950" fmla="*/ 1005650 h 3505200"/>
              <a:gd name="connsiteX1951" fmla="*/ 1538954 w 3505200"/>
              <a:gd name="connsiteY1951" fmla="*/ 990886 h 3505200"/>
              <a:gd name="connsiteX1952" fmla="*/ 1524191 w 3505200"/>
              <a:gd name="connsiteY1952" fmla="*/ 976122 h 3505200"/>
              <a:gd name="connsiteX1953" fmla="*/ 1509427 w 3505200"/>
              <a:gd name="connsiteY1953" fmla="*/ 990886 h 3505200"/>
              <a:gd name="connsiteX1954" fmla="*/ 1524191 w 3505200"/>
              <a:gd name="connsiteY1954" fmla="*/ 1005650 h 3505200"/>
              <a:gd name="connsiteX1955" fmla="*/ 1600391 w 3505200"/>
              <a:gd name="connsiteY1955" fmla="*/ 1006031 h 3505200"/>
              <a:gd name="connsiteX1956" fmla="*/ 1615631 w 3505200"/>
              <a:gd name="connsiteY1956" fmla="*/ 990790 h 3505200"/>
              <a:gd name="connsiteX1957" fmla="*/ 1600391 w 3505200"/>
              <a:gd name="connsiteY1957" fmla="*/ 975551 h 3505200"/>
              <a:gd name="connsiteX1958" fmla="*/ 1585151 w 3505200"/>
              <a:gd name="connsiteY1958" fmla="*/ 990790 h 3505200"/>
              <a:gd name="connsiteX1959" fmla="*/ 1600391 w 3505200"/>
              <a:gd name="connsiteY1959" fmla="*/ 1006031 h 3505200"/>
              <a:gd name="connsiteX1960" fmla="*/ 1676591 w 3505200"/>
              <a:gd name="connsiteY1960" fmla="*/ 1006031 h 3505200"/>
              <a:gd name="connsiteX1961" fmla="*/ 1691831 w 3505200"/>
              <a:gd name="connsiteY1961" fmla="*/ 990790 h 3505200"/>
              <a:gd name="connsiteX1962" fmla="*/ 1676591 w 3505200"/>
              <a:gd name="connsiteY1962" fmla="*/ 975551 h 3505200"/>
              <a:gd name="connsiteX1963" fmla="*/ 1661351 w 3505200"/>
              <a:gd name="connsiteY1963" fmla="*/ 990790 h 3505200"/>
              <a:gd name="connsiteX1964" fmla="*/ 1676591 w 3505200"/>
              <a:gd name="connsiteY1964" fmla="*/ 1006031 h 3505200"/>
              <a:gd name="connsiteX1965" fmla="*/ 1752791 w 3505200"/>
              <a:gd name="connsiteY1965" fmla="*/ 1006221 h 3505200"/>
              <a:gd name="connsiteX1966" fmla="*/ 1768221 w 3505200"/>
              <a:gd name="connsiteY1966" fmla="*/ 990790 h 3505200"/>
              <a:gd name="connsiteX1967" fmla="*/ 1752791 w 3505200"/>
              <a:gd name="connsiteY1967" fmla="*/ 975360 h 3505200"/>
              <a:gd name="connsiteX1968" fmla="*/ 1737360 w 3505200"/>
              <a:gd name="connsiteY1968" fmla="*/ 990790 h 3505200"/>
              <a:gd name="connsiteX1969" fmla="*/ 1752791 w 3505200"/>
              <a:gd name="connsiteY1969" fmla="*/ 1006221 h 3505200"/>
              <a:gd name="connsiteX1970" fmla="*/ 1828991 w 3505200"/>
              <a:gd name="connsiteY1970" fmla="*/ 1006221 h 3505200"/>
              <a:gd name="connsiteX1971" fmla="*/ 1844421 w 3505200"/>
              <a:gd name="connsiteY1971" fmla="*/ 990790 h 3505200"/>
              <a:gd name="connsiteX1972" fmla="*/ 1828991 w 3505200"/>
              <a:gd name="connsiteY1972" fmla="*/ 975360 h 3505200"/>
              <a:gd name="connsiteX1973" fmla="*/ 1813560 w 3505200"/>
              <a:gd name="connsiteY1973" fmla="*/ 990790 h 3505200"/>
              <a:gd name="connsiteX1974" fmla="*/ 1828991 w 3505200"/>
              <a:gd name="connsiteY1974" fmla="*/ 1006221 h 3505200"/>
              <a:gd name="connsiteX1975" fmla="*/ 1905191 w 3505200"/>
              <a:gd name="connsiteY1975" fmla="*/ 1006031 h 3505200"/>
              <a:gd name="connsiteX1976" fmla="*/ 1920431 w 3505200"/>
              <a:gd name="connsiteY1976" fmla="*/ 990790 h 3505200"/>
              <a:gd name="connsiteX1977" fmla="*/ 1905191 w 3505200"/>
              <a:gd name="connsiteY1977" fmla="*/ 975551 h 3505200"/>
              <a:gd name="connsiteX1978" fmla="*/ 1889951 w 3505200"/>
              <a:gd name="connsiteY1978" fmla="*/ 990790 h 3505200"/>
              <a:gd name="connsiteX1979" fmla="*/ 1905191 w 3505200"/>
              <a:gd name="connsiteY1979" fmla="*/ 1006031 h 3505200"/>
              <a:gd name="connsiteX1980" fmla="*/ 1981391 w 3505200"/>
              <a:gd name="connsiteY1980" fmla="*/ 1005650 h 3505200"/>
              <a:gd name="connsiteX1981" fmla="*/ 1996154 w 3505200"/>
              <a:gd name="connsiteY1981" fmla="*/ 990886 h 3505200"/>
              <a:gd name="connsiteX1982" fmla="*/ 1981391 w 3505200"/>
              <a:gd name="connsiteY1982" fmla="*/ 976122 h 3505200"/>
              <a:gd name="connsiteX1983" fmla="*/ 1966627 w 3505200"/>
              <a:gd name="connsiteY1983" fmla="*/ 990886 h 3505200"/>
              <a:gd name="connsiteX1984" fmla="*/ 1981391 w 3505200"/>
              <a:gd name="connsiteY1984" fmla="*/ 1005650 h 3505200"/>
              <a:gd name="connsiteX1985" fmla="*/ 2057591 w 3505200"/>
              <a:gd name="connsiteY1985" fmla="*/ 1005364 h 3505200"/>
              <a:gd name="connsiteX1986" fmla="*/ 2072164 w 3505200"/>
              <a:gd name="connsiteY1986" fmla="*/ 990790 h 3505200"/>
              <a:gd name="connsiteX1987" fmla="*/ 2057591 w 3505200"/>
              <a:gd name="connsiteY1987" fmla="*/ 976217 h 3505200"/>
              <a:gd name="connsiteX1988" fmla="*/ 2043017 w 3505200"/>
              <a:gd name="connsiteY1988" fmla="*/ 990790 h 3505200"/>
              <a:gd name="connsiteX1989" fmla="*/ 2057591 w 3505200"/>
              <a:gd name="connsiteY1989" fmla="*/ 1005364 h 3505200"/>
              <a:gd name="connsiteX1990" fmla="*/ 2133791 w 3505200"/>
              <a:gd name="connsiteY1990" fmla="*/ 1004792 h 3505200"/>
              <a:gd name="connsiteX1991" fmla="*/ 2147697 w 3505200"/>
              <a:gd name="connsiteY1991" fmla="*/ 990886 h 3505200"/>
              <a:gd name="connsiteX1992" fmla="*/ 2133791 w 3505200"/>
              <a:gd name="connsiteY1992" fmla="*/ 976979 h 3505200"/>
              <a:gd name="connsiteX1993" fmla="*/ 2119884 w 3505200"/>
              <a:gd name="connsiteY1993" fmla="*/ 990886 h 3505200"/>
              <a:gd name="connsiteX1994" fmla="*/ 2133791 w 3505200"/>
              <a:gd name="connsiteY1994" fmla="*/ 1004792 h 3505200"/>
              <a:gd name="connsiteX1995" fmla="*/ 2209991 w 3505200"/>
              <a:gd name="connsiteY1995" fmla="*/ 1004316 h 3505200"/>
              <a:gd name="connsiteX1996" fmla="*/ 2223516 w 3505200"/>
              <a:gd name="connsiteY1996" fmla="*/ 990790 h 3505200"/>
              <a:gd name="connsiteX1997" fmla="*/ 2209991 w 3505200"/>
              <a:gd name="connsiteY1997" fmla="*/ 977265 h 3505200"/>
              <a:gd name="connsiteX1998" fmla="*/ 2196465 w 3505200"/>
              <a:gd name="connsiteY1998" fmla="*/ 990790 h 3505200"/>
              <a:gd name="connsiteX1999" fmla="*/ 2209991 w 3505200"/>
              <a:gd name="connsiteY1999" fmla="*/ 1004316 h 3505200"/>
              <a:gd name="connsiteX2000" fmla="*/ 2286191 w 3505200"/>
              <a:gd name="connsiteY2000" fmla="*/ 1003745 h 3505200"/>
              <a:gd name="connsiteX2001" fmla="*/ 2299049 w 3505200"/>
              <a:gd name="connsiteY2001" fmla="*/ 990886 h 3505200"/>
              <a:gd name="connsiteX2002" fmla="*/ 2286191 w 3505200"/>
              <a:gd name="connsiteY2002" fmla="*/ 978027 h 3505200"/>
              <a:gd name="connsiteX2003" fmla="*/ 2273332 w 3505200"/>
              <a:gd name="connsiteY2003" fmla="*/ 990886 h 3505200"/>
              <a:gd name="connsiteX2004" fmla="*/ 2286191 w 3505200"/>
              <a:gd name="connsiteY2004" fmla="*/ 1003745 h 3505200"/>
              <a:gd name="connsiteX2005" fmla="*/ 2362391 w 3505200"/>
              <a:gd name="connsiteY2005" fmla="*/ 1003078 h 3505200"/>
              <a:gd name="connsiteX2006" fmla="*/ 2374678 w 3505200"/>
              <a:gd name="connsiteY2006" fmla="*/ 990790 h 3505200"/>
              <a:gd name="connsiteX2007" fmla="*/ 2362391 w 3505200"/>
              <a:gd name="connsiteY2007" fmla="*/ 978503 h 3505200"/>
              <a:gd name="connsiteX2008" fmla="*/ 2350103 w 3505200"/>
              <a:gd name="connsiteY2008" fmla="*/ 990790 h 3505200"/>
              <a:gd name="connsiteX2009" fmla="*/ 2362391 w 3505200"/>
              <a:gd name="connsiteY2009" fmla="*/ 1003078 h 3505200"/>
              <a:gd name="connsiteX2010" fmla="*/ 2438591 w 3505200"/>
              <a:gd name="connsiteY2010" fmla="*/ 1002221 h 3505200"/>
              <a:gd name="connsiteX2011" fmla="*/ 2450021 w 3505200"/>
              <a:gd name="connsiteY2011" fmla="*/ 990790 h 3505200"/>
              <a:gd name="connsiteX2012" fmla="*/ 2438591 w 3505200"/>
              <a:gd name="connsiteY2012" fmla="*/ 979361 h 3505200"/>
              <a:gd name="connsiteX2013" fmla="*/ 2427161 w 3505200"/>
              <a:gd name="connsiteY2013" fmla="*/ 990790 h 3505200"/>
              <a:gd name="connsiteX2014" fmla="*/ 2438591 w 3505200"/>
              <a:gd name="connsiteY2014" fmla="*/ 1002221 h 3505200"/>
              <a:gd name="connsiteX2015" fmla="*/ 2514791 w 3505200"/>
              <a:gd name="connsiteY2015" fmla="*/ 1001363 h 3505200"/>
              <a:gd name="connsiteX2016" fmla="*/ 2525363 w 3505200"/>
              <a:gd name="connsiteY2016" fmla="*/ 990790 h 3505200"/>
              <a:gd name="connsiteX2017" fmla="*/ 2514791 w 3505200"/>
              <a:gd name="connsiteY2017" fmla="*/ 980218 h 3505200"/>
              <a:gd name="connsiteX2018" fmla="*/ 2504218 w 3505200"/>
              <a:gd name="connsiteY2018" fmla="*/ 990790 h 3505200"/>
              <a:gd name="connsiteX2019" fmla="*/ 2514791 w 3505200"/>
              <a:gd name="connsiteY2019" fmla="*/ 1001363 h 3505200"/>
              <a:gd name="connsiteX2020" fmla="*/ 2590991 w 3505200"/>
              <a:gd name="connsiteY2020" fmla="*/ 1000506 h 3505200"/>
              <a:gd name="connsiteX2021" fmla="*/ 2600706 w 3505200"/>
              <a:gd name="connsiteY2021" fmla="*/ 990790 h 3505200"/>
              <a:gd name="connsiteX2022" fmla="*/ 2590991 w 3505200"/>
              <a:gd name="connsiteY2022" fmla="*/ 981075 h 3505200"/>
              <a:gd name="connsiteX2023" fmla="*/ 2581275 w 3505200"/>
              <a:gd name="connsiteY2023" fmla="*/ 990790 h 3505200"/>
              <a:gd name="connsiteX2024" fmla="*/ 2590991 w 3505200"/>
              <a:gd name="connsiteY2024" fmla="*/ 1000506 h 3505200"/>
              <a:gd name="connsiteX2025" fmla="*/ 2667191 w 3505200"/>
              <a:gd name="connsiteY2025" fmla="*/ 999649 h 3505200"/>
              <a:gd name="connsiteX2026" fmla="*/ 2676049 w 3505200"/>
              <a:gd name="connsiteY2026" fmla="*/ 990790 h 3505200"/>
              <a:gd name="connsiteX2027" fmla="*/ 2667191 w 3505200"/>
              <a:gd name="connsiteY2027" fmla="*/ 981932 h 3505200"/>
              <a:gd name="connsiteX2028" fmla="*/ 2658332 w 3505200"/>
              <a:gd name="connsiteY2028" fmla="*/ 990790 h 3505200"/>
              <a:gd name="connsiteX2029" fmla="*/ 2667191 w 3505200"/>
              <a:gd name="connsiteY2029" fmla="*/ 999649 h 3505200"/>
              <a:gd name="connsiteX2030" fmla="*/ 2743391 w 3505200"/>
              <a:gd name="connsiteY2030" fmla="*/ 998601 h 3505200"/>
              <a:gd name="connsiteX2031" fmla="*/ 2751201 w 3505200"/>
              <a:gd name="connsiteY2031" fmla="*/ 990790 h 3505200"/>
              <a:gd name="connsiteX2032" fmla="*/ 2743391 w 3505200"/>
              <a:gd name="connsiteY2032" fmla="*/ 982980 h 3505200"/>
              <a:gd name="connsiteX2033" fmla="*/ 2735580 w 3505200"/>
              <a:gd name="connsiteY2033" fmla="*/ 990790 h 3505200"/>
              <a:gd name="connsiteX2034" fmla="*/ 2743391 w 3505200"/>
              <a:gd name="connsiteY2034" fmla="*/ 998601 h 3505200"/>
              <a:gd name="connsiteX2035" fmla="*/ 2819591 w 3505200"/>
              <a:gd name="connsiteY2035" fmla="*/ 997744 h 3505200"/>
              <a:gd name="connsiteX2036" fmla="*/ 2826544 w 3505200"/>
              <a:gd name="connsiteY2036" fmla="*/ 990790 h 3505200"/>
              <a:gd name="connsiteX2037" fmla="*/ 2819591 w 3505200"/>
              <a:gd name="connsiteY2037" fmla="*/ 983837 h 3505200"/>
              <a:gd name="connsiteX2038" fmla="*/ 2812637 w 3505200"/>
              <a:gd name="connsiteY2038" fmla="*/ 990790 h 3505200"/>
              <a:gd name="connsiteX2039" fmla="*/ 2819591 w 3505200"/>
              <a:gd name="connsiteY2039" fmla="*/ 997744 h 3505200"/>
              <a:gd name="connsiteX2040" fmla="*/ 2895791 w 3505200"/>
              <a:gd name="connsiteY2040" fmla="*/ 996696 h 3505200"/>
              <a:gd name="connsiteX2041" fmla="*/ 2901696 w 3505200"/>
              <a:gd name="connsiteY2041" fmla="*/ 990790 h 3505200"/>
              <a:gd name="connsiteX2042" fmla="*/ 2895791 w 3505200"/>
              <a:gd name="connsiteY2042" fmla="*/ 984885 h 3505200"/>
              <a:gd name="connsiteX2043" fmla="*/ 2889885 w 3505200"/>
              <a:gd name="connsiteY2043" fmla="*/ 990790 h 3505200"/>
              <a:gd name="connsiteX2044" fmla="*/ 2895791 w 3505200"/>
              <a:gd name="connsiteY2044" fmla="*/ 996696 h 3505200"/>
              <a:gd name="connsiteX2045" fmla="*/ 2971991 w 3505200"/>
              <a:gd name="connsiteY2045" fmla="*/ 995839 h 3505200"/>
              <a:gd name="connsiteX2046" fmla="*/ 2977039 w 3505200"/>
              <a:gd name="connsiteY2046" fmla="*/ 990790 h 3505200"/>
              <a:gd name="connsiteX2047" fmla="*/ 2971991 w 3505200"/>
              <a:gd name="connsiteY2047" fmla="*/ 985742 h 3505200"/>
              <a:gd name="connsiteX2048" fmla="*/ 2966942 w 3505200"/>
              <a:gd name="connsiteY2048" fmla="*/ 990790 h 3505200"/>
              <a:gd name="connsiteX2049" fmla="*/ 2971991 w 3505200"/>
              <a:gd name="connsiteY2049" fmla="*/ 995839 h 3505200"/>
              <a:gd name="connsiteX2050" fmla="*/ 3048191 w 3505200"/>
              <a:gd name="connsiteY2050" fmla="*/ 994791 h 3505200"/>
              <a:gd name="connsiteX2051" fmla="*/ 3052191 w 3505200"/>
              <a:gd name="connsiteY2051" fmla="*/ 990790 h 3505200"/>
              <a:gd name="connsiteX2052" fmla="*/ 3048191 w 3505200"/>
              <a:gd name="connsiteY2052" fmla="*/ 986790 h 3505200"/>
              <a:gd name="connsiteX2053" fmla="*/ 3044190 w 3505200"/>
              <a:gd name="connsiteY2053" fmla="*/ 990790 h 3505200"/>
              <a:gd name="connsiteX2054" fmla="*/ 3048191 w 3505200"/>
              <a:gd name="connsiteY2054" fmla="*/ 994791 h 3505200"/>
              <a:gd name="connsiteX2055" fmla="*/ 3124391 w 3505200"/>
              <a:gd name="connsiteY2055" fmla="*/ 993743 h 3505200"/>
              <a:gd name="connsiteX2056" fmla="*/ 3127343 w 3505200"/>
              <a:gd name="connsiteY2056" fmla="*/ 990790 h 3505200"/>
              <a:gd name="connsiteX2057" fmla="*/ 3124391 w 3505200"/>
              <a:gd name="connsiteY2057" fmla="*/ 987838 h 3505200"/>
              <a:gd name="connsiteX2058" fmla="*/ 3121438 w 3505200"/>
              <a:gd name="connsiteY2058" fmla="*/ 990790 h 3505200"/>
              <a:gd name="connsiteX2059" fmla="*/ 3124391 w 3505200"/>
              <a:gd name="connsiteY2059" fmla="*/ 993743 h 3505200"/>
              <a:gd name="connsiteX2060" fmla="*/ 3200591 w 3505200"/>
              <a:gd name="connsiteY2060" fmla="*/ 992696 h 3505200"/>
              <a:gd name="connsiteX2061" fmla="*/ 3202496 w 3505200"/>
              <a:gd name="connsiteY2061" fmla="*/ 990790 h 3505200"/>
              <a:gd name="connsiteX2062" fmla="*/ 3200591 w 3505200"/>
              <a:gd name="connsiteY2062" fmla="*/ 988886 h 3505200"/>
              <a:gd name="connsiteX2063" fmla="*/ 3198686 w 3505200"/>
              <a:gd name="connsiteY2063" fmla="*/ 990790 h 3505200"/>
              <a:gd name="connsiteX2064" fmla="*/ 3200591 w 3505200"/>
              <a:gd name="connsiteY2064" fmla="*/ 992696 h 3505200"/>
              <a:gd name="connsiteX2065" fmla="*/ 3276791 w 3505200"/>
              <a:gd name="connsiteY2065" fmla="*/ 991838 h 3505200"/>
              <a:gd name="connsiteX2066" fmla="*/ 3277838 w 3505200"/>
              <a:gd name="connsiteY2066" fmla="*/ 990790 h 3505200"/>
              <a:gd name="connsiteX2067" fmla="*/ 3276791 w 3505200"/>
              <a:gd name="connsiteY2067" fmla="*/ 989743 h 3505200"/>
              <a:gd name="connsiteX2068" fmla="*/ 3275743 w 3505200"/>
              <a:gd name="connsiteY2068" fmla="*/ 990790 h 3505200"/>
              <a:gd name="connsiteX2069" fmla="*/ 3276791 w 3505200"/>
              <a:gd name="connsiteY2069" fmla="*/ 991838 h 3505200"/>
              <a:gd name="connsiteX2070" fmla="*/ 152591 w 3505200"/>
              <a:gd name="connsiteY2070" fmla="*/ 1067467 h 3505200"/>
              <a:gd name="connsiteX2071" fmla="*/ 152972 w 3505200"/>
              <a:gd name="connsiteY2071" fmla="*/ 1067086 h 3505200"/>
              <a:gd name="connsiteX2072" fmla="*/ 152591 w 3505200"/>
              <a:gd name="connsiteY2072" fmla="*/ 1066705 h 3505200"/>
              <a:gd name="connsiteX2073" fmla="*/ 152210 w 3505200"/>
              <a:gd name="connsiteY2073" fmla="*/ 1067086 h 3505200"/>
              <a:gd name="connsiteX2074" fmla="*/ 152591 w 3505200"/>
              <a:gd name="connsiteY2074" fmla="*/ 1067467 h 3505200"/>
              <a:gd name="connsiteX2075" fmla="*/ 228791 w 3505200"/>
              <a:gd name="connsiteY2075" fmla="*/ 1068324 h 3505200"/>
              <a:gd name="connsiteX2076" fmla="*/ 230029 w 3505200"/>
              <a:gd name="connsiteY2076" fmla="*/ 1067086 h 3505200"/>
              <a:gd name="connsiteX2077" fmla="*/ 228791 w 3505200"/>
              <a:gd name="connsiteY2077" fmla="*/ 1065848 h 3505200"/>
              <a:gd name="connsiteX2078" fmla="*/ 227552 w 3505200"/>
              <a:gd name="connsiteY2078" fmla="*/ 1067086 h 3505200"/>
              <a:gd name="connsiteX2079" fmla="*/ 228791 w 3505200"/>
              <a:gd name="connsiteY2079" fmla="*/ 1068324 h 3505200"/>
              <a:gd name="connsiteX2080" fmla="*/ 304991 w 3505200"/>
              <a:gd name="connsiteY2080" fmla="*/ 1069372 h 3505200"/>
              <a:gd name="connsiteX2081" fmla="*/ 307276 w 3505200"/>
              <a:gd name="connsiteY2081" fmla="*/ 1067086 h 3505200"/>
              <a:gd name="connsiteX2082" fmla="*/ 304991 w 3505200"/>
              <a:gd name="connsiteY2082" fmla="*/ 1064800 h 3505200"/>
              <a:gd name="connsiteX2083" fmla="*/ 302705 w 3505200"/>
              <a:gd name="connsiteY2083" fmla="*/ 1067086 h 3505200"/>
              <a:gd name="connsiteX2084" fmla="*/ 304991 w 3505200"/>
              <a:gd name="connsiteY2084" fmla="*/ 1069372 h 3505200"/>
              <a:gd name="connsiteX2085" fmla="*/ 381191 w 3505200"/>
              <a:gd name="connsiteY2085" fmla="*/ 1070420 h 3505200"/>
              <a:gd name="connsiteX2086" fmla="*/ 384524 w 3505200"/>
              <a:gd name="connsiteY2086" fmla="*/ 1067086 h 3505200"/>
              <a:gd name="connsiteX2087" fmla="*/ 381191 w 3505200"/>
              <a:gd name="connsiteY2087" fmla="*/ 1063657 h 3505200"/>
              <a:gd name="connsiteX2088" fmla="*/ 377762 w 3505200"/>
              <a:gd name="connsiteY2088" fmla="*/ 1067086 h 3505200"/>
              <a:gd name="connsiteX2089" fmla="*/ 381191 w 3505200"/>
              <a:gd name="connsiteY2089" fmla="*/ 1070420 h 3505200"/>
              <a:gd name="connsiteX2090" fmla="*/ 457391 w 3505200"/>
              <a:gd name="connsiteY2090" fmla="*/ 1071467 h 3505200"/>
              <a:gd name="connsiteX2091" fmla="*/ 461867 w 3505200"/>
              <a:gd name="connsiteY2091" fmla="*/ 1066991 h 3505200"/>
              <a:gd name="connsiteX2092" fmla="*/ 457391 w 3505200"/>
              <a:gd name="connsiteY2092" fmla="*/ 1062514 h 3505200"/>
              <a:gd name="connsiteX2093" fmla="*/ 452914 w 3505200"/>
              <a:gd name="connsiteY2093" fmla="*/ 1066991 h 3505200"/>
              <a:gd name="connsiteX2094" fmla="*/ 457391 w 3505200"/>
              <a:gd name="connsiteY2094" fmla="*/ 1071467 h 3505200"/>
              <a:gd name="connsiteX2095" fmla="*/ 533591 w 3505200"/>
              <a:gd name="connsiteY2095" fmla="*/ 1072515 h 3505200"/>
              <a:gd name="connsiteX2096" fmla="*/ 539115 w 3505200"/>
              <a:gd name="connsiteY2096" fmla="*/ 1066991 h 3505200"/>
              <a:gd name="connsiteX2097" fmla="*/ 533591 w 3505200"/>
              <a:gd name="connsiteY2097" fmla="*/ 1061466 h 3505200"/>
              <a:gd name="connsiteX2098" fmla="*/ 528066 w 3505200"/>
              <a:gd name="connsiteY2098" fmla="*/ 1066991 h 3505200"/>
              <a:gd name="connsiteX2099" fmla="*/ 533591 w 3505200"/>
              <a:gd name="connsiteY2099" fmla="*/ 1072515 h 3505200"/>
              <a:gd name="connsiteX2100" fmla="*/ 609790 w 3505200"/>
              <a:gd name="connsiteY2100" fmla="*/ 1073563 h 3505200"/>
              <a:gd name="connsiteX2101" fmla="*/ 616363 w 3505200"/>
              <a:gd name="connsiteY2101" fmla="*/ 1066991 h 3505200"/>
              <a:gd name="connsiteX2102" fmla="*/ 609790 w 3505200"/>
              <a:gd name="connsiteY2102" fmla="*/ 1060418 h 3505200"/>
              <a:gd name="connsiteX2103" fmla="*/ 603218 w 3505200"/>
              <a:gd name="connsiteY2103" fmla="*/ 1066991 h 3505200"/>
              <a:gd name="connsiteX2104" fmla="*/ 609790 w 3505200"/>
              <a:gd name="connsiteY2104" fmla="*/ 1073563 h 3505200"/>
              <a:gd name="connsiteX2105" fmla="*/ 685990 w 3505200"/>
              <a:gd name="connsiteY2105" fmla="*/ 1074611 h 3505200"/>
              <a:gd name="connsiteX2106" fmla="*/ 693611 w 3505200"/>
              <a:gd name="connsiteY2106" fmla="*/ 1066991 h 3505200"/>
              <a:gd name="connsiteX2107" fmla="*/ 685990 w 3505200"/>
              <a:gd name="connsiteY2107" fmla="*/ 1059371 h 3505200"/>
              <a:gd name="connsiteX2108" fmla="*/ 678371 w 3505200"/>
              <a:gd name="connsiteY2108" fmla="*/ 1066991 h 3505200"/>
              <a:gd name="connsiteX2109" fmla="*/ 685990 w 3505200"/>
              <a:gd name="connsiteY2109" fmla="*/ 1074611 h 3505200"/>
              <a:gd name="connsiteX2110" fmla="*/ 762190 w 3505200"/>
              <a:gd name="connsiteY2110" fmla="*/ 1075468 h 3505200"/>
              <a:gd name="connsiteX2111" fmla="*/ 770668 w 3505200"/>
              <a:gd name="connsiteY2111" fmla="*/ 1066991 h 3505200"/>
              <a:gd name="connsiteX2112" fmla="*/ 762190 w 3505200"/>
              <a:gd name="connsiteY2112" fmla="*/ 1058513 h 3505200"/>
              <a:gd name="connsiteX2113" fmla="*/ 753713 w 3505200"/>
              <a:gd name="connsiteY2113" fmla="*/ 1066991 h 3505200"/>
              <a:gd name="connsiteX2114" fmla="*/ 762190 w 3505200"/>
              <a:gd name="connsiteY2114" fmla="*/ 1075468 h 3505200"/>
              <a:gd name="connsiteX2115" fmla="*/ 838390 w 3505200"/>
              <a:gd name="connsiteY2115" fmla="*/ 1076516 h 3505200"/>
              <a:gd name="connsiteX2116" fmla="*/ 847915 w 3505200"/>
              <a:gd name="connsiteY2116" fmla="*/ 1066991 h 3505200"/>
              <a:gd name="connsiteX2117" fmla="*/ 838390 w 3505200"/>
              <a:gd name="connsiteY2117" fmla="*/ 1057466 h 3505200"/>
              <a:gd name="connsiteX2118" fmla="*/ 828865 w 3505200"/>
              <a:gd name="connsiteY2118" fmla="*/ 1066991 h 3505200"/>
              <a:gd name="connsiteX2119" fmla="*/ 838390 w 3505200"/>
              <a:gd name="connsiteY2119" fmla="*/ 1076516 h 3505200"/>
              <a:gd name="connsiteX2120" fmla="*/ 914590 w 3505200"/>
              <a:gd name="connsiteY2120" fmla="*/ 1077563 h 3505200"/>
              <a:gd name="connsiteX2121" fmla="*/ 925163 w 3505200"/>
              <a:gd name="connsiteY2121" fmla="*/ 1066991 h 3505200"/>
              <a:gd name="connsiteX2122" fmla="*/ 914590 w 3505200"/>
              <a:gd name="connsiteY2122" fmla="*/ 1056418 h 3505200"/>
              <a:gd name="connsiteX2123" fmla="*/ 904018 w 3505200"/>
              <a:gd name="connsiteY2123" fmla="*/ 1066991 h 3505200"/>
              <a:gd name="connsiteX2124" fmla="*/ 914590 w 3505200"/>
              <a:gd name="connsiteY2124" fmla="*/ 1077563 h 3505200"/>
              <a:gd name="connsiteX2125" fmla="*/ 990790 w 3505200"/>
              <a:gd name="connsiteY2125" fmla="*/ 1078421 h 3505200"/>
              <a:gd name="connsiteX2126" fmla="*/ 1002221 w 3505200"/>
              <a:gd name="connsiteY2126" fmla="*/ 1066991 h 3505200"/>
              <a:gd name="connsiteX2127" fmla="*/ 990790 w 3505200"/>
              <a:gd name="connsiteY2127" fmla="*/ 1055561 h 3505200"/>
              <a:gd name="connsiteX2128" fmla="*/ 979361 w 3505200"/>
              <a:gd name="connsiteY2128" fmla="*/ 1066991 h 3505200"/>
              <a:gd name="connsiteX2129" fmla="*/ 990790 w 3505200"/>
              <a:gd name="connsiteY2129" fmla="*/ 1078421 h 3505200"/>
              <a:gd name="connsiteX2130" fmla="*/ 1066991 w 3505200"/>
              <a:gd name="connsiteY2130" fmla="*/ 1079278 h 3505200"/>
              <a:gd name="connsiteX2131" fmla="*/ 1079278 w 3505200"/>
              <a:gd name="connsiteY2131" fmla="*/ 1066991 h 3505200"/>
              <a:gd name="connsiteX2132" fmla="*/ 1066991 w 3505200"/>
              <a:gd name="connsiteY2132" fmla="*/ 1054703 h 3505200"/>
              <a:gd name="connsiteX2133" fmla="*/ 1054703 w 3505200"/>
              <a:gd name="connsiteY2133" fmla="*/ 1066991 h 3505200"/>
              <a:gd name="connsiteX2134" fmla="*/ 1066991 w 3505200"/>
              <a:gd name="connsiteY2134" fmla="*/ 1079278 h 3505200"/>
              <a:gd name="connsiteX2135" fmla="*/ 1143191 w 3505200"/>
              <a:gd name="connsiteY2135" fmla="*/ 1080135 h 3505200"/>
              <a:gd name="connsiteX2136" fmla="*/ 1156335 w 3505200"/>
              <a:gd name="connsiteY2136" fmla="*/ 1066991 h 3505200"/>
              <a:gd name="connsiteX2137" fmla="*/ 1143191 w 3505200"/>
              <a:gd name="connsiteY2137" fmla="*/ 1053846 h 3505200"/>
              <a:gd name="connsiteX2138" fmla="*/ 1130046 w 3505200"/>
              <a:gd name="connsiteY2138" fmla="*/ 1066991 h 3505200"/>
              <a:gd name="connsiteX2139" fmla="*/ 1143191 w 3505200"/>
              <a:gd name="connsiteY2139" fmla="*/ 1080135 h 3505200"/>
              <a:gd name="connsiteX2140" fmla="*/ 1219391 w 3505200"/>
              <a:gd name="connsiteY2140" fmla="*/ 1080707 h 3505200"/>
              <a:gd name="connsiteX2141" fmla="*/ 1233107 w 3505200"/>
              <a:gd name="connsiteY2141" fmla="*/ 1066991 h 3505200"/>
              <a:gd name="connsiteX2142" fmla="*/ 1219391 w 3505200"/>
              <a:gd name="connsiteY2142" fmla="*/ 1053275 h 3505200"/>
              <a:gd name="connsiteX2143" fmla="*/ 1205675 w 3505200"/>
              <a:gd name="connsiteY2143" fmla="*/ 1066991 h 3505200"/>
              <a:gd name="connsiteX2144" fmla="*/ 1219391 w 3505200"/>
              <a:gd name="connsiteY2144" fmla="*/ 1080707 h 3505200"/>
              <a:gd name="connsiteX2145" fmla="*/ 1295591 w 3505200"/>
              <a:gd name="connsiteY2145" fmla="*/ 1081373 h 3505200"/>
              <a:gd name="connsiteX2146" fmla="*/ 1309973 w 3505200"/>
              <a:gd name="connsiteY2146" fmla="*/ 1066991 h 3505200"/>
              <a:gd name="connsiteX2147" fmla="*/ 1295591 w 3505200"/>
              <a:gd name="connsiteY2147" fmla="*/ 1052608 h 3505200"/>
              <a:gd name="connsiteX2148" fmla="*/ 1281208 w 3505200"/>
              <a:gd name="connsiteY2148" fmla="*/ 1066991 h 3505200"/>
              <a:gd name="connsiteX2149" fmla="*/ 1295591 w 3505200"/>
              <a:gd name="connsiteY2149" fmla="*/ 1081373 h 3505200"/>
              <a:gd name="connsiteX2150" fmla="*/ 1371791 w 3505200"/>
              <a:gd name="connsiteY2150" fmla="*/ 1082040 h 3505200"/>
              <a:gd name="connsiteX2151" fmla="*/ 1386745 w 3505200"/>
              <a:gd name="connsiteY2151" fmla="*/ 1067086 h 3505200"/>
              <a:gd name="connsiteX2152" fmla="*/ 1371791 w 3505200"/>
              <a:gd name="connsiteY2152" fmla="*/ 1052036 h 3505200"/>
              <a:gd name="connsiteX2153" fmla="*/ 1356741 w 3505200"/>
              <a:gd name="connsiteY2153" fmla="*/ 1067086 h 3505200"/>
              <a:gd name="connsiteX2154" fmla="*/ 1371791 w 3505200"/>
              <a:gd name="connsiteY2154" fmla="*/ 1082040 h 3505200"/>
              <a:gd name="connsiteX2155" fmla="*/ 1447991 w 3505200"/>
              <a:gd name="connsiteY2155" fmla="*/ 1082612 h 3505200"/>
              <a:gd name="connsiteX2156" fmla="*/ 1463612 w 3505200"/>
              <a:gd name="connsiteY2156" fmla="*/ 1066991 h 3505200"/>
              <a:gd name="connsiteX2157" fmla="*/ 1447991 w 3505200"/>
              <a:gd name="connsiteY2157" fmla="*/ 1051370 h 3505200"/>
              <a:gd name="connsiteX2158" fmla="*/ 1432370 w 3505200"/>
              <a:gd name="connsiteY2158" fmla="*/ 1066991 h 3505200"/>
              <a:gd name="connsiteX2159" fmla="*/ 1447991 w 3505200"/>
              <a:gd name="connsiteY2159" fmla="*/ 1082612 h 3505200"/>
              <a:gd name="connsiteX2160" fmla="*/ 1524191 w 3505200"/>
              <a:gd name="connsiteY2160" fmla="*/ 1082897 h 3505200"/>
              <a:gd name="connsiteX2161" fmla="*/ 1540002 w 3505200"/>
              <a:gd name="connsiteY2161" fmla="*/ 1067086 h 3505200"/>
              <a:gd name="connsiteX2162" fmla="*/ 1524191 w 3505200"/>
              <a:gd name="connsiteY2162" fmla="*/ 1051274 h 3505200"/>
              <a:gd name="connsiteX2163" fmla="*/ 1508379 w 3505200"/>
              <a:gd name="connsiteY2163" fmla="*/ 1067086 h 3505200"/>
              <a:gd name="connsiteX2164" fmla="*/ 1524191 w 3505200"/>
              <a:gd name="connsiteY2164" fmla="*/ 1082897 h 3505200"/>
              <a:gd name="connsiteX2165" fmla="*/ 1600391 w 3505200"/>
              <a:gd name="connsiteY2165" fmla="*/ 1083278 h 3505200"/>
              <a:gd name="connsiteX2166" fmla="*/ 1616678 w 3505200"/>
              <a:gd name="connsiteY2166" fmla="*/ 1066991 h 3505200"/>
              <a:gd name="connsiteX2167" fmla="*/ 1600391 w 3505200"/>
              <a:gd name="connsiteY2167" fmla="*/ 1050703 h 3505200"/>
              <a:gd name="connsiteX2168" fmla="*/ 1584103 w 3505200"/>
              <a:gd name="connsiteY2168" fmla="*/ 1066991 h 3505200"/>
              <a:gd name="connsiteX2169" fmla="*/ 1600391 w 3505200"/>
              <a:gd name="connsiteY2169" fmla="*/ 1083278 h 3505200"/>
              <a:gd name="connsiteX2170" fmla="*/ 1676591 w 3505200"/>
              <a:gd name="connsiteY2170" fmla="*/ 1083469 h 3505200"/>
              <a:gd name="connsiteX2171" fmla="*/ 1693069 w 3505200"/>
              <a:gd name="connsiteY2171" fmla="*/ 1066991 h 3505200"/>
              <a:gd name="connsiteX2172" fmla="*/ 1676591 w 3505200"/>
              <a:gd name="connsiteY2172" fmla="*/ 1050512 h 3505200"/>
              <a:gd name="connsiteX2173" fmla="*/ 1660112 w 3505200"/>
              <a:gd name="connsiteY2173" fmla="*/ 1066991 h 3505200"/>
              <a:gd name="connsiteX2174" fmla="*/ 1676591 w 3505200"/>
              <a:gd name="connsiteY2174" fmla="*/ 1083469 h 3505200"/>
              <a:gd name="connsiteX2175" fmla="*/ 1752791 w 3505200"/>
              <a:gd name="connsiteY2175" fmla="*/ 1083469 h 3505200"/>
              <a:gd name="connsiteX2176" fmla="*/ 1769269 w 3505200"/>
              <a:gd name="connsiteY2176" fmla="*/ 1066991 h 3505200"/>
              <a:gd name="connsiteX2177" fmla="*/ 1752791 w 3505200"/>
              <a:gd name="connsiteY2177" fmla="*/ 1050512 h 3505200"/>
              <a:gd name="connsiteX2178" fmla="*/ 1736312 w 3505200"/>
              <a:gd name="connsiteY2178" fmla="*/ 1066991 h 3505200"/>
              <a:gd name="connsiteX2179" fmla="*/ 1752791 w 3505200"/>
              <a:gd name="connsiteY2179" fmla="*/ 1083469 h 3505200"/>
              <a:gd name="connsiteX2180" fmla="*/ 1828991 w 3505200"/>
              <a:gd name="connsiteY2180" fmla="*/ 1083469 h 3505200"/>
              <a:gd name="connsiteX2181" fmla="*/ 1845469 w 3505200"/>
              <a:gd name="connsiteY2181" fmla="*/ 1066991 h 3505200"/>
              <a:gd name="connsiteX2182" fmla="*/ 1828991 w 3505200"/>
              <a:gd name="connsiteY2182" fmla="*/ 1050512 h 3505200"/>
              <a:gd name="connsiteX2183" fmla="*/ 1812512 w 3505200"/>
              <a:gd name="connsiteY2183" fmla="*/ 1066991 h 3505200"/>
              <a:gd name="connsiteX2184" fmla="*/ 1828991 w 3505200"/>
              <a:gd name="connsiteY2184" fmla="*/ 1083469 h 3505200"/>
              <a:gd name="connsiteX2185" fmla="*/ 1905191 w 3505200"/>
              <a:gd name="connsiteY2185" fmla="*/ 1083278 h 3505200"/>
              <a:gd name="connsiteX2186" fmla="*/ 1921478 w 3505200"/>
              <a:gd name="connsiteY2186" fmla="*/ 1066991 h 3505200"/>
              <a:gd name="connsiteX2187" fmla="*/ 1905191 w 3505200"/>
              <a:gd name="connsiteY2187" fmla="*/ 1050703 h 3505200"/>
              <a:gd name="connsiteX2188" fmla="*/ 1888903 w 3505200"/>
              <a:gd name="connsiteY2188" fmla="*/ 1066991 h 3505200"/>
              <a:gd name="connsiteX2189" fmla="*/ 1905191 w 3505200"/>
              <a:gd name="connsiteY2189" fmla="*/ 1083278 h 3505200"/>
              <a:gd name="connsiteX2190" fmla="*/ 1981391 w 3505200"/>
              <a:gd name="connsiteY2190" fmla="*/ 1083088 h 3505200"/>
              <a:gd name="connsiteX2191" fmla="*/ 1997488 w 3505200"/>
              <a:gd name="connsiteY2191" fmla="*/ 1066991 h 3505200"/>
              <a:gd name="connsiteX2192" fmla="*/ 1981391 w 3505200"/>
              <a:gd name="connsiteY2192" fmla="*/ 1050893 h 3505200"/>
              <a:gd name="connsiteX2193" fmla="*/ 1965293 w 3505200"/>
              <a:gd name="connsiteY2193" fmla="*/ 1066991 h 3505200"/>
              <a:gd name="connsiteX2194" fmla="*/ 1981391 w 3505200"/>
              <a:gd name="connsiteY2194" fmla="*/ 1083088 h 3505200"/>
              <a:gd name="connsiteX2195" fmla="*/ 2057591 w 3505200"/>
              <a:gd name="connsiteY2195" fmla="*/ 1082612 h 3505200"/>
              <a:gd name="connsiteX2196" fmla="*/ 2073212 w 3505200"/>
              <a:gd name="connsiteY2196" fmla="*/ 1066991 h 3505200"/>
              <a:gd name="connsiteX2197" fmla="*/ 2057591 w 3505200"/>
              <a:gd name="connsiteY2197" fmla="*/ 1051370 h 3505200"/>
              <a:gd name="connsiteX2198" fmla="*/ 2041970 w 3505200"/>
              <a:gd name="connsiteY2198" fmla="*/ 1066991 h 3505200"/>
              <a:gd name="connsiteX2199" fmla="*/ 2057591 w 3505200"/>
              <a:gd name="connsiteY2199" fmla="*/ 1082612 h 3505200"/>
              <a:gd name="connsiteX2200" fmla="*/ 2133791 w 3505200"/>
              <a:gd name="connsiteY2200" fmla="*/ 1082040 h 3505200"/>
              <a:gd name="connsiteX2201" fmla="*/ 2148745 w 3505200"/>
              <a:gd name="connsiteY2201" fmla="*/ 1067086 h 3505200"/>
              <a:gd name="connsiteX2202" fmla="*/ 2133791 w 3505200"/>
              <a:gd name="connsiteY2202" fmla="*/ 1052036 h 3505200"/>
              <a:gd name="connsiteX2203" fmla="*/ 2118741 w 3505200"/>
              <a:gd name="connsiteY2203" fmla="*/ 1067086 h 3505200"/>
              <a:gd name="connsiteX2204" fmla="*/ 2133791 w 3505200"/>
              <a:gd name="connsiteY2204" fmla="*/ 1082040 h 3505200"/>
              <a:gd name="connsiteX2205" fmla="*/ 2209991 w 3505200"/>
              <a:gd name="connsiteY2205" fmla="*/ 1081373 h 3505200"/>
              <a:gd name="connsiteX2206" fmla="*/ 2224373 w 3505200"/>
              <a:gd name="connsiteY2206" fmla="*/ 1066991 h 3505200"/>
              <a:gd name="connsiteX2207" fmla="*/ 2209991 w 3505200"/>
              <a:gd name="connsiteY2207" fmla="*/ 1052608 h 3505200"/>
              <a:gd name="connsiteX2208" fmla="*/ 2195608 w 3505200"/>
              <a:gd name="connsiteY2208" fmla="*/ 1066991 h 3505200"/>
              <a:gd name="connsiteX2209" fmla="*/ 2209991 w 3505200"/>
              <a:gd name="connsiteY2209" fmla="*/ 1081373 h 3505200"/>
              <a:gd name="connsiteX2210" fmla="*/ 2286191 w 3505200"/>
              <a:gd name="connsiteY2210" fmla="*/ 1080707 h 3505200"/>
              <a:gd name="connsiteX2211" fmla="*/ 2299907 w 3505200"/>
              <a:gd name="connsiteY2211" fmla="*/ 1066991 h 3505200"/>
              <a:gd name="connsiteX2212" fmla="*/ 2286191 w 3505200"/>
              <a:gd name="connsiteY2212" fmla="*/ 1053275 h 3505200"/>
              <a:gd name="connsiteX2213" fmla="*/ 2272475 w 3505200"/>
              <a:gd name="connsiteY2213" fmla="*/ 1066991 h 3505200"/>
              <a:gd name="connsiteX2214" fmla="*/ 2286191 w 3505200"/>
              <a:gd name="connsiteY2214" fmla="*/ 1080707 h 3505200"/>
              <a:gd name="connsiteX2215" fmla="*/ 2362391 w 3505200"/>
              <a:gd name="connsiteY2215" fmla="*/ 1080135 h 3505200"/>
              <a:gd name="connsiteX2216" fmla="*/ 2375535 w 3505200"/>
              <a:gd name="connsiteY2216" fmla="*/ 1066991 h 3505200"/>
              <a:gd name="connsiteX2217" fmla="*/ 2362391 w 3505200"/>
              <a:gd name="connsiteY2217" fmla="*/ 1053846 h 3505200"/>
              <a:gd name="connsiteX2218" fmla="*/ 2349246 w 3505200"/>
              <a:gd name="connsiteY2218" fmla="*/ 1066991 h 3505200"/>
              <a:gd name="connsiteX2219" fmla="*/ 2362391 w 3505200"/>
              <a:gd name="connsiteY2219" fmla="*/ 1080135 h 3505200"/>
              <a:gd name="connsiteX2220" fmla="*/ 2438591 w 3505200"/>
              <a:gd name="connsiteY2220" fmla="*/ 1079278 h 3505200"/>
              <a:gd name="connsiteX2221" fmla="*/ 2450878 w 3505200"/>
              <a:gd name="connsiteY2221" fmla="*/ 1066991 h 3505200"/>
              <a:gd name="connsiteX2222" fmla="*/ 2438591 w 3505200"/>
              <a:gd name="connsiteY2222" fmla="*/ 1054703 h 3505200"/>
              <a:gd name="connsiteX2223" fmla="*/ 2426303 w 3505200"/>
              <a:gd name="connsiteY2223" fmla="*/ 1066991 h 3505200"/>
              <a:gd name="connsiteX2224" fmla="*/ 2438591 w 3505200"/>
              <a:gd name="connsiteY2224" fmla="*/ 1079278 h 3505200"/>
              <a:gd name="connsiteX2225" fmla="*/ 2514791 w 3505200"/>
              <a:gd name="connsiteY2225" fmla="*/ 1078421 h 3505200"/>
              <a:gd name="connsiteX2226" fmla="*/ 2526221 w 3505200"/>
              <a:gd name="connsiteY2226" fmla="*/ 1066991 h 3505200"/>
              <a:gd name="connsiteX2227" fmla="*/ 2514791 w 3505200"/>
              <a:gd name="connsiteY2227" fmla="*/ 1055561 h 3505200"/>
              <a:gd name="connsiteX2228" fmla="*/ 2503361 w 3505200"/>
              <a:gd name="connsiteY2228" fmla="*/ 1066991 h 3505200"/>
              <a:gd name="connsiteX2229" fmla="*/ 2514791 w 3505200"/>
              <a:gd name="connsiteY2229" fmla="*/ 1078421 h 3505200"/>
              <a:gd name="connsiteX2230" fmla="*/ 2590991 w 3505200"/>
              <a:gd name="connsiteY2230" fmla="*/ 1077563 h 3505200"/>
              <a:gd name="connsiteX2231" fmla="*/ 2601563 w 3505200"/>
              <a:gd name="connsiteY2231" fmla="*/ 1066991 h 3505200"/>
              <a:gd name="connsiteX2232" fmla="*/ 2590991 w 3505200"/>
              <a:gd name="connsiteY2232" fmla="*/ 1056418 h 3505200"/>
              <a:gd name="connsiteX2233" fmla="*/ 2580418 w 3505200"/>
              <a:gd name="connsiteY2233" fmla="*/ 1066991 h 3505200"/>
              <a:gd name="connsiteX2234" fmla="*/ 2590991 w 3505200"/>
              <a:gd name="connsiteY2234" fmla="*/ 1077563 h 3505200"/>
              <a:gd name="connsiteX2235" fmla="*/ 2667191 w 3505200"/>
              <a:gd name="connsiteY2235" fmla="*/ 1076706 h 3505200"/>
              <a:gd name="connsiteX2236" fmla="*/ 2676906 w 3505200"/>
              <a:gd name="connsiteY2236" fmla="*/ 1066991 h 3505200"/>
              <a:gd name="connsiteX2237" fmla="*/ 2667191 w 3505200"/>
              <a:gd name="connsiteY2237" fmla="*/ 1057275 h 3505200"/>
              <a:gd name="connsiteX2238" fmla="*/ 2657475 w 3505200"/>
              <a:gd name="connsiteY2238" fmla="*/ 1066991 h 3505200"/>
              <a:gd name="connsiteX2239" fmla="*/ 2667191 w 3505200"/>
              <a:gd name="connsiteY2239" fmla="*/ 1076706 h 3505200"/>
              <a:gd name="connsiteX2240" fmla="*/ 2743391 w 3505200"/>
              <a:gd name="connsiteY2240" fmla="*/ 1075658 h 3505200"/>
              <a:gd name="connsiteX2241" fmla="*/ 2752058 w 3505200"/>
              <a:gd name="connsiteY2241" fmla="*/ 1066991 h 3505200"/>
              <a:gd name="connsiteX2242" fmla="*/ 2743391 w 3505200"/>
              <a:gd name="connsiteY2242" fmla="*/ 1058323 h 3505200"/>
              <a:gd name="connsiteX2243" fmla="*/ 2734723 w 3505200"/>
              <a:gd name="connsiteY2243" fmla="*/ 1066991 h 3505200"/>
              <a:gd name="connsiteX2244" fmla="*/ 2743391 w 3505200"/>
              <a:gd name="connsiteY2244" fmla="*/ 1075658 h 3505200"/>
              <a:gd name="connsiteX2245" fmla="*/ 2819591 w 3505200"/>
              <a:gd name="connsiteY2245" fmla="*/ 1074611 h 3505200"/>
              <a:gd name="connsiteX2246" fmla="*/ 2827211 w 3505200"/>
              <a:gd name="connsiteY2246" fmla="*/ 1066991 h 3505200"/>
              <a:gd name="connsiteX2247" fmla="*/ 2819591 w 3505200"/>
              <a:gd name="connsiteY2247" fmla="*/ 1059371 h 3505200"/>
              <a:gd name="connsiteX2248" fmla="*/ 2811971 w 3505200"/>
              <a:gd name="connsiteY2248" fmla="*/ 1066991 h 3505200"/>
              <a:gd name="connsiteX2249" fmla="*/ 2819591 w 3505200"/>
              <a:gd name="connsiteY2249" fmla="*/ 1074611 h 3505200"/>
              <a:gd name="connsiteX2250" fmla="*/ 2895791 w 3505200"/>
              <a:gd name="connsiteY2250" fmla="*/ 1073563 h 3505200"/>
              <a:gd name="connsiteX2251" fmla="*/ 2902363 w 3505200"/>
              <a:gd name="connsiteY2251" fmla="*/ 1066991 h 3505200"/>
              <a:gd name="connsiteX2252" fmla="*/ 2895791 w 3505200"/>
              <a:gd name="connsiteY2252" fmla="*/ 1060418 h 3505200"/>
              <a:gd name="connsiteX2253" fmla="*/ 2889218 w 3505200"/>
              <a:gd name="connsiteY2253" fmla="*/ 1066991 h 3505200"/>
              <a:gd name="connsiteX2254" fmla="*/ 2895791 w 3505200"/>
              <a:gd name="connsiteY2254" fmla="*/ 1073563 h 3505200"/>
              <a:gd name="connsiteX2255" fmla="*/ 2971991 w 3505200"/>
              <a:gd name="connsiteY2255" fmla="*/ 1072706 h 3505200"/>
              <a:gd name="connsiteX2256" fmla="*/ 2977706 w 3505200"/>
              <a:gd name="connsiteY2256" fmla="*/ 1066991 h 3505200"/>
              <a:gd name="connsiteX2257" fmla="*/ 2971991 w 3505200"/>
              <a:gd name="connsiteY2257" fmla="*/ 1061276 h 3505200"/>
              <a:gd name="connsiteX2258" fmla="*/ 2966276 w 3505200"/>
              <a:gd name="connsiteY2258" fmla="*/ 1066991 h 3505200"/>
              <a:gd name="connsiteX2259" fmla="*/ 2971991 w 3505200"/>
              <a:gd name="connsiteY2259" fmla="*/ 1072706 h 3505200"/>
              <a:gd name="connsiteX2260" fmla="*/ 3048191 w 3505200"/>
              <a:gd name="connsiteY2260" fmla="*/ 1071658 h 3505200"/>
              <a:gd name="connsiteX2261" fmla="*/ 3052858 w 3505200"/>
              <a:gd name="connsiteY2261" fmla="*/ 1066991 h 3505200"/>
              <a:gd name="connsiteX2262" fmla="*/ 3048191 w 3505200"/>
              <a:gd name="connsiteY2262" fmla="*/ 1062323 h 3505200"/>
              <a:gd name="connsiteX2263" fmla="*/ 3043523 w 3505200"/>
              <a:gd name="connsiteY2263" fmla="*/ 1066991 h 3505200"/>
              <a:gd name="connsiteX2264" fmla="*/ 3048191 w 3505200"/>
              <a:gd name="connsiteY2264" fmla="*/ 1071658 h 3505200"/>
              <a:gd name="connsiteX2265" fmla="*/ 3124391 w 3505200"/>
              <a:gd name="connsiteY2265" fmla="*/ 1070610 h 3505200"/>
              <a:gd name="connsiteX2266" fmla="*/ 3128010 w 3505200"/>
              <a:gd name="connsiteY2266" fmla="*/ 1066991 h 3505200"/>
              <a:gd name="connsiteX2267" fmla="*/ 3124391 w 3505200"/>
              <a:gd name="connsiteY2267" fmla="*/ 1063371 h 3505200"/>
              <a:gd name="connsiteX2268" fmla="*/ 3120771 w 3505200"/>
              <a:gd name="connsiteY2268" fmla="*/ 1066991 h 3505200"/>
              <a:gd name="connsiteX2269" fmla="*/ 3124391 w 3505200"/>
              <a:gd name="connsiteY2269" fmla="*/ 1070610 h 3505200"/>
              <a:gd name="connsiteX2270" fmla="*/ 3200591 w 3505200"/>
              <a:gd name="connsiteY2270" fmla="*/ 1069562 h 3505200"/>
              <a:gd name="connsiteX2271" fmla="*/ 3203162 w 3505200"/>
              <a:gd name="connsiteY2271" fmla="*/ 1066991 h 3505200"/>
              <a:gd name="connsiteX2272" fmla="*/ 3200591 w 3505200"/>
              <a:gd name="connsiteY2272" fmla="*/ 1064419 h 3505200"/>
              <a:gd name="connsiteX2273" fmla="*/ 3198019 w 3505200"/>
              <a:gd name="connsiteY2273" fmla="*/ 1066991 h 3505200"/>
              <a:gd name="connsiteX2274" fmla="*/ 3200591 w 3505200"/>
              <a:gd name="connsiteY2274" fmla="*/ 1069562 h 3505200"/>
              <a:gd name="connsiteX2275" fmla="*/ 3276791 w 3505200"/>
              <a:gd name="connsiteY2275" fmla="*/ 1068515 h 3505200"/>
              <a:gd name="connsiteX2276" fmla="*/ 3278315 w 3505200"/>
              <a:gd name="connsiteY2276" fmla="*/ 1066991 h 3505200"/>
              <a:gd name="connsiteX2277" fmla="*/ 3276791 w 3505200"/>
              <a:gd name="connsiteY2277" fmla="*/ 1065467 h 3505200"/>
              <a:gd name="connsiteX2278" fmla="*/ 3275266 w 3505200"/>
              <a:gd name="connsiteY2278" fmla="*/ 1066991 h 3505200"/>
              <a:gd name="connsiteX2279" fmla="*/ 3276791 w 3505200"/>
              <a:gd name="connsiteY2279" fmla="*/ 1068515 h 3505200"/>
              <a:gd name="connsiteX2280" fmla="*/ 3352991 w 3505200"/>
              <a:gd name="connsiteY2280" fmla="*/ 1067467 h 3505200"/>
              <a:gd name="connsiteX2281" fmla="*/ 3353372 w 3505200"/>
              <a:gd name="connsiteY2281" fmla="*/ 1067086 h 3505200"/>
              <a:gd name="connsiteX2282" fmla="*/ 3352991 w 3505200"/>
              <a:gd name="connsiteY2282" fmla="*/ 1066705 h 3505200"/>
              <a:gd name="connsiteX2283" fmla="*/ 3352610 w 3505200"/>
              <a:gd name="connsiteY2283" fmla="*/ 1067086 h 3505200"/>
              <a:gd name="connsiteX2284" fmla="*/ 3352991 w 3505200"/>
              <a:gd name="connsiteY2284" fmla="*/ 1067467 h 3505200"/>
              <a:gd name="connsiteX2285" fmla="*/ 152591 w 3505200"/>
              <a:gd name="connsiteY2285" fmla="*/ 1143857 h 3505200"/>
              <a:gd name="connsiteX2286" fmla="*/ 153257 w 3505200"/>
              <a:gd name="connsiteY2286" fmla="*/ 1143191 h 3505200"/>
              <a:gd name="connsiteX2287" fmla="*/ 152591 w 3505200"/>
              <a:gd name="connsiteY2287" fmla="*/ 1142524 h 3505200"/>
              <a:gd name="connsiteX2288" fmla="*/ 151924 w 3505200"/>
              <a:gd name="connsiteY2288" fmla="*/ 1143191 h 3505200"/>
              <a:gd name="connsiteX2289" fmla="*/ 152591 w 3505200"/>
              <a:gd name="connsiteY2289" fmla="*/ 1143857 h 3505200"/>
              <a:gd name="connsiteX2290" fmla="*/ 228791 w 3505200"/>
              <a:gd name="connsiteY2290" fmla="*/ 1145096 h 3505200"/>
              <a:gd name="connsiteX2291" fmla="*/ 230696 w 3505200"/>
              <a:gd name="connsiteY2291" fmla="*/ 1143191 h 3505200"/>
              <a:gd name="connsiteX2292" fmla="*/ 228791 w 3505200"/>
              <a:gd name="connsiteY2292" fmla="*/ 1141286 h 3505200"/>
              <a:gd name="connsiteX2293" fmla="*/ 226886 w 3505200"/>
              <a:gd name="connsiteY2293" fmla="*/ 1143191 h 3505200"/>
              <a:gd name="connsiteX2294" fmla="*/ 228791 w 3505200"/>
              <a:gd name="connsiteY2294" fmla="*/ 1145096 h 3505200"/>
              <a:gd name="connsiteX2295" fmla="*/ 304991 w 3505200"/>
              <a:gd name="connsiteY2295" fmla="*/ 1146143 h 3505200"/>
              <a:gd name="connsiteX2296" fmla="*/ 307943 w 3505200"/>
              <a:gd name="connsiteY2296" fmla="*/ 1143191 h 3505200"/>
              <a:gd name="connsiteX2297" fmla="*/ 304991 w 3505200"/>
              <a:gd name="connsiteY2297" fmla="*/ 1140238 h 3505200"/>
              <a:gd name="connsiteX2298" fmla="*/ 302038 w 3505200"/>
              <a:gd name="connsiteY2298" fmla="*/ 1143191 h 3505200"/>
              <a:gd name="connsiteX2299" fmla="*/ 304991 w 3505200"/>
              <a:gd name="connsiteY2299" fmla="*/ 1146143 h 3505200"/>
              <a:gd name="connsiteX2300" fmla="*/ 381191 w 3505200"/>
              <a:gd name="connsiteY2300" fmla="*/ 1147191 h 3505200"/>
              <a:gd name="connsiteX2301" fmla="*/ 385191 w 3505200"/>
              <a:gd name="connsiteY2301" fmla="*/ 1143191 h 3505200"/>
              <a:gd name="connsiteX2302" fmla="*/ 381191 w 3505200"/>
              <a:gd name="connsiteY2302" fmla="*/ 1139190 h 3505200"/>
              <a:gd name="connsiteX2303" fmla="*/ 377190 w 3505200"/>
              <a:gd name="connsiteY2303" fmla="*/ 1143191 h 3505200"/>
              <a:gd name="connsiteX2304" fmla="*/ 381191 w 3505200"/>
              <a:gd name="connsiteY2304" fmla="*/ 1147191 h 3505200"/>
              <a:gd name="connsiteX2305" fmla="*/ 457391 w 3505200"/>
              <a:gd name="connsiteY2305" fmla="*/ 1148239 h 3505200"/>
              <a:gd name="connsiteX2306" fmla="*/ 462439 w 3505200"/>
              <a:gd name="connsiteY2306" fmla="*/ 1143191 h 3505200"/>
              <a:gd name="connsiteX2307" fmla="*/ 457391 w 3505200"/>
              <a:gd name="connsiteY2307" fmla="*/ 1138142 h 3505200"/>
              <a:gd name="connsiteX2308" fmla="*/ 452342 w 3505200"/>
              <a:gd name="connsiteY2308" fmla="*/ 1143191 h 3505200"/>
              <a:gd name="connsiteX2309" fmla="*/ 457391 w 3505200"/>
              <a:gd name="connsiteY2309" fmla="*/ 1148239 h 3505200"/>
              <a:gd name="connsiteX2310" fmla="*/ 533591 w 3505200"/>
              <a:gd name="connsiteY2310" fmla="*/ 1149382 h 3505200"/>
              <a:gd name="connsiteX2311" fmla="*/ 539687 w 3505200"/>
              <a:gd name="connsiteY2311" fmla="*/ 1143286 h 3505200"/>
              <a:gd name="connsiteX2312" fmla="*/ 533591 w 3505200"/>
              <a:gd name="connsiteY2312" fmla="*/ 1137190 h 3505200"/>
              <a:gd name="connsiteX2313" fmla="*/ 527495 w 3505200"/>
              <a:gd name="connsiteY2313" fmla="*/ 1143286 h 3505200"/>
              <a:gd name="connsiteX2314" fmla="*/ 533591 w 3505200"/>
              <a:gd name="connsiteY2314" fmla="*/ 1149382 h 3505200"/>
              <a:gd name="connsiteX2315" fmla="*/ 609790 w 3505200"/>
              <a:gd name="connsiteY2315" fmla="*/ 1150430 h 3505200"/>
              <a:gd name="connsiteX2316" fmla="*/ 616934 w 3505200"/>
              <a:gd name="connsiteY2316" fmla="*/ 1143286 h 3505200"/>
              <a:gd name="connsiteX2317" fmla="*/ 609790 w 3505200"/>
              <a:gd name="connsiteY2317" fmla="*/ 1136142 h 3505200"/>
              <a:gd name="connsiteX2318" fmla="*/ 602647 w 3505200"/>
              <a:gd name="connsiteY2318" fmla="*/ 1143286 h 3505200"/>
              <a:gd name="connsiteX2319" fmla="*/ 609790 w 3505200"/>
              <a:gd name="connsiteY2319" fmla="*/ 1150430 h 3505200"/>
              <a:gd name="connsiteX2320" fmla="*/ 685990 w 3505200"/>
              <a:gd name="connsiteY2320" fmla="*/ 1151287 h 3505200"/>
              <a:gd name="connsiteX2321" fmla="*/ 693992 w 3505200"/>
              <a:gd name="connsiteY2321" fmla="*/ 1143286 h 3505200"/>
              <a:gd name="connsiteX2322" fmla="*/ 685990 w 3505200"/>
              <a:gd name="connsiteY2322" fmla="*/ 1135285 h 3505200"/>
              <a:gd name="connsiteX2323" fmla="*/ 677990 w 3505200"/>
              <a:gd name="connsiteY2323" fmla="*/ 1143286 h 3505200"/>
              <a:gd name="connsiteX2324" fmla="*/ 685990 w 3505200"/>
              <a:gd name="connsiteY2324" fmla="*/ 1151287 h 3505200"/>
              <a:gd name="connsiteX2325" fmla="*/ 762190 w 3505200"/>
              <a:gd name="connsiteY2325" fmla="*/ 1152335 h 3505200"/>
              <a:gd name="connsiteX2326" fmla="*/ 771239 w 3505200"/>
              <a:gd name="connsiteY2326" fmla="*/ 1143286 h 3505200"/>
              <a:gd name="connsiteX2327" fmla="*/ 762190 w 3505200"/>
              <a:gd name="connsiteY2327" fmla="*/ 1134237 h 3505200"/>
              <a:gd name="connsiteX2328" fmla="*/ 753142 w 3505200"/>
              <a:gd name="connsiteY2328" fmla="*/ 1143286 h 3505200"/>
              <a:gd name="connsiteX2329" fmla="*/ 762190 w 3505200"/>
              <a:gd name="connsiteY2329" fmla="*/ 1152335 h 3505200"/>
              <a:gd name="connsiteX2330" fmla="*/ 838390 w 3505200"/>
              <a:gd name="connsiteY2330" fmla="*/ 1153382 h 3505200"/>
              <a:gd name="connsiteX2331" fmla="*/ 848487 w 3505200"/>
              <a:gd name="connsiteY2331" fmla="*/ 1143286 h 3505200"/>
              <a:gd name="connsiteX2332" fmla="*/ 838390 w 3505200"/>
              <a:gd name="connsiteY2332" fmla="*/ 1133189 h 3505200"/>
              <a:gd name="connsiteX2333" fmla="*/ 828294 w 3505200"/>
              <a:gd name="connsiteY2333" fmla="*/ 1143286 h 3505200"/>
              <a:gd name="connsiteX2334" fmla="*/ 838390 w 3505200"/>
              <a:gd name="connsiteY2334" fmla="*/ 1153382 h 3505200"/>
              <a:gd name="connsiteX2335" fmla="*/ 914590 w 3505200"/>
              <a:gd name="connsiteY2335" fmla="*/ 1154430 h 3505200"/>
              <a:gd name="connsiteX2336" fmla="*/ 925830 w 3505200"/>
              <a:gd name="connsiteY2336" fmla="*/ 1143191 h 3505200"/>
              <a:gd name="connsiteX2337" fmla="*/ 914590 w 3505200"/>
              <a:gd name="connsiteY2337" fmla="*/ 1131951 h 3505200"/>
              <a:gd name="connsiteX2338" fmla="*/ 903351 w 3505200"/>
              <a:gd name="connsiteY2338" fmla="*/ 1143191 h 3505200"/>
              <a:gd name="connsiteX2339" fmla="*/ 914590 w 3505200"/>
              <a:gd name="connsiteY2339" fmla="*/ 1154430 h 3505200"/>
              <a:gd name="connsiteX2340" fmla="*/ 990790 w 3505200"/>
              <a:gd name="connsiteY2340" fmla="*/ 1155287 h 3505200"/>
              <a:gd name="connsiteX2341" fmla="*/ 1002792 w 3505200"/>
              <a:gd name="connsiteY2341" fmla="*/ 1143286 h 3505200"/>
              <a:gd name="connsiteX2342" fmla="*/ 990790 w 3505200"/>
              <a:gd name="connsiteY2342" fmla="*/ 1131284 h 3505200"/>
              <a:gd name="connsiteX2343" fmla="*/ 978789 w 3505200"/>
              <a:gd name="connsiteY2343" fmla="*/ 1143286 h 3505200"/>
              <a:gd name="connsiteX2344" fmla="*/ 990790 w 3505200"/>
              <a:gd name="connsiteY2344" fmla="*/ 1155287 h 3505200"/>
              <a:gd name="connsiteX2345" fmla="*/ 1066991 w 3505200"/>
              <a:gd name="connsiteY2345" fmla="*/ 1156335 h 3505200"/>
              <a:gd name="connsiteX2346" fmla="*/ 1080135 w 3505200"/>
              <a:gd name="connsiteY2346" fmla="*/ 1143191 h 3505200"/>
              <a:gd name="connsiteX2347" fmla="*/ 1066991 w 3505200"/>
              <a:gd name="connsiteY2347" fmla="*/ 1130046 h 3505200"/>
              <a:gd name="connsiteX2348" fmla="*/ 1053846 w 3505200"/>
              <a:gd name="connsiteY2348" fmla="*/ 1143191 h 3505200"/>
              <a:gd name="connsiteX2349" fmla="*/ 1066991 w 3505200"/>
              <a:gd name="connsiteY2349" fmla="*/ 1156335 h 3505200"/>
              <a:gd name="connsiteX2350" fmla="*/ 1143191 w 3505200"/>
              <a:gd name="connsiteY2350" fmla="*/ 1157192 h 3505200"/>
              <a:gd name="connsiteX2351" fmla="*/ 1157097 w 3505200"/>
              <a:gd name="connsiteY2351" fmla="*/ 1143286 h 3505200"/>
              <a:gd name="connsiteX2352" fmla="*/ 1143191 w 3505200"/>
              <a:gd name="connsiteY2352" fmla="*/ 1129379 h 3505200"/>
              <a:gd name="connsiteX2353" fmla="*/ 1129284 w 3505200"/>
              <a:gd name="connsiteY2353" fmla="*/ 1143286 h 3505200"/>
              <a:gd name="connsiteX2354" fmla="*/ 1143191 w 3505200"/>
              <a:gd name="connsiteY2354" fmla="*/ 1157192 h 3505200"/>
              <a:gd name="connsiteX2355" fmla="*/ 1219391 w 3505200"/>
              <a:gd name="connsiteY2355" fmla="*/ 1157764 h 3505200"/>
              <a:gd name="connsiteX2356" fmla="*/ 1233964 w 3505200"/>
              <a:gd name="connsiteY2356" fmla="*/ 1143191 h 3505200"/>
              <a:gd name="connsiteX2357" fmla="*/ 1219391 w 3505200"/>
              <a:gd name="connsiteY2357" fmla="*/ 1128617 h 3505200"/>
              <a:gd name="connsiteX2358" fmla="*/ 1204817 w 3505200"/>
              <a:gd name="connsiteY2358" fmla="*/ 1143191 h 3505200"/>
              <a:gd name="connsiteX2359" fmla="*/ 1219391 w 3505200"/>
              <a:gd name="connsiteY2359" fmla="*/ 1157764 h 3505200"/>
              <a:gd name="connsiteX2360" fmla="*/ 1295591 w 3505200"/>
              <a:gd name="connsiteY2360" fmla="*/ 1158621 h 3505200"/>
              <a:gd name="connsiteX2361" fmla="*/ 1311021 w 3505200"/>
              <a:gd name="connsiteY2361" fmla="*/ 1143191 h 3505200"/>
              <a:gd name="connsiteX2362" fmla="*/ 1295591 w 3505200"/>
              <a:gd name="connsiteY2362" fmla="*/ 1127760 h 3505200"/>
              <a:gd name="connsiteX2363" fmla="*/ 1280160 w 3505200"/>
              <a:gd name="connsiteY2363" fmla="*/ 1143191 h 3505200"/>
              <a:gd name="connsiteX2364" fmla="*/ 1295591 w 3505200"/>
              <a:gd name="connsiteY2364" fmla="*/ 1158621 h 3505200"/>
              <a:gd name="connsiteX2365" fmla="*/ 1371791 w 3505200"/>
              <a:gd name="connsiteY2365" fmla="*/ 1159288 h 3505200"/>
              <a:gd name="connsiteX2366" fmla="*/ 1387888 w 3505200"/>
              <a:gd name="connsiteY2366" fmla="*/ 1143191 h 3505200"/>
              <a:gd name="connsiteX2367" fmla="*/ 1371791 w 3505200"/>
              <a:gd name="connsiteY2367" fmla="*/ 1127093 h 3505200"/>
              <a:gd name="connsiteX2368" fmla="*/ 1355693 w 3505200"/>
              <a:gd name="connsiteY2368" fmla="*/ 1143191 h 3505200"/>
              <a:gd name="connsiteX2369" fmla="*/ 1371791 w 3505200"/>
              <a:gd name="connsiteY2369" fmla="*/ 1159288 h 3505200"/>
              <a:gd name="connsiteX2370" fmla="*/ 1447991 w 3505200"/>
              <a:gd name="connsiteY2370" fmla="*/ 1159669 h 3505200"/>
              <a:gd name="connsiteX2371" fmla="*/ 1464469 w 3505200"/>
              <a:gd name="connsiteY2371" fmla="*/ 1143191 h 3505200"/>
              <a:gd name="connsiteX2372" fmla="*/ 1447991 w 3505200"/>
              <a:gd name="connsiteY2372" fmla="*/ 1126712 h 3505200"/>
              <a:gd name="connsiteX2373" fmla="*/ 1431512 w 3505200"/>
              <a:gd name="connsiteY2373" fmla="*/ 1143191 h 3505200"/>
              <a:gd name="connsiteX2374" fmla="*/ 1447991 w 3505200"/>
              <a:gd name="connsiteY2374" fmla="*/ 1159669 h 3505200"/>
              <a:gd name="connsiteX2375" fmla="*/ 1524191 w 3505200"/>
              <a:gd name="connsiteY2375" fmla="*/ 1160336 h 3505200"/>
              <a:gd name="connsiteX2376" fmla="*/ 1541336 w 3505200"/>
              <a:gd name="connsiteY2376" fmla="*/ 1143191 h 3505200"/>
              <a:gd name="connsiteX2377" fmla="*/ 1524191 w 3505200"/>
              <a:gd name="connsiteY2377" fmla="*/ 1126046 h 3505200"/>
              <a:gd name="connsiteX2378" fmla="*/ 1507046 w 3505200"/>
              <a:gd name="connsiteY2378" fmla="*/ 1143191 h 3505200"/>
              <a:gd name="connsiteX2379" fmla="*/ 1524191 w 3505200"/>
              <a:gd name="connsiteY2379" fmla="*/ 1160336 h 3505200"/>
              <a:gd name="connsiteX2380" fmla="*/ 1600391 w 3505200"/>
              <a:gd name="connsiteY2380" fmla="*/ 1160526 h 3505200"/>
              <a:gd name="connsiteX2381" fmla="*/ 1617726 w 3505200"/>
              <a:gd name="connsiteY2381" fmla="*/ 1143191 h 3505200"/>
              <a:gd name="connsiteX2382" fmla="*/ 1600391 w 3505200"/>
              <a:gd name="connsiteY2382" fmla="*/ 1125855 h 3505200"/>
              <a:gd name="connsiteX2383" fmla="*/ 1583055 w 3505200"/>
              <a:gd name="connsiteY2383" fmla="*/ 1143191 h 3505200"/>
              <a:gd name="connsiteX2384" fmla="*/ 1600391 w 3505200"/>
              <a:gd name="connsiteY2384" fmla="*/ 1160526 h 3505200"/>
              <a:gd name="connsiteX2385" fmla="*/ 1676591 w 3505200"/>
              <a:gd name="connsiteY2385" fmla="*/ 1160717 h 3505200"/>
              <a:gd name="connsiteX2386" fmla="*/ 1694117 w 3505200"/>
              <a:gd name="connsiteY2386" fmla="*/ 1143191 h 3505200"/>
              <a:gd name="connsiteX2387" fmla="*/ 1676591 w 3505200"/>
              <a:gd name="connsiteY2387" fmla="*/ 1125665 h 3505200"/>
              <a:gd name="connsiteX2388" fmla="*/ 1659064 w 3505200"/>
              <a:gd name="connsiteY2388" fmla="*/ 1143191 h 3505200"/>
              <a:gd name="connsiteX2389" fmla="*/ 1676591 w 3505200"/>
              <a:gd name="connsiteY2389" fmla="*/ 1160717 h 3505200"/>
              <a:gd name="connsiteX2390" fmla="*/ 1752791 w 3505200"/>
              <a:gd name="connsiteY2390" fmla="*/ 1161002 h 3505200"/>
              <a:gd name="connsiteX2391" fmla="*/ 1770507 w 3505200"/>
              <a:gd name="connsiteY2391" fmla="*/ 1143286 h 3505200"/>
              <a:gd name="connsiteX2392" fmla="*/ 1752791 w 3505200"/>
              <a:gd name="connsiteY2392" fmla="*/ 1125569 h 3505200"/>
              <a:gd name="connsiteX2393" fmla="*/ 1735074 w 3505200"/>
              <a:gd name="connsiteY2393" fmla="*/ 1143286 h 3505200"/>
              <a:gd name="connsiteX2394" fmla="*/ 1752791 w 3505200"/>
              <a:gd name="connsiteY2394" fmla="*/ 1161002 h 3505200"/>
              <a:gd name="connsiteX2395" fmla="*/ 1828991 w 3505200"/>
              <a:gd name="connsiteY2395" fmla="*/ 1161002 h 3505200"/>
              <a:gd name="connsiteX2396" fmla="*/ 1846707 w 3505200"/>
              <a:gd name="connsiteY2396" fmla="*/ 1143286 h 3505200"/>
              <a:gd name="connsiteX2397" fmla="*/ 1828991 w 3505200"/>
              <a:gd name="connsiteY2397" fmla="*/ 1125569 h 3505200"/>
              <a:gd name="connsiteX2398" fmla="*/ 1811274 w 3505200"/>
              <a:gd name="connsiteY2398" fmla="*/ 1143286 h 3505200"/>
              <a:gd name="connsiteX2399" fmla="*/ 1828991 w 3505200"/>
              <a:gd name="connsiteY2399" fmla="*/ 1161002 h 3505200"/>
              <a:gd name="connsiteX2400" fmla="*/ 1905191 w 3505200"/>
              <a:gd name="connsiteY2400" fmla="*/ 1160717 h 3505200"/>
              <a:gd name="connsiteX2401" fmla="*/ 1922717 w 3505200"/>
              <a:gd name="connsiteY2401" fmla="*/ 1143191 h 3505200"/>
              <a:gd name="connsiteX2402" fmla="*/ 1905191 w 3505200"/>
              <a:gd name="connsiteY2402" fmla="*/ 1125665 h 3505200"/>
              <a:gd name="connsiteX2403" fmla="*/ 1887664 w 3505200"/>
              <a:gd name="connsiteY2403" fmla="*/ 1143191 h 3505200"/>
              <a:gd name="connsiteX2404" fmla="*/ 1905191 w 3505200"/>
              <a:gd name="connsiteY2404" fmla="*/ 1160717 h 3505200"/>
              <a:gd name="connsiteX2405" fmla="*/ 1981391 w 3505200"/>
              <a:gd name="connsiteY2405" fmla="*/ 1160336 h 3505200"/>
              <a:gd name="connsiteX2406" fmla="*/ 1998536 w 3505200"/>
              <a:gd name="connsiteY2406" fmla="*/ 1143191 h 3505200"/>
              <a:gd name="connsiteX2407" fmla="*/ 1981391 w 3505200"/>
              <a:gd name="connsiteY2407" fmla="*/ 1126046 h 3505200"/>
              <a:gd name="connsiteX2408" fmla="*/ 1964246 w 3505200"/>
              <a:gd name="connsiteY2408" fmla="*/ 1143191 h 3505200"/>
              <a:gd name="connsiteX2409" fmla="*/ 1981391 w 3505200"/>
              <a:gd name="connsiteY2409" fmla="*/ 1160336 h 3505200"/>
              <a:gd name="connsiteX2410" fmla="*/ 2057591 w 3505200"/>
              <a:gd name="connsiteY2410" fmla="*/ 1159859 h 3505200"/>
              <a:gd name="connsiteX2411" fmla="*/ 2074259 w 3505200"/>
              <a:gd name="connsiteY2411" fmla="*/ 1143191 h 3505200"/>
              <a:gd name="connsiteX2412" fmla="*/ 2057591 w 3505200"/>
              <a:gd name="connsiteY2412" fmla="*/ 1126522 h 3505200"/>
              <a:gd name="connsiteX2413" fmla="*/ 2040922 w 3505200"/>
              <a:gd name="connsiteY2413" fmla="*/ 1143191 h 3505200"/>
              <a:gd name="connsiteX2414" fmla="*/ 2057591 w 3505200"/>
              <a:gd name="connsiteY2414" fmla="*/ 1159859 h 3505200"/>
              <a:gd name="connsiteX2415" fmla="*/ 2133791 w 3505200"/>
              <a:gd name="connsiteY2415" fmla="*/ 1159288 h 3505200"/>
              <a:gd name="connsiteX2416" fmla="*/ 2149888 w 3505200"/>
              <a:gd name="connsiteY2416" fmla="*/ 1143191 h 3505200"/>
              <a:gd name="connsiteX2417" fmla="*/ 2133791 w 3505200"/>
              <a:gd name="connsiteY2417" fmla="*/ 1127093 h 3505200"/>
              <a:gd name="connsiteX2418" fmla="*/ 2117693 w 3505200"/>
              <a:gd name="connsiteY2418" fmla="*/ 1143191 h 3505200"/>
              <a:gd name="connsiteX2419" fmla="*/ 2133791 w 3505200"/>
              <a:gd name="connsiteY2419" fmla="*/ 1159288 h 3505200"/>
              <a:gd name="connsiteX2420" fmla="*/ 2209991 w 3505200"/>
              <a:gd name="connsiteY2420" fmla="*/ 1158621 h 3505200"/>
              <a:gd name="connsiteX2421" fmla="*/ 2225421 w 3505200"/>
              <a:gd name="connsiteY2421" fmla="*/ 1143191 h 3505200"/>
              <a:gd name="connsiteX2422" fmla="*/ 2209991 w 3505200"/>
              <a:gd name="connsiteY2422" fmla="*/ 1127760 h 3505200"/>
              <a:gd name="connsiteX2423" fmla="*/ 2194560 w 3505200"/>
              <a:gd name="connsiteY2423" fmla="*/ 1143191 h 3505200"/>
              <a:gd name="connsiteX2424" fmla="*/ 2209991 w 3505200"/>
              <a:gd name="connsiteY2424" fmla="*/ 1158621 h 3505200"/>
              <a:gd name="connsiteX2425" fmla="*/ 2286191 w 3505200"/>
              <a:gd name="connsiteY2425" fmla="*/ 1158050 h 3505200"/>
              <a:gd name="connsiteX2426" fmla="*/ 2300954 w 3505200"/>
              <a:gd name="connsiteY2426" fmla="*/ 1143286 h 3505200"/>
              <a:gd name="connsiteX2427" fmla="*/ 2286191 w 3505200"/>
              <a:gd name="connsiteY2427" fmla="*/ 1128522 h 3505200"/>
              <a:gd name="connsiteX2428" fmla="*/ 2271427 w 3505200"/>
              <a:gd name="connsiteY2428" fmla="*/ 1143286 h 3505200"/>
              <a:gd name="connsiteX2429" fmla="*/ 2286191 w 3505200"/>
              <a:gd name="connsiteY2429" fmla="*/ 1158050 h 3505200"/>
              <a:gd name="connsiteX2430" fmla="*/ 2362391 w 3505200"/>
              <a:gd name="connsiteY2430" fmla="*/ 1157192 h 3505200"/>
              <a:gd name="connsiteX2431" fmla="*/ 2376297 w 3505200"/>
              <a:gd name="connsiteY2431" fmla="*/ 1143286 h 3505200"/>
              <a:gd name="connsiteX2432" fmla="*/ 2362391 w 3505200"/>
              <a:gd name="connsiteY2432" fmla="*/ 1129379 h 3505200"/>
              <a:gd name="connsiteX2433" fmla="*/ 2348484 w 3505200"/>
              <a:gd name="connsiteY2433" fmla="*/ 1143286 h 3505200"/>
              <a:gd name="connsiteX2434" fmla="*/ 2362391 w 3505200"/>
              <a:gd name="connsiteY2434" fmla="*/ 1157192 h 3505200"/>
              <a:gd name="connsiteX2435" fmla="*/ 2438591 w 3505200"/>
              <a:gd name="connsiteY2435" fmla="*/ 1156335 h 3505200"/>
              <a:gd name="connsiteX2436" fmla="*/ 2451735 w 3505200"/>
              <a:gd name="connsiteY2436" fmla="*/ 1143191 h 3505200"/>
              <a:gd name="connsiteX2437" fmla="*/ 2438591 w 3505200"/>
              <a:gd name="connsiteY2437" fmla="*/ 1130046 h 3505200"/>
              <a:gd name="connsiteX2438" fmla="*/ 2425446 w 3505200"/>
              <a:gd name="connsiteY2438" fmla="*/ 1143191 h 3505200"/>
              <a:gd name="connsiteX2439" fmla="*/ 2438591 w 3505200"/>
              <a:gd name="connsiteY2439" fmla="*/ 1156335 h 3505200"/>
              <a:gd name="connsiteX2440" fmla="*/ 2514791 w 3505200"/>
              <a:gd name="connsiteY2440" fmla="*/ 1155478 h 3505200"/>
              <a:gd name="connsiteX2441" fmla="*/ 2527078 w 3505200"/>
              <a:gd name="connsiteY2441" fmla="*/ 1143191 h 3505200"/>
              <a:gd name="connsiteX2442" fmla="*/ 2514791 w 3505200"/>
              <a:gd name="connsiteY2442" fmla="*/ 1130903 h 3505200"/>
              <a:gd name="connsiteX2443" fmla="*/ 2502503 w 3505200"/>
              <a:gd name="connsiteY2443" fmla="*/ 1143191 h 3505200"/>
              <a:gd name="connsiteX2444" fmla="*/ 2514791 w 3505200"/>
              <a:gd name="connsiteY2444" fmla="*/ 1155478 h 3505200"/>
              <a:gd name="connsiteX2445" fmla="*/ 2590991 w 3505200"/>
              <a:gd name="connsiteY2445" fmla="*/ 1154430 h 3505200"/>
              <a:gd name="connsiteX2446" fmla="*/ 2602230 w 3505200"/>
              <a:gd name="connsiteY2446" fmla="*/ 1143191 h 3505200"/>
              <a:gd name="connsiteX2447" fmla="*/ 2590991 w 3505200"/>
              <a:gd name="connsiteY2447" fmla="*/ 1131951 h 3505200"/>
              <a:gd name="connsiteX2448" fmla="*/ 2579751 w 3505200"/>
              <a:gd name="connsiteY2448" fmla="*/ 1143191 h 3505200"/>
              <a:gd name="connsiteX2449" fmla="*/ 2590991 w 3505200"/>
              <a:gd name="connsiteY2449" fmla="*/ 1154430 h 3505200"/>
              <a:gd name="connsiteX2450" fmla="*/ 2667191 w 3505200"/>
              <a:gd name="connsiteY2450" fmla="*/ 1153573 h 3505200"/>
              <a:gd name="connsiteX2451" fmla="*/ 2677573 w 3505200"/>
              <a:gd name="connsiteY2451" fmla="*/ 1143191 h 3505200"/>
              <a:gd name="connsiteX2452" fmla="*/ 2667191 w 3505200"/>
              <a:gd name="connsiteY2452" fmla="*/ 1132808 h 3505200"/>
              <a:gd name="connsiteX2453" fmla="*/ 2656808 w 3505200"/>
              <a:gd name="connsiteY2453" fmla="*/ 1143191 h 3505200"/>
              <a:gd name="connsiteX2454" fmla="*/ 2667191 w 3505200"/>
              <a:gd name="connsiteY2454" fmla="*/ 1153573 h 3505200"/>
              <a:gd name="connsiteX2455" fmla="*/ 2743391 w 3505200"/>
              <a:gd name="connsiteY2455" fmla="*/ 1152525 h 3505200"/>
              <a:gd name="connsiteX2456" fmla="*/ 2752725 w 3505200"/>
              <a:gd name="connsiteY2456" fmla="*/ 1143191 h 3505200"/>
              <a:gd name="connsiteX2457" fmla="*/ 2743391 w 3505200"/>
              <a:gd name="connsiteY2457" fmla="*/ 1133856 h 3505200"/>
              <a:gd name="connsiteX2458" fmla="*/ 2734056 w 3505200"/>
              <a:gd name="connsiteY2458" fmla="*/ 1143191 h 3505200"/>
              <a:gd name="connsiteX2459" fmla="*/ 2743391 w 3505200"/>
              <a:gd name="connsiteY2459" fmla="*/ 1152525 h 3505200"/>
              <a:gd name="connsiteX2460" fmla="*/ 2819591 w 3505200"/>
              <a:gd name="connsiteY2460" fmla="*/ 1151477 h 3505200"/>
              <a:gd name="connsiteX2461" fmla="*/ 2827878 w 3505200"/>
              <a:gd name="connsiteY2461" fmla="*/ 1143191 h 3505200"/>
              <a:gd name="connsiteX2462" fmla="*/ 2819591 w 3505200"/>
              <a:gd name="connsiteY2462" fmla="*/ 1134904 h 3505200"/>
              <a:gd name="connsiteX2463" fmla="*/ 2811304 w 3505200"/>
              <a:gd name="connsiteY2463" fmla="*/ 1143191 h 3505200"/>
              <a:gd name="connsiteX2464" fmla="*/ 2819591 w 3505200"/>
              <a:gd name="connsiteY2464" fmla="*/ 1151477 h 3505200"/>
              <a:gd name="connsiteX2465" fmla="*/ 2895791 w 3505200"/>
              <a:gd name="connsiteY2465" fmla="*/ 1150430 h 3505200"/>
              <a:gd name="connsiteX2466" fmla="*/ 2902934 w 3505200"/>
              <a:gd name="connsiteY2466" fmla="*/ 1143286 h 3505200"/>
              <a:gd name="connsiteX2467" fmla="*/ 2895791 w 3505200"/>
              <a:gd name="connsiteY2467" fmla="*/ 1136142 h 3505200"/>
              <a:gd name="connsiteX2468" fmla="*/ 2888647 w 3505200"/>
              <a:gd name="connsiteY2468" fmla="*/ 1143286 h 3505200"/>
              <a:gd name="connsiteX2469" fmla="*/ 2895791 w 3505200"/>
              <a:gd name="connsiteY2469" fmla="*/ 1150430 h 3505200"/>
              <a:gd name="connsiteX2470" fmla="*/ 2971991 w 3505200"/>
              <a:gd name="connsiteY2470" fmla="*/ 1149382 h 3505200"/>
              <a:gd name="connsiteX2471" fmla="*/ 2978087 w 3505200"/>
              <a:gd name="connsiteY2471" fmla="*/ 1143286 h 3505200"/>
              <a:gd name="connsiteX2472" fmla="*/ 2971991 w 3505200"/>
              <a:gd name="connsiteY2472" fmla="*/ 1137190 h 3505200"/>
              <a:gd name="connsiteX2473" fmla="*/ 2965895 w 3505200"/>
              <a:gd name="connsiteY2473" fmla="*/ 1143286 h 3505200"/>
              <a:gd name="connsiteX2474" fmla="*/ 2971991 w 3505200"/>
              <a:gd name="connsiteY2474" fmla="*/ 1149382 h 3505200"/>
              <a:gd name="connsiteX2475" fmla="*/ 3048191 w 3505200"/>
              <a:gd name="connsiteY2475" fmla="*/ 1148239 h 3505200"/>
              <a:gd name="connsiteX2476" fmla="*/ 3053239 w 3505200"/>
              <a:gd name="connsiteY2476" fmla="*/ 1143191 h 3505200"/>
              <a:gd name="connsiteX2477" fmla="*/ 3048191 w 3505200"/>
              <a:gd name="connsiteY2477" fmla="*/ 1138142 h 3505200"/>
              <a:gd name="connsiteX2478" fmla="*/ 3043142 w 3505200"/>
              <a:gd name="connsiteY2478" fmla="*/ 1143191 h 3505200"/>
              <a:gd name="connsiteX2479" fmla="*/ 3048191 w 3505200"/>
              <a:gd name="connsiteY2479" fmla="*/ 1148239 h 3505200"/>
              <a:gd name="connsiteX2480" fmla="*/ 3124391 w 3505200"/>
              <a:gd name="connsiteY2480" fmla="*/ 1147191 h 3505200"/>
              <a:gd name="connsiteX2481" fmla="*/ 3128391 w 3505200"/>
              <a:gd name="connsiteY2481" fmla="*/ 1143191 h 3505200"/>
              <a:gd name="connsiteX2482" fmla="*/ 3124391 w 3505200"/>
              <a:gd name="connsiteY2482" fmla="*/ 1139190 h 3505200"/>
              <a:gd name="connsiteX2483" fmla="*/ 3120390 w 3505200"/>
              <a:gd name="connsiteY2483" fmla="*/ 1143191 h 3505200"/>
              <a:gd name="connsiteX2484" fmla="*/ 3124391 w 3505200"/>
              <a:gd name="connsiteY2484" fmla="*/ 1147191 h 3505200"/>
              <a:gd name="connsiteX2485" fmla="*/ 3200591 w 3505200"/>
              <a:gd name="connsiteY2485" fmla="*/ 1146143 h 3505200"/>
              <a:gd name="connsiteX2486" fmla="*/ 3203543 w 3505200"/>
              <a:gd name="connsiteY2486" fmla="*/ 1143191 h 3505200"/>
              <a:gd name="connsiteX2487" fmla="*/ 3200591 w 3505200"/>
              <a:gd name="connsiteY2487" fmla="*/ 1140238 h 3505200"/>
              <a:gd name="connsiteX2488" fmla="*/ 3197638 w 3505200"/>
              <a:gd name="connsiteY2488" fmla="*/ 1143191 h 3505200"/>
              <a:gd name="connsiteX2489" fmla="*/ 3200591 w 3505200"/>
              <a:gd name="connsiteY2489" fmla="*/ 1146143 h 3505200"/>
              <a:gd name="connsiteX2490" fmla="*/ 3276791 w 3505200"/>
              <a:gd name="connsiteY2490" fmla="*/ 1145096 h 3505200"/>
              <a:gd name="connsiteX2491" fmla="*/ 3278696 w 3505200"/>
              <a:gd name="connsiteY2491" fmla="*/ 1143191 h 3505200"/>
              <a:gd name="connsiteX2492" fmla="*/ 3276791 w 3505200"/>
              <a:gd name="connsiteY2492" fmla="*/ 1141286 h 3505200"/>
              <a:gd name="connsiteX2493" fmla="*/ 3274886 w 3505200"/>
              <a:gd name="connsiteY2493" fmla="*/ 1143191 h 3505200"/>
              <a:gd name="connsiteX2494" fmla="*/ 3276791 w 3505200"/>
              <a:gd name="connsiteY2494" fmla="*/ 1145096 h 3505200"/>
              <a:gd name="connsiteX2495" fmla="*/ 3352991 w 3505200"/>
              <a:gd name="connsiteY2495" fmla="*/ 1144048 h 3505200"/>
              <a:gd name="connsiteX2496" fmla="*/ 3353848 w 3505200"/>
              <a:gd name="connsiteY2496" fmla="*/ 1143191 h 3505200"/>
              <a:gd name="connsiteX2497" fmla="*/ 3352991 w 3505200"/>
              <a:gd name="connsiteY2497" fmla="*/ 1142333 h 3505200"/>
              <a:gd name="connsiteX2498" fmla="*/ 3352133 w 3505200"/>
              <a:gd name="connsiteY2498" fmla="*/ 1143191 h 3505200"/>
              <a:gd name="connsiteX2499" fmla="*/ 3352991 w 3505200"/>
              <a:gd name="connsiteY2499" fmla="*/ 1144048 h 3505200"/>
              <a:gd name="connsiteX2500" fmla="*/ 76391 w 3505200"/>
              <a:gd name="connsiteY2500" fmla="*/ 1219581 h 3505200"/>
              <a:gd name="connsiteX2501" fmla="*/ 76581 w 3505200"/>
              <a:gd name="connsiteY2501" fmla="*/ 1219391 h 3505200"/>
              <a:gd name="connsiteX2502" fmla="*/ 76391 w 3505200"/>
              <a:gd name="connsiteY2502" fmla="*/ 1219200 h 3505200"/>
              <a:gd name="connsiteX2503" fmla="*/ 76200 w 3505200"/>
              <a:gd name="connsiteY2503" fmla="*/ 1219391 h 3505200"/>
              <a:gd name="connsiteX2504" fmla="*/ 76391 w 3505200"/>
              <a:gd name="connsiteY2504" fmla="*/ 1219581 h 3505200"/>
              <a:gd name="connsiteX2505" fmla="*/ 152591 w 3505200"/>
              <a:gd name="connsiteY2505" fmla="*/ 1220438 h 3505200"/>
              <a:gd name="connsiteX2506" fmla="*/ 153638 w 3505200"/>
              <a:gd name="connsiteY2506" fmla="*/ 1219391 h 3505200"/>
              <a:gd name="connsiteX2507" fmla="*/ 152591 w 3505200"/>
              <a:gd name="connsiteY2507" fmla="*/ 1218343 h 3505200"/>
              <a:gd name="connsiteX2508" fmla="*/ 151543 w 3505200"/>
              <a:gd name="connsiteY2508" fmla="*/ 1219391 h 3505200"/>
              <a:gd name="connsiteX2509" fmla="*/ 152591 w 3505200"/>
              <a:gd name="connsiteY2509" fmla="*/ 1220438 h 3505200"/>
              <a:gd name="connsiteX2510" fmla="*/ 228791 w 3505200"/>
              <a:gd name="connsiteY2510" fmla="*/ 1221486 h 3505200"/>
              <a:gd name="connsiteX2511" fmla="*/ 230886 w 3505200"/>
              <a:gd name="connsiteY2511" fmla="*/ 1219391 h 3505200"/>
              <a:gd name="connsiteX2512" fmla="*/ 228791 w 3505200"/>
              <a:gd name="connsiteY2512" fmla="*/ 1217295 h 3505200"/>
              <a:gd name="connsiteX2513" fmla="*/ 226695 w 3505200"/>
              <a:gd name="connsiteY2513" fmla="*/ 1219391 h 3505200"/>
              <a:gd name="connsiteX2514" fmla="*/ 228791 w 3505200"/>
              <a:gd name="connsiteY2514" fmla="*/ 1221486 h 3505200"/>
              <a:gd name="connsiteX2515" fmla="*/ 304991 w 3505200"/>
              <a:gd name="connsiteY2515" fmla="*/ 1222820 h 3505200"/>
              <a:gd name="connsiteX2516" fmla="*/ 308324 w 3505200"/>
              <a:gd name="connsiteY2516" fmla="*/ 1219486 h 3505200"/>
              <a:gd name="connsiteX2517" fmla="*/ 304991 w 3505200"/>
              <a:gd name="connsiteY2517" fmla="*/ 1216057 h 3505200"/>
              <a:gd name="connsiteX2518" fmla="*/ 301562 w 3505200"/>
              <a:gd name="connsiteY2518" fmla="*/ 1219486 h 3505200"/>
              <a:gd name="connsiteX2519" fmla="*/ 304991 w 3505200"/>
              <a:gd name="connsiteY2519" fmla="*/ 1222820 h 3505200"/>
              <a:gd name="connsiteX2520" fmla="*/ 381191 w 3505200"/>
              <a:gd name="connsiteY2520" fmla="*/ 1223867 h 3505200"/>
              <a:gd name="connsiteX2521" fmla="*/ 385667 w 3505200"/>
              <a:gd name="connsiteY2521" fmla="*/ 1219391 h 3505200"/>
              <a:gd name="connsiteX2522" fmla="*/ 381191 w 3505200"/>
              <a:gd name="connsiteY2522" fmla="*/ 1214914 h 3505200"/>
              <a:gd name="connsiteX2523" fmla="*/ 376714 w 3505200"/>
              <a:gd name="connsiteY2523" fmla="*/ 1219391 h 3505200"/>
              <a:gd name="connsiteX2524" fmla="*/ 381191 w 3505200"/>
              <a:gd name="connsiteY2524" fmla="*/ 1223867 h 3505200"/>
              <a:gd name="connsiteX2525" fmla="*/ 457391 w 3505200"/>
              <a:gd name="connsiteY2525" fmla="*/ 1224915 h 3505200"/>
              <a:gd name="connsiteX2526" fmla="*/ 462915 w 3505200"/>
              <a:gd name="connsiteY2526" fmla="*/ 1219391 h 3505200"/>
              <a:gd name="connsiteX2527" fmla="*/ 457391 w 3505200"/>
              <a:gd name="connsiteY2527" fmla="*/ 1213866 h 3505200"/>
              <a:gd name="connsiteX2528" fmla="*/ 451866 w 3505200"/>
              <a:gd name="connsiteY2528" fmla="*/ 1219391 h 3505200"/>
              <a:gd name="connsiteX2529" fmla="*/ 457391 w 3505200"/>
              <a:gd name="connsiteY2529" fmla="*/ 1224915 h 3505200"/>
              <a:gd name="connsiteX2530" fmla="*/ 533591 w 3505200"/>
              <a:gd name="connsiteY2530" fmla="*/ 1225963 h 3505200"/>
              <a:gd name="connsiteX2531" fmla="*/ 540163 w 3505200"/>
              <a:gd name="connsiteY2531" fmla="*/ 1219391 h 3505200"/>
              <a:gd name="connsiteX2532" fmla="*/ 533591 w 3505200"/>
              <a:gd name="connsiteY2532" fmla="*/ 1212818 h 3505200"/>
              <a:gd name="connsiteX2533" fmla="*/ 527018 w 3505200"/>
              <a:gd name="connsiteY2533" fmla="*/ 1219391 h 3505200"/>
              <a:gd name="connsiteX2534" fmla="*/ 533591 w 3505200"/>
              <a:gd name="connsiteY2534" fmla="*/ 1225963 h 3505200"/>
              <a:gd name="connsiteX2535" fmla="*/ 609790 w 3505200"/>
              <a:gd name="connsiteY2535" fmla="*/ 1227011 h 3505200"/>
              <a:gd name="connsiteX2536" fmla="*/ 617411 w 3505200"/>
              <a:gd name="connsiteY2536" fmla="*/ 1219391 h 3505200"/>
              <a:gd name="connsiteX2537" fmla="*/ 609790 w 3505200"/>
              <a:gd name="connsiteY2537" fmla="*/ 1211771 h 3505200"/>
              <a:gd name="connsiteX2538" fmla="*/ 602171 w 3505200"/>
              <a:gd name="connsiteY2538" fmla="*/ 1219391 h 3505200"/>
              <a:gd name="connsiteX2539" fmla="*/ 609790 w 3505200"/>
              <a:gd name="connsiteY2539" fmla="*/ 1227011 h 3505200"/>
              <a:gd name="connsiteX2540" fmla="*/ 685990 w 3505200"/>
              <a:gd name="connsiteY2540" fmla="*/ 1228058 h 3505200"/>
              <a:gd name="connsiteX2541" fmla="*/ 694658 w 3505200"/>
              <a:gd name="connsiteY2541" fmla="*/ 1219391 h 3505200"/>
              <a:gd name="connsiteX2542" fmla="*/ 685990 w 3505200"/>
              <a:gd name="connsiteY2542" fmla="*/ 1210723 h 3505200"/>
              <a:gd name="connsiteX2543" fmla="*/ 677323 w 3505200"/>
              <a:gd name="connsiteY2543" fmla="*/ 1219391 h 3505200"/>
              <a:gd name="connsiteX2544" fmla="*/ 685990 w 3505200"/>
              <a:gd name="connsiteY2544" fmla="*/ 1228058 h 3505200"/>
              <a:gd name="connsiteX2545" fmla="*/ 762190 w 3505200"/>
              <a:gd name="connsiteY2545" fmla="*/ 1229106 h 3505200"/>
              <a:gd name="connsiteX2546" fmla="*/ 771906 w 3505200"/>
              <a:gd name="connsiteY2546" fmla="*/ 1219391 h 3505200"/>
              <a:gd name="connsiteX2547" fmla="*/ 762190 w 3505200"/>
              <a:gd name="connsiteY2547" fmla="*/ 1209675 h 3505200"/>
              <a:gd name="connsiteX2548" fmla="*/ 752475 w 3505200"/>
              <a:gd name="connsiteY2548" fmla="*/ 1219391 h 3505200"/>
              <a:gd name="connsiteX2549" fmla="*/ 762190 w 3505200"/>
              <a:gd name="connsiteY2549" fmla="*/ 1229106 h 3505200"/>
              <a:gd name="connsiteX2550" fmla="*/ 838390 w 3505200"/>
              <a:gd name="connsiteY2550" fmla="*/ 1230154 h 3505200"/>
              <a:gd name="connsiteX2551" fmla="*/ 849154 w 3505200"/>
              <a:gd name="connsiteY2551" fmla="*/ 1219391 h 3505200"/>
              <a:gd name="connsiteX2552" fmla="*/ 838390 w 3505200"/>
              <a:gd name="connsiteY2552" fmla="*/ 1208627 h 3505200"/>
              <a:gd name="connsiteX2553" fmla="*/ 827627 w 3505200"/>
              <a:gd name="connsiteY2553" fmla="*/ 1219391 h 3505200"/>
              <a:gd name="connsiteX2554" fmla="*/ 838390 w 3505200"/>
              <a:gd name="connsiteY2554" fmla="*/ 1230154 h 3505200"/>
              <a:gd name="connsiteX2555" fmla="*/ 914590 w 3505200"/>
              <a:gd name="connsiteY2555" fmla="*/ 1231202 h 3505200"/>
              <a:gd name="connsiteX2556" fmla="*/ 926402 w 3505200"/>
              <a:gd name="connsiteY2556" fmla="*/ 1219391 h 3505200"/>
              <a:gd name="connsiteX2557" fmla="*/ 914590 w 3505200"/>
              <a:gd name="connsiteY2557" fmla="*/ 1207580 h 3505200"/>
              <a:gd name="connsiteX2558" fmla="*/ 902780 w 3505200"/>
              <a:gd name="connsiteY2558" fmla="*/ 1219391 h 3505200"/>
              <a:gd name="connsiteX2559" fmla="*/ 914590 w 3505200"/>
              <a:gd name="connsiteY2559" fmla="*/ 1231202 h 3505200"/>
              <a:gd name="connsiteX2560" fmla="*/ 990790 w 3505200"/>
              <a:gd name="connsiteY2560" fmla="*/ 1232345 h 3505200"/>
              <a:gd name="connsiteX2561" fmla="*/ 1003649 w 3505200"/>
              <a:gd name="connsiteY2561" fmla="*/ 1219486 h 3505200"/>
              <a:gd name="connsiteX2562" fmla="*/ 990790 w 3505200"/>
              <a:gd name="connsiteY2562" fmla="*/ 1206627 h 3505200"/>
              <a:gd name="connsiteX2563" fmla="*/ 977932 w 3505200"/>
              <a:gd name="connsiteY2563" fmla="*/ 1219486 h 3505200"/>
              <a:gd name="connsiteX2564" fmla="*/ 990790 w 3505200"/>
              <a:gd name="connsiteY2564" fmla="*/ 1232345 h 3505200"/>
              <a:gd name="connsiteX2565" fmla="*/ 1066991 w 3505200"/>
              <a:gd name="connsiteY2565" fmla="*/ 1233107 h 3505200"/>
              <a:gd name="connsiteX2566" fmla="*/ 1080707 w 3505200"/>
              <a:gd name="connsiteY2566" fmla="*/ 1219391 h 3505200"/>
              <a:gd name="connsiteX2567" fmla="*/ 1066991 w 3505200"/>
              <a:gd name="connsiteY2567" fmla="*/ 1205675 h 3505200"/>
              <a:gd name="connsiteX2568" fmla="*/ 1053275 w 3505200"/>
              <a:gd name="connsiteY2568" fmla="*/ 1219391 h 3505200"/>
              <a:gd name="connsiteX2569" fmla="*/ 1066991 w 3505200"/>
              <a:gd name="connsiteY2569" fmla="*/ 1233107 h 3505200"/>
              <a:gd name="connsiteX2570" fmla="*/ 1143191 w 3505200"/>
              <a:gd name="connsiteY2570" fmla="*/ 1233964 h 3505200"/>
              <a:gd name="connsiteX2571" fmla="*/ 1157764 w 3505200"/>
              <a:gd name="connsiteY2571" fmla="*/ 1219391 h 3505200"/>
              <a:gd name="connsiteX2572" fmla="*/ 1143191 w 3505200"/>
              <a:gd name="connsiteY2572" fmla="*/ 1204817 h 3505200"/>
              <a:gd name="connsiteX2573" fmla="*/ 1128617 w 3505200"/>
              <a:gd name="connsiteY2573" fmla="*/ 1219391 h 3505200"/>
              <a:gd name="connsiteX2574" fmla="*/ 1143191 w 3505200"/>
              <a:gd name="connsiteY2574" fmla="*/ 1233964 h 3505200"/>
              <a:gd name="connsiteX2575" fmla="*/ 1219391 w 3505200"/>
              <a:gd name="connsiteY2575" fmla="*/ 1234821 h 3505200"/>
              <a:gd name="connsiteX2576" fmla="*/ 1234821 w 3505200"/>
              <a:gd name="connsiteY2576" fmla="*/ 1219391 h 3505200"/>
              <a:gd name="connsiteX2577" fmla="*/ 1219391 w 3505200"/>
              <a:gd name="connsiteY2577" fmla="*/ 1203960 h 3505200"/>
              <a:gd name="connsiteX2578" fmla="*/ 1203960 w 3505200"/>
              <a:gd name="connsiteY2578" fmla="*/ 1219391 h 3505200"/>
              <a:gd name="connsiteX2579" fmla="*/ 1219391 w 3505200"/>
              <a:gd name="connsiteY2579" fmla="*/ 1234821 h 3505200"/>
              <a:gd name="connsiteX2580" fmla="*/ 1295591 w 3505200"/>
              <a:gd name="connsiteY2580" fmla="*/ 1235678 h 3505200"/>
              <a:gd name="connsiteX2581" fmla="*/ 1311878 w 3505200"/>
              <a:gd name="connsiteY2581" fmla="*/ 1219391 h 3505200"/>
              <a:gd name="connsiteX2582" fmla="*/ 1295591 w 3505200"/>
              <a:gd name="connsiteY2582" fmla="*/ 1203103 h 3505200"/>
              <a:gd name="connsiteX2583" fmla="*/ 1279303 w 3505200"/>
              <a:gd name="connsiteY2583" fmla="*/ 1219391 h 3505200"/>
              <a:gd name="connsiteX2584" fmla="*/ 1295591 w 3505200"/>
              <a:gd name="connsiteY2584" fmla="*/ 1235678 h 3505200"/>
              <a:gd name="connsiteX2585" fmla="*/ 1371791 w 3505200"/>
              <a:gd name="connsiteY2585" fmla="*/ 1236345 h 3505200"/>
              <a:gd name="connsiteX2586" fmla="*/ 1388650 w 3505200"/>
              <a:gd name="connsiteY2586" fmla="*/ 1219486 h 3505200"/>
              <a:gd name="connsiteX2587" fmla="*/ 1371791 w 3505200"/>
              <a:gd name="connsiteY2587" fmla="*/ 1202627 h 3505200"/>
              <a:gd name="connsiteX2588" fmla="*/ 1354931 w 3505200"/>
              <a:gd name="connsiteY2588" fmla="*/ 1219486 h 3505200"/>
              <a:gd name="connsiteX2589" fmla="*/ 1371791 w 3505200"/>
              <a:gd name="connsiteY2589" fmla="*/ 1236345 h 3505200"/>
              <a:gd name="connsiteX2590" fmla="*/ 1447991 w 3505200"/>
              <a:gd name="connsiteY2590" fmla="*/ 1236917 h 3505200"/>
              <a:gd name="connsiteX2591" fmla="*/ 1465517 w 3505200"/>
              <a:gd name="connsiteY2591" fmla="*/ 1219391 h 3505200"/>
              <a:gd name="connsiteX2592" fmla="*/ 1447991 w 3505200"/>
              <a:gd name="connsiteY2592" fmla="*/ 1201865 h 3505200"/>
              <a:gd name="connsiteX2593" fmla="*/ 1430464 w 3505200"/>
              <a:gd name="connsiteY2593" fmla="*/ 1219391 h 3505200"/>
              <a:gd name="connsiteX2594" fmla="*/ 1447991 w 3505200"/>
              <a:gd name="connsiteY2594" fmla="*/ 1236917 h 3505200"/>
              <a:gd name="connsiteX2595" fmla="*/ 1524191 w 3505200"/>
              <a:gd name="connsiteY2595" fmla="*/ 1237583 h 3505200"/>
              <a:gd name="connsiteX2596" fmla="*/ 1542383 w 3505200"/>
              <a:gd name="connsiteY2596" fmla="*/ 1219391 h 3505200"/>
              <a:gd name="connsiteX2597" fmla="*/ 1524191 w 3505200"/>
              <a:gd name="connsiteY2597" fmla="*/ 1201198 h 3505200"/>
              <a:gd name="connsiteX2598" fmla="*/ 1505998 w 3505200"/>
              <a:gd name="connsiteY2598" fmla="*/ 1219391 h 3505200"/>
              <a:gd name="connsiteX2599" fmla="*/ 1524191 w 3505200"/>
              <a:gd name="connsiteY2599" fmla="*/ 1237583 h 3505200"/>
              <a:gd name="connsiteX2600" fmla="*/ 1600391 w 3505200"/>
              <a:gd name="connsiteY2600" fmla="*/ 1237964 h 3505200"/>
              <a:gd name="connsiteX2601" fmla="*/ 1618964 w 3505200"/>
              <a:gd name="connsiteY2601" fmla="*/ 1219391 h 3505200"/>
              <a:gd name="connsiteX2602" fmla="*/ 1600391 w 3505200"/>
              <a:gd name="connsiteY2602" fmla="*/ 1200817 h 3505200"/>
              <a:gd name="connsiteX2603" fmla="*/ 1581817 w 3505200"/>
              <a:gd name="connsiteY2603" fmla="*/ 1219391 h 3505200"/>
              <a:gd name="connsiteX2604" fmla="*/ 1600391 w 3505200"/>
              <a:gd name="connsiteY2604" fmla="*/ 1237964 h 3505200"/>
              <a:gd name="connsiteX2605" fmla="*/ 1676591 w 3505200"/>
              <a:gd name="connsiteY2605" fmla="*/ 1238250 h 3505200"/>
              <a:gd name="connsiteX2606" fmla="*/ 1695355 w 3505200"/>
              <a:gd name="connsiteY2606" fmla="*/ 1219486 h 3505200"/>
              <a:gd name="connsiteX2607" fmla="*/ 1676591 w 3505200"/>
              <a:gd name="connsiteY2607" fmla="*/ 1200722 h 3505200"/>
              <a:gd name="connsiteX2608" fmla="*/ 1657826 w 3505200"/>
              <a:gd name="connsiteY2608" fmla="*/ 1219486 h 3505200"/>
              <a:gd name="connsiteX2609" fmla="*/ 1676591 w 3505200"/>
              <a:gd name="connsiteY2609" fmla="*/ 1238250 h 3505200"/>
              <a:gd name="connsiteX2610" fmla="*/ 1752791 w 3505200"/>
              <a:gd name="connsiteY2610" fmla="*/ 1238441 h 3505200"/>
              <a:gd name="connsiteX2611" fmla="*/ 1771841 w 3505200"/>
              <a:gd name="connsiteY2611" fmla="*/ 1219391 h 3505200"/>
              <a:gd name="connsiteX2612" fmla="*/ 1752791 w 3505200"/>
              <a:gd name="connsiteY2612" fmla="*/ 1200341 h 3505200"/>
              <a:gd name="connsiteX2613" fmla="*/ 1733741 w 3505200"/>
              <a:gd name="connsiteY2613" fmla="*/ 1219391 h 3505200"/>
              <a:gd name="connsiteX2614" fmla="*/ 1752791 w 3505200"/>
              <a:gd name="connsiteY2614" fmla="*/ 1238441 h 3505200"/>
              <a:gd name="connsiteX2615" fmla="*/ 1828991 w 3505200"/>
              <a:gd name="connsiteY2615" fmla="*/ 1238250 h 3505200"/>
              <a:gd name="connsiteX2616" fmla="*/ 1847755 w 3505200"/>
              <a:gd name="connsiteY2616" fmla="*/ 1219486 h 3505200"/>
              <a:gd name="connsiteX2617" fmla="*/ 1828991 w 3505200"/>
              <a:gd name="connsiteY2617" fmla="*/ 1200722 h 3505200"/>
              <a:gd name="connsiteX2618" fmla="*/ 1810226 w 3505200"/>
              <a:gd name="connsiteY2618" fmla="*/ 1219486 h 3505200"/>
              <a:gd name="connsiteX2619" fmla="*/ 1828991 w 3505200"/>
              <a:gd name="connsiteY2619" fmla="*/ 1238250 h 3505200"/>
              <a:gd name="connsiteX2620" fmla="*/ 1905191 w 3505200"/>
              <a:gd name="connsiteY2620" fmla="*/ 1237964 h 3505200"/>
              <a:gd name="connsiteX2621" fmla="*/ 1923764 w 3505200"/>
              <a:gd name="connsiteY2621" fmla="*/ 1219391 h 3505200"/>
              <a:gd name="connsiteX2622" fmla="*/ 1905191 w 3505200"/>
              <a:gd name="connsiteY2622" fmla="*/ 1200817 h 3505200"/>
              <a:gd name="connsiteX2623" fmla="*/ 1886617 w 3505200"/>
              <a:gd name="connsiteY2623" fmla="*/ 1219391 h 3505200"/>
              <a:gd name="connsiteX2624" fmla="*/ 1905191 w 3505200"/>
              <a:gd name="connsiteY2624" fmla="*/ 1237964 h 3505200"/>
              <a:gd name="connsiteX2625" fmla="*/ 1981391 w 3505200"/>
              <a:gd name="connsiteY2625" fmla="*/ 1237583 h 3505200"/>
              <a:gd name="connsiteX2626" fmla="*/ 1999583 w 3505200"/>
              <a:gd name="connsiteY2626" fmla="*/ 1219391 h 3505200"/>
              <a:gd name="connsiteX2627" fmla="*/ 1981391 w 3505200"/>
              <a:gd name="connsiteY2627" fmla="*/ 1201198 h 3505200"/>
              <a:gd name="connsiteX2628" fmla="*/ 1963198 w 3505200"/>
              <a:gd name="connsiteY2628" fmla="*/ 1219391 h 3505200"/>
              <a:gd name="connsiteX2629" fmla="*/ 1981391 w 3505200"/>
              <a:gd name="connsiteY2629" fmla="*/ 1237583 h 3505200"/>
              <a:gd name="connsiteX2630" fmla="*/ 2057591 w 3505200"/>
              <a:gd name="connsiteY2630" fmla="*/ 1237202 h 3505200"/>
              <a:gd name="connsiteX2631" fmla="*/ 2075307 w 3505200"/>
              <a:gd name="connsiteY2631" fmla="*/ 1219486 h 3505200"/>
              <a:gd name="connsiteX2632" fmla="*/ 2057591 w 3505200"/>
              <a:gd name="connsiteY2632" fmla="*/ 1201769 h 3505200"/>
              <a:gd name="connsiteX2633" fmla="*/ 2039874 w 3505200"/>
              <a:gd name="connsiteY2633" fmla="*/ 1219486 h 3505200"/>
              <a:gd name="connsiteX2634" fmla="*/ 2057591 w 3505200"/>
              <a:gd name="connsiteY2634" fmla="*/ 1237202 h 3505200"/>
              <a:gd name="connsiteX2635" fmla="*/ 2133791 w 3505200"/>
              <a:gd name="connsiteY2635" fmla="*/ 1236536 h 3505200"/>
              <a:gd name="connsiteX2636" fmla="*/ 2150936 w 3505200"/>
              <a:gd name="connsiteY2636" fmla="*/ 1219391 h 3505200"/>
              <a:gd name="connsiteX2637" fmla="*/ 2133791 w 3505200"/>
              <a:gd name="connsiteY2637" fmla="*/ 1202246 h 3505200"/>
              <a:gd name="connsiteX2638" fmla="*/ 2116646 w 3505200"/>
              <a:gd name="connsiteY2638" fmla="*/ 1219391 h 3505200"/>
              <a:gd name="connsiteX2639" fmla="*/ 2133791 w 3505200"/>
              <a:gd name="connsiteY2639" fmla="*/ 1236536 h 3505200"/>
              <a:gd name="connsiteX2640" fmla="*/ 2209991 w 3505200"/>
              <a:gd name="connsiteY2640" fmla="*/ 1235678 h 3505200"/>
              <a:gd name="connsiteX2641" fmla="*/ 2226278 w 3505200"/>
              <a:gd name="connsiteY2641" fmla="*/ 1219391 h 3505200"/>
              <a:gd name="connsiteX2642" fmla="*/ 2209991 w 3505200"/>
              <a:gd name="connsiteY2642" fmla="*/ 1203103 h 3505200"/>
              <a:gd name="connsiteX2643" fmla="*/ 2193703 w 3505200"/>
              <a:gd name="connsiteY2643" fmla="*/ 1219391 h 3505200"/>
              <a:gd name="connsiteX2644" fmla="*/ 2209991 w 3505200"/>
              <a:gd name="connsiteY2644" fmla="*/ 1235678 h 3505200"/>
              <a:gd name="connsiteX2645" fmla="*/ 2286191 w 3505200"/>
              <a:gd name="connsiteY2645" fmla="*/ 1235012 h 3505200"/>
              <a:gd name="connsiteX2646" fmla="*/ 2301812 w 3505200"/>
              <a:gd name="connsiteY2646" fmla="*/ 1219391 h 3505200"/>
              <a:gd name="connsiteX2647" fmla="*/ 2286191 w 3505200"/>
              <a:gd name="connsiteY2647" fmla="*/ 1203770 h 3505200"/>
              <a:gd name="connsiteX2648" fmla="*/ 2270570 w 3505200"/>
              <a:gd name="connsiteY2648" fmla="*/ 1219391 h 3505200"/>
              <a:gd name="connsiteX2649" fmla="*/ 2286191 w 3505200"/>
              <a:gd name="connsiteY2649" fmla="*/ 1235012 h 3505200"/>
              <a:gd name="connsiteX2650" fmla="*/ 2362391 w 3505200"/>
              <a:gd name="connsiteY2650" fmla="*/ 1234250 h 3505200"/>
              <a:gd name="connsiteX2651" fmla="*/ 2377154 w 3505200"/>
              <a:gd name="connsiteY2651" fmla="*/ 1219486 h 3505200"/>
              <a:gd name="connsiteX2652" fmla="*/ 2362391 w 3505200"/>
              <a:gd name="connsiteY2652" fmla="*/ 1204722 h 3505200"/>
              <a:gd name="connsiteX2653" fmla="*/ 2347627 w 3505200"/>
              <a:gd name="connsiteY2653" fmla="*/ 1219486 h 3505200"/>
              <a:gd name="connsiteX2654" fmla="*/ 2362391 w 3505200"/>
              <a:gd name="connsiteY2654" fmla="*/ 1234250 h 3505200"/>
              <a:gd name="connsiteX2655" fmla="*/ 2438591 w 3505200"/>
              <a:gd name="connsiteY2655" fmla="*/ 1233107 h 3505200"/>
              <a:gd name="connsiteX2656" fmla="*/ 2452307 w 3505200"/>
              <a:gd name="connsiteY2656" fmla="*/ 1219391 h 3505200"/>
              <a:gd name="connsiteX2657" fmla="*/ 2438591 w 3505200"/>
              <a:gd name="connsiteY2657" fmla="*/ 1205675 h 3505200"/>
              <a:gd name="connsiteX2658" fmla="*/ 2424875 w 3505200"/>
              <a:gd name="connsiteY2658" fmla="*/ 1219391 h 3505200"/>
              <a:gd name="connsiteX2659" fmla="*/ 2438591 w 3505200"/>
              <a:gd name="connsiteY2659" fmla="*/ 1233107 h 3505200"/>
              <a:gd name="connsiteX2660" fmla="*/ 2514791 w 3505200"/>
              <a:gd name="connsiteY2660" fmla="*/ 1232345 h 3505200"/>
              <a:gd name="connsiteX2661" fmla="*/ 2527649 w 3505200"/>
              <a:gd name="connsiteY2661" fmla="*/ 1219486 h 3505200"/>
              <a:gd name="connsiteX2662" fmla="*/ 2514791 w 3505200"/>
              <a:gd name="connsiteY2662" fmla="*/ 1206627 h 3505200"/>
              <a:gd name="connsiteX2663" fmla="*/ 2501932 w 3505200"/>
              <a:gd name="connsiteY2663" fmla="*/ 1219486 h 3505200"/>
              <a:gd name="connsiteX2664" fmla="*/ 2514791 w 3505200"/>
              <a:gd name="connsiteY2664" fmla="*/ 1232345 h 3505200"/>
              <a:gd name="connsiteX2665" fmla="*/ 2590991 w 3505200"/>
              <a:gd name="connsiteY2665" fmla="*/ 1231202 h 3505200"/>
              <a:gd name="connsiteX2666" fmla="*/ 2602802 w 3505200"/>
              <a:gd name="connsiteY2666" fmla="*/ 1219391 h 3505200"/>
              <a:gd name="connsiteX2667" fmla="*/ 2590991 w 3505200"/>
              <a:gd name="connsiteY2667" fmla="*/ 1207580 h 3505200"/>
              <a:gd name="connsiteX2668" fmla="*/ 2579180 w 3505200"/>
              <a:gd name="connsiteY2668" fmla="*/ 1219391 h 3505200"/>
              <a:gd name="connsiteX2669" fmla="*/ 2590991 w 3505200"/>
              <a:gd name="connsiteY2669" fmla="*/ 1231202 h 3505200"/>
              <a:gd name="connsiteX2670" fmla="*/ 2667191 w 3505200"/>
              <a:gd name="connsiteY2670" fmla="*/ 1230439 h 3505200"/>
              <a:gd name="connsiteX2671" fmla="*/ 2678145 w 3505200"/>
              <a:gd name="connsiteY2671" fmla="*/ 1219486 h 3505200"/>
              <a:gd name="connsiteX2672" fmla="*/ 2667191 w 3505200"/>
              <a:gd name="connsiteY2672" fmla="*/ 1208532 h 3505200"/>
              <a:gd name="connsiteX2673" fmla="*/ 2656237 w 3505200"/>
              <a:gd name="connsiteY2673" fmla="*/ 1219486 h 3505200"/>
              <a:gd name="connsiteX2674" fmla="*/ 2667191 w 3505200"/>
              <a:gd name="connsiteY2674" fmla="*/ 1230439 h 3505200"/>
              <a:gd name="connsiteX2675" fmla="*/ 2743391 w 3505200"/>
              <a:gd name="connsiteY2675" fmla="*/ 1229297 h 3505200"/>
              <a:gd name="connsiteX2676" fmla="*/ 2753297 w 3505200"/>
              <a:gd name="connsiteY2676" fmla="*/ 1219391 h 3505200"/>
              <a:gd name="connsiteX2677" fmla="*/ 2743391 w 3505200"/>
              <a:gd name="connsiteY2677" fmla="*/ 1209485 h 3505200"/>
              <a:gd name="connsiteX2678" fmla="*/ 2733485 w 3505200"/>
              <a:gd name="connsiteY2678" fmla="*/ 1219391 h 3505200"/>
              <a:gd name="connsiteX2679" fmla="*/ 2743391 w 3505200"/>
              <a:gd name="connsiteY2679" fmla="*/ 1229297 h 3505200"/>
              <a:gd name="connsiteX2680" fmla="*/ 2819591 w 3505200"/>
              <a:gd name="connsiteY2680" fmla="*/ 1228249 h 3505200"/>
              <a:gd name="connsiteX2681" fmla="*/ 2828449 w 3505200"/>
              <a:gd name="connsiteY2681" fmla="*/ 1219391 h 3505200"/>
              <a:gd name="connsiteX2682" fmla="*/ 2819591 w 3505200"/>
              <a:gd name="connsiteY2682" fmla="*/ 1210532 h 3505200"/>
              <a:gd name="connsiteX2683" fmla="*/ 2810732 w 3505200"/>
              <a:gd name="connsiteY2683" fmla="*/ 1219391 h 3505200"/>
              <a:gd name="connsiteX2684" fmla="*/ 2819591 w 3505200"/>
              <a:gd name="connsiteY2684" fmla="*/ 1228249 h 3505200"/>
              <a:gd name="connsiteX2685" fmla="*/ 2895791 w 3505200"/>
              <a:gd name="connsiteY2685" fmla="*/ 1227201 h 3505200"/>
              <a:gd name="connsiteX2686" fmla="*/ 2903601 w 3505200"/>
              <a:gd name="connsiteY2686" fmla="*/ 1219391 h 3505200"/>
              <a:gd name="connsiteX2687" fmla="*/ 2895791 w 3505200"/>
              <a:gd name="connsiteY2687" fmla="*/ 1211580 h 3505200"/>
              <a:gd name="connsiteX2688" fmla="*/ 2887980 w 3505200"/>
              <a:gd name="connsiteY2688" fmla="*/ 1219391 h 3505200"/>
              <a:gd name="connsiteX2689" fmla="*/ 2895791 w 3505200"/>
              <a:gd name="connsiteY2689" fmla="*/ 1227201 h 3505200"/>
              <a:gd name="connsiteX2690" fmla="*/ 2971991 w 3505200"/>
              <a:gd name="connsiteY2690" fmla="*/ 1226153 h 3505200"/>
              <a:gd name="connsiteX2691" fmla="*/ 2978753 w 3505200"/>
              <a:gd name="connsiteY2691" fmla="*/ 1219391 h 3505200"/>
              <a:gd name="connsiteX2692" fmla="*/ 2971991 w 3505200"/>
              <a:gd name="connsiteY2692" fmla="*/ 1212628 h 3505200"/>
              <a:gd name="connsiteX2693" fmla="*/ 2965228 w 3505200"/>
              <a:gd name="connsiteY2693" fmla="*/ 1219391 h 3505200"/>
              <a:gd name="connsiteX2694" fmla="*/ 2971991 w 3505200"/>
              <a:gd name="connsiteY2694" fmla="*/ 1226153 h 3505200"/>
              <a:gd name="connsiteX2695" fmla="*/ 3048191 w 3505200"/>
              <a:gd name="connsiteY2695" fmla="*/ 1224915 h 3505200"/>
              <a:gd name="connsiteX2696" fmla="*/ 3053715 w 3505200"/>
              <a:gd name="connsiteY2696" fmla="*/ 1219391 h 3505200"/>
              <a:gd name="connsiteX2697" fmla="*/ 3048191 w 3505200"/>
              <a:gd name="connsiteY2697" fmla="*/ 1213866 h 3505200"/>
              <a:gd name="connsiteX2698" fmla="*/ 3042666 w 3505200"/>
              <a:gd name="connsiteY2698" fmla="*/ 1219391 h 3505200"/>
              <a:gd name="connsiteX2699" fmla="*/ 3048191 w 3505200"/>
              <a:gd name="connsiteY2699" fmla="*/ 1224915 h 3505200"/>
              <a:gd name="connsiteX2700" fmla="*/ 3124391 w 3505200"/>
              <a:gd name="connsiteY2700" fmla="*/ 1223867 h 3505200"/>
              <a:gd name="connsiteX2701" fmla="*/ 3128867 w 3505200"/>
              <a:gd name="connsiteY2701" fmla="*/ 1219391 h 3505200"/>
              <a:gd name="connsiteX2702" fmla="*/ 3124391 w 3505200"/>
              <a:gd name="connsiteY2702" fmla="*/ 1214914 h 3505200"/>
              <a:gd name="connsiteX2703" fmla="*/ 3119914 w 3505200"/>
              <a:gd name="connsiteY2703" fmla="*/ 1219391 h 3505200"/>
              <a:gd name="connsiteX2704" fmla="*/ 3124391 w 3505200"/>
              <a:gd name="connsiteY2704" fmla="*/ 1223867 h 3505200"/>
              <a:gd name="connsiteX2705" fmla="*/ 3200591 w 3505200"/>
              <a:gd name="connsiteY2705" fmla="*/ 1222820 h 3505200"/>
              <a:gd name="connsiteX2706" fmla="*/ 3203924 w 3505200"/>
              <a:gd name="connsiteY2706" fmla="*/ 1219486 h 3505200"/>
              <a:gd name="connsiteX2707" fmla="*/ 3200591 w 3505200"/>
              <a:gd name="connsiteY2707" fmla="*/ 1216057 h 3505200"/>
              <a:gd name="connsiteX2708" fmla="*/ 3197257 w 3505200"/>
              <a:gd name="connsiteY2708" fmla="*/ 1219486 h 3505200"/>
              <a:gd name="connsiteX2709" fmla="*/ 3200591 w 3505200"/>
              <a:gd name="connsiteY2709" fmla="*/ 1222820 h 3505200"/>
              <a:gd name="connsiteX2710" fmla="*/ 3276791 w 3505200"/>
              <a:gd name="connsiteY2710" fmla="*/ 1221772 h 3505200"/>
              <a:gd name="connsiteX2711" fmla="*/ 3279077 w 3505200"/>
              <a:gd name="connsiteY2711" fmla="*/ 1219486 h 3505200"/>
              <a:gd name="connsiteX2712" fmla="*/ 3276791 w 3505200"/>
              <a:gd name="connsiteY2712" fmla="*/ 1217200 h 3505200"/>
              <a:gd name="connsiteX2713" fmla="*/ 3274505 w 3505200"/>
              <a:gd name="connsiteY2713" fmla="*/ 1219486 h 3505200"/>
              <a:gd name="connsiteX2714" fmla="*/ 3276791 w 3505200"/>
              <a:gd name="connsiteY2714" fmla="*/ 1221772 h 3505200"/>
              <a:gd name="connsiteX2715" fmla="*/ 3352991 w 3505200"/>
              <a:gd name="connsiteY2715" fmla="*/ 1220724 h 3505200"/>
              <a:gd name="connsiteX2716" fmla="*/ 3354229 w 3505200"/>
              <a:gd name="connsiteY2716" fmla="*/ 1219486 h 3505200"/>
              <a:gd name="connsiteX2717" fmla="*/ 3352991 w 3505200"/>
              <a:gd name="connsiteY2717" fmla="*/ 1218248 h 3505200"/>
              <a:gd name="connsiteX2718" fmla="*/ 3351753 w 3505200"/>
              <a:gd name="connsiteY2718" fmla="*/ 1219486 h 3505200"/>
              <a:gd name="connsiteX2719" fmla="*/ 3352991 w 3505200"/>
              <a:gd name="connsiteY2719" fmla="*/ 1220724 h 3505200"/>
              <a:gd name="connsiteX2720" fmla="*/ 3429191 w 3505200"/>
              <a:gd name="connsiteY2720" fmla="*/ 1219581 h 3505200"/>
              <a:gd name="connsiteX2721" fmla="*/ 3429381 w 3505200"/>
              <a:gd name="connsiteY2721" fmla="*/ 1219391 h 3505200"/>
              <a:gd name="connsiteX2722" fmla="*/ 3429191 w 3505200"/>
              <a:gd name="connsiteY2722" fmla="*/ 1219200 h 3505200"/>
              <a:gd name="connsiteX2723" fmla="*/ 3429000 w 3505200"/>
              <a:gd name="connsiteY2723" fmla="*/ 1219391 h 3505200"/>
              <a:gd name="connsiteX2724" fmla="*/ 3429191 w 3505200"/>
              <a:gd name="connsiteY2724" fmla="*/ 1219581 h 3505200"/>
              <a:gd name="connsiteX2725" fmla="*/ 76391 w 3505200"/>
              <a:gd name="connsiteY2725" fmla="*/ 1296067 h 3505200"/>
              <a:gd name="connsiteX2726" fmla="*/ 76772 w 3505200"/>
              <a:gd name="connsiteY2726" fmla="*/ 1295686 h 3505200"/>
              <a:gd name="connsiteX2727" fmla="*/ 76391 w 3505200"/>
              <a:gd name="connsiteY2727" fmla="*/ 1295305 h 3505200"/>
              <a:gd name="connsiteX2728" fmla="*/ 76010 w 3505200"/>
              <a:gd name="connsiteY2728" fmla="*/ 1295686 h 3505200"/>
              <a:gd name="connsiteX2729" fmla="*/ 76391 w 3505200"/>
              <a:gd name="connsiteY2729" fmla="*/ 1296067 h 3505200"/>
              <a:gd name="connsiteX2730" fmla="*/ 152591 w 3505200"/>
              <a:gd name="connsiteY2730" fmla="*/ 1297114 h 3505200"/>
              <a:gd name="connsiteX2731" fmla="*/ 154115 w 3505200"/>
              <a:gd name="connsiteY2731" fmla="*/ 1295591 h 3505200"/>
              <a:gd name="connsiteX2732" fmla="*/ 152591 w 3505200"/>
              <a:gd name="connsiteY2732" fmla="*/ 1294067 h 3505200"/>
              <a:gd name="connsiteX2733" fmla="*/ 151067 w 3505200"/>
              <a:gd name="connsiteY2733" fmla="*/ 1295591 h 3505200"/>
              <a:gd name="connsiteX2734" fmla="*/ 152591 w 3505200"/>
              <a:gd name="connsiteY2734" fmla="*/ 1297114 h 3505200"/>
              <a:gd name="connsiteX2735" fmla="*/ 228791 w 3505200"/>
              <a:gd name="connsiteY2735" fmla="*/ 1298162 h 3505200"/>
              <a:gd name="connsiteX2736" fmla="*/ 231362 w 3505200"/>
              <a:gd name="connsiteY2736" fmla="*/ 1295591 h 3505200"/>
              <a:gd name="connsiteX2737" fmla="*/ 228791 w 3505200"/>
              <a:gd name="connsiteY2737" fmla="*/ 1293019 h 3505200"/>
              <a:gd name="connsiteX2738" fmla="*/ 226219 w 3505200"/>
              <a:gd name="connsiteY2738" fmla="*/ 1295591 h 3505200"/>
              <a:gd name="connsiteX2739" fmla="*/ 228791 w 3505200"/>
              <a:gd name="connsiteY2739" fmla="*/ 1298162 h 3505200"/>
              <a:gd name="connsiteX2740" fmla="*/ 304991 w 3505200"/>
              <a:gd name="connsiteY2740" fmla="*/ 1299210 h 3505200"/>
              <a:gd name="connsiteX2741" fmla="*/ 308610 w 3505200"/>
              <a:gd name="connsiteY2741" fmla="*/ 1295591 h 3505200"/>
              <a:gd name="connsiteX2742" fmla="*/ 304991 w 3505200"/>
              <a:gd name="connsiteY2742" fmla="*/ 1291971 h 3505200"/>
              <a:gd name="connsiteX2743" fmla="*/ 301371 w 3505200"/>
              <a:gd name="connsiteY2743" fmla="*/ 1295591 h 3505200"/>
              <a:gd name="connsiteX2744" fmla="*/ 304991 w 3505200"/>
              <a:gd name="connsiteY2744" fmla="*/ 1299210 h 3505200"/>
              <a:gd name="connsiteX2745" fmla="*/ 381191 w 3505200"/>
              <a:gd name="connsiteY2745" fmla="*/ 1300448 h 3505200"/>
              <a:gd name="connsiteX2746" fmla="*/ 386048 w 3505200"/>
              <a:gd name="connsiteY2746" fmla="*/ 1295591 h 3505200"/>
              <a:gd name="connsiteX2747" fmla="*/ 381191 w 3505200"/>
              <a:gd name="connsiteY2747" fmla="*/ 1290733 h 3505200"/>
              <a:gd name="connsiteX2748" fmla="*/ 376333 w 3505200"/>
              <a:gd name="connsiteY2748" fmla="*/ 1295591 h 3505200"/>
              <a:gd name="connsiteX2749" fmla="*/ 381191 w 3505200"/>
              <a:gd name="connsiteY2749" fmla="*/ 1300448 h 3505200"/>
              <a:gd name="connsiteX2750" fmla="*/ 457391 w 3505200"/>
              <a:gd name="connsiteY2750" fmla="*/ 1301496 h 3505200"/>
              <a:gd name="connsiteX2751" fmla="*/ 463296 w 3505200"/>
              <a:gd name="connsiteY2751" fmla="*/ 1295591 h 3505200"/>
              <a:gd name="connsiteX2752" fmla="*/ 457391 w 3505200"/>
              <a:gd name="connsiteY2752" fmla="*/ 1289685 h 3505200"/>
              <a:gd name="connsiteX2753" fmla="*/ 451485 w 3505200"/>
              <a:gd name="connsiteY2753" fmla="*/ 1295591 h 3505200"/>
              <a:gd name="connsiteX2754" fmla="*/ 457391 w 3505200"/>
              <a:gd name="connsiteY2754" fmla="*/ 1301496 h 3505200"/>
              <a:gd name="connsiteX2755" fmla="*/ 533591 w 3505200"/>
              <a:gd name="connsiteY2755" fmla="*/ 1302544 h 3505200"/>
              <a:gd name="connsiteX2756" fmla="*/ 540544 w 3505200"/>
              <a:gd name="connsiteY2756" fmla="*/ 1295591 h 3505200"/>
              <a:gd name="connsiteX2757" fmla="*/ 533591 w 3505200"/>
              <a:gd name="connsiteY2757" fmla="*/ 1288637 h 3505200"/>
              <a:gd name="connsiteX2758" fmla="*/ 526637 w 3505200"/>
              <a:gd name="connsiteY2758" fmla="*/ 1295591 h 3505200"/>
              <a:gd name="connsiteX2759" fmla="*/ 533591 w 3505200"/>
              <a:gd name="connsiteY2759" fmla="*/ 1302544 h 3505200"/>
              <a:gd name="connsiteX2760" fmla="*/ 609790 w 3505200"/>
              <a:gd name="connsiteY2760" fmla="*/ 1303687 h 3505200"/>
              <a:gd name="connsiteX2761" fmla="*/ 617792 w 3505200"/>
              <a:gd name="connsiteY2761" fmla="*/ 1295686 h 3505200"/>
              <a:gd name="connsiteX2762" fmla="*/ 609790 w 3505200"/>
              <a:gd name="connsiteY2762" fmla="*/ 1287685 h 3505200"/>
              <a:gd name="connsiteX2763" fmla="*/ 601790 w 3505200"/>
              <a:gd name="connsiteY2763" fmla="*/ 1295686 h 3505200"/>
              <a:gd name="connsiteX2764" fmla="*/ 609790 w 3505200"/>
              <a:gd name="connsiteY2764" fmla="*/ 1303687 h 3505200"/>
              <a:gd name="connsiteX2765" fmla="*/ 685990 w 3505200"/>
              <a:gd name="connsiteY2765" fmla="*/ 1304925 h 3505200"/>
              <a:gd name="connsiteX2766" fmla="*/ 695325 w 3505200"/>
              <a:gd name="connsiteY2766" fmla="*/ 1295591 h 3505200"/>
              <a:gd name="connsiteX2767" fmla="*/ 685990 w 3505200"/>
              <a:gd name="connsiteY2767" fmla="*/ 1286256 h 3505200"/>
              <a:gd name="connsiteX2768" fmla="*/ 676656 w 3505200"/>
              <a:gd name="connsiteY2768" fmla="*/ 1295591 h 3505200"/>
              <a:gd name="connsiteX2769" fmla="*/ 685990 w 3505200"/>
              <a:gd name="connsiteY2769" fmla="*/ 1304925 h 3505200"/>
              <a:gd name="connsiteX2770" fmla="*/ 762190 w 3505200"/>
              <a:gd name="connsiteY2770" fmla="*/ 1305973 h 3505200"/>
              <a:gd name="connsiteX2771" fmla="*/ 772573 w 3505200"/>
              <a:gd name="connsiteY2771" fmla="*/ 1295591 h 3505200"/>
              <a:gd name="connsiteX2772" fmla="*/ 762190 w 3505200"/>
              <a:gd name="connsiteY2772" fmla="*/ 1285208 h 3505200"/>
              <a:gd name="connsiteX2773" fmla="*/ 751808 w 3505200"/>
              <a:gd name="connsiteY2773" fmla="*/ 1295591 h 3505200"/>
              <a:gd name="connsiteX2774" fmla="*/ 762190 w 3505200"/>
              <a:gd name="connsiteY2774" fmla="*/ 1305973 h 3505200"/>
              <a:gd name="connsiteX2775" fmla="*/ 838390 w 3505200"/>
              <a:gd name="connsiteY2775" fmla="*/ 1307021 h 3505200"/>
              <a:gd name="connsiteX2776" fmla="*/ 849821 w 3505200"/>
              <a:gd name="connsiteY2776" fmla="*/ 1295591 h 3505200"/>
              <a:gd name="connsiteX2777" fmla="*/ 838390 w 3505200"/>
              <a:gd name="connsiteY2777" fmla="*/ 1284161 h 3505200"/>
              <a:gd name="connsiteX2778" fmla="*/ 826961 w 3505200"/>
              <a:gd name="connsiteY2778" fmla="*/ 1295591 h 3505200"/>
              <a:gd name="connsiteX2779" fmla="*/ 838390 w 3505200"/>
              <a:gd name="connsiteY2779" fmla="*/ 1307021 h 3505200"/>
              <a:gd name="connsiteX2780" fmla="*/ 914590 w 3505200"/>
              <a:gd name="connsiteY2780" fmla="*/ 1308068 h 3505200"/>
              <a:gd name="connsiteX2781" fmla="*/ 927068 w 3505200"/>
              <a:gd name="connsiteY2781" fmla="*/ 1295591 h 3505200"/>
              <a:gd name="connsiteX2782" fmla="*/ 914590 w 3505200"/>
              <a:gd name="connsiteY2782" fmla="*/ 1283113 h 3505200"/>
              <a:gd name="connsiteX2783" fmla="*/ 902113 w 3505200"/>
              <a:gd name="connsiteY2783" fmla="*/ 1295591 h 3505200"/>
              <a:gd name="connsiteX2784" fmla="*/ 914590 w 3505200"/>
              <a:gd name="connsiteY2784" fmla="*/ 1308068 h 3505200"/>
              <a:gd name="connsiteX2785" fmla="*/ 990790 w 3505200"/>
              <a:gd name="connsiteY2785" fmla="*/ 1309116 h 3505200"/>
              <a:gd name="connsiteX2786" fmla="*/ 1004316 w 3505200"/>
              <a:gd name="connsiteY2786" fmla="*/ 1295591 h 3505200"/>
              <a:gd name="connsiteX2787" fmla="*/ 990790 w 3505200"/>
              <a:gd name="connsiteY2787" fmla="*/ 1282065 h 3505200"/>
              <a:gd name="connsiteX2788" fmla="*/ 977265 w 3505200"/>
              <a:gd name="connsiteY2788" fmla="*/ 1295591 h 3505200"/>
              <a:gd name="connsiteX2789" fmla="*/ 990790 w 3505200"/>
              <a:gd name="connsiteY2789" fmla="*/ 1309116 h 3505200"/>
              <a:gd name="connsiteX2790" fmla="*/ 1066991 w 3505200"/>
              <a:gd name="connsiteY2790" fmla="*/ 1309973 h 3505200"/>
              <a:gd name="connsiteX2791" fmla="*/ 1081373 w 3505200"/>
              <a:gd name="connsiteY2791" fmla="*/ 1295591 h 3505200"/>
              <a:gd name="connsiteX2792" fmla="*/ 1066991 w 3505200"/>
              <a:gd name="connsiteY2792" fmla="*/ 1281208 h 3505200"/>
              <a:gd name="connsiteX2793" fmla="*/ 1052608 w 3505200"/>
              <a:gd name="connsiteY2793" fmla="*/ 1295591 h 3505200"/>
              <a:gd name="connsiteX2794" fmla="*/ 1066991 w 3505200"/>
              <a:gd name="connsiteY2794" fmla="*/ 1309973 h 3505200"/>
              <a:gd name="connsiteX2795" fmla="*/ 1143191 w 3505200"/>
              <a:gd name="connsiteY2795" fmla="*/ 1311021 h 3505200"/>
              <a:gd name="connsiteX2796" fmla="*/ 1158621 w 3505200"/>
              <a:gd name="connsiteY2796" fmla="*/ 1295591 h 3505200"/>
              <a:gd name="connsiteX2797" fmla="*/ 1143191 w 3505200"/>
              <a:gd name="connsiteY2797" fmla="*/ 1280160 h 3505200"/>
              <a:gd name="connsiteX2798" fmla="*/ 1127760 w 3505200"/>
              <a:gd name="connsiteY2798" fmla="*/ 1295591 h 3505200"/>
              <a:gd name="connsiteX2799" fmla="*/ 1143191 w 3505200"/>
              <a:gd name="connsiteY2799" fmla="*/ 1311021 h 3505200"/>
              <a:gd name="connsiteX2800" fmla="*/ 1219391 w 3505200"/>
              <a:gd name="connsiteY2800" fmla="*/ 1311878 h 3505200"/>
              <a:gd name="connsiteX2801" fmla="*/ 1235678 w 3505200"/>
              <a:gd name="connsiteY2801" fmla="*/ 1295591 h 3505200"/>
              <a:gd name="connsiteX2802" fmla="*/ 1219391 w 3505200"/>
              <a:gd name="connsiteY2802" fmla="*/ 1279303 h 3505200"/>
              <a:gd name="connsiteX2803" fmla="*/ 1203103 w 3505200"/>
              <a:gd name="connsiteY2803" fmla="*/ 1295591 h 3505200"/>
              <a:gd name="connsiteX2804" fmla="*/ 1219391 w 3505200"/>
              <a:gd name="connsiteY2804" fmla="*/ 1311878 h 3505200"/>
              <a:gd name="connsiteX2805" fmla="*/ 1295591 w 3505200"/>
              <a:gd name="connsiteY2805" fmla="*/ 1312736 h 3505200"/>
              <a:gd name="connsiteX2806" fmla="*/ 1312736 w 3505200"/>
              <a:gd name="connsiteY2806" fmla="*/ 1295591 h 3505200"/>
              <a:gd name="connsiteX2807" fmla="*/ 1295591 w 3505200"/>
              <a:gd name="connsiteY2807" fmla="*/ 1278446 h 3505200"/>
              <a:gd name="connsiteX2808" fmla="*/ 1278446 w 3505200"/>
              <a:gd name="connsiteY2808" fmla="*/ 1295591 h 3505200"/>
              <a:gd name="connsiteX2809" fmla="*/ 1295591 w 3505200"/>
              <a:gd name="connsiteY2809" fmla="*/ 1312736 h 3505200"/>
              <a:gd name="connsiteX2810" fmla="*/ 1371791 w 3505200"/>
              <a:gd name="connsiteY2810" fmla="*/ 1313593 h 3505200"/>
              <a:gd name="connsiteX2811" fmla="*/ 1389793 w 3505200"/>
              <a:gd name="connsiteY2811" fmla="*/ 1295591 h 3505200"/>
              <a:gd name="connsiteX2812" fmla="*/ 1371791 w 3505200"/>
              <a:gd name="connsiteY2812" fmla="*/ 1277588 h 3505200"/>
              <a:gd name="connsiteX2813" fmla="*/ 1353788 w 3505200"/>
              <a:gd name="connsiteY2813" fmla="*/ 1295591 h 3505200"/>
              <a:gd name="connsiteX2814" fmla="*/ 1371791 w 3505200"/>
              <a:gd name="connsiteY2814" fmla="*/ 1313593 h 3505200"/>
              <a:gd name="connsiteX2815" fmla="*/ 1447991 w 3505200"/>
              <a:gd name="connsiteY2815" fmla="*/ 1314450 h 3505200"/>
              <a:gd name="connsiteX2816" fmla="*/ 1466755 w 3505200"/>
              <a:gd name="connsiteY2816" fmla="*/ 1295686 h 3505200"/>
              <a:gd name="connsiteX2817" fmla="*/ 1447991 w 3505200"/>
              <a:gd name="connsiteY2817" fmla="*/ 1276922 h 3505200"/>
              <a:gd name="connsiteX2818" fmla="*/ 1429226 w 3505200"/>
              <a:gd name="connsiteY2818" fmla="*/ 1295686 h 3505200"/>
              <a:gd name="connsiteX2819" fmla="*/ 1447991 w 3505200"/>
              <a:gd name="connsiteY2819" fmla="*/ 1314450 h 3505200"/>
              <a:gd name="connsiteX2820" fmla="*/ 1524191 w 3505200"/>
              <a:gd name="connsiteY2820" fmla="*/ 1314831 h 3505200"/>
              <a:gd name="connsiteX2821" fmla="*/ 1543431 w 3505200"/>
              <a:gd name="connsiteY2821" fmla="*/ 1295591 h 3505200"/>
              <a:gd name="connsiteX2822" fmla="*/ 1524191 w 3505200"/>
              <a:gd name="connsiteY2822" fmla="*/ 1276350 h 3505200"/>
              <a:gd name="connsiteX2823" fmla="*/ 1504950 w 3505200"/>
              <a:gd name="connsiteY2823" fmla="*/ 1295591 h 3505200"/>
              <a:gd name="connsiteX2824" fmla="*/ 1524191 w 3505200"/>
              <a:gd name="connsiteY2824" fmla="*/ 1314831 h 3505200"/>
              <a:gd name="connsiteX2825" fmla="*/ 1600391 w 3505200"/>
              <a:gd name="connsiteY2825" fmla="*/ 1315307 h 3505200"/>
              <a:gd name="connsiteX2826" fmla="*/ 1620012 w 3505200"/>
              <a:gd name="connsiteY2826" fmla="*/ 1295686 h 3505200"/>
              <a:gd name="connsiteX2827" fmla="*/ 1600391 w 3505200"/>
              <a:gd name="connsiteY2827" fmla="*/ 1276064 h 3505200"/>
              <a:gd name="connsiteX2828" fmla="*/ 1580769 w 3505200"/>
              <a:gd name="connsiteY2828" fmla="*/ 1295686 h 3505200"/>
              <a:gd name="connsiteX2829" fmla="*/ 1600391 w 3505200"/>
              <a:gd name="connsiteY2829" fmla="*/ 1315307 h 3505200"/>
              <a:gd name="connsiteX2830" fmla="*/ 1676591 w 3505200"/>
              <a:gd name="connsiteY2830" fmla="*/ 1315688 h 3505200"/>
              <a:gd name="connsiteX2831" fmla="*/ 1696688 w 3505200"/>
              <a:gd name="connsiteY2831" fmla="*/ 1295591 h 3505200"/>
              <a:gd name="connsiteX2832" fmla="*/ 1676591 w 3505200"/>
              <a:gd name="connsiteY2832" fmla="*/ 1275493 h 3505200"/>
              <a:gd name="connsiteX2833" fmla="*/ 1656493 w 3505200"/>
              <a:gd name="connsiteY2833" fmla="*/ 1295591 h 3505200"/>
              <a:gd name="connsiteX2834" fmla="*/ 1676591 w 3505200"/>
              <a:gd name="connsiteY2834" fmla="*/ 1315688 h 3505200"/>
              <a:gd name="connsiteX2835" fmla="*/ 1752791 w 3505200"/>
              <a:gd name="connsiteY2835" fmla="*/ 1315688 h 3505200"/>
              <a:gd name="connsiteX2836" fmla="*/ 1772888 w 3505200"/>
              <a:gd name="connsiteY2836" fmla="*/ 1295591 h 3505200"/>
              <a:gd name="connsiteX2837" fmla="*/ 1752791 w 3505200"/>
              <a:gd name="connsiteY2837" fmla="*/ 1275493 h 3505200"/>
              <a:gd name="connsiteX2838" fmla="*/ 1732693 w 3505200"/>
              <a:gd name="connsiteY2838" fmla="*/ 1295591 h 3505200"/>
              <a:gd name="connsiteX2839" fmla="*/ 1752791 w 3505200"/>
              <a:gd name="connsiteY2839" fmla="*/ 1315688 h 3505200"/>
              <a:gd name="connsiteX2840" fmla="*/ 1828991 w 3505200"/>
              <a:gd name="connsiteY2840" fmla="*/ 1315688 h 3505200"/>
              <a:gd name="connsiteX2841" fmla="*/ 1849088 w 3505200"/>
              <a:gd name="connsiteY2841" fmla="*/ 1295591 h 3505200"/>
              <a:gd name="connsiteX2842" fmla="*/ 1828991 w 3505200"/>
              <a:gd name="connsiteY2842" fmla="*/ 1275493 h 3505200"/>
              <a:gd name="connsiteX2843" fmla="*/ 1808893 w 3505200"/>
              <a:gd name="connsiteY2843" fmla="*/ 1295591 h 3505200"/>
              <a:gd name="connsiteX2844" fmla="*/ 1828991 w 3505200"/>
              <a:gd name="connsiteY2844" fmla="*/ 1315688 h 3505200"/>
              <a:gd name="connsiteX2845" fmla="*/ 1905191 w 3505200"/>
              <a:gd name="connsiteY2845" fmla="*/ 1315498 h 3505200"/>
              <a:gd name="connsiteX2846" fmla="*/ 1925098 w 3505200"/>
              <a:gd name="connsiteY2846" fmla="*/ 1295591 h 3505200"/>
              <a:gd name="connsiteX2847" fmla="*/ 1905191 w 3505200"/>
              <a:gd name="connsiteY2847" fmla="*/ 1275683 h 3505200"/>
              <a:gd name="connsiteX2848" fmla="*/ 1885283 w 3505200"/>
              <a:gd name="connsiteY2848" fmla="*/ 1295591 h 3505200"/>
              <a:gd name="connsiteX2849" fmla="*/ 1905191 w 3505200"/>
              <a:gd name="connsiteY2849" fmla="*/ 1315498 h 3505200"/>
              <a:gd name="connsiteX2850" fmla="*/ 1981391 w 3505200"/>
              <a:gd name="connsiteY2850" fmla="*/ 1315022 h 3505200"/>
              <a:gd name="connsiteX2851" fmla="*/ 2000822 w 3505200"/>
              <a:gd name="connsiteY2851" fmla="*/ 1295591 h 3505200"/>
              <a:gd name="connsiteX2852" fmla="*/ 1981391 w 3505200"/>
              <a:gd name="connsiteY2852" fmla="*/ 1276160 h 3505200"/>
              <a:gd name="connsiteX2853" fmla="*/ 1961960 w 3505200"/>
              <a:gd name="connsiteY2853" fmla="*/ 1295591 h 3505200"/>
              <a:gd name="connsiteX2854" fmla="*/ 1981391 w 3505200"/>
              <a:gd name="connsiteY2854" fmla="*/ 1315022 h 3505200"/>
              <a:gd name="connsiteX2855" fmla="*/ 2057591 w 3505200"/>
              <a:gd name="connsiteY2855" fmla="*/ 1314450 h 3505200"/>
              <a:gd name="connsiteX2856" fmla="*/ 2076355 w 3505200"/>
              <a:gd name="connsiteY2856" fmla="*/ 1295686 h 3505200"/>
              <a:gd name="connsiteX2857" fmla="*/ 2057591 w 3505200"/>
              <a:gd name="connsiteY2857" fmla="*/ 1276922 h 3505200"/>
              <a:gd name="connsiteX2858" fmla="*/ 2038826 w 3505200"/>
              <a:gd name="connsiteY2858" fmla="*/ 1295686 h 3505200"/>
              <a:gd name="connsiteX2859" fmla="*/ 2057591 w 3505200"/>
              <a:gd name="connsiteY2859" fmla="*/ 1314450 h 3505200"/>
              <a:gd name="connsiteX2860" fmla="*/ 2133791 w 3505200"/>
              <a:gd name="connsiteY2860" fmla="*/ 1313593 h 3505200"/>
              <a:gd name="connsiteX2861" fmla="*/ 2151793 w 3505200"/>
              <a:gd name="connsiteY2861" fmla="*/ 1295591 h 3505200"/>
              <a:gd name="connsiteX2862" fmla="*/ 2133791 w 3505200"/>
              <a:gd name="connsiteY2862" fmla="*/ 1277588 h 3505200"/>
              <a:gd name="connsiteX2863" fmla="*/ 2115788 w 3505200"/>
              <a:gd name="connsiteY2863" fmla="*/ 1295591 h 3505200"/>
              <a:gd name="connsiteX2864" fmla="*/ 2133791 w 3505200"/>
              <a:gd name="connsiteY2864" fmla="*/ 1313593 h 3505200"/>
              <a:gd name="connsiteX2865" fmla="*/ 2209991 w 3505200"/>
              <a:gd name="connsiteY2865" fmla="*/ 1312736 h 3505200"/>
              <a:gd name="connsiteX2866" fmla="*/ 2227136 w 3505200"/>
              <a:gd name="connsiteY2866" fmla="*/ 1295591 h 3505200"/>
              <a:gd name="connsiteX2867" fmla="*/ 2209991 w 3505200"/>
              <a:gd name="connsiteY2867" fmla="*/ 1278446 h 3505200"/>
              <a:gd name="connsiteX2868" fmla="*/ 2192846 w 3505200"/>
              <a:gd name="connsiteY2868" fmla="*/ 1295591 h 3505200"/>
              <a:gd name="connsiteX2869" fmla="*/ 2209991 w 3505200"/>
              <a:gd name="connsiteY2869" fmla="*/ 1312736 h 3505200"/>
              <a:gd name="connsiteX2870" fmla="*/ 2286191 w 3505200"/>
              <a:gd name="connsiteY2870" fmla="*/ 1311878 h 3505200"/>
              <a:gd name="connsiteX2871" fmla="*/ 2302478 w 3505200"/>
              <a:gd name="connsiteY2871" fmla="*/ 1295591 h 3505200"/>
              <a:gd name="connsiteX2872" fmla="*/ 2286191 w 3505200"/>
              <a:gd name="connsiteY2872" fmla="*/ 1279303 h 3505200"/>
              <a:gd name="connsiteX2873" fmla="*/ 2269903 w 3505200"/>
              <a:gd name="connsiteY2873" fmla="*/ 1295591 h 3505200"/>
              <a:gd name="connsiteX2874" fmla="*/ 2286191 w 3505200"/>
              <a:gd name="connsiteY2874" fmla="*/ 1311878 h 3505200"/>
              <a:gd name="connsiteX2875" fmla="*/ 2362391 w 3505200"/>
              <a:gd name="connsiteY2875" fmla="*/ 1311021 h 3505200"/>
              <a:gd name="connsiteX2876" fmla="*/ 2377821 w 3505200"/>
              <a:gd name="connsiteY2876" fmla="*/ 1295591 h 3505200"/>
              <a:gd name="connsiteX2877" fmla="*/ 2362391 w 3505200"/>
              <a:gd name="connsiteY2877" fmla="*/ 1280160 h 3505200"/>
              <a:gd name="connsiteX2878" fmla="*/ 2346960 w 3505200"/>
              <a:gd name="connsiteY2878" fmla="*/ 1295591 h 3505200"/>
              <a:gd name="connsiteX2879" fmla="*/ 2362391 w 3505200"/>
              <a:gd name="connsiteY2879" fmla="*/ 1311021 h 3505200"/>
              <a:gd name="connsiteX2880" fmla="*/ 2438591 w 3505200"/>
              <a:gd name="connsiteY2880" fmla="*/ 1310164 h 3505200"/>
              <a:gd name="connsiteX2881" fmla="*/ 2453164 w 3505200"/>
              <a:gd name="connsiteY2881" fmla="*/ 1295591 h 3505200"/>
              <a:gd name="connsiteX2882" fmla="*/ 2438591 w 3505200"/>
              <a:gd name="connsiteY2882" fmla="*/ 1281017 h 3505200"/>
              <a:gd name="connsiteX2883" fmla="*/ 2424017 w 3505200"/>
              <a:gd name="connsiteY2883" fmla="*/ 1295591 h 3505200"/>
              <a:gd name="connsiteX2884" fmla="*/ 2438591 w 3505200"/>
              <a:gd name="connsiteY2884" fmla="*/ 1310164 h 3505200"/>
              <a:gd name="connsiteX2885" fmla="*/ 2514791 w 3505200"/>
              <a:gd name="connsiteY2885" fmla="*/ 1309116 h 3505200"/>
              <a:gd name="connsiteX2886" fmla="*/ 2528316 w 3505200"/>
              <a:gd name="connsiteY2886" fmla="*/ 1295591 h 3505200"/>
              <a:gd name="connsiteX2887" fmla="*/ 2514791 w 3505200"/>
              <a:gd name="connsiteY2887" fmla="*/ 1282065 h 3505200"/>
              <a:gd name="connsiteX2888" fmla="*/ 2501265 w 3505200"/>
              <a:gd name="connsiteY2888" fmla="*/ 1295591 h 3505200"/>
              <a:gd name="connsiteX2889" fmla="*/ 2514791 w 3505200"/>
              <a:gd name="connsiteY2889" fmla="*/ 1309116 h 3505200"/>
              <a:gd name="connsiteX2890" fmla="*/ 2590991 w 3505200"/>
              <a:gd name="connsiteY2890" fmla="*/ 1308068 h 3505200"/>
              <a:gd name="connsiteX2891" fmla="*/ 2603468 w 3505200"/>
              <a:gd name="connsiteY2891" fmla="*/ 1295591 h 3505200"/>
              <a:gd name="connsiteX2892" fmla="*/ 2590991 w 3505200"/>
              <a:gd name="connsiteY2892" fmla="*/ 1283113 h 3505200"/>
              <a:gd name="connsiteX2893" fmla="*/ 2578513 w 3505200"/>
              <a:gd name="connsiteY2893" fmla="*/ 1295591 h 3505200"/>
              <a:gd name="connsiteX2894" fmla="*/ 2590991 w 3505200"/>
              <a:gd name="connsiteY2894" fmla="*/ 1308068 h 3505200"/>
              <a:gd name="connsiteX2895" fmla="*/ 2667191 w 3505200"/>
              <a:gd name="connsiteY2895" fmla="*/ 1307021 h 3505200"/>
              <a:gd name="connsiteX2896" fmla="*/ 2678621 w 3505200"/>
              <a:gd name="connsiteY2896" fmla="*/ 1295591 h 3505200"/>
              <a:gd name="connsiteX2897" fmla="*/ 2667191 w 3505200"/>
              <a:gd name="connsiteY2897" fmla="*/ 1284161 h 3505200"/>
              <a:gd name="connsiteX2898" fmla="*/ 2655761 w 3505200"/>
              <a:gd name="connsiteY2898" fmla="*/ 1295591 h 3505200"/>
              <a:gd name="connsiteX2899" fmla="*/ 2667191 w 3505200"/>
              <a:gd name="connsiteY2899" fmla="*/ 1307021 h 3505200"/>
              <a:gd name="connsiteX2900" fmla="*/ 2743391 w 3505200"/>
              <a:gd name="connsiteY2900" fmla="*/ 1305973 h 3505200"/>
              <a:gd name="connsiteX2901" fmla="*/ 2753773 w 3505200"/>
              <a:gd name="connsiteY2901" fmla="*/ 1295591 h 3505200"/>
              <a:gd name="connsiteX2902" fmla="*/ 2743391 w 3505200"/>
              <a:gd name="connsiteY2902" fmla="*/ 1285208 h 3505200"/>
              <a:gd name="connsiteX2903" fmla="*/ 2733008 w 3505200"/>
              <a:gd name="connsiteY2903" fmla="*/ 1295591 h 3505200"/>
              <a:gd name="connsiteX2904" fmla="*/ 2743391 w 3505200"/>
              <a:gd name="connsiteY2904" fmla="*/ 1305973 h 3505200"/>
              <a:gd name="connsiteX2905" fmla="*/ 2819591 w 3505200"/>
              <a:gd name="connsiteY2905" fmla="*/ 1304925 h 3505200"/>
              <a:gd name="connsiteX2906" fmla="*/ 2828925 w 3505200"/>
              <a:gd name="connsiteY2906" fmla="*/ 1295591 h 3505200"/>
              <a:gd name="connsiteX2907" fmla="*/ 2819591 w 3505200"/>
              <a:gd name="connsiteY2907" fmla="*/ 1286256 h 3505200"/>
              <a:gd name="connsiteX2908" fmla="*/ 2810256 w 3505200"/>
              <a:gd name="connsiteY2908" fmla="*/ 1295591 h 3505200"/>
              <a:gd name="connsiteX2909" fmla="*/ 2819591 w 3505200"/>
              <a:gd name="connsiteY2909" fmla="*/ 1304925 h 3505200"/>
              <a:gd name="connsiteX2910" fmla="*/ 2895791 w 3505200"/>
              <a:gd name="connsiteY2910" fmla="*/ 1303877 h 3505200"/>
              <a:gd name="connsiteX2911" fmla="*/ 2904078 w 3505200"/>
              <a:gd name="connsiteY2911" fmla="*/ 1295591 h 3505200"/>
              <a:gd name="connsiteX2912" fmla="*/ 2895791 w 3505200"/>
              <a:gd name="connsiteY2912" fmla="*/ 1287304 h 3505200"/>
              <a:gd name="connsiteX2913" fmla="*/ 2887504 w 3505200"/>
              <a:gd name="connsiteY2913" fmla="*/ 1295591 h 3505200"/>
              <a:gd name="connsiteX2914" fmla="*/ 2895791 w 3505200"/>
              <a:gd name="connsiteY2914" fmla="*/ 1303877 h 3505200"/>
              <a:gd name="connsiteX2915" fmla="*/ 2971991 w 3505200"/>
              <a:gd name="connsiteY2915" fmla="*/ 1302830 h 3505200"/>
              <a:gd name="connsiteX2916" fmla="*/ 2979134 w 3505200"/>
              <a:gd name="connsiteY2916" fmla="*/ 1295686 h 3505200"/>
              <a:gd name="connsiteX2917" fmla="*/ 2971991 w 3505200"/>
              <a:gd name="connsiteY2917" fmla="*/ 1288542 h 3505200"/>
              <a:gd name="connsiteX2918" fmla="*/ 2964847 w 3505200"/>
              <a:gd name="connsiteY2918" fmla="*/ 1295686 h 3505200"/>
              <a:gd name="connsiteX2919" fmla="*/ 2971991 w 3505200"/>
              <a:gd name="connsiteY2919" fmla="*/ 1302830 h 3505200"/>
              <a:gd name="connsiteX2920" fmla="*/ 3048191 w 3505200"/>
              <a:gd name="connsiteY2920" fmla="*/ 1301496 h 3505200"/>
              <a:gd name="connsiteX2921" fmla="*/ 3054096 w 3505200"/>
              <a:gd name="connsiteY2921" fmla="*/ 1295591 h 3505200"/>
              <a:gd name="connsiteX2922" fmla="*/ 3048191 w 3505200"/>
              <a:gd name="connsiteY2922" fmla="*/ 1289685 h 3505200"/>
              <a:gd name="connsiteX2923" fmla="*/ 3042285 w 3505200"/>
              <a:gd name="connsiteY2923" fmla="*/ 1295591 h 3505200"/>
              <a:gd name="connsiteX2924" fmla="*/ 3048191 w 3505200"/>
              <a:gd name="connsiteY2924" fmla="*/ 1301496 h 3505200"/>
              <a:gd name="connsiteX2925" fmla="*/ 3124391 w 3505200"/>
              <a:gd name="connsiteY2925" fmla="*/ 1300448 h 3505200"/>
              <a:gd name="connsiteX2926" fmla="*/ 3129248 w 3505200"/>
              <a:gd name="connsiteY2926" fmla="*/ 1295591 h 3505200"/>
              <a:gd name="connsiteX2927" fmla="*/ 3124391 w 3505200"/>
              <a:gd name="connsiteY2927" fmla="*/ 1290733 h 3505200"/>
              <a:gd name="connsiteX2928" fmla="*/ 3119533 w 3505200"/>
              <a:gd name="connsiteY2928" fmla="*/ 1295591 h 3505200"/>
              <a:gd name="connsiteX2929" fmla="*/ 3124391 w 3505200"/>
              <a:gd name="connsiteY2929" fmla="*/ 1300448 h 3505200"/>
              <a:gd name="connsiteX2930" fmla="*/ 3200591 w 3505200"/>
              <a:gd name="connsiteY2930" fmla="*/ 1299401 h 3505200"/>
              <a:gd name="connsiteX2931" fmla="*/ 3204401 w 3505200"/>
              <a:gd name="connsiteY2931" fmla="*/ 1295591 h 3505200"/>
              <a:gd name="connsiteX2932" fmla="*/ 3200591 w 3505200"/>
              <a:gd name="connsiteY2932" fmla="*/ 1291781 h 3505200"/>
              <a:gd name="connsiteX2933" fmla="*/ 3196781 w 3505200"/>
              <a:gd name="connsiteY2933" fmla="*/ 1295591 h 3505200"/>
              <a:gd name="connsiteX2934" fmla="*/ 3200591 w 3505200"/>
              <a:gd name="connsiteY2934" fmla="*/ 1299401 h 3505200"/>
              <a:gd name="connsiteX2935" fmla="*/ 3276791 w 3505200"/>
              <a:gd name="connsiteY2935" fmla="*/ 1298353 h 3505200"/>
              <a:gd name="connsiteX2936" fmla="*/ 3279553 w 3505200"/>
              <a:gd name="connsiteY2936" fmla="*/ 1295591 h 3505200"/>
              <a:gd name="connsiteX2937" fmla="*/ 3276791 w 3505200"/>
              <a:gd name="connsiteY2937" fmla="*/ 1292828 h 3505200"/>
              <a:gd name="connsiteX2938" fmla="*/ 3274028 w 3505200"/>
              <a:gd name="connsiteY2938" fmla="*/ 1295591 h 3505200"/>
              <a:gd name="connsiteX2939" fmla="*/ 3276791 w 3505200"/>
              <a:gd name="connsiteY2939" fmla="*/ 1298353 h 3505200"/>
              <a:gd name="connsiteX2940" fmla="*/ 3352991 w 3505200"/>
              <a:gd name="connsiteY2940" fmla="*/ 1297114 h 3505200"/>
              <a:gd name="connsiteX2941" fmla="*/ 3354515 w 3505200"/>
              <a:gd name="connsiteY2941" fmla="*/ 1295591 h 3505200"/>
              <a:gd name="connsiteX2942" fmla="*/ 3352991 w 3505200"/>
              <a:gd name="connsiteY2942" fmla="*/ 1294067 h 3505200"/>
              <a:gd name="connsiteX2943" fmla="*/ 3351466 w 3505200"/>
              <a:gd name="connsiteY2943" fmla="*/ 1295591 h 3505200"/>
              <a:gd name="connsiteX2944" fmla="*/ 3352991 w 3505200"/>
              <a:gd name="connsiteY2944" fmla="*/ 1297114 h 3505200"/>
              <a:gd name="connsiteX2945" fmla="*/ 3429191 w 3505200"/>
              <a:gd name="connsiteY2945" fmla="*/ 1296067 h 3505200"/>
              <a:gd name="connsiteX2946" fmla="*/ 3429572 w 3505200"/>
              <a:gd name="connsiteY2946" fmla="*/ 1295686 h 3505200"/>
              <a:gd name="connsiteX2947" fmla="*/ 3429191 w 3505200"/>
              <a:gd name="connsiteY2947" fmla="*/ 1295305 h 3505200"/>
              <a:gd name="connsiteX2948" fmla="*/ 3428810 w 3505200"/>
              <a:gd name="connsiteY2948" fmla="*/ 1295686 h 3505200"/>
              <a:gd name="connsiteX2949" fmla="*/ 3429191 w 3505200"/>
              <a:gd name="connsiteY2949" fmla="*/ 1296067 h 3505200"/>
              <a:gd name="connsiteX2950" fmla="*/ 76391 w 3505200"/>
              <a:gd name="connsiteY2950" fmla="*/ 1372457 h 3505200"/>
              <a:gd name="connsiteX2951" fmla="*/ 77057 w 3505200"/>
              <a:gd name="connsiteY2951" fmla="*/ 1371791 h 3505200"/>
              <a:gd name="connsiteX2952" fmla="*/ 76391 w 3505200"/>
              <a:gd name="connsiteY2952" fmla="*/ 1371124 h 3505200"/>
              <a:gd name="connsiteX2953" fmla="*/ 75724 w 3505200"/>
              <a:gd name="connsiteY2953" fmla="*/ 1371791 h 3505200"/>
              <a:gd name="connsiteX2954" fmla="*/ 76391 w 3505200"/>
              <a:gd name="connsiteY2954" fmla="*/ 1372457 h 3505200"/>
              <a:gd name="connsiteX2955" fmla="*/ 152591 w 3505200"/>
              <a:gd name="connsiteY2955" fmla="*/ 1373505 h 3505200"/>
              <a:gd name="connsiteX2956" fmla="*/ 154305 w 3505200"/>
              <a:gd name="connsiteY2956" fmla="*/ 1371791 h 3505200"/>
              <a:gd name="connsiteX2957" fmla="*/ 152591 w 3505200"/>
              <a:gd name="connsiteY2957" fmla="*/ 1370076 h 3505200"/>
              <a:gd name="connsiteX2958" fmla="*/ 150876 w 3505200"/>
              <a:gd name="connsiteY2958" fmla="*/ 1371791 h 3505200"/>
              <a:gd name="connsiteX2959" fmla="*/ 152591 w 3505200"/>
              <a:gd name="connsiteY2959" fmla="*/ 1373505 h 3505200"/>
              <a:gd name="connsiteX2960" fmla="*/ 228791 w 3505200"/>
              <a:gd name="connsiteY2960" fmla="*/ 1374743 h 3505200"/>
              <a:gd name="connsiteX2961" fmla="*/ 231743 w 3505200"/>
              <a:gd name="connsiteY2961" fmla="*/ 1371791 h 3505200"/>
              <a:gd name="connsiteX2962" fmla="*/ 228791 w 3505200"/>
              <a:gd name="connsiteY2962" fmla="*/ 1368838 h 3505200"/>
              <a:gd name="connsiteX2963" fmla="*/ 225838 w 3505200"/>
              <a:gd name="connsiteY2963" fmla="*/ 1371791 h 3505200"/>
              <a:gd name="connsiteX2964" fmla="*/ 228791 w 3505200"/>
              <a:gd name="connsiteY2964" fmla="*/ 1374743 h 3505200"/>
              <a:gd name="connsiteX2965" fmla="*/ 304991 w 3505200"/>
              <a:gd name="connsiteY2965" fmla="*/ 1375791 h 3505200"/>
              <a:gd name="connsiteX2966" fmla="*/ 308991 w 3505200"/>
              <a:gd name="connsiteY2966" fmla="*/ 1371791 h 3505200"/>
              <a:gd name="connsiteX2967" fmla="*/ 304991 w 3505200"/>
              <a:gd name="connsiteY2967" fmla="*/ 1367790 h 3505200"/>
              <a:gd name="connsiteX2968" fmla="*/ 300990 w 3505200"/>
              <a:gd name="connsiteY2968" fmla="*/ 1371791 h 3505200"/>
              <a:gd name="connsiteX2969" fmla="*/ 304991 w 3505200"/>
              <a:gd name="connsiteY2969" fmla="*/ 1375791 h 3505200"/>
              <a:gd name="connsiteX2970" fmla="*/ 381191 w 3505200"/>
              <a:gd name="connsiteY2970" fmla="*/ 1376839 h 3505200"/>
              <a:gd name="connsiteX2971" fmla="*/ 386239 w 3505200"/>
              <a:gd name="connsiteY2971" fmla="*/ 1371791 h 3505200"/>
              <a:gd name="connsiteX2972" fmla="*/ 381191 w 3505200"/>
              <a:gd name="connsiteY2972" fmla="*/ 1366742 h 3505200"/>
              <a:gd name="connsiteX2973" fmla="*/ 376142 w 3505200"/>
              <a:gd name="connsiteY2973" fmla="*/ 1371791 h 3505200"/>
              <a:gd name="connsiteX2974" fmla="*/ 381191 w 3505200"/>
              <a:gd name="connsiteY2974" fmla="*/ 1376839 h 3505200"/>
              <a:gd name="connsiteX2975" fmla="*/ 457391 w 3505200"/>
              <a:gd name="connsiteY2975" fmla="*/ 1378172 h 3505200"/>
              <a:gd name="connsiteX2976" fmla="*/ 463772 w 3505200"/>
              <a:gd name="connsiteY2976" fmla="*/ 1371791 h 3505200"/>
              <a:gd name="connsiteX2977" fmla="*/ 457391 w 3505200"/>
              <a:gd name="connsiteY2977" fmla="*/ 1365409 h 3505200"/>
              <a:gd name="connsiteX2978" fmla="*/ 451009 w 3505200"/>
              <a:gd name="connsiteY2978" fmla="*/ 1371791 h 3505200"/>
              <a:gd name="connsiteX2979" fmla="*/ 457391 w 3505200"/>
              <a:gd name="connsiteY2979" fmla="*/ 1378172 h 3505200"/>
              <a:gd name="connsiteX2980" fmla="*/ 533591 w 3505200"/>
              <a:gd name="connsiteY2980" fmla="*/ 1379220 h 3505200"/>
              <a:gd name="connsiteX2981" fmla="*/ 541020 w 3505200"/>
              <a:gd name="connsiteY2981" fmla="*/ 1371791 h 3505200"/>
              <a:gd name="connsiteX2982" fmla="*/ 533591 w 3505200"/>
              <a:gd name="connsiteY2982" fmla="*/ 1364361 h 3505200"/>
              <a:gd name="connsiteX2983" fmla="*/ 526161 w 3505200"/>
              <a:gd name="connsiteY2983" fmla="*/ 1371791 h 3505200"/>
              <a:gd name="connsiteX2984" fmla="*/ 533591 w 3505200"/>
              <a:gd name="connsiteY2984" fmla="*/ 1379220 h 3505200"/>
              <a:gd name="connsiteX2985" fmla="*/ 609790 w 3505200"/>
              <a:gd name="connsiteY2985" fmla="*/ 1380268 h 3505200"/>
              <a:gd name="connsiteX2986" fmla="*/ 618268 w 3505200"/>
              <a:gd name="connsiteY2986" fmla="*/ 1371791 h 3505200"/>
              <a:gd name="connsiteX2987" fmla="*/ 609790 w 3505200"/>
              <a:gd name="connsiteY2987" fmla="*/ 1363313 h 3505200"/>
              <a:gd name="connsiteX2988" fmla="*/ 601313 w 3505200"/>
              <a:gd name="connsiteY2988" fmla="*/ 1371791 h 3505200"/>
              <a:gd name="connsiteX2989" fmla="*/ 609790 w 3505200"/>
              <a:gd name="connsiteY2989" fmla="*/ 1380268 h 3505200"/>
              <a:gd name="connsiteX2990" fmla="*/ 685990 w 3505200"/>
              <a:gd name="connsiteY2990" fmla="*/ 1381506 h 3505200"/>
              <a:gd name="connsiteX2991" fmla="*/ 695706 w 3505200"/>
              <a:gd name="connsiteY2991" fmla="*/ 1371791 h 3505200"/>
              <a:gd name="connsiteX2992" fmla="*/ 685990 w 3505200"/>
              <a:gd name="connsiteY2992" fmla="*/ 1362075 h 3505200"/>
              <a:gd name="connsiteX2993" fmla="*/ 676275 w 3505200"/>
              <a:gd name="connsiteY2993" fmla="*/ 1371791 h 3505200"/>
              <a:gd name="connsiteX2994" fmla="*/ 685990 w 3505200"/>
              <a:gd name="connsiteY2994" fmla="*/ 1381506 h 3505200"/>
              <a:gd name="connsiteX2995" fmla="*/ 762190 w 3505200"/>
              <a:gd name="connsiteY2995" fmla="*/ 1382554 h 3505200"/>
              <a:gd name="connsiteX2996" fmla="*/ 772954 w 3505200"/>
              <a:gd name="connsiteY2996" fmla="*/ 1371791 h 3505200"/>
              <a:gd name="connsiteX2997" fmla="*/ 762190 w 3505200"/>
              <a:gd name="connsiteY2997" fmla="*/ 1361027 h 3505200"/>
              <a:gd name="connsiteX2998" fmla="*/ 751427 w 3505200"/>
              <a:gd name="connsiteY2998" fmla="*/ 1371791 h 3505200"/>
              <a:gd name="connsiteX2999" fmla="*/ 762190 w 3505200"/>
              <a:gd name="connsiteY2999" fmla="*/ 1382554 h 3505200"/>
              <a:gd name="connsiteX3000" fmla="*/ 838390 w 3505200"/>
              <a:gd name="connsiteY3000" fmla="*/ 1383602 h 3505200"/>
              <a:gd name="connsiteX3001" fmla="*/ 850202 w 3505200"/>
              <a:gd name="connsiteY3001" fmla="*/ 1371791 h 3505200"/>
              <a:gd name="connsiteX3002" fmla="*/ 838390 w 3505200"/>
              <a:gd name="connsiteY3002" fmla="*/ 1359980 h 3505200"/>
              <a:gd name="connsiteX3003" fmla="*/ 826580 w 3505200"/>
              <a:gd name="connsiteY3003" fmla="*/ 1371791 h 3505200"/>
              <a:gd name="connsiteX3004" fmla="*/ 838390 w 3505200"/>
              <a:gd name="connsiteY3004" fmla="*/ 1383602 h 3505200"/>
              <a:gd name="connsiteX3005" fmla="*/ 914590 w 3505200"/>
              <a:gd name="connsiteY3005" fmla="*/ 1384745 h 3505200"/>
              <a:gd name="connsiteX3006" fmla="*/ 927449 w 3505200"/>
              <a:gd name="connsiteY3006" fmla="*/ 1371886 h 3505200"/>
              <a:gd name="connsiteX3007" fmla="*/ 914590 w 3505200"/>
              <a:gd name="connsiteY3007" fmla="*/ 1359027 h 3505200"/>
              <a:gd name="connsiteX3008" fmla="*/ 901732 w 3505200"/>
              <a:gd name="connsiteY3008" fmla="*/ 1371886 h 3505200"/>
              <a:gd name="connsiteX3009" fmla="*/ 914590 w 3505200"/>
              <a:gd name="connsiteY3009" fmla="*/ 1384745 h 3505200"/>
              <a:gd name="connsiteX3010" fmla="*/ 990790 w 3505200"/>
              <a:gd name="connsiteY3010" fmla="*/ 1385792 h 3505200"/>
              <a:gd name="connsiteX3011" fmla="*/ 1004697 w 3505200"/>
              <a:gd name="connsiteY3011" fmla="*/ 1371886 h 3505200"/>
              <a:gd name="connsiteX3012" fmla="*/ 990790 w 3505200"/>
              <a:gd name="connsiteY3012" fmla="*/ 1357979 h 3505200"/>
              <a:gd name="connsiteX3013" fmla="*/ 976884 w 3505200"/>
              <a:gd name="connsiteY3013" fmla="*/ 1371886 h 3505200"/>
              <a:gd name="connsiteX3014" fmla="*/ 990790 w 3505200"/>
              <a:gd name="connsiteY3014" fmla="*/ 1385792 h 3505200"/>
              <a:gd name="connsiteX3015" fmla="*/ 1066991 w 3505200"/>
              <a:gd name="connsiteY3015" fmla="*/ 1386840 h 3505200"/>
              <a:gd name="connsiteX3016" fmla="*/ 1081945 w 3505200"/>
              <a:gd name="connsiteY3016" fmla="*/ 1371886 h 3505200"/>
              <a:gd name="connsiteX3017" fmla="*/ 1066991 w 3505200"/>
              <a:gd name="connsiteY3017" fmla="*/ 1356836 h 3505200"/>
              <a:gd name="connsiteX3018" fmla="*/ 1051941 w 3505200"/>
              <a:gd name="connsiteY3018" fmla="*/ 1371886 h 3505200"/>
              <a:gd name="connsiteX3019" fmla="*/ 1066991 w 3505200"/>
              <a:gd name="connsiteY3019" fmla="*/ 1386840 h 3505200"/>
              <a:gd name="connsiteX3020" fmla="*/ 1143191 w 3505200"/>
              <a:gd name="connsiteY3020" fmla="*/ 1387888 h 3505200"/>
              <a:gd name="connsiteX3021" fmla="*/ 1159288 w 3505200"/>
              <a:gd name="connsiteY3021" fmla="*/ 1371791 h 3505200"/>
              <a:gd name="connsiteX3022" fmla="*/ 1143191 w 3505200"/>
              <a:gd name="connsiteY3022" fmla="*/ 1355693 h 3505200"/>
              <a:gd name="connsiteX3023" fmla="*/ 1127093 w 3505200"/>
              <a:gd name="connsiteY3023" fmla="*/ 1371791 h 3505200"/>
              <a:gd name="connsiteX3024" fmla="*/ 1143191 w 3505200"/>
              <a:gd name="connsiteY3024" fmla="*/ 1387888 h 3505200"/>
              <a:gd name="connsiteX3025" fmla="*/ 1219391 w 3505200"/>
              <a:gd name="connsiteY3025" fmla="*/ 1388745 h 3505200"/>
              <a:gd name="connsiteX3026" fmla="*/ 1236250 w 3505200"/>
              <a:gd name="connsiteY3026" fmla="*/ 1371886 h 3505200"/>
              <a:gd name="connsiteX3027" fmla="*/ 1219391 w 3505200"/>
              <a:gd name="connsiteY3027" fmla="*/ 1355027 h 3505200"/>
              <a:gd name="connsiteX3028" fmla="*/ 1202531 w 3505200"/>
              <a:gd name="connsiteY3028" fmla="*/ 1371886 h 3505200"/>
              <a:gd name="connsiteX3029" fmla="*/ 1219391 w 3505200"/>
              <a:gd name="connsiteY3029" fmla="*/ 1388745 h 3505200"/>
              <a:gd name="connsiteX3030" fmla="*/ 1295591 w 3505200"/>
              <a:gd name="connsiteY3030" fmla="*/ 1389793 h 3505200"/>
              <a:gd name="connsiteX3031" fmla="*/ 1313593 w 3505200"/>
              <a:gd name="connsiteY3031" fmla="*/ 1371791 h 3505200"/>
              <a:gd name="connsiteX3032" fmla="*/ 1295591 w 3505200"/>
              <a:gd name="connsiteY3032" fmla="*/ 1353788 h 3505200"/>
              <a:gd name="connsiteX3033" fmla="*/ 1277588 w 3505200"/>
              <a:gd name="connsiteY3033" fmla="*/ 1371791 h 3505200"/>
              <a:gd name="connsiteX3034" fmla="*/ 1295591 w 3505200"/>
              <a:gd name="connsiteY3034" fmla="*/ 1389793 h 3505200"/>
              <a:gd name="connsiteX3035" fmla="*/ 1371791 w 3505200"/>
              <a:gd name="connsiteY3035" fmla="*/ 1390650 h 3505200"/>
              <a:gd name="connsiteX3036" fmla="*/ 1390555 w 3505200"/>
              <a:gd name="connsiteY3036" fmla="*/ 1371886 h 3505200"/>
              <a:gd name="connsiteX3037" fmla="*/ 1371791 w 3505200"/>
              <a:gd name="connsiteY3037" fmla="*/ 1353122 h 3505200"/>
              <a:gd name="connsiteX3038" fmla="*/ 1353026 w 3505200"/>
              <a:gd name="connsiteY3038" fmla="*/ 1371886 h 3505200"/>
              <a:gd name="connsiteX3039" fmla="*/ 1371791 w 3505200"/>
              <a:gd name="connsiteY3039" fmla="*/ 1390650 h 3505200"/>
              <a:gd name="connsiteX3040" fmla="*/ 1447991 w 3505200"/>
              <a:gd name="connsiteY3040" fmla="*/ 1391507 h 3505200"/>
              <a:gd name="connsiteX3041" fmla="*/ 1467612 w 3505200"/>
              <a:gd name="connsiteY3041" fmla="*/ 1371886 h 3505200"/>
              <a:gd name="connsiteX3042" fmla="*/ 1447991 w 3505200"/>
              <a:gd name="connsiteY3042" fmla="*/ 1352264 h 3505200"/>
              <a:gd name="connsiteX3043" fmla="*/ 1428369 w 3505200"/>
              <a:gd name="connsiteY3043" fmla="*/ 1371886 h 3505200"/>
              <a:gd name="connsiteX3044" fmla="*/ 1447991 w 3505200"/>
              <a:gd name="connsiteY3044" fmla="*/ 1391507 h 3505200"/>
              <a:gd name="connsiteX3045" fmla="*/ 1524191 w 3505200"/>
              <a:gd name="connsiteY3045" fmla="*/ 1392079 h 3505200"/>
              <a:gd name="connsiteX3046" fmla="*/ 1544479 w 3505200"/>
              <a:gd name="connsiteY3046" fmla="*/ 1371791 h 3505200"/>
              <a:gd name="connsiteX3047" fmla="*/ 1524191 w 3505200"/>
              <a:gd name="connsiteY3047" fmla="*/ 1351502 h 3505200"/>
              <a:gd name="connsiteX3048" fmla="*/ 1503902 w 3505200"/>
              <a:gd name="connsiteY3048" fmla="*/ 1371791 h 3505200"/>
              <a:gd name="connsiteX3049" fmla="*/ 1524191 w 3505200"/>
              <a:gd name="connsiteY3049" fmla="*/ 1392079 h 3505200"/>
              <a:gd name="connsiteX3050" fmla="*/ 1600391 w 3505200"/>
              <a:gd name="connsiteY3050" fmla="*/ 1392746 h 3505200"/>
              <a:gd name="connsiteX3051" fmla="*/ 1621346 w 3505200"/>
              <a:gd name="connsiteY3051" fmla="*/ 1371791 h 3505200"/>
              <a:gd name="connsiteX3052" fmla="*/ 1600391 w 3505200"/>
              <a:gd name="connsiteY3052" fmla="*/ 1350836 h 3505200"/>
              <a:gd name="connsiteX3053" fmla="*/ 1579436 w 3505200"/>
              <a:gd name="connsiteY3053" fmla="*/ 1371791 h 3505200"/>
              <a:gd name="connsiteX3054" fmla="*/ 1600391 w 3505200"/>
              <a:gd name="connsiteY3054" fmla="*/ 1392746 h 3505200"/>
              <a:gd name="connsiteX3055" fmla="*/ 1676591 w 3505200"/>
              <a:gd name="connsiteY3055" fmla="*/ 1392936 h 3505200"/>
              <a:gd name="connsiteX3056" fmla="*/ 1697736 w 3505200"/>
              <a:gd name="connsiteY3056" fmla="*/ 1371791 h 3505200"/>
              <a:gd name="connsiteX3057" fmla="*/ 1676591 w 3505200"/>
              <a:gd name="connsiteY3057" fmla="*/ 1350645 h 3505200"/>
              <a:gd name="connsiteX3058" fmla="*/ 1655445 w 3505200"/>
              <a:gd name="connsiteY3058" fmla="*/ 1371791 h 3505200"/>
              <a:gd name="connsiteX3059" fmla="*/ 1676591 w 3505200"/>
              <a:gd name="connsiteY3059" fmla="*/ 1392936 h 3505200"/>
              <a:gd name="connsiteX3060" fmla="*/ 1752791 w 3505200"/>
              <a:gd name="connsiteY3060" fmla="*/ 1393127 h 3505200"/>
              <a:gd name="connsiteX3061" fmla="*/ 1774127 w 3505200"/>
              <a:gd name="connsiteY3061" fmla="*/ 1371791 h 3505200"/>
              <a:gd name="connsiteX3062" fmla="*/ 1752791 w 3505200"/>
              <a:gd name="connsiteY3062" fmla="*/ 1350455 h 3505200"/>
              <a:gd name="connsiteX3063" fmla="*/ 1731455 w 3505200"/>
              <a:gd name="connsiteY3063" fmla="*/ 1371791 h 3505200"/>
              <a:gd name="connsiteX3064" fmla="*/ 1752791 w 3505200"/>
              <a:gd name="connsiteY3064" fmla="*/ 1393127 h 3505200"/>
              <a:gd name="connsiteX3065" fmla="*/ 1828991 w 3505200"/>
              <a:gd name="connsiteY3065" fmla="*/ 1392936 h 3505200"/>
              <a:gd name="connsiteX3066" fmla="*/ 1850136 w 3505200"/>
              <a:gd name="connsiteY3066" fmla="*/ 1371791 h 3505200"/>
              <a:gd name="connsiteX3067" fmla="*/ 1828991 w 3505200"/>
              <a:gd name="connsiteY3067" fmla="*/ 1350645 h 3505200"/>
              <a:gd name="connsiteX3068" fmla="*/ 1807845 w 3505200"/>
              <a:gd name="connsiteY3068" fmla="*/ 1371791 h 3505200"/>
              <a:gd name="connsiteX3069" fmla="*/ 1828991 w 3505200"/>
              <a:gd name="connsiteY3069" fmla="*/ 1392936 h 3505200"/>
              <a:gd name="connsiteX3070" fmla="*/ 1905191 w 3505200"/>
              <a:gd name="connsiteY3070" fmla="*/ 1392746 h 3505200"/>
              <a:gd name="connsiteX3071" fmla="*/ 1926146 w 3505200"/>
              <a:gd name="connsiteY3071" fmla="*/ 1371791 h 3505200"/>
              <a:gd name="connsiteX3072" fmla="*/ 1905191 w 3505200"/>
              <a:gd name="connsiteY3072" fmla="*/ 1350836 h 3505200"/>
              <a:gd name="connsiteX3073" fmla="*/ 1884236 w 3505200"/>
              <a:gd name="connsiteY3073" fmla="*/ 1371791 h 3505200"/>
              <a:gd name="connsiteX3074" fmla="*/ 1905191 w 3505200"/>
              <a:gd name="connsiteY3074" fmla="*/ 1392746 h 3505200"/>
              <a:gd name="connsiteX3075" fmla="*/ 1981391 w 3505200"/>
              <a:gd name="connsiteY3075" fmla="*/ 1392079 h 3505200"/>
              <a:gd name="connsiteX3076" fmla="*/ 2001679 w 3505200"/>
              <a:gd name="connsiteY3076" fmla="*/ 1371791 h 3505200"/>
              <a:gd name="connsiteX3077" fmla="*/ 1981391 w 3505200"/>
              <a:gd name="connsiteY3077" fmla="*/ 1351502 h 3505200"/>
              <a:gd name="connsiteX3078" fmla="*/ 1961102 w 3505200"/>
              <a:gd name="connsiteY3078" fmla="*/ 1371791 h 3505200"/>
              <a:gd name="connsiteX3079" fmla="*/ 1981391 w 3505200"/>
              <a:gd name="connsiteY3079" fmla="*/ 1392079 h 3505200"/>
              <a:gd name="connsiteX3080" fmla="*/ 2057591 w 3505200"/>
              <a:gd name="connsiteY3080" fmla="*/ 1391507 h 3505200"/>
              <a:gd name="connsiteX3081" fmla="*/ 2077212 w 3505200"/>
              <a:gd name="connsiteY3081" fmla="*/ 1371886 h 3505200"/>
              <a:gd name="connsiteX3082" fmla="*/ 2057591 w 3505200"/>
              <a:gd name="connsiteY3082" fmla="*/ 1352264 h 3505200"/>
              <a:gd name="connsiteX3083" fmla="*/ 2037969 w 3505200"/>
              <a:gd name="connsiteY3083" fmla="*/ 1371886 h 3505200"/>
              <a:gd name="connsiteX3084" fmla="*/ 2057591 w 3505200"/>
              <a:gd name="connsiteY3084" fmla="*/ 1391507 h 3505200"/>
              <a:gd name="connsiteX3085" fmla="*/ 2133791 w 3505200"/>
              <a:gd name="connsiteY3085" fmla="*/ 1390841 h 3505200"/>
              <a:gd name="connsiteX3086" fmla="*/ 2152841 w 3505200"/>
              <a:gd name="connsiteY3086" fmla="*/ 1371791 h 3505200"/>
              <a:gd name="connsiteX3087" fmla="*/ 2133791 w 3505200"/>
              <a:gd name="connsiteY3087" fmla="*/ 1352741 h 3505200"/>
              <a:gd name="connsiteX3088" fmla="*/ 2114741 w 3505200"/>
              <a:gd name="connsiteY3088" fmla="*/ 1371791 h 3505200"/>
              <a:gd name="connsiteX3089" fmla="*/ 2133791 w 3505200"/>
              <a:gd name="connsiteY3089" fmla="*/ 1390841 h 3505200"/>
              <a:gd name="connsiteX3090" fmla="*/ 2209991 w 3505200"/>
              <a:gd name="connsiteY3090" fmla="*/ 1389793 h 3505200"/>
              <a:gd name="connsiteX3091" fmla="*/ 2227993 w 3505200"/>
              <a:gd name="connsiteY3091" fmla="*/ 1371791 h 3505200"/>
              <a:gd name="connsiteX3092" fmla="*/ 2209991 w 3505200"/>
              <a:gd name="connsiteY3092" fmla="*/ 1353788 h 3505200"/>
              <a:gd name="connsiteX3093" fmla="*/ 2191988 w 3505200"/>
              <a:gd name="connsiteY3093" fmla="*/ 1371791 h 3505200"/>
              <a:gd name="connsiteX3094" fmla="*/ 2209991 w 3505200"/>
              <a:gd name="connsiteY3094" fmla="*/ 1389793 h 3505200"/>
              <a:gd name="connsiteX3095" fmla="*/ 2286191 w 3505200"/>
              <a:gd name="connsiteY3095" fmla="*/ 1388936 h 3505200"/>
              <a:gd name="connsiteX3096" fmla="*/ 2303336 w 3505200"/>
              <a:gd name="connsiteY3096" fmla="*/ 1371791 h 3505200"/>
              <a:gd name="connsiteX3097" fmla="*/ 2286191 w 3505200"/>
              <a:gd name="connsiteY3097" fmla="*/ 1354646 h 3505200"/>
              <a:gd name="connsiteX3098" fmla="*/ 2269046 w 3505200"/>
              <a:gd name="connsiteY3098" fmla="*/ 1371791 h 3505200"/>
              <a:gd name="connsiteX3099" fmla="*/ 2286191 w 3505200"/>
              <a:gd name="connsiteY3099" fmla="*/ 1388936 h 3505200"/>
              <a:gd name="connsiteX3100" fmla="*/ 2362391 w 3505200"/>
              <a:gd name="connsiteY3100" fmla="*/ 1387888 h 3505200"/>
              <a:gd name="connsiteX3101" fmla="*/ 2378488 w 3505200"/>
              <a:gd name="connsiteY3101" fmla="*/ 1371791 h 3505200"/>
              <a:gd name="connsiteX3102" fmla="*/ 2362391 w 3505200"/>
              <a:gd name="connsiteY3102" fmla="*/ 1355693 h 3505200"/>
              <a:gd name="connsiteX3103" fmla="*/ 2346293 w 3505200"/>
              <a:gd name="connsiteY3103" fmla="*/ 1371791 h 3505200"/>
              <a:gd name="connsiteX3104" fmla="*/ 2362391 w 3505200"/>
              <a:gd name="connsiteY3104" fmla="*/ 1387888 h 3505200"/>
              <a:gd name="connsiteX3105" fmla="*/ 2438591 w 3505200"/>
              <a:gd name="connsiteY3105" fmla="*/ 1387031 h 3505200"/>
              <a:gd name="connsiteX3106" fmla="*/ 2453831 w 3505200"/>
              <a:gd name="connsiteY3106" fmla="*/ 1371791 h 3505200"/>
              <a:gd name="connsiteX3107" fmla="*/ 2438591 w 3505200"/>
              <a:gd name="connsiteY3107" fmla="*/ 1356551 h 3505200"/>
              <a:gd name="connsiteX3108" fmla="*/ 2423351 w 3505200"/>
              <a:gd name="connsiteY3108" fmla="*/ 1371791 h 3505200"/>
              <a:gd name="connsiteX3109" fmla="*/ 2438591 w 3505200"/>
              <a:gd name="connsiteY3109" fmla="*/ 1387031 h 3505200"/>
              <a:gd name="connsiteX3110" fmla="*/ 2514791 w 3505200"/>
              <a:gd name="connsiteY3110" fmla="*/ 1385983 h 3505200"/>
              <a:gd name="connsiteX3111" fmla="*/ 2528983 w 3505200"/>
              <a:gd name="connsiteY3111" fmla="*/ 1371791 h 3505200"/>
              <a:gd name="connsiteX3112" fmla="*/ 2514791 w 3505200"/>
              <a:gd name="connsiteY3112" fmla="*/ 1357598 h 3505200"/>
              <a:gd name="connsiteX3113" fmla="*/ 2500598 w 3505200"/>
              <a:gd name="connsiteY3113" fmla="*/ 1371791 h 3505200"/>
              <a:gd name="connsiteX3114" fmla="*/ 2514791 w 3505200"/>
              <a:gd name="connsiteY3114" fmla="*/ 1385983 h 3505200"/>
              <a:gd name="connsiteX3115" fmla="*/ 2590991 w 3505200"/>
              <a:gd name="connsiteY3115" fmla="*/ 1384935 h 3505200"/>
              <a:gd name="connsiteX3116" fmla="*/ 2604135 w 3505200"/>
              <a:gd name="connsiteY3116" fmla="*/ 1371791 h 3505200"/>
              <a:gd name="connsiteX3117" fmla="*/ 2590991 w 3505200"/>
              <a:gd name="connsiteY3117" fmla="*/ 1358646 h 3505200"/>
              <a:gd name="connsiteX3118" fmla="*/ 2577846 w 3505200"/>
              <a:gd name="connsiteY3118" fmla="*/ 1371791 h 3505200"/>
              <a:gd name="connsiteX3119" fmla="*/ 2590991 w 3505200"/>
              <a:gd name="connsiteY3119" fmla="*/ 1384935 h 3505200"/>
              <a:gd name="connsiteX3120" fmla="*/ 2667191 w 3505200"/>
              <a:gd name="connsiteY3120" fmla="*/ 1383887 h 3505200"/>
              <a:gd name="connsiteX3121" fmla="*/ 2679192 w 3505200"/>
              <a:gd name="connsiteY3121" fmla="*/ 1371886 h 3505200"/>
              <a:gd name="connsiteX3122" fmla="*/ 2667191 w 3505200"/>
              <a:gd name="connsiteY3122" fmla="*/ 1359884 h 3505200"/>
              <a:gd name="connsiteX3123" fmla="*/ 2655189 w 3505200"/>
              <a:gd name="connsiteY3123" fmla="*/ 1371886 h 3505200"/>
              <a:gd name="connsiteX3124" fmla="*/ 2667191 w 3505200"/>
              <a:gd name="connsiteY3124" fmla="*/ 1383887 h 3505200"/>
              <a:gd name="connsiteX3125" fmla="*/ 2743391 w 3505200"/>
              <a:gd name="connsiteY3125" fmla="*/ 1382839 h 3505200"/>
              <a:gd name="connsiteX3126" fmla="*/ 2754345 w 3505200"/>
              <a:gd name="connsiteY3126" fmla="*/ 1371886 h 3505200"/>
              <a:gd name="connsiteX3127" fmla="*/ 2743391 w 3505200"/>
              <a:gd name="connsiteY3127" fmla="*/ 1360932 h 3505200"/>
              <a:gd name="connsiteX3128" fmla="*/ 2732437 w 3505200"/>
              <a:gd name="connsiteY3128" fmla="*/ 1371886 h 3505200"/>
              <a:gd name="connsiteX3129" fmla="*/ 2743391 w 3505200"/>
              <a:gd name="connsiteY3129" fmla="*/ 1382839 h 3505200"/>
              <a:gd name="connsiteX3130" fmla="*/ 2819591 w 3505200"/>
              <a:gd name="connsiteY3130" fmla="*/ 1381506 h 3505200"/>
              <a:gd name="connsiteX3131" fmla="*/ 2829306 w 3505200"/>
              <a:gd name="connsiteY3131" fmla="*/ 1371791 h 3505200"/>
              <a:gd name="connsiteX3132" fmla="*/ 2819591 w 3505200"/>
              <a:gd name="connsiteY3132" fmla="*/ 1362075 h 3505200"/>
              <a:gd name="connsiteX3133" fmla="*/ 2809875 w 3505200"/>
              <a:gd name="connsiteY3133" fmla="*/ 1371791 h 3505200"/>
              <a:gd name="connsiteX3134" fmla="*/ 2819591 w 3505200"/>
              <a:gd name="connsiteY3134" fmla="*/ 1381506 h 3505200"/>
              <a:gd name="connsiteX3135" fmla="*/ 2895791 w 3505200"/>
              <a:gd name="connsiteY3135" fmla="*/ 1380458 h 3505200"/>
              <a:gd name="connsiteX3136" fmla="*/ 2904458 w 3505200"/>
              <a:gd name="connsiteY3136" fmla="*/ 1371791 h 3505200"/>
              <a:gd name="connsiteX3137" fmla="*/ 2895791 w 3505200"/>
              <a:gd name="connsiteY3137" fmla="*/ 1363123 h 3505200"/>
              <a:gd name="connsiteX3138" fmla="*/ 2887123 w 3505200"/>
              <a:gd name="connsiteY3138" fmla="*/ 1371791 h 3505200"/>
              <a:gd name="connsiteX3139" fmla="*/ 2895791 w 3505200"/>
              <a:gd name="connsiteY3139" fmla="*/ 1380458 h 3505200"/>
              <a:gd name="connsiteX3140" fmla="*/ 2971991 w 3505200"/>
              <a:gd name="connsiteY3140" fmla="*/ 1379220 h 3505200"/>
              <a:gd name="connsiteX3141" fmla="*/ 2979420 w 3505200"/>
              <a:gd name="connsiteY3141" fmla="*/ 1371791 h 3505200"/>
              <a:gd name="connsiteX3142" fmla="*/ 2971991 w 3505200"/>
              <a:gd name="connsiteY3142" fmla="*/ 1364361 h 3505200"/>
              <a:gd name="connsiteX3143" fmla="*/ 2964561 w 3505200"/>
              <a:gd name="connsiteY3143" fmla="*/ 1371791 h 3505200"/>
              <a:gd name="connsiteX3144" fmla="*/ 2971991 w 3505200"/>
              <a:gd name="connsiteY3144" fmla="*/ 1379220 h 3505200"/>
              <a:gd name="connsiteX3145" fmla="*/ 3048191 w 3505200"/>
              <a:gd name="connsiteY3145" fmla="*/ 1378172 h 3505200"/>
              <a:gd name="connsiteX3146" fmla="*/ 3054572 w 3505200"/>
              <a:gd name="connsiteY3146" fmla="*/ 1371791 h 3505200"/>
              <a:gd name="connsiteX3147" fmla="*/ 3048191 w 3505200"/>
              <a:gd name="connsiteY3147" fmla="*/ 1365409 h 3505200"/>
              <a:gd name="connsiteX3148" fmla="*/ 3041809 w 3505200"/>
              <a:gd name="connsiteY3148" fmla="*/ 1371791 h 3505200"/>
              <a:gd name="connsiteX3149" fmla="*/ 3048191 w 3505200"/>
              <a:gd name="connsiteY3149" fmla="*/ 1378172 h 3505200"/>
              <a:gd name="connsiteX3150" fmla="*/ 3124391 w 3505200"/>
              <a:gd name="connsiteY3150" fmla="*/ 1377125 h 3505200"/>
              <a:gd name="connsiteX3151" fmla="*/ 3129629 w 3505200"/>
              <a:gd name="connsiteY3151" fmla="*/ 1371886 h 3505200"/>
              <a:gd name="connsiteX3152" fmla="*/ 3124391 w 3505200"/>
              <a:gd name="connsiteY3152" fmla="*/ 1366647 h 3505200"/>
              <a:gd name="connsiteX3153" fmla="*/ 3119152 w 3505200"/>
              <a:gd name="connsiteY3153" fmla="*/ 1371886 h 3505200"/>
              <a:gd name="connsiteX3154" fmla="*/ 3124391 w 3505200"/>
              <a:gd name="connsiteY3154" fmla="*/ 1377125 h 3505200"/>
              <a:gd name="connsiteX3155" fmla="*/ 3200591 w 3505200"/>
              <a:gd name="connsiteY3155" fmla="*/ 1375791 h 3505200"/>
              <a:gd name="connsiteX3156" fmla="*/ 3204591 w 3505200"/>
              <a:gd name="connsiteY3156" fmla="*/ 1371791 h 3505200"/>
              <a:gd name="connsiteX3157" fmla="*/ 3200591 w 3505200"/>
              <a:gd name="connsiteY3157" fmla="*/ 1367790 h 3505200"/>
              <a:gd name="connsiteX3158" fmla="*/ 3196590 w 3505200"/>
              <a:gd name="connsiteY3158" fmla="*/ 1371791 h 3505200"/>
              <a:gd name="connsiteX3159" fmla="*/ 3200591 w 3505200"/>
              <a:gd name="connsiteY3159" fmla="*/ 1375791 h 3505200"/>
              <a:gd name="connsiteX3160" fmla="*/ 3276791 w 3505200"/>
              <a:gd name="connsiteY3160" fmla="*/ 1374743 h 3505200"/>
              <a:gd name="connsiteX3161" fmla="*/ 3279743 w 3505200"/>
              <a:gd name="connsiteY3161" fmla="*/ 1371791 h 3505200"/>
              <a:gd name="connsiteX3162" fmla="*/ 3276791 w 3505200"/>
              <a:gd name="connsiteY3162" fmla="*/ 1368838 h 3505200"/>
              <a:gd name="connsiteX3163" fmla="*/ 3273838 w 3505200"/>
              <a:gd name="connsiteY3163" fmla="*/ 1371791 h 3505200"/>
              <a:gd name="connsiteX3164" fmla="*/ 3276791 w 3505200"/>
              <a:gd name="connsiteY3164" fmla="*/ 1374743 h 3505200"/>
              <a:gd name="connsiteX3165" fmla="*/ 3352991 w 3505200"/>
              <a:gd name="connsiteY3165" fmla="*/ 1373696 h 3505200"/>
              <a:gd name="connsiteX3166" fmla="*/ 3354896 w 3505200"/>
              <a:gd name="connsiteY3166" fmla="*/ 1371791 h 3505200"/>
              <a:gd name="connsiteX3167" fmla="*/ 3352991 w 3505200"/>
              <a:gd name="connsiteY3167" fmla="*/ 1369886 h 3505200"/>
              <a:gd name="connsiteX3168" fmla="*/ 3351086 w 3505200"/>
              <a:gd name="connsiteY3168" fmla="*/ 1371791 h 3505200"/>
              <a:gd name="connsiteX3169" fmla="*/ 3352991 w 3505200"/>
              <a:gd name="connsiteY3169" fmla="*/ 1373696 h 3505200"/>
              <a:gd name="connsiteX3170" fmla="*/ 3429191 w 3505200"/>
              <a:gd name="connsiteY3170" fmla="*/ 1372457 h 3505200"/>
              <a:gd name="connsiteX3171" fmla="*/ 3429857 w 3505200"/>
              <a:gd name="connsiteY3171" fmla="*/ 1371791 h 3505200"/>
              <a:gd name="connsiteX3172" fmla="*/ 3429191 w 3505200"/>
              <a:gd name="connsiteY3172" fmla="*/ 1371124 h 3505200"/>
              <a:gd name="connsiteX3173" fmla="*/ 3428524 w 3505200"/>
              <a:gd name="connsiteY3173" fmla="*/ 1371791 h 3505200"/>
              <a:gd name="connsiteX3174" fmla="*/ 3429191 w 3505200"/>
              <a:gd name="connsiteY3174" fmla="*/ 1372457 h 3505200"/>
              <a:gd name="connsiteX3175" fmla="*/ 76391 w 3505200"/>
              <a:gd name="connsiteY3175" fmla="*/ 1448848 h 3505200"/>
              <a:gd name="connsiteX3176" fmla="*/ 77248 w 3505200"/>
              <a:gd name="connsiteY3176" fmla="*/ 1447991 h 3505200"/>
              <a:gd name="connsiteX3177" fmla="*/ 76391 w 3505200"/>
              <a:gd name="connsiteY3177" fmla="*/ 1447133 h 3505200"/>
              <a:gd name="connsiteX3178" fmla="*/ 75533 w 3505200"/>
              <a:gd name="connsiteY3178" fmla="*/ 1447991 h 3505200"/>
              <a:gd name="connsiteX3179" fmla="*/ 76391 w 3505200"/>
              <a:gd name="connsiteY3179" fmla="*/ 1448848 h 3505200"/>
              <a:gd name="connsiteX3180" fmla="*/ 152591 w 3505200"/>
              <a:gd name="connsiteY3180" fmla="*/ 1449896 h 3505200"/>
              <a:gd name="connsiteX3181" fmla="*/ 154496 w 3505200"/>
              <a:gd name="connsiteY3181" fmla="*/ 1447991 h 3505200"/>
              <a:gd name="connsiteX3182" fmla="*/ 152591 w 3505200"/>
              <a:gd name="connsiteY3182" fmla="*/ 1446086 h 3505200"/>
              <a:gd name="connsiteX3183" fmla="*/ 150686 w 3505200"/>
              <a:gd name="connsiteY3183" fmla="*/ 1447991 h 3505200"/>
              <a:gd name="connsiteX3184" fmla="*/ 152591 w 3505200"/>
              <a:gd name="connsiteY3184" fmla="*/ 1449896 h 3505200"/>
              <a:gd name="connsiteX3185" fmla="*/ 228791 w 3505200"/>
              <a:gd name="connsiteY3185" fmla="*/ 1451134 h 3505200"/>
              <a:gd name="connsiteX3186" fmla="*/ 231934 w 3505200"/>
              <a:gd name="connsiteY3186" fmla="*/ 1447991 h 3505200"/>
              <a:gd name="connsiteX3187" fmla="*/ 228791 w 3505200"/>
              <a:gd name="connsiteY3187" fmla="*/ 1444847 h 3505200"/>
              <a:gd name="connsiteX3188" fmla="*/ 225647 w 3505200"/>
              <a:gd name="connsiteY3188" fmla="*/ 1447991 h 3505200"/>
              <a:gd name="connsiteX3189" fmla="*/ 228791 w 3505200"/>
              <a:gd name="connsiteY3189" fmla="*/ 1451134 h 3505200"/>
              <a:gd name="connsiteX3190" fmla="*/ 304991 w 3505200"/>
              <a:gd name="connsiteY3190" fmla="*/ 1452277 h 3505200"/>
              <a:gd name="connsiteX3191" fmla="*/ 309182 w 3505200"/>
              <a:gd name="connsiteY3191" fmla="*/ 1448086 h 3505200"/>
              <a:gd name="connsiteX3192" fmla="*/ 304991 w 3505200"/>
              <a:gd name="connsiteY3192" fmla="*/ 1443895 h 3505200"/>
              <a:gd name="connsiteX3193" fmla="*/ 300800 w 3505200"/>
              <a:gd name="connsiteY3193" fmla="*/ 1448086 h 3505200"/>
              <a:gd name="connsiteX3194" fmla="*/ 304991 w 3505200"/>
              <a:gd name="connsiteY3194" fmla="*/ 1452277 h 3505200"/>
              <a:gd name="connsiteX3195" fmla="*/ 381191 w 3505200"/>
              <a:gd name="connsiteY3195" fmla="*/ 1453515 h 3505200"/>
              <a:gd name="connsiteX3196" fmla="*/ 386715 w 3505200"/>
              <a:gd name="connsiteY3196" fmla="*/ 1447991 h 3505200"/>
              <a:gd name="connsiteX3197" fmla="*/ 381191 w 3505200"/>
              <a:gd name="connsiteY3197" fmla="*/ 1442466 h 3505200"/>
              <a:gd name="connsiteX3198" fmla="*/ 375666 w 3505200"/>
              <a:gd name="connsiteY3198" fmla="*/ 1447991 h 3505200"/>
              <a:gd name="connsiteX3199" fmla="*/ 381191 w 3505200"/>
              <a:gd name="connsiteY3199" fmla="*/ 1453515 h 3505200"/>
              <a:gd name="connsiteX3200" fmla="*/ 457391 w 3505200"/>
              <a:gd name="connsiteY3200" fmla="*/ 1454563 h 3505200"/>
              <a:gd name="connsiteX3201" fmla="*/ 463963 w 3505200"/>
              <a:gd name="connsiteY3201" fmla="*/ 1447991 h 3505200"/>
              <a:gd name="connsiteX3202" fmla="*/ 457391 w 3505200"/>
              <a:gd name="connsiteY3202" fmla="*/ 1441418 h 3505200"/>
              <a:gd name="connsiteX3203" fmla="*/ 450818 w 3505200"/>
              <a:gd name="connsiteY3203" fmla="*/ 1447991 h 3505200"/>
              <a:gd name="connsiteX3204" fmla="*/ 457391 w 3505200"/>
              <a:gd name="connsiteY3204" fmla="*/ 1454563 h 3505200"/>
              <a:gd name="connsiteX3205" fmla="*/ 533591 w 3505200"/>
              <a:gd name="connsiteY3205" fmla="*/ 1455801 h 3505200"/>
              <a:gd name="connsiteX3206" fmla="*/ 541401 w 3505200"/>
              <a:gd name="connsiteY3206" fmla="*/ 1447991 h 3505200"/>
              <a:gd name="connsiteX3207" fmla="*/ 533591 w 3505200"/>
              <a:gd name="connsiteY3207" fmla="*/ 1440180 h 3505200"/>
              <a:gd name="connsiteX3208" fmla="*/ 525780 w 3505200"/>
              <a:gd name="connsiteY3208" fmla="*/ 1447991 h 3505200"/>
              <a:gd name="connsiteX3209" fmla="*/ 533591 w 3505200"/>
              <a:gd name="connsiteY3209" fmla="*/ 1455801 h 3505200"/>
              <a:gd name="connsiteX3210" fmla="*/ 609790 w 3505200"/>
              <a:gd name="connsiteY3210" fmla="*/ 1456849 h 3505200"/>
              <a:gd name="connsiteX3211" fmla="*/ 618649 w 3505200"/>
              <a:gd name="connsiteY3211" fmla="*/ 1447991 h 3505200"/>
              <a:gd name="connsiteX3212" fmla="*/ 609790 w 3505200"/>
              <a:gd name="connsiteY3212" fmla="*/ 1439132 h 3505200"/>
              <a:gd name="connsiteX3213" fmla="*/ 600932 w 3505200"/>
              <a:gd name="connsiteY3213" fmla="*/ 1447991 h 3505200"/>
              <a:gd name="connsiteX3214" fmla="*/ 609790 w 3505200"/>
              <a:gd name="connsiteY3214" fmla="*/ 1456849 h 3505200"/>
              <a:gd name="connsiteX3215" fmla="*/ 685990 w 3505200"/>
              <a:gd name="connsiteY3215" fmla="*/ 1458182 h 3505200"/>
              <a:gd name="connsiteX3216" fmla="*/ 696087 w 3505200"/>
              <a:gd name="connsiteY3216" fmla="*/ 1448086 h 3505200"/>
              <a:gd name="connsiteX3217" fmla="*/ 685990 w 3505200"/>
              <a:gd name="connsiteY3217" fmla="*/ 1437989 h 3505200"/>
              <a:gd name="connsiteX3218" fmla="*/ 675894 w 3505200"/>
              <a:gd name="connsiteY3218" fmla="*/ 1448086 h 3505200"/>
              <a:gd name="connsiteX3219" fmla="*/ 685990 w 3505200"/>
              <a:gd name="connsiteY3219" fmla="*/ 1458182 h 3505200"/>
              <a:gd name="connsiteX3220" fmla="*/ 762190 w 3505200"/>
              <a:gd name="connsiteY3220" fmla="*/ 1459230 h 3505200"/>
              <a:gd name="connsiteX3221" fmla="*/ 773430 w 3505200"/>
              <a:gd name="connsiteY3221" fmla="*/ 1447991 h 3505200"/>
              <a:gd name="connsiteX3222" fmla="*/ 762190 w 3505200"/>
              <a:gd name="connsiteY3222" fmla="*/ 1436751 h 3505200"/>
              <a:gd name="connsiteX3223" fmla="*/ 750951 w 3505200"/>
              <a:gd name="connsiteY3223" fmla="*/ 1447991 h 3505200"/>
              <a:gd name="connsiteX3224" fmla="*/ 762190 w 3505200"/>
              <a:gd name="connsiteY3224" fmla="*/ 1459230 h 3505200"/>
              <a:gd name="connsiteX3225" fmla="*/ 838390 w 3505200"/>
              <a:gd name="connsiteY3225" fmla="*/ 1460278 h 3505200"/>
              <a:gd name="connsiteX3226" fmla="*/ 850678 w 3505200"/>
              <a:gd name="connsiteY3226" fmla="*/ 1447991 h 3505200"/>
              <a:gd name="connsiteX3227" fmla="*/ 838390 w 3505200"/>
              <a:gd name="connsiteY3227" fmla="*/ 1435703 h 3505200"/>
              <a:gd name="connsiteX3228" fmla="*/ 826103 w 3505200"/>
              <a:gd name="connsiteY3228" fmla="*/ 1447991 h 3505200"/>
              <a:gd name="connsiteX3229" fmla="*/ 838390 w 3505200"/>
              <a:gd name="connsiteY3229" fmla="*/ 1460278 h 3505200"/>
              <a:gd name="connsiteX3230" fmla="*/ 914590 w 3505200"/>
              <a:gd name="connsiteY3230" fmla="*/ 1461326 h 3505200"/>
              <a:gd name="connsiteX3231" fmla="*/ 927926 w 3505200"/>
              <a:gd name="connsiteY3231" fmla="*/ 1447991 h 3505200"/>
              <a:gd name="connsiteX3232" fmla="*/ 914590 w 3505200"/>
              <a:gd name="connsiteY3232" fmla="*/ 1434656 h 3505200"/>
              <a:gd name="connsiteX3233" fmla="*/ 901256 w 3505200"/>
              <a:gd name="connsiteY3233" fmla="*/ 1447991 h 3505200"/>
              <a:gd name="connsiteX3234" fmla="*/ 914590 w 3505200"/>
              <a:gd name="connsiteY3234" fmla="*/ 1461326 h 3505200"/>
              <a:gd name="connsiteX3235" fmla="*/ 990790 w 3505200"/>
              <a:gd name="connsiteY3235" fmla="*/ 1462373 h 3505200"/>
              <a:gd name="connsiteX3236" fmla="*/ 1005173 w 3505200"/>
              <a:gd name="connsiteY3236" fmla="*/ 1447991 h 3505200"/>
              <a:gd name="connsiteX3237" fmla="*/ 990790 w 3505200"/>
              <a:gd name="connsiteY3237" fmla="*/ 1433608 h 3505200"/>
              <a:gd name="connsiteX3238" fmla="*/ 976408 w 3505200"/>
              <a:gd name="connsiteY3238" fmla="*/ 1447991 h 3505200"/>
              <a:gd name="connsiteX3239" fmla="*/ 990790 w 3505200"/>
              <a:gd name="connsiteY3239" fmla="*/ 1462373 h 3505200"/>
              <a:gd name="connsiteX3240" fmla="*/ 1066991 w 3505200"/>
              <a:gd name="connsiteY3240" fmla="*/ 1463612 h 3505200"/>
              <a:gd name="connsiteX3241" fmla="*/ 1082612 w 3505200"/>
              <a:gd name="connsiteY3241" fmla="*/ 1447991 h 3505200"/>
              <a:gd name="connsiteX3242" fmla="*/ 1066991 w 3505200"/>
              <a:gd name="connsiteY3242" fmla="*/ 1432370 h 3505200"/>
              <a:gd name="connsiteX3243" fmla="*/ 1051370 w 3505200"/>
              <a:gd name="connsiteY3243" fmla="*/ 1447991 h 3505200"/>
              <a:gd name="connsiteX3244" fmla="*/ 1066991 w 3505200"/>
              <a:gd name="connsiteY3244" fmla="*/ 1463612 h 3505200"/>
              <a:gd name="connsiteX3245" fmla="*/ 1143191 w 3505200"/>
              <a:gd name="connsiteY3245" fmla="*/ 1464469 h 3505200"/>
              <a:gd name="connsiteX3246" fmla="*/ 1159669 w 3505200"/>
              <a:gd name="connsiteY3246" fmla="*/ 1447991 h 3505200"/>
              <a:gd name="connsiteX3247" fmla="*/ 1143191 w 3505200"/>
              <a:gd name="connsiteY3247" fmla="*/ 1431512 h 3505200"/>
              <a:gd name="connsiteX3248" fmla="*/ 1126712 w 3505200"/>
              <a:gd name="connsiteY3248" fmla="*/ 1447991 h 3505200"/>
              <a:gd name="connsiteX3249" fmla="*/ 1143191 w 3505200"/>
              <a:gd name="connsiteY3249" fmla="*/ 1464469 h 3505200"/>
              <a:gd name="connsiteX3250" fmla="*/ 1219391 w 3505200"/>
              <a:gd name="connsiteY3250" fmla="*/ 1465517 h 3505200"/>
              <a:gd name="connsiteX3251" fmla="*/ 1236917 w 3505200"/>
              <a:gd name="connsiteY3251" fmla="*/ 1447991 h 3505200"/>
              <a:gd name="connsiteX3252" fmla="*/ 1219391 w 3505200"/>
              <a:gd name="connsiteY3252" fmla="*/ 1430464 h 3505200"/>
              <a:gd name="connsiteX3253" fmla="*/ 1201865 w 3505200"/>
              <a:gd name="connsiteY3253" fmla="*/ 1447991 h 3505200"/>
              <a:gd name="connsiteX3254" fmla="*/ 1219391 w 3505200"/>
              <a:gd name="connsiteY3254" fmla="*/ 1465517 h 3505200"/>
              <a:gd name="connsiteX3255" fmla="*/ 1295591 w 3505200"/>
              <a:gd name="connsiteY3255" fmla="*/ 1466850 h 3505200"/>
              <a:gd name="connsiteX3256" fmla="*/ 1314355 w 3505200"/>
              <a:gd name="connsiteY3256" fmla="*/ 1448086 h 3505200"/>
              <a:gd name="connsiteX3257" fmla="*/ 1295591 w 3505200"/>
              <a:gd name="connsiteY3257" fmla="*/ 1429322 h 3505200"/>
              <a:gd name="connsiteX3258" fmla="*/ 1276826 w 3505200"/>
              <a:gd name="connsiteY3258" fmla="*/ 1448086 h 3505200"/>
              <a:gd name="connsiteX3259" fmla="*/ 1295591 w 3505200"/>
              <a:gd name="connsiteY3259" fmla="*/ 1466850 h 3505200"/>
              <a:gd name="connsiteX3260" fmla="*/ 1371791 w 3505200"/>
              <a:gd name="connsiteY3260" fmla="*/ 1467707 h 3505200"/>
              <a:gd name="connsiteX3261" fmla="*/ 1391412 w 3505200"/>
              <a:gd name="connsiteY3261" fmla="*/ 1448086 h 3505200"/>
              <a:gd name="connsiteX3262" fmla="*/ 1371791 w 3505200"/>
              <a:gd name="connsiteY3262" fmla="*/ 1428464 h 3505200"/>
              <a:gd name="connsiteX3263" fmla="*/ 1352169 w 3505200"/>
              <a:gd name="connsiteY3263" fmla="*/ 1448086 h 3505200"/>
              <a:gd name="connsiteX3264" fmla="*/ 1371791 w 3505200"/>
              <a:gd name="connsiteY3264" fmla="*/ 1467707 h 3505200"/>
              <a:gd name="connsiteX3265" fmla="*/ 1447991 w 3505200"/>
              <a:gd name="connsiteY3265" fmla="*/ 1468469 h 3505200"/>
              <a:gd name="connsiteX3266" fmla="*/ 1468469 w 3505200"/>
              <a:gd name="connsiteY3266" fmla="*/ 1447991 h 3505200"/>
              <a:gd name="connsiteX3267" fmla="*/ 1447991 w 3505200"/>
              <a:gd name="connsiteY3267" fmla="*/ 1427512 h 3505200"/>
              <a:gd name="connsiteX3268" fmla="*/ 1427512 w 3505200"/>
              <a:gd name="connsiteY3268" fmla="*/ 1447991 h 3505200"/>
              <a:gd name="connsiteX3269" fmla="*/ 1447991 w 3505200"/>
              <a:gd name="connsiteY3269" fmla="*/ 1468469 h 3505200"/>
              <a:gd name="connsiteX3270" fmla="*/ 1524191 w 3505200"/>
              <a:gd name="connsiteY3270" fmla="*/ 1469327 h 3505200"/>
              <a:gd name="connsiteX3271" fmla="*/ 1545527 w 3505200"/>
              <a:gd name="connsiteY3271" fmla="*/ 1447991 h 3505200"/>
              <a:gd name="connsiteX3272" fmla="*/ 1524191 w 3505200"/>
              <a:gd name="connsiteY3272" fmla="*/ 1426655 h 3505200"/>
              <a:gd name="connsiteX3273" fmla="*/ 1502855 w 3505200"/>
              <a:gd name="connsiteY3273" fmla="*/ 1447991 h 3505200"/>
              <a:gd name="connsiteX3274" fmla="*/ 1524191 w 3505200"/>
              <a:gd name="connsiteY3274" fmla="*/ 1469327 h 3505200"/>
              <a:gd name="connsiteX3275" fmla="*/ 1600391 w 3505200"/>
              <a:gd name="connsiteY3275" fmla="*/ 1469993 h 3505200"/>
              <a:gd name="connsiteX3276" fmla="*/ 1622393 w 3505200"/>
              <a:gd name="connsiteY3276" fmla="*/ 1447991 h 3505200"/>
              <a:gd name="connsiteX3277" fmla="*/ 1600391 w 3505200"/>
              <a:gd name="connsiteY3277" fmla="*/ 1425988 h 3505200"/>
              <a:gd name="connsiteX3278" fmla="*/ 1578388 w 3505200"/>
              <a:gd name="connsiteY3278" fmla="*/ 1447991 h 3505200"/>
              <a:gd name="connsiteX3279" fmla="*/ 1600391 w 3505200"/>
              <a:gd name="connsiteY3279" fmla="*/ 1469993 h 3505200"/>
              <a:gd name="connsiteX3280" fmla="*/ 1676591 w 3505200"/>
              <a:gd name="connsiteY3280" fmla="*/ 1470374 h 3505200"/>
              <a:gd name="connsiteX3281" fmla="*/ 1698974 w 3505200"/>
              <a:gd name="connsiteY3281" fmla="*/ 1447991 h 3505200"/>
              <a:gd name="connsiteX3282" fmla="*/ 1676591 w 3505200"/>
              <a:gd name="connsiteY3282" fmla="*/ 1425607 h 3505200"/>
              <a:gd name="connsiteX3283" fmla="*/ 1654207 w 3505200"/>
              <a:gd name="connsiteY3283" fmla="*/ 1447991 h 3505200"/>
              <a:gd name="connsiteX3284" fmla="*/ 1676591 w 3505200"/>
              <a:gd name="connsiteY3284" fmla="*/ 1470374 h 3505200"/>
              <a:gd name="connsiteX3285" fmla="*/ 1752791 w 3505200"/>
              <a:gd name="connsiteY3285" fmla="*/ 1470374 h 3505200"/>
              <a:gd name="connsiteX3286" fmla="*/ 1775174 w 3505200"/>
              <a:gd name="connsiteY3286" fmla="*/ 1447991 h 3505200"/>
              <a:gd name="connsiteX3287" fmla="*/ 1752791 w 3505200"/>
              <a:gd name="connsiteY3287" fmla="*/ 1425607 h 3505200"/>
              <a:gd name="connsiteX3288" fmla="*/ 1730407 w 3505200"/>
              <a:gd name="connsiteY3288" fmla="*/ 1447991 h 3505200"/>
              <a:gd name="connsiteX3289" fmla="*/ 1752791 w 3505200"/>
              <a:gd name="connsiteY3289" fmla="*/ 1470374 h 3505200"/>
              <a:gd name="connsiteX3290" fmla="*/ 1828991 w 3505200"/>
              <a:gd name="connsiteY3290" fmla="*/ 1470374 h 3505200"/>
              <a:gd name="connsiteX3291" fmla="*/ 1851374 w 3505200"/>
              <a:gd name="connsiteY3291" fmla="*/ 1447991 h 3505200"/>
              <a:gd name="connsiteX3292" fmla="*/ 1828991 w 3505200"/>
              <a:gd name="connsiteY3292" fmla="*/ 1425607 h 3505200"/>
              <a:gd name="connsiteX3293" fmla="*/ 1806607 w 3505200"/>
              <a:gd name="connsiteY3293" fmla="*/ 1447991 h 3505200"/>
              <a:gd name="connsiteX3294" fmla="*/ 1828991 w 3505200"/>
              <a:gd name="connsiteY3294" fmla="*/ 1470374 h 3505200"/>
              <a:gd name="connsiteX3295" fmla="*/ 1905191 w 3505200"/>
              <a:gd name="connsiteY3295" fmla="*/ 1469993 h 3505200"/>
              <a:gd name="connsiteX3296" fmla="*/ 1927193 w 3505200"/>
              <a:gd name="connsiteY3296" fmla="*/ 1447991 h 3505200"/>
              <a:gd name="connsiteX3297" fmla="*/ 1905191 w 3505200"/>
              <a:gd name="connsiteY3297" fmla="*/ 1425988 h 3505200"/>
              <a:gd name="connsiteX3298" fmla="*/ 1883188 w 3505200"/>
              <a:gd name="connsiteY3298" fmla="*/ 1447991 h 3505200"/>
              <a:gd name="connsiteX3299" fmla="*/ 1905191 w 3505200"/>
              <a:gd name="connsiteY3299" fmla="*/ 1469993 h 3505200"/>
              <a:gd name="connsiteX3300" fmla="*/ 1981391 w 3505200"/>
              <a:gd name="connsiteY3300" fmla="*/ 1469327 h 3505200"/>
              <a:gd name="connsiteX3301" fmla="*/ 2002727 w 3505200"/>
              <a:gd name="connsiteY3301" fmla="*/ 1447991 h 3505200"/>
              <a:gd name="connsiteX3302" fmla="*/ 1981391 w 3505200"/>
              <a:gd name="connsiteY3302" fmla="*/ 1426655 h 3505200"/>
              <a:gd name="connsiteX3303" fmla="*/ 1960055 w 3505200"/>
              <a:gd name="connsiteY3303" fmla="*/ 1447991 h 3505200"/>
              <a:gd name="connsiteX3304" fmla="*/ 1981391 w 3505200"/>
              <a:gd name="connsiteY3304" fmla="*/ 1469327 h 3505200"/>
              <a:gd name="connsiteX3305" fmla="*/ 2057591 w 3505200"/>
              <a:gd name="connsiteY3305" fmla="*/ 1468469 h 3505200"/>
              <a:gd name="connsiteX3306" fmla="*/ 2078069 w 3505200"/>
              <a:gd name="connsiteY3306" fmla="*/ 1447991 h 3505200"/>
              <a:gd name="connsiteX3307" fmla="*/ 2057591 w 3505200"/>
              <a:gd name="connsiteY3307" fmla="*/ 1427512 h 3505200"/>
              <a:gd name="connsiteX3308" fmla="*/ 2037112 w 3505200"/>
              <a:gd name="connsiteY3308" fmla="*/ 1447991 h 3505200"/>
              <a:gd name="connsiteX3309" fmla="*/ 2057591 w 3505200"/>
              <a:gd name="connsiteY3309" fmla="*/ 1468469 h 3505200"/>
              <a:gd name="connsiteX3310" fmla="*/ 2133791 w 3505200"/>
              <a:gd name="connsiteY3310" fmla="*/ 1467707 h 3505200"/>
              <a:gd name="connsiteX3311" fmla="*/ 2153412 w 3505200"/>
              <a:gd name="connsiteY3311" fmla="*/ 1448086 h 3505200"/>
              <a:gd name="connsiteX3312" fmla="*/ 2133791 w 3505200"/>
              <a:gd name="connsiteY3312" fmla="*/ 1428464 h 3505200"/>
              <a:gd name="connsiteX3313" fmla="*/ 2114169 w 3505200"/>
              <a:gd name="connsiteY3313" fmla="*/ 1448086 h 3505200"/>
              <a:gd name="connsiteX3314" fmla="*/ 2133791 w 3505200"/>
              <a:gd name="connsiteY3314" fmla="*/ 1467707 h 3505200"/>
              <a:gd name="connsiteX3315" fmla="*/ 2209991 w 3505200"/>
              <a:gd name="connsiteY3315" fmla="*/ 1466850 h 3505200"/>
              <a:gd name="connsiteX3316" fmla="*/ 2228755 w 3505200"/>
              <a:gd name="connsiteY3316" fmla="*/ 1448086 h 3505200"/>
              <a:gd name="connsiteX3317" fmla="*/ 2209991 w 3505200"/>
              <a:gd name="connsiteY3317" fmla="*/ 1429322 h 3505200"/>
              <a:gd name="connsiteX3318" fmla="*/ 2191226 w 3505200"/>
              <a:gd name="connsiteY3318" fmla="*/ 1448086 h 3505200"/>
              <a:gd name="connsiteX3319" fmla="*/ 2209991 w 3505200"/>
              <a:gd name="connsiteY3319" fmla="*/ 1466850 h 3505200"/>
              <a:gd name="connsiteX3320" fmla="*/ 2286191 w 3505200"/>
              <a:gd name="connsiteY3320" fmla="*/ 1465802 h 3505200"/>
              <a:gd name="connsiteX3321" fmla="*/ 2303907 w 3505200"/>
              <a:gd name="connsiteY3321" fmla="*/ 1448086 h 3505200"/>
              <a:gd name="connsiteX3322" fmla="*/ 2286191 w 3505200"/>
              <a:gd name="connsiteY3322" fmla="*/ 1430369 h 3505200"/>
              <a:gd name="connsiteX3323" fmla="*/ 2268474 w 3505200"/>
              <a:gd name="connsiteY3323" fmla="*/ 1448086 h 3505200"/>
              <a:gd name="connsiteX3324" fmla="*/ 2286191 w 3505200"/>
              <a:gd name="connsiteY3324" fmla="*/ 1465802 h 3505200"/>
              <a:gd name="connsiteX3325" fmla="*/ 2362391 w 3505200"/>
              <a:gd name="connsiteY3325" fmla="*/ 1464659 h 3505200"/>
              <a:gd name="connsiteX3326" fmla="*/ 2379059 w 3505200"/>
              <a:gd name="connsiteY3326" fmla="*/ 1447991 h 3505200"/>
              <a:gd name="connsiteX3327" fmla="*/ 2362391 w 3505200"/>
              <a:gd name="connsiteY3327" fmla="*/ 1431322 h 3505200"/>
              <a:gd name="connsiteX3328" fmla="*/ 2345722 w 3505200"/>
              <a:gd name="connsiteY3328" fmla="*/ 1447991 h 3505200"/>
              <a:gd name="connsiteX3329" fmla="*/ 2362391 w 3505200"/>
              <a:gd name="connsiteY3329" fmla="*/ 1464659 h 3505200"/>
              <a:gd name="connsiteX3330" fmla="*/ 2438591 w 3505200"/>
              <a:gd name="connsiteY3330" fmla="*/ 1463612 h 3505200"/>
              <a:gd name="connsiteX3331" fmla="*/ 2454212 w 3505200"/>
              <a:gd name="connsiteY3331" fmla="*/ 1447991 h 3505200"/>
              <a:gd name="connsiteX3332" fmla="*/ 2438591 w 3505200"/>
              <a:gd name="connsiteY3332" fmla="*/ 1432370 h 3505200"/>
              <a:gd name="connsiteX3333" fmla="*/ 2422970 w 3505200"/>
              <a:gd name="connsiteY3333" fmla="*/ 1447991 h 3505200"/>
              <a:gd name="connsiteX3334" fmla="*/ 2438591 w 3505200"/>
              <a:gd name="connsiteY3334" fmla="*/ 1463612 h 3505200"/>
              <a:gd name="connsiteX3335" fmla="*/ 2514791 w 3505200"/>
              <a:gd name="connsiteY3335" fmla="*/ 1462564 h 3505200"/>
              <a:gd name="connsiteX3336" fmla="*/ 2529364 w 3505200"/>
              <a:gd name="connsiteY3336" fmla="*/ 1447991 h 3505200"/>
              <a:gd name="connsiteX3337" fmla="*/ 2514791 w 3505200"/>
              <a:gd name="connsiteY3337" fmla="*/ 1433417 h 3505200"/>
              <a:gd name="connsiteX3338" fmla="*/ 2500217 w 3505200"/>
              <a:gd name="connsiteY3338" fmla="*/ 1447991 h 3505200"/>
              <a:gd name="connsiteX3339" fmla="*/ 2514791 w 3505200"/>
              <a:gd name="connsiteY3339" fmla="*/ 1462564 h 3505200"/>
              <a:gd name="connsiteX3340" fmla="*/ 2590991 w 3505200"/>
              <a:gd name="connsiteY3340" fmla="*/ 1461516 h 3505200"/>
              <a:gd name="connsiteX3341" fmla="*/ 2604516 w 3505200"/>
              <a:gd name="connsiteY3341" fmla="*/ 1447991 h 3505200"/>
              <a:gd name="connsiteX3342" fmla="*/ 2590991 w 3505200"/>
              <a:gd name="connsiteY3342" fmla="*/ 1434465 h 3505200"/>
              <a:gd name="connsiteX3343" fmla="*/ 2577465 w 3505200"/>
              <a:gd name="connsiteY3343" fmla="*/ 1447991 h 3505200"/>
              <a:gd name="connsiteX3344" fmla="*/ 2590991 w 3505200"/>
              <a:gd name="connsiteY3344" fmla="*/ 1461516 h 3505200"/>
              <a:gd name="connsiteX3345" fmla="*/ 2667191 w 3505200"/>
              <a:gd name="connsiteY3345" fmla="*/ 1460468 h 3505200"/>
              <a:gd name="connsiteX3346" fmla="*/ 2679668 w 3505200"/>
              <a:gd name="connsiteY3346" fmla="*/ 1447991 h 3505200"/>
              <a:gd name="connsiteX3347" fmla="*/ 2667191 w 3505200"/>
              <a:gd name="connsiteY3347" fmla="*/ 1435513 h 3505200"/>
              <a:gd name="connsiteX3348" fmla="*/ 2654713 w 3505200"/>
              <a:gd name="connsiteY3348" fmla="*/ 1447991 h 3505200"/>
              <a:gd name="connsiteX3349" fmla="*/ 2667191 w 3505200"/>
              <a:gd name="connsiteY3349" fmla="*/ 1460468 h 3505200"/>
              <a:gd name="connsiteX3350" fmla="*/ 2743391 w 3505200"/>
              <a:gd name="connsiteY3350" fmla="*/ 1459230 h 3505200"/>
              <a:gd name="connsiteX3351" fmla="*/ 2754630 w 3505200"/>
              <a:gd name="connsiteY3351" fmla="*/ 1447991 h 3505200"/>
              <a:gd name="connsiteX3352" fmla="*/ 2743391 w 3505200"/>
              <a:gd name="connsiteY3352" fmla="*/ 1436751 h 3505200"/>
              <a:gd name="connsiteX3353" fmla="*/ 2732151 w 3505200"/>
              <a:gd name="connsiteY3353" fmla="*/ 1447991 h 3505200"/>
              <a:gd name="connsiteX3354" fmla="*/ 2743391 w 3505200"/>
              <a:gd name="connsiteY3354" fmla="*/ 1459230 h 3505200"/>
              <a:gd name="connsiteX3355" fmla="*/ 2819591 w 3505200"/>
              <a:gd name="connsiteY3355" fmla="*/ 1458182 h 3505200"/>
              <a:gd name="connsiteX3356" fmla="*/ 2829687 w 3505200"/>
              <a:gd name="connsiteY3356" fmla="*/ 1448086 h 3505200"/>
              <a:gd name="connsiteX3357" fmla="*/ 2819591 w 3505200"/>
              <a:gd name="connsiteY3357" fmla="*/ 1437989 h 3505200"/>
              <a:gd name="connsiteX3358" fmla="*/ 2809494 w 3505200"/>
              <a:gd name="connsiteY3358" fmla="*/ 1448086 h 3505200"/>
              <a:gd name="connsiteX3359" fmla="*/ 2819591 w 3505200"/>
              <a:gd name="connsiteY3359" fmla="*/ 1458182 h 3505200"/>
              <a:gd name="connsiteX3360" fmla="*/ 2895791 w 3505200"/>
              <a:gd name="connsiteY3360" fmla="*/ 1457135 h 3505200"/>
              <a:gd name="connsiteX3361" fmla="*/ 2904839 w 3505200"/>
              <a:gd name="connsiteY3361" fmla="*/ 1448086 h 3505200"/>
              <a:gd name="connsiteX3362" fmla="*/ 2895791 w 3505200"/>
              <a:gd name="connsiteY3362" fmla="*/ 1439037 h 3505200"/>
              <a:gd name="connsiteX3363" fmla="*/ 2886742 w 3505200"/>
              <a:gd name="connsiteY3363" fmla="*/ 1448086 h 3505200"/>
              <a:gd name="connsiteX3364" fmla="*/ 2895791 w 3505200"/>
              <a:gd name="connsiteY3364" fmla="*/ 1457135 h 3505200"/>
              <a:gd name="connsiteX3365" fmla="*/ 2971991 w 3505200"/>
              <a:gd name="connsiteY3365" fmla="*/ 1455801 h 3505200"/>
              <a:gd name="connsiteX3366" fmla="*/ 2979801 w 3505200"/>
              <a:gd name="connsiteY3366" fmla="*/ 1447991 h 3505200"/>
              <a:gd name="connsiteX3367" fmla="*/ 2971991 w 3505200"/>
              <a:gd name="connsiteY3367" fmla="*/ 1440180 h 3505200"/>
              <a:gd name="connsiteX3368" fmla="*/ 2964180 w 3505200"/>
              <a:gd name="connsiteY3368" fmla="*/ 1447991 h 3505200"/>
              <a:gd name="connsiteX3369" fmla="*/ 2971991 w 3505200"/>
              <a:gd name="connsiteY3369" fmla="*/ 1455801 h 3505200"/>
              <a:gd name="connsiteX3370" fmla="*/ 3048191 w 3505200"/>
              <a:gd name="connsiteY3370" fmla="*/ 1454753 h 3505200"/>
              <a:gd name="connsiteX3371" fmla="*/ 3054953 w 3505200"/>
              <a:gd name="connsiteY3371" fmla="*/ 1447991 h 3505200"/>
              <a:gd name="connsiteX3372" fmla="*/ 3048191 w 3505200"/>
              <a:gd name="connsiteY3372" fmla="*/ 1441228 h 3505200"/>
              <a:gd name="connsiteX3373" fmla="*/ 3041428 w 3505200"/>
              <a:gd name="connsiteY3373" fmla="*/ 1447991 h 3505200"/>
              <a:gd name="connsiteX3374" fmla="*/ 3048191 w 3505200"/>
              <a:gd name="connsiteY3374" fmla="*/ 1454753 h 3505200"/>
              <a:gd name="connsiteX3375" fmla="*/ 3124391 w 3505200"/>
              <a:gd name="connsiteY3375" fmla="*/ 1453515 h 3505200"/>
              <a:gd name="connsiteX3376" fmla="*/ 3129915 w 3505200"/>
              <a:gd name="connsiteY3376" fmla="*/ 1447991 h 3505200"/>
              <a:gd name="connsiteX3377" fmla="*/ 3124391 w 3505200"/>
              <a:gd name="connsiteY3377" fmla="*/ 1442466 h 3505200"/>
              <a:gd name="connsiteX3378" fmla="*/ 3118866 w 3505200"/>
              <a:gd name="connsiteY3378" fmla="*/ 1447991 h 3505200"/>
              <a:gd name="connsiteX3379" fmla="*/ 3124391 w 3505200"/>
              <a:gd name="connsiteY3379" fmla="*/ 1453515 h 3505200"/>
              <a:gd name="connsiteX3380" fmla="*/ 3200591 w 3505200"/>
              <a:gd name="connsiteY3380" fmla="*/ 1452467 h 3505200"/>
              <a:gd name="connsiteX3381" fmla="*/ 3205067 w 3505200"/>
              <a:gd name="connsiteY3381" fmla="*/ 1447991 h 3505200"/>
              <a:gd name="connsiteX3382" fmla="*/ 3200591 w 3505200"/>
              <a:gd name="connsiteY3382" fmla="*/ 1443514 h 3505200"/>
              <a:gd name="connsiteX3383" fmla="*/ 3196114 w 3505200"/>
              <a:gd name="connsiteY3383" fmla="*/ 1447991 h 3505200"/>
              <a:gd name="connsiteX3384" fmla="*/ 3200591 w 3505200"/>
              <a:gd name="connsiteY3384" fmla="*/ 1452467 h 3505200"/>
              <a:gd name="connsiteX3385" fmla="*/ 3276791 w 3505200"/>
              <a:gd name="connsiteY3385" fmla="*/ 1451134 h 3505200"/>
              <a:gd name="connsiteX3386" fmla="*/ 3279934 w 3505200"/>
              <a:gd name="connsiteY3386" fmla="*/ 1447991 h 3505200"/>
              <a:gd name="connsiteX3387" fmla="*/ 3276791 w 3505200"/>
              <a:gd name="connsiteY3387" fmla="*/ 1444847 h 3505200"/>
              <a:gd name="connsiteX3388" fmla="*/ 3273647 w 3505200"/>
              <a:gd name="connsiteY3388" fmla="*/ 1447991 h 3505200"/>
              <a:gd name="connsiteX3389" fmla="*/ 3276791 w 3505200"/>
              <a:gd name="connsiteY3389" fmla="*/ 1451134 h 3505200"/>
              <a:gd name="connsiteX3390" fmla="*/ 3352991 w 3505200"/>
              <a:gd name="connsiteY3390" fmla="*/ 1450086 h 3505200"/>
              <a:gd name="connsiteX3391" fmla="*/ 3355086 w 3505200"/>
              <a:gd name="connsiteY3391" fmla="*/ 1447991 h 3505200"/>
              <a:gd name="connsiteX3392" fmla="*/ 3352991 w 3505200"/>
              <a:gd name="connsiteY3392" fmla="*/ 1445895 h 3505200"/>
              <a:gd name="connsiteX3393" fmla="*/ 3350895 w 3505200"/>
              <a:gd name="connsiteY3393" fmla="*/ 1447991 h 3505200"/>
              <a:gd name="connsiteX3394" fmla="*/ 3352991 w 3505200"/>
              <a:gd name="connsiteY3394" fmla="*/ 1450086 h 3505200"/>
              <a:gd name="connsiteX3395" fmla="*/ 3429191 w 3505200"/>
              <a:gd name="connsiteY3395" fmla="*/ 1449038 h 3505200"/>
              <a:gd name="connsiteX3396" fmla="*/ 3430238 w 3505200"/>
              <a:gd name="connsiteY3396" fmla="*/ 1447991 h 3505200"/>
              <a:gd name="connsiteX3397" fmla="*/ 3429191 w 3505200"/>
              <a:gd name="connsiteY3397" fmla="*/ 1446943 h 3505200"/>
              <a:gd name="connsiteX3398" fmla="*/ 3428143 w 3505200"/>
              <a:gd name="connsiteY3398" fmla="*/ 1447991 h 3505200"/>
              <a:gd name="connsiteX3399" fmla="*/ 3429191 w 3505200"/>
              <a:gd name="connsiteY3399" fmla="*/ 1449038 h 3505200"/>
              <a:gd name="connsiteX3400" fmla="*/ 76391 w 3505200"/>
              <a:gd name="connsiteY3400" fmla="*/ 1525238 h 3505200"/>
              <a:gd name="connsiteX3401" fmla="*/ 77438 w 3505200"/>
              <a:gd name="connsiteY3401" fmla="*/ 1524191 h 3505200"/>
              <a:gd name="connsiteX3402" fmla="*/ 76391 w 3505200"/>
              <a:gd name="connsiteY3402" fmla="*/ 1523143 h 3505200"/>
              <a:gd name="connsiteX3403" fmla="*/ 75343 w 3505200"/>
              <a:gd name="connsiteY3403" fmla="*/ 1524191 h 3505200"/>
              <a:gd name="connsiteX3404" fmla="*/ 76391 w 3505200"/>
              <a:gd name="connsiteY3404" fmla="*/ 1525238 h 3505200"/>
              <a:gd name="connsiteX3405" fmla="*/ 152591 w 3505200"/>
              <a:gd name="connsiteY3405" fmla="*/ 1526286 h 3505200"/>
              <a:gd name="connsiteX3406" fmla="*/ 154686 w 3505200"/>
              <a:gd name="connsiteY3406" fmla="*/ 1524191 h 3505200"/>
              <a:gd name="connsiteX3407" fmla="*/ 152591 w 3505200"/>
              <a:gd name="connsiteY3407" fmla="*/ 1522095 h 3505200"/>
              <a:gd name="connsiteX3408" fmla="*/ 150495 w 3505200"/>
              <a:gd name="connsiteY3408" fmla="*/ 1524191 h 3505200"/>
              <a:gd name="connsiteX3409" fmla="*/ 152591 w 3505200"/>
              <a:gd name="connsiteY3409" fmla="*/ 1526286 h 3505200"/>
              <a:gd name="connsiteX3410" fmla="*/ 228791 w 3505200"/>
              <a:gd name="connsiteY3410" fmla="*/ 1527620 h 3505200"/>
              <a:gd name="connsiteX3411" fmla="*/ 232124 w 3505200"/>
              <a:gd name="connsiteY3411" fmla="*/ 1524286 h 3505200"/>
              <a:gd name="connsiteX3412" fmla="*/ 228791 w 3505200"/>
              <a:gd name="connsiteY3412" fmla="*/ 1520952 h 3505200"/>
              <a:gd name="connsiteX3413" fmla="*/ 225457 w 3505200"/>
              <a:gd name="connsiteY3413" fmla="*/ 1524286 h 3505200"/>
              <a:gd name="connsiteX3414" fmla="*/ 228791 w 3505200"/>
              <a:gd name="connsiteY3414" fmla="*/ 1527620 h 3505200"/>
              <a:gd name="connsiteX3415" fmla="*/ 304991 w 3505200"/>
              <a:gd name="connsiteY3415" fmla="*/ 1528667 h 3505200"/>
              <a:gd name="connsiteX3416" fmla="*/ 309467 w 3505200"/>
              <a:gd name="connsiteY3416" fmla="*/ 1524191 h 3505200"/>
              <a:gd name="connsiteX3417" fmla="*/ 304991 w 3505200"/>
              <a:gd name="connsiteY3417" fmla="*/ 1519714 h 3505200"/>
              <a:gd name="connsiteX3418" fmla="*/ 300514 w 3505200"/>
              <a:gd name="connsiteY3418" fmla="*/ 1524191 h 3505200"/>
              <a:gd name="connsiteX3419" fmla="*/ 304991 w 3505200"/>
              <a:gd name="connsiteY3419" fmla="*/ 1528667 h 3505200"/>
              <a:gd name="connsiteX3420" fmla="*/ 381191 w 3505200"/>
              <a:gd name="connsiteY3420" fmla="*/ 1529906 h 3505200"/>
              <a:gd name="connsiteX3421" fmla="*/ 386906 w 3505200"/>
              <a:gd name="connsiteY3421" fmla="*/ 1524191 h 3505200"/>
              <a:gd name="connsiteX3422" fmla="*/ 381191 w 3505200"/>
              <a:gd name="connsiteY3422" fmla="*/ 1518476 h 3505200"/>
              <a:gd name="connsiteX3423" fmla="*/ 375475 w 3505200"/>
              <a:gd name="connsiteY3423" fmla="*/ 1524191 h 3505200"/>
              <a:gd name="connsiteX3424" fmla="*/ 381191 w 3505200"/>
              <a:gd name="connsiteY3424" fmla="*/ 1529906 h 3505200"/>
              <a:gd name="connsiteX3425" fmla="*/ 457391 w 3505200"/>
              <a:gd name="connsiteY3425" fmla="*/ 1530953 h 3505200"/>
              <a:gd name="connsiteX3426" fmla="*/ 464153 w 3505200"/>
              <a:gd name="connsiteY3426" fmla="*/ 1524191 h 3505200"/>
              <a:gd name="connsiteX3427" fmla="*/ 457391 w 3505200"/>
              <a:gd name="connsiteY3427" fmla="*/ 1517428 h 3505200"/>
              <a:gd name="connsiteX3428" fmla="*/ 450628 w 3505200"/>
              <a:gd name="connsiteY3428" fmla="*/ 1524191 h 3505200"/>
              <a:gd name="connsiteX3429" fmla="*/ 457391 w 3505200"/>
              <a:gd name="connsiteY3429" fmla="*/ 1530953 h 3505200"/>
              <a:gd name="connsiteX3430" fmla="*/ 533591 w 3505200"/>
              <a:gd name="connsiteY3430" fmla="*/ 1532287 h 3505200"/>
              <a:gd name="connsiteX3431" fmla="*/ 541592 w 3505200"/>
              <a:gd name="connsiteY3431" fmla="*/ 1524286 h 3505200"/>
              <a:gd name="connsiteX3432" fmla="*/ 533591 w 3505200"/>
              <a:gd name="connsiteY3432" fmla="*/ 1516285 h 3505200"/>
              <a:gd name="connsiteX3433" fmla="*/ 525590 w 3505200"/>
              <a:gd name="connsiteY3433" fmla="*/ 1524286 h 3505200"/>
              <a:gd name="connsiteX3434" fmla="*/ 533591 w 3505200"/>
              <a:gd name="connsiteY3434" fmla="*/ 1532287 h 3505200"/>
              <a:gd name="connsiteX3435" fmla="*/ 609790 w 3505200"/>
              <a:gd name="connsiteY3435" fmla="*/ 1533335 h 3505200"/>
              <a:gd name="connsiteX3436" fmla="*/ 618839 w 3505200"/>
              <a:gd name="connsiteY3436" fmla="*/ 1524286 h 3505200"/>
              <a:gd name="connsiteX3437" fmla="*/ 609790 w 3505200"/>
              <a:gd name="connsiteY3437" fmla="*/ 1515237 h 3505200"/>
              <a:gd name="connsiteX3438" fmla="*/ 600742 w 3505200"/>
              <a:gd name="connsiteY3438" fmla="*/ 1524286 h 3505200"/>
              <a:gd name="connsiteX3439" fmla="*/ 609790 w 3505200"/>
              <a:gd name="connsiteY3439" fmla="*/ 1533335 h 3505200"/>
              <a:gd name="connsiteX3440" fmla="*/ 685990 w 3505200"/>
              <a:gd name="connsiteY3440" fmla="*/ 1534573 h 3505200"/>
              <a:gd name="connsiteX3441" fmla="*/ 696373 w 3505200"/>
              <a:gd name="connsiteY3441" fmla="*/ 1524191 h 3505200"/>
              <a:gd name="connsiteX3442" fmla="*/ 685990 w 3505200"/>
              <a:gd name="connsiteY3442" fmla="*/ 1513808 h 3505200"/>
              <a:gd name="connsiteX3443" fmla="*/ 675608 w 3505200"/>
              <a:gd name="connsiteY3443" fmla="*/ 1524191 h 3505200"/>
              <a:gd name="connsiteX3444" fmla="*/ 685990 w 3505200"/>
              <a:gd name="connsiteY3444" fmla="*/ 1534573 h 3505200"/>
              <a:gd name="connsiteX3445" fmla="*/ 762190 w 3505200"/>
              <a:gd name="connsiteY3445" fmla="*/ 1535621 h 3505200"/>
              <a:gd name="connsiteX3446" fmla="*/ 773621 w 3505200"/>
              <a:gd name="connsiteY3446" fmla="*/ 1524191 h 3505200"/>
              <a:gd name="connsiteX3447" fmla="*/ 762190 w 3505200"/>
              <a:gd name="connsiteY3447" fmla="*/ 1512761 h 3505200"/>
              <a:gd name="connsiteX3448" fmla="*/ 750761 w 3505200"/>
              <a:gd name="connsiteY3448" fmla="*/ 1524191 h 3505200"/>
              <a:gd name="connsiteX3449" fmla="*/ 762190 w 3505200"/>
              <a:gd name="connsiteY3449" fmla="*/ 1535621 h 3505200"/>
              <a:gd name="connsiteX3450" fmla="*/ 838390 w 3505200"/>
              <a:gd name="connsiteY3450" fmla="*/ 1536859 h 3505200"/>
              <a:gd name="connsiteX3451" fmla="*/ 851059 w 3505200"/>
              <a:gd name="connsiteY3451" fmla="*/ 1524191 h 3505200"/>
              <a:gd name="connsiteX3452" fmla="*/ 838390 w 3505200"/>
              <a:gd name="connsiteY3452" fmla="*/ 1511522 h 3505200"/>
              <a:gd name="connsiteX3453" fmla="*/ 825722 w 3505200"/>
              <a:gd name="connsiteY3453" fmla="*/ 1524191 h 3505200"/>
              <a:gd name="connsiteX3454" fmla="*/ 838390 w 3505200"/>
              <a:gd name="connsiteY3454" fmla="*/ 1536859 h 3505200"/>
              <a:gd name="connsiteX3455" fmla="*/ 914590 w 3505200"/>
              <a:gd name="connsiteY3455" fmla="*/ 1537907 h 3505200"/>
              <a:gd name="connsiteX3456" fmla="*/ 928307 w 3505200"/>
              <a:gd name="connsiteY3456" fmla="*/ 1524191 h 3505200"/>
              <a:gd name="connsiteX3457" fmla="*/ 914590 w 3505200"/>
              <a:gd name="connsiteY3457" fmla="*/ 1510475 h 3505200"/>
              <a:gd name="connsiteX3458" fmla="*/ 900875 w 3505200"/>
              <a:gd name="connsiteY3458" fmla="*/ 1524191 h 3505200"/>
              <a:gd name="connsiteX3459" fmla="*/ 914590 w 3505200"/>
              <a:gd name="connsiteY3459" fmla="*/ 1537907 h 3505200"/>
              <a:gd name="connsiteX3460" fmla="*/ 990790 w 3505200"/>
              <a:gd name="connsiteY3460" fmla="*/ 1539050 h 3505200"/>
              <a:gd name="connsiteX3461" fmla="*/ 1005554 w 3505200"/>
              <a:gd name="connsiteY3461" fmla="*/ 1524286 h 3505200"/>
              <a:gd name="connsiteX3462" fmla="*/ 990790 w 3505200"/>
              <a:gd name="connsiteY3462" fmla="*/ 1509522 h 3505200"/>
              <a:gd name="connsiteX3463" fmla="*/ 976027 w 3505200"/>
              <a:gd name="connsiteY3463" fmla="*/ 1524286 h 3505200"/>
              <a:gd name="connsiteX3464" fmla="*/ 990790 w 3505200"/>
              <a:gd name="connsiteY3464" fmla="*/ 1539050 h 3505200"/>
              <a:gd name="connsiteX3465" fmla="*/ 1066991 w 3505200"/>
              <a:gd name="connsiteY3465" fmla="*/ 1540097 h 3505200"/>
              <a:gd name="connsiteX3466" fmla="*/ 1082802 w 3505200"/>
              <a:gd name="connsiteY3466" fmla="*/ 1524286 h 3505200"/>
              <a:gd name="connsiteX3467" fmla="*/ 1066991 w 3505200"/>
              <a:gd name="connsiteY3467" fmla="*/ 1508474 h 3505200"/>
              <a:gd name="connsiteX3468" fmla="*/ 1051179 w 3505200"/>
              <a:gd name="connsiteY3468" fmla="*/ 1524286 h 3505200"/>
              <a:gd name="connsiteX3469" fmla="*/ 1066991 w 3505200"/>
              <a:gd name="connsiteY3469" fmla="*/ 1540097 h 3505200"/>
              <a:gd name="connsiteX3470" fmla="*/ 1143191 w 3505200"/>
              <a:gd name="connsiteY3470" fmla="*/ 1541336 h 3505200"/>
              <a:gd name="connsiteX3471" fmla="*/ 1160336 w 3505200"/>
              <a:gd name="connsiteY3471" fmla="*/ 1524191 h 3505200"/>
              <a:gd name="connsiteX3472" fmla="*/ 1143191 w 3505200"/>
              <a:gd name="connsiteY3472" fmla="*/ 1507046 h 3505200"/>
              <a:gd name="connsiteX3473" fmla="*/ 1126046 w 3505200"/>
              <a:gd name="connsiteY3473" fmla="*/ 1524191 h 3505200"/>
              <a:gd name="connsiteX3474" fmla="*/ 1143191 w 3505200"/>
              <a:gd name="connsiteY3474" fmla="*/ 1541336 h 3505200"/>
              <a:gd name="connsiteX3475" fmla="*/ 1219391 w 3505200"/>
              <a:gd name="connsiteY3475" fmla="*/ 1542383 h 3505200"/>
              <a:gd name="connsiteX3476" fmla="*/ 1237583 w 3505200"/>
              <a:gd name="connsiteY3476" fmla="*/ 1524191 h 3505200"/>
              <a:gd name="connsiteX3477" fmla="*/ 1219391 w 3505200"/>
              <a:gd name="connsiteY3477" fmla="*/ 1505998 h 3505200"/>
              <a:gd name="connsiteX3478" fmla="*/ 1201198 w 3505200"/>
              <a:gd name="connsiteY3478" fmla="*/ 1524191 h 3505200"/>
              <a:gd name="connsiteX3479" fmla="*/ 1219391 w 3505200"/>
              <a:gd name="connsiteY3479" fmla="*/ 1542383 h 3505200"/>
              <a:gd name="connsiteX3480" fmla="*/ 1295591 w 3505200"/>
              <a:gd name="connsiteY3480" fmla="*/ 1543431 h 3505200"/>
              <a:gd name="connsiteX3481" fmla="*/ 1314831 w 3505200"/>
              <a:gd name="connsiteY3481" fmla="*/ 1524191 h 3505200"/>
              <a:gd name="connsiteX3482" fmla="*/ 1295591 w 3505200"/>
              <a:gd name="connsiteY3482" fmla="*/ 1504950 h 3505200"/>
              <a:gd name="connsiteX3483" fmla="*/ 1276350 w 3505200"/>
              <a:gd name="connsiteY3483" fmla="*/ 1524191 h 3505200"/>
              <a:gd name="connsiteX3484" fmla="*/ 1295591 w 3505200"/>
              <a:gd name="connsiteY3484" fmla="*/ 1543431 h 3505200"/>
              <a:gd name="connsiteX3485" fmla="*/ 1371791 w 3505200"/>
              <a:gd name="connsiteY3485" fmla="*/ 1544479 h 3505200"/>
              <a:gd name="connsiteX3486" fmla="*/ 1392079 w 3505200"/>
              <a:gd name="connsiteY3486" fmla="*/ 1524191 h 3505200"/>
              <a:gd name="connsiteX3487" fmla="*/ 1371791 w 3505200"/>
              <a:gd name="connsiteY3487" fmla="*/ 1503902 h 3505200"/>
              <a:gd name="connsiteX3488" fmla="*/ 1351502 w 3505200"/>
              <a:gd name="connsiteY3488" fmla="*/ 1524191 h 3505200"/>
              <a:gd name="connsiteX3489" fmla="*/ 1371791 w 3505200"/>
              <a:gd name="connsiteY3489" fmla="*/ 1544479 h 3505200"/>
              <a:gd name="connsiteX3490" fmla="*/ 1447991 w 3505200"/>
              <a:gd name="connsiteY3490" fmla="*/ 1545527 h 3505200"/>
              <a:gd name="connsiteX3491" fmla="*/ 1469327 w 3505200"/>
              <a:gd name="connsiteY3491" fmla="*/ 1524191 h 3505200"/>
              <a:gd name="connsiteX3492" fmla="*/ 1447991 w 3505200"/>
              <a:gd name="connsiteY3492" fmla="*/ 1502855 h 3505200"/>
              <a:gd name="connsiteX3493" fmla="*/ 1426655 w 3505200"/>
              <a:gd name="connsiteY3493" fmla="*/ 1524191 h 3505200"/>
              <a:gd name="connsiteX3494" fmla="*/ 1447991 w 3505200"/>
              <a:gd name="connsiteY3494" fmla="*/ 1545527 h 3505200"/>
              <a:gd name="connsiteX3495" fmla="*/ 1524191 w 3505200"/>
              <a:gd name="connsiteY3495" fmla="*/ 1546384 h 3505200"/>
              <a:gd name="connsiteX3496" fmla="*/ 1546384 w 3505200"/>
              <a:gd name="connsiteY3496" fmla="*/ 1524191 h 3505200"/>
              <a:gd name="connsiteX3497" fmla="*/ 1524191 w 3505200"/>
              <a:gd name="connsiteY3497" fmla="*/ 1501997 h 3505200"/>
              <a:gd name="connsiteX3498" fmla="*/ 1501997 w 3505200"/>
              <a:gd name="connsiteY3498" fmla="*/ 1524191 h 3505200"/>
              <a:gd name="connsiteX3499" fmla="*/ 1524191 w 3505200"/>
              <a:gd name="connsiteY3499" fmla="*/ 1546384 h 3505200"/>
              <a:gd name="connsiteX3500" fmla="*/ 1600391 w 3505200"/>
              <a:gd name="connsiteY3500" fmla="*/ 1547051 h 3505200"/>
              <a:gd name="connsiteX3501" fmla="*/ 1623251 w 3505200"/>
              <a:gd name="connsiteY3501" fmla="*/ 1524191 h 3505200"/>
              <a:gd name="connsiteX3502" fmla="*/ 1600391 w 3505200"/>
              <a:gd name="connsiteY3502" fmla="*/ 1501331 h 3505200"/>
              <a:gd name="connsiteX3503" fmla="*/ 1577531 w 3505200"/>
              <a:gd name="connsiteY3503" fmla="*/ 1524191 h 3505200"/>
              <a:gd name="connsiteX3504" fmla="*/ 1600391 w 3505200"/>
              <a:gd name="connsiteY3504" fmla="*/ 1547051 h 3505200"/>
              <a:gd name="connsiteX3505" fmla="*/ 1676591 w 3505200"/>
              <a:gd name="connsiteY3505" fmla="*/ 1547622 h 3505200"/>
              <a:gd name="connsiteX3506" fmla="*/ 1700022 w 3505200"/>
              <a:gd name="connsiteY3506" fmla="*/ 1524191 h 3505200"/>
              <a:gd name="connsiteX3507" fmla="*/ 1676591 w 3505200"/>
              <a:gd name="connsiteY3507" fmla="*/ 1500759 h 3505200"/>
              <a:gd name="connsiteX3508" fmla="*/ 1653159 w 3505200"/>
              <a:gd name="connsiteY3508" fmla="*/ 1524191 h 3505200"/>
              <a:gd name="connsiteX3509" fmla="*/ 1676591 w 3505200"/>
              <a:gd name="connsiteY3509" fmla="*/ 1547622 h 3505200"/>
              <a:gd name="connsiteX3510" fmla="*/ 1752791 w 3505200"/>
              <a:gd name="connsiteY3510" fmla="*/ 1547908 h 3505200"/>
              <a:gd name="connsiteX3511" fmla="*/ 1776413 w 3505200"/>
              <a:gd name="connsiteY3511" fmla="*/ 1524286 h 3505200"/>
              <a:gd name="connsiteX3512" fmla="*/ 1752791 w 3505200"/>
              <a:gd name="connsiteY3512" fmla="*/ 1500664 h 3505200"/>
              <a:gd name="connsiteX3513" fmla="*/ 1729168 w 3505200"/>
              <a:gd name="connsiteY3513" fmla="*/ 1524286 h 3505200"/>
              <a:gd name="connsiteX3514" fmla="*/ 1752791 w 3505200"/>
              <a:gd name="connsiteY3514" fmla="*/ 1547908 h 3505200"/>
              <a:gd name="connsiteX3515" fmla="*/ 1828991 w 3505200"/>
              <a:gd name="connsiteY3515" fmla="*/ 1547622 h 3505200"/>
              <a:gd name="connsiteX3516" fmla="*/ 1852422 w 3505200"/>
              <a:gd name="connsiteY3516" fmla="*/ 1524191 h 3505200"/>
              <a:gd name="connsiteX3517" fmla="*/ 1828991 w 3505200"/>
              <a:gd name="connsiteY3517" fmla="*/ 1500759 h 3505200"/>
              <a:gd name="connsiteX3518" fmla="*/ 1805559 w 3505200"/>
              <a:gd name="connsiteY3518" fmla="*/ 1524191 h 3505200"/>
              <a:gd name="connsiteX3519" fmla="*/ 1828991 w 3505200"/>
              <a:gd name="connsiteY3519" fmla="*/ 1547622 h 3505200"/>
              <a:gd name="connsiteX3520" fmla="*/ 1905191 w 3505200"/>
              <a:gd name="connsiteY3520" fmla="*/ 1547241 h 3505200"/>
              <a:gd name="connsiteX3521" fmla="*/ 1928241 w 3505200"/>
              <a:gd name="connsiteY3521" fmla="*/ 1524191 h 3505200"/>
              <a:gd name="connsiteX3522" fmla="*/ 1905191 w 3505200"/>
              <a:gd name="connsiteY3522" fmla="*/ 1501140 h 3505200"/>
              <a:gd name="connsiteX3523" fmla="*/ 1882140 w 3505200"/>
              <a:gd name="connsiteY3523" fmla="*/ 1524191 h 3505200"/>
              <a:gd name="connsiteX3524" fmla="*/ 1905191 w 3505200"/>
              <a:gd name="connsiteY3524" fmla="*/ 1547241 h 3505200"/>
              <a:gd name="connsiteX3525" fmla="*/ 1981391 w 3505200"/>
              <a:gd name="connsiteY3525" fmla="*/ 1546384 h 3505200"/>
              <a:gd name="connsiteX3526" fmla="*/ 2003584 w 3505200"/>
              <a:gd name="connsiteY3526" fmla="*/ 1524191 h 3505200"/>
              <a:gd name="connsiteX3527" fmla="*/ 1981391 w 3505200"/>
              <a:gd name="connsiteY3527" fmla="*/ 1501997 h 3505200"/>
              <a:gd name="connsiteX3528" fmla="*/ 1959197 w 3505200"/>
              <a:gd name="connsiteY3528" fmla="*/ 1524191 h 3505200"/>
              <a:gd name="connsiteX3529" fmla="*/ 1981391 w 3505200"/>
              <a:gd name="connsiteY3529" fmla="*/ 1546384 h 3505200"/>
              <a:gd name="connsiteX3530" fmla="*/ 2057591 w 3505200"/>
              <a:gd name="connsiteY3530" fmla="*/ 1545527 h 3505200"/>
              <a:gd name="connsiteX3531" fmla="*/ 2078927 w 3505200"/>
              <a:gd name="connsiteY3531" fmla="*/ 1524191 h 3505200"/>
              <a:gd name="connsiteX3532" fmla="*/ 2057591 w 3505200"/>
              <a:gd name="connsiteY3532" fmla="*/ 1502855 h 3505200"/>
              <a:gd name="connsiteX3533" fmla="*/ 2036255 w 3505200"/>
              <a:gd name="connsiteY3533" fmla="*/ 1524191 h 3505200"/>
              <a:gd name="connsiteX3534" fmla="*/ 2057591 w 3505200"/>
              <a:gd name="connsiteY3534" fmla="*/ 1545527 h 3505200"/>
              <a:gd name="connsiteX3535" fmla="*/ 2133791 w 3505200"/>
              <a:gd name="connsiteY3535" fmla="*/ 1544669 h 3505200"/>
              <a:gd name="connsiteX3536" fmla="*/ 2154269 w 3505200"/>
              <a:gd name="connsiteY3536" fmla="*/ 1524191 h 3505200"/>
              <a:gd name="connsiteX3537" fmla="*/ 2133791 w 3505200"/>
              <a:gd name="connsiteY3537" fmla="*/ 1503712 h 3505200"/>
              <a:gd name="connsiteX3538" fmla="*/ 2113312 w 3505200"/>
              <a:gd name="connsiteY3538" fmla="*/ 1524191 h 3505200"/>
              <a:gd name="connsiteX3539" fmla="*/ 2133791 w 3505200"/>
              <a:gd name="connsiteY3539" fmla="*/ 1544669 h 3505200"/>
              <a:gd name="connsiteX3540" fmla="*/ 2209991 w 3505200"/>
              <a:gd name="connsiteY3540" fmla="*/ 1543622 h 3505200"/>
              <a:gd name="connsiteX3541" fmla="*/ 2229422 w 3505200"/>
              <a:gd name="connsiteY3541" fmla="*/ 1524191 h 3505200"/>
              <a:gd name="connsiteX3542" fmla="*/ 2209991 w 3505200"/>
              <a:gd name="connsiteY3542" fmla="*/ 1504760 h 3505200"/>
              <a:gd name="connsiteX3543" fmla="*/ 2190560 w 3505200"/>
              <a:gd name="connsiteY3543" fmla="*/ 1524191 h 3505200"/>
              <a:gd name="connsiteX3544" fmla="*/ 2209991 w 3505200"/>
              <a:gd name="connsiteY3544" fmla="*/ 1543622 h 3505200"/>
              <a:gd name="connsiteX3545" fmla="*/ 2286191 w 3505200"/>
              <a:gd name="connsiteY3545" fmla="*/ 1542574 h 3505200"/>
              <a:gd name="connsiteX3546" fmla="*/ 2304574 w 3505200"/>
              <a:gd name="connsiteY3546" fmla="*/ 1524191 h 3505200"/>
              <a:gd name="connsiteX3547" fmla="*/ 2286191 w 3505200"/>
              <a:gd name="connsiteY3547" fmla="*/ 1505807 h 3505200"/>
              <a:gd name="connsiteX3548" fmla="*/ 2267807 w 3505200"/>
              <a:gd name="connsiteY3548" fmla="*/ 1524191 h 3505200"/>
              <a:gd name="connsiteX3549" fmla="*/ 2286191 w 3505200"/>
              <a:gd name="connsiteY3549" fmla="*/ 1542574 h 3505200"/>
              <a:gd name="connsiteX3550" fmla="*/ 2362391 w 3505200"/>
              <a:gd name="connsiteY3550" fmla="*/ 1541336 h 3505200"/>
              <a:gd name="connsiteX3551" fmla="*/ 2379536 w 3505200"/>
              <a:gd name="connsiteY3551" fmla="*/ 1524191 h 3505200"/>
              <a:gd name="connsiteX3552" fmla="*/ 2362391 w 3505200"/>
              <a:gd name="connsiteY3552" fmla="*/ 1507046 h 3505200"/>
              <a:gd name="connsiteX3553" fmla="*/ 2345246 w 3505200"/>
              <a:gd name="connsiteY3553" fmla="*/ 1524191 h 3505200"/>
              <a:gd name="connsiteX3554" fmla="*/ 2362391 w 3505200"/>
              <a:gd name="connsiteY3554" fmla="*/ 1541336 h 3505200"/>
              <a:gd name="connsiteX3555" fmla="*/ 2438591 w 3505200"/>
              <a:gd name="connsiteY3555" fmla="*/ 1540288 h 3505200"/>
              <a:gd name="connsiteX3556" fmla="*/ 2454688 w 3505200"/>
              <a:gd name="connsiteY3556" fmla="*/ 1524191 h 3505200"/>
              <a:gd name="connsiteX3557" fmla="*/ 2438591 w 3505200"/>
              <a:gd name="connsiteY3557" fmla="*/ 1508093 h 3505200"/>
              <a:gd name="connsiteX3558" fmla="*/ 2422493 w 3505200"/>
              <a:gd name="connsiteY3558" fmla="*/ 1524191 h 3505200"/>
              <a:gd name="connsiteX3559" fmla="*/ 2438591 w 3505200"/>
              <a:gd name="connsiteY3559" fmla="*/ 1540288 h 3505200"/>
              <a:gd name="connsiteX3560" fmla="*/ 2514791 w 3505200"/>
              <a:gd name="connsiteY3560" fmla="*/ 1539240 h 3505200"/>
              <a:gd name="connsiteX3561" fmla="*/ 2529840 w 3505200"/>
              <a:gd name="connsiteY3561" fmla="*/ 1524286 h 3505200"/>
              <a:gd name="connsiteX3562" fmla="*/ 2514791 w 3505200"/>
              <a:gd name="connsiteY3562" fmla="*/ 1509236 h 3505200"/>
              <a:gd name="connsiteX3563" fmla="*/ 2499741 w 3505200"/>
              <a:gd name="connsiteY3563" fmla="*/ 1524286 h 3505200"/>
              <a:gd name="connsiteX3564" fmla="*/ 2514791 w 3505200"/>
              <a:gd name="connsiteY3564" fmla="*/ 1539240 h 3505200"/>
              <a:gd name="connsiteX3565" fmla="*/ 2590991 w 3505200"/>
              <a:gd name="connsiteY3565" fmla="*/ 1537907 h 3505200"/>
              <a:gd name="connsiteX3566" fmla="*/ 2604707 w 3505200"/>
              <a:gd name="connsiteY3566" fmla="*/ 1524191 h 3505200"/>
              <a:gd name="connsiteX3567" fmla="*/ 2590991 w 3505200"/>
              <a:gd name="connsiteY3567" fmla="*/ 1510475 h 3505200"/>
              <a:gd name="connsiteX3568" fmla="*/ 2577274 w 3505200"/>
              <a:gd name="connsiteY3568" fmla="*/ 1524191 h 3505200"/>
              <a:gd name="connsiteX3569" fmla="*/ 2590991 w 3505200"/>
              <a:gd name="connsiteY3569" fmla="*/ 1537907 h 3505200"/>
              <a:gd name="connsiteX3570" fmla="*/ 2667191 w 3505200"/>
              <a:gd name="connsiteY3570" fmla="*/ 1536859 h 3505200"/>
              <a:gd name="connsiteX3571" fmla="*/ 2679859 w 3505200"/>
              <a:gd name="connsiteY3571" fmla="*/ 1524191 h 3505200"/>
              <a:gd name="connsiteX3572" fmla="*/ 2667191 w 3505200"/>
              <a:gd name="connsiteY3572" fmla="*/ 1511522 h 3505200"/>
              <a:gd name="connsiteX3573" fmla="*/ 2654522 w 3505200"/>
              <a:gd name="connsiteY3573" fmla="*/ 1524191 h 3505200"/>
              <a:gd name="connsiteX3574" fmla="*/ 2667191 w 3505200"/>
              <a:gd name="connsiteY3574" fmla="*/ 1536859 h 3505200"/>
              <a:gd name="connsiteX3575" fmla="*/ 2743391 w 3505200"/>
              <a:gd name="connsiteY3575" fmla="*/ 1535811 h 3505200"/>
              <a:gd name="connsiteX3576" fmla="*/ 2755011 w 3505200"/>
              <a:gd name="connsiteY3576" fmla="*/ 1524191 h 3505200"/>
              <a:gd name="connsiteX3577" fmla="*/ 2743391 w 3505200"/>
              <a:gd name="connsiteY3577" fmla="*/ 1512570 h 3505200"/>
              <a:gd name="connsiteX3578" fmla="*/ 2731770 w 3505200"/>
              <a:gd name="connsiteY3578" fmla="*/ 1524191 h 3505200"/>
              <a:gd name="connsiteX3579" fmla="*/ 2743391 w 3505200"/>
              <a:gd name="connsiteY3579" fmla="*/ 1535811 h 3505200"/>
              <a:gd name="connsiteX3580" fmla="*/ 2819591 w 3505200"/>
              <a:gd name="connsiteY3580" fmla="*/ 1534573 h 3505200"/>
              <a:gd name="connsiteX3581" fmla="*/ 2829973 w 3505200"/>
              <a:gd name="connsiteY3581" fmla="*/ 1524191 h 3505200"/>
              <a:gd name="connsiteX3582" fmla="*/ 2819591 w 3505200"/>
              <a:gd name="connsiteY3582" fmla="*/ 1513808 h 3505200"/>
              <a:gd name="connsiteX3583" fmla="*/ 2809208 w 3505200"/>
              <a:gd name="connsiteY3583" fmla="*/ 1524191 h 3505200"/>
              <a:gd name="connsiteX3584" fmla="*/ 2819591 w 3505200"/>
              <a:gd name="connsiteY3584" fmla="*/ 1534573 h 3505200"/>
              <a:gd name="connsiteX3585" fmla="*/ 2895791 w 3505200"/>
              <a:gd name="connsiteY3585" fmla="*/ 1533525 h 3505200"/>
              <a:gd name="connsiteX3586" fmla="*/ 2905125 w 3505200"/>
              <a:gd name="connsiteY3586" fmla="*/ 1524191 h 3505200"/>
              <a:gd name="connsiteX3587" fmla="*/ 2895791 w 3505200"/>
              <a:gd name="connsiteY3587" fmla="*/ 1514856 h 3505200"/>
              <a:gd name="connsiteX3588" fmla="*/ 2886456 w 3505200"/>
              <a:gd name="connsiteY3588" fmla="*/ 1524191 h 3505200"/>
              <a:gd name="connsiteX3589" fmla="*/ 2895791 w 3505200"/>
              <a:gd name="connsiteY3589" fmla="*/ 1533525 h 3505200"/>
              <a:gd name="connsiteX3590" fmla="*/ 2971991 w 3505200"/>
              <a:gd name="connsiteY3590" fmla="*/ 1532287 h 3505200"/>
              <a:gd name="connsiteX3591" fmla="*/ 2979991 w 3505200"/>
              <a:gd name="connsiteY3591" fmla="*/ 1524286 h 3505200"/>
              <a:gd name="connsiteX3592" fmla="*/ 2971991 w 3505200"/>
              <a:gd name="connsiteY3592" fmla="*/ 1516285 h 3505200"/>
              <a:gd name="connsiteX3593" fmla="*/ 2963990 w 3505200"/>
              <a:gd name="connsiteY3593" fmla="*/ 1524286 h 3505200"/>
              <a:gd name="connsiteX3594" fmla="*/ 2971991 w 3505200"/>
              <a:gd name="connsiteY3594" fmla="*/ 1532287 h 3505200"/>
              <a:gd name="connsiteX3595" fmla="*/ 3048191 w 3505200"/>
              <a:gd name="connsiteY3595" fmla="*/ 1531144 h 3505200"/>
              <a:gd name="connsiteX3596" fmla="*/ 3055144 w 3505200"/>
              <a:gd name="connsiteY3596" fmla="*/ 1524191 h 3505200"/>
              <a:gd name="connsiteX3597" fmla="*/ 3048191 w 3505200"/>
              <a:gd name="connsiteY3597" fmla="*/ 1517237 h 3505200"/>
              <a:gd name="connsiteX3598" fmla="*/ 3041237 w 3505200"/>
              <a:gd name="connsiteY3598" fmla="*/ 1524191 h 3505200"/>
              <a:gd name="connsiteX3599" fmla="*/ 3048191 w 3505200"/>
              <a:gd name="connsiteY3599" fmla="*/ 1531144 h 3505200"/>
              <a:gd name="connsiteX3600" fmla="*/ 3124391 w 3505200"/>
              <a:gd name="connsiteY3600" fmla="*/ 1529906 h 3505200"/>
              <a:gd name="connsiteX3601" fmla="*/ 3130106 w 3505200"/>
              <a:gd name="connsiteY3601" fmla="*/ 1524191 h 3505200"/>
              <a:gd name="connsiteX3602" fmla="*/ 3124391 w 3505200"/>
              <a:gd name="connsiteY3602" fmla="*/ 1518476 h 3505200"/>
              <a:gd name="connsiteX3603" fmla="*/ 3118676 w 3505200"/>
              <a:gd name="connsiteY3603" fmla="*/ 1524191 h 3505200"/>
              <a:gd name="connsiteX3604" fmla="*/ 3124391 w 3505200"/>
              <a:gd name="connsiteY3604" fmla="*/ 1529906 h 3505200"/>
              <a:gd name="connsiteX3605" fmla="*/ 3200591 w 3505200"/>
              <a:gd name="connsiteY3605" fmla="*/ 1528858 h 3505200"/>
              <a:gd name="connsiteX3606" fmla="*/ 3205258 w 3505200"/>
              <a:gd name="connsiteY3606" fmla="*/ 1524191 h 3505200"/>
              <a:gd name="connsiteX3607" fmla="*/ 3200591 w 3505200"/>
              <a:gd name="connsiteY3607" fmla="*/ 1519523 h 3505200"/>
              <a:gd name="connsiteX3608" fmla="*/ 3195923 w 3505200"/>
              <a:gd name="connsiteY3608" fmla="*/ 1524191 h 3505200"/>
              <a:gd name="connsiteX3609" fmla="*/ 3200591 w 3505200"/>
              <a:gd name="connsiteY3609" fmla="*/ 1528858 h 3505200"/>
              <a:gd name="connsiteX3610" fmla="*/ 3276791 w 3505200"/>
              <a:gd name="connsiteY3610" fmla="*/ 1527620 h 3505200"/>
              <a:gd name="connsiteX3611" fmla="*/ 3280124 w 3505200"/>
              <a:gd name="connsiteY3611" fmla="*/ 1524286 h 3505200"/>
              <a:gd name="connsiteX3612" fmla="*/ 3276791 w 3505200"/>
              <a:gd name="connsiteY3612" fmla="*/ 1520952 h 3505200"/>
              <a:gd name="connsiteX3613" fmla="*/ 3273457 w 3505200"/>
              <a:gd name="connsiteY3613" fmla="*/ 1524286 h 3505200"/>
              <a:gd name="connsiteX3614" fmla="*/ 3276791 w 3505200"/>
              <a:gd name="connsiteY3614" fmla="*/ 1527620 h 3505200"/>
              <a:gd name="connsiteX3615" fmla="*/ 3352991 w 3505200"/>
              <a:gd name="connsiteY3615" fmla="*/ 1526572 h 3505200"/>
              <a:gd name="connsiteX3616" fmla="*/ 3355277 w 3505200"/>
              <a:gd name="connsiteY3616" fmla="*/ 1524286 h 3505200"/>
              <a:gd name="connsiteX3617" fmla="*/ 3352991 w 3505200"/>
              <a:gd name="connsiteY3617" fmla="*/ 1522000 h 3505200"/>
              <a:gd name="connsiteX3618" fmla="*/ 3350705 w 3505200"/>
              <a:gd name="connsiteY3618" fmla="*/ 1524286 h 3505200"/>
              <a:gd name="connsiteX3619" fmla="*/ 3352991 w 3505200"/>
              <a:gd name="connsiteY3619" fmla="*/ 1526572 h 3505200"/>
              <a:gd name="connsiteX3620" fmla="*/ 3429191 w 3505200"/>
              <a:gd name="connsiteY3620" fmla="*/ 1525524 h 3505200"/>
              <a:gd name="connsiteX3621" fmla="*/ 3430429 w 3505200"/>
              <a:gd name="connsiteY3621" fmla="*/ 1524286 h 3505200"/>
              <a:gd name="connsiteX3622" fmla="*/ 3429191 w 3505200"/>
              <a:gd name="connsiteY3622" fmla="*/ 1523048 h 3505200"/>
              <a:gd name="connsiteX3623" fmla="*/ 3427953 w 3505200"/>
              <a:gd name="connsiteY3623" fmla="*/ 1524286 h 3505200"/>
              <a:gd name="connsiteX3624" fmla="*/ 3429191 w 3505200"/>
              <a:gd name="connsiteY3624" fmla="*/ 1525524 h 3505200"/>
              <a:gd name="connsiteX3625" fmla="*/ 3505391 w 3505200"/>
              <a:gd name="connsiteY3625" fmla="*/ 1524381 h 3505200"/>
              <a:gd name="connsiteX3626" fmla="*/ 3505581 w 3505200"/>
              <a:gd name="connsiteY3626" fmla="*/ 1524191 h 3505200"/>
              <a:gd name="connsiteX3627" fmla="*/ 3505391 w 3505200"/>
              <a:gd name="connsiteY3627" fmla="*/ 1524000 h 3505200"/>
              <a:gd name="connsiteX3628" fmla="*/ 3505200 w 3505200"/>
              <a:gd name="connsiteY3628" fmla="*/ 1524191 h 3505200"/>
              <a:gd name="connsiteX3629" fmla="*/ 3505391 w 3505200"/>
              <a:gd name="connsiteY3629" fmla="*/ 1524381 h 3505200"/>
              <a:gd name="connsiteX3630" fmla="*/ 191 w 3505200"/>
              <a:gd name="connsiteY3630" fmla="*/ 1600581 h 3505200"/>
              <a:gd name="connsiteX3631" fmla="*/ 381 w 3505200"/>
              <a:gd name="connsiteY3631" fmla="*/ 1600391 h 3505200"/>
              <a:gd name="connsiteX3632" fmla="*/ 191 w 3505200"/>
              <a:gd name="connsiteY3632" fmla="*/ 1600200 h 3505200"/>
              <a:gd name="connsiteX3633" fmla="*/ 0 w 3505200"/>
              <a:gd name="connsiteY3633" fmla="*/ 1600391 h 3505200"/>
              <a:gd name="connsiteX3634" fmla="*/ 191 w 3505200"/>
              <a:gd name="connsiteY3634" fmla="*/ 1600581 h 3505200"/>
              <a:gd name="connsiteX3635" fmla="*/ 76391 w 3505200"/>
              <a:gd name="connsiteY3635" fmla="*/ 1601724 h 3505200"/>
              <a:gd name="connsiteX3636" fmla="*/ 77629 w 3505200"/>
              <a:gd name="connsiteY3636" fmla="*/ 1600486 h 3505200"/>
              <a:gd name="connsiteX3637" fmla="*/ 76391 w 3505200"/>
              <a:gd name="connsiteY3637" fmla="*/ 1599248 h 3505200"/>
              <a:gd name="connsiteX3638" fmla="*/ 75152 w 3505200"/>
              <a:gd name="connsiteY3638" fmla="*/ 1600486 h 3505200"/>
              <a:gd name="connsiteX3639" fmla="*/ 76391 w 3505200"/>
              <a:gd name="connsiteY3639" fmla="*/ 1601724 h 3505200"/>
              <a:gd name="connsiteX3640" fmla="*/ 152591 w 3505200"/>
              <a:gd name="connsiteY3640" fmla="*/ 1602772 h 3505200"/>
              <a:gd name="connsiteX3641" fmla="*/ 154877 w 3505200"/>
              <a:gd name="connsiteY3641" fmla="*/ 1600486 h 3505200"/>
              <a:gd name="connsiteX3642" fmla="*/ 152591 w 3505200"/>
              <a:gd name="connsiteY3642" fmla="*/ 1598200 h 3505200"/>
              <a:gd name="connsiteX3643" fmla="*/ 150305 w 3505200"/>
              <a:gd name="connsiteY3643" fmla="*/ 1600486 h 3505200"/>
              <a:gd name="connsiteX3644" fmla="*/ 152591 w 3505200"/>
              <a:gd name="connsiteY3644" fmla="*/ 1602772 h 3505200"/>
              <a:gd name="connsiteX3645" fmla="*/ 228791 w 3505200"/>
              <a:gd name="connsiteY3645" fmla="*/ 1604010 h 3505200"/>
              <a:gd name="connsiteX3646" fmla="*/ 232410 w 3505200"/>
              <a:gd name="connsiteY3646" fmla="*/ 1600391 h 3505200"/>
              <a:gd name="connsiteX3647" fmla="*/ 228791 w 3505200"/>
              <a:gd name="connsiteY3647" fmla="*/ 1596771 h 3505200"/>
              <a:gd name="connsiteX3648" fmla="*/ 225171 w 3505200"/>
              <a:gd name="connsiteY3648" fmla="*/ 1600391 h 3505200"/>
              <a:gd name="connsiteX3649" fmla="*/ 228791 w 3505200"/>
              <a:gd name="connsiteY3649" fmla="*/ 1604010 h 3505200"/>
              <a:gd name="connsiteX3650" fmla="*/ 304991 w 3505200"/>
              <a:gd name="connsiteY3650" fmla="*/ 1605058 h 3505200"/>
              <a:gd name="connsiteX3651" fmla="*/ 309658 w 3505200"/>
              <a:gd name="connsiteY3651" fmla="*/ 1600391 h 3505200"/>
              <a:gd name="connsiteX3652" fmla="*/ 304991 w 3505200"/>
              <a:gd name="connsiteY3652" fmla="*/ 1595723 h 3505200"/>
              <a:gd name="connsiteX3653" fmla="*/ 300323 w 3505200"/>
              <a:gd name="connsiteY3653" fmla="*/ 1600391 h 3505200"/>
              <a:gd name="connsiteX3654" fmla="*/ 304991 w 3505200"/>
              <a:gd name="connsiteY3654" fmla="*/ 1605058 h 3505200"/>
              <a:gd name="connsiteX3655" fmla="*/ 381191 w 3505200"/>
              <a:gd name="connsiteY3655" fmla="*/ 1606296 h 3505200"/>
              <a:gd name="connsiteX3656" fmla="*/ 387096 w 3505200"/>
              <a:gd name="connsiteY3656" fmla="*/ 1600391 h 3505200"/>
              <a:gd name="connsiteX3657" fmla="*/ 381191 w 3505200"/>
              <a:gd name="connsiteY3657" fmla="*/ 1594485 h 3505200"/>
              <a:gd name="connsiteX3658" fmla="*/ 375285 w 3505200"/>
              <a:gd name="connsiteY3658" fmla="*/ 1600391 h 3505200"/>
              <a:gd name="connsiteX3659" fmla="*/ 381191 w 3505200"/>
              <a:gd name="connsiteY3659" fmla="*/ 1606296 h 3505200"/>
              <a:gd name="connsiteX3660" fmla="*/ 457391 w 3505200"/>
              <a:gd name="connsiteY3660" fmla="*/ 1607344 h 3505200"/>
              <a:gd name="connsiteX3661" fmla="*/ 464344 w 3505200"/>
              <a:gd name="connsiteY3661" fmla="*/ 1600391 h 3505200"/>
              <a:gd name="connsiteX3662" fmla="*/ 457391 w 3505200"/>
              <a:gd name="connsiteY3662" fmla="*/ 1593437 h 3505200"/>
              <a:gd name="connsiteX3663" fmla="*/ 450437 w 3505200"/>
              <a:gd name="connsiteY3663" fmla="*/ 1600391 h 3505200"/>
              <a:gd name="connsiteX3664" fmla="*/ 457391 w 3505200"/>
              <a:gd name="connsiteY3664" fmla="*/ 1607344 h 3505200"/>
              <a:gd name="connsiteX3665" fmla="*/ 533591 w 3505200"/>
              <a:gd name="connsiteY3665" fmla="*/ 1608487 h 3505200"/>
              <a:gd name="connsiteX3666" fmla="*/ 541592 w 3505200"/>
              <a:gd name="connsiteY3666" fmla="*/ 1600486 h 3505200"/>
              <a:gd name="connsiteX3667" fmla="*/ 533591 w 3505200"/>
              <a:gd name="connsiteY3667" fmla="*/ 1592485 h 3505200"/>
              <a:gd name="connsiteX3668" fmla="*/ 525590 w 3505200"/>
              <a:gd name="connsiteY3668" fmla="*/ 1600486 h 3505200"/>
              <a:gd name="connsiteX3669" fmla="*/ 533591 w 3505200"/>
              <a:gd name="connsiteY3669" fmla="*/ 1608487 h 3505200"/>
              <a:gd name="connsiteX3670" fmla="*/ 609790 w 3505200"/>
              <a:gd name="connsiteY3670" fmla="*/ 1609725 h 3505200"/>
              <a:gd name="connsiteX3671" fmla="*/ 619125 w 3505200"/>
              <a:gd name="connsiteY3671" fmla="*/ 1600391 h 3505200"/>
              <a:gd name="connsiteX3672" fmla="*/ 609790 w 3505200"/>
              <a:gd name="connsiteY3672" fmla="*/ 1591056 h 3505200"/>
              <a:gd name="connsiteX3673" fmla="*/ 600456 w 3505200"/>
              <a:gd name="connsiteY3673" fmla="*/ 1600391 h 3505200"/>
              <a:gd name="connsiteX3674" fmla="*/ 609790 w 3505200"/>
              <a:gd name="connsiteY3674" fmla="*/ 1609725 h 3505200"/>
              <a:gd name="connsiteX3675" fmla="*/ 685990 w 3505200"/>
              <a:gd name="connsiteY3675" fmla="*/ 1610963 h 3505200"/>
              <a:gd name="connsiteX3676" fmla="*/ 696563 w 3505200"/>
              <a:gd name="connsiteY3676" fmla="*/ 1600391 h 3505200"/>
              <a:gd name="connsiteX3677" fmla="*/ 685990 w 3505200"/>
              <a:gd name="connsiteY3677" fmla="*/ 1589818 h 3505200"/>
              <a:gd name="connsiteX3678" fmla="*/ 675418 w 3505200"/>
              <a:gd name="connsiteY3678" fmla="*/ 1600391 h 3505200"/>
              <a:gd name="connsiteX3679" fmla="*/ 685990 w 3505200"/>
              <a:gd name="connsiteY3679" fmla="*/ 1610963 h 3505200"/>
              <a:gd name="connsiteX3680" fmla="*/ 762190 w 3505200"/>
              <a:gd name="connsiteY3680" fmla="*/ 1612011 h 3505200"/>
              <a:gd name="connsiteX3681" fmla="*/ 773811 w 3505200"/>
              <a:gd name="connsiteY3681" fmla="*/ 1600391 h 3505200"/>
              <a:gd name="connsiteX3682" fmla="*/ 762190 w 3505200"/>
              <a:gd name="connsiteY3682" fmla="*/ 1588770 h 3505200"/>
              <a:gd name="connsiteX3683" fmla="*/ 750570 w 3505200"/>
              <a:gd name="connsiteY3683" fmla="*/ 1600391 h 3505200"/>
              <a:gd name="connsiteX3684" fmla="*/ 762190 w 3505200"/>
              <a:gd name="connsiteY3684" fmla="*/ 1612011 h 3505200"/>
              <a:gd name="connsiteX3685" fmla="*/ 838390 w 3505200"/>
              <a:gd name="connsiteY3685" fmla="*/ 1613345 h 3505200"/>
              <a:gd name="connsiteX3686" fmla="*/ 851249 w 3505200"/>
              <a:gd name="connsiteY3686" fmla="*/ 1600486 h 3505200"/>
              <a:gd name="connsiteX3687" fmla="*/ 838390 w 3505200"/>
              <a:gd name="connsiteY3687" fmla="*/ 1587627 h 3505200"/>
              <a:gd name="connsiteX3688" fmla="*/ 825532 w 3505200"/>
              <a:gd name="connsiteY3688" fmla="*/ 1600486 h 3505200"/>
              <a:gd name="connsiteX3689" fmla="*/ 838390 w 3505200"/>
              <a:gd name="connsiteY3689" fmla="*/ 1613345 h 3505200"/>
              <a:gd name="connsiteX3690" fmla="*/ 914590 w 3505200"/>
              <a:gd name="connsiteY3690" fmla="*/ 1614392 h 3505200"/>
              <a:gd name="connsiteX3691" fmla="*/ 928497 w 3505200"/>
              <a:gd name="connsiteY3691" fmla="*/ 1600486 h 3505200"/>
              <a:gd name="connsiteX3692" fmla="*/ 914590 w 3505200"/>
              <a:gd name="connsiteY3692" fmla="*/ 1586579 h 3505200"/>
              <a:gd name="connsiteX3693" fmla="*/ 900684 w 3505200"/>
              <a:gd name="connsiteY3693" fmla="*/ 1600486 h 3505200"/>
              <a:gd name="connsiteX3694" fmla="*/ 914590 w 3505200"/>
              <a:gd name="connsiteY3694" fmla="*/ 1614392 h 3505200"/>
              <a:gd name="connsiteX3695" fmla="*/ 990790 w 3505200"/>
              <a:gd name="connsiteY3695" fmla="*/ 1615631 h 3505200"/>
              <a:gd name="connsiteX3696" fmla="*/ 1006031 w 3505200"/>
              <a:gd name="connsiteY3696" fmla="*/ 1600391 h 3505200"/>
              <a:gd name="connsiteX3697" fmla="*/ 990790 w 3505200"/>
              <a:gd name="connsiteY3697" fmla="*/ 1585151 h 3505200"/>
              <a:gd name="connsiteX3698" fmla="*/ 975551 w 3505200"/>
              <a:gd name="connsiteY3698" fmla="*/ 1600391 h 3505200"/>
              <a:gd name="connsiteX3699" fmla="*/ 990790 w 3505200"/>
              <a:gd name="connsiteY3699" fmla="*/ 1615631 h 3505200"/>
              <a:gd name="connsiteX3700" fmla="*/ 1066991 w 3505200"/>
              <a:gd name="connsiteY3700" fmla="*/ 1616678 h 3505200"/>
              <a:gd name="connsiteX3701" fmla="*/ 1083278 w 3505200"/>
              <a:gd name="connsiteY3701" fmla="*/ 1600391 h 3505200"/>
              <a:gd name="connsiteX3702" fmla="*/ 1066991 w 3505200"/>
              <a:gd name="connsiteY3702" fmla="*/ 1584103 h 3505200"/>
              <a:gd name="connsiteX3703" fmla="*/ 1050703 w 3505200"/>
              <a:gd name="connsiteY3703" fmla="*/ 1600391 h 3505200"/>
              <a:gd name="connsiteX3704" fmla="*/ 1066991 w 3505200"/>
              <a:gd name="connsiteY3704" fmla="*/ 1616678 h 3505200"/>
              <a:gd name="connsiteX3705" fmla="*/ 1143191 w 3505200"/>
              <a:gd name="connsiteY3705" fmla="*/ 1617726 h 3505200"/>
              <a:gd name="connsiteX3706" fmla="*/ 1160526 w 3505200"/>
              <a:gd name="connsiteY3706" fmla="*/ 1600391 h 3505200"/>
              <a:gd name="connsiteX3707" fmla="*/ 1143191 w 3505200"/>
              <a:gd name="connsiteY3707" fmla="*/ 1583055 h 3505200"/>
              <a:gd name="connsiteX3708" fmla="*/ 1125855 w 3505200"/>
              <a:gd name="connsiteY3708" fmla="*/ 1600391 h 3505200"/>
              <a:gd name="connsiteX3709" fmla="*/ 1143191 w 3505200"/>
              <a:gd name="connsiteY3709" fmla="*/ 1617726 h 3505200"/>
              <a:gd name="connsiteX3710" fmla="*/ 1219391 w 3505200"/>
              <a:gd name="connsiteY3710" fmla="*/ 1618964 h 3505200"/>
              <a:gd name="connsiteX3711" fmla="*/ 1237964 w 3505200"/>
              <a:gd name="connsiteY3711" fmla="*/ 1600391 h 3505200"/>
              <a:gd name="connsiteX3712" fmla="*/ 1219391 w 3505200"/>
              <a:gd name="connsiteY3712" fmla="*/ 1581817 h 3505200"/>
              <a:gd name="connsiteX3713" fmla="*/ 1200817 w 3505200"/>
              <a:gd name="connsiteY3713" fmla="*/ 1600391 h 3505200"/>
              <a:gd name="connsiteX3714" fmla="*/ 1219391 w 3505200"/>
              <a:gd name="connsiteY3714" fmla="*/ 1618964 h 3505200"/>
              <a:gd name="connsiteX3715" fmla="*/ 1295591 w 3505200"/>
              <a:gd name="connsiteY3715" fmla="*/ 1620107 h 3505200"/>
              <a:gd name="connsiteX3716" fmla="*/ 1315212 w 3505200"/>
              <a:gd name="connsiteY3716" fmla="*/ 1600486 h 3505200"/>
              <a:gd name="connsiteX3717" fmla="*/ 1295591 w 3505200"/>
              <a:gd name="connsiteY3717" fmla="*/ 1580864 h 3505200"/>
              <a:gd name="connsiteX3718" fmla="*/ 1275969 w 3505200"/>
              <a:gd name="connsiteY3718" fmla="*/ 1600486 h 3505200"/>
              <a:gd name="connsiteX3719" fmla="*/ 1295591 w 3505200"/>
              <a:gd name="connsiteY3719" fmla="*/ 1620107 h 3505200"/>
              <a:gd name="connsiteX3720" fmla="*/ 1371791 w 3505200"/>
              <a:gd name="connsiteY3720" fmla="*/ 1621346 h 3505200"/>
              <a:gd name="connsiteX3721" fmla="*/ 1392746 w 3505200"/>
              <a:gd name="connsiteY3721" fmla="*/ 1600391 h 3505200"/>
              <a:gd name="connsiteX3722" fmla="*/ 1371791 w 3505200"/>
              <a:gd name="connsiteY3722" fmla="*/ 1579436 h 3505200"/>
              <a:gd name="connsiteX3723" fmla="*/ 1350836 w 3505200"/>
              <a:gd name="connsiteY3723" fmla="*/ 1600391 h 3505200"/>
              <a:gd name="connsiteX3724" fmla="*/ 1371791 w 3505200"/>
              <a:gd name="connsiteY3724" fmla="*/ 1621346 h 3505200"/>
              <a:gd name="connsiteX3725" fmla="*/ 1447991 w 3505200"/>
              <a:gd name="connsiteY3725" fmla="*/ 1622393 h 3505200"/>
              <a:gd name="connsiteX3726" fmla="*/ 1469993 w 3505200"/>
              <a:gd name="connsiteY3726" fmla="*/ 1600391 h 3505200"/>
              <a:gd name="connsiteX3727" fmla="*/ 1447991 w 3505200"/>
              <a:gd name="connsiteY3727" fmla="*/ 1578388 h 3505200"/>
              <a:gd name="connsiteX3728" fmla="*/ 1425988 w 3505200"/>
              <a:gd name="connsiteY3728" fmla="*/ 1600391 h 3505200"/>
              <a:gd name="connsiteX3729" fmla="*/ 1447991 w 3505200"/>
              <a:gd name="connsiteY3729" fmla="*/ 1622393 h 3505200"/>
              <a:gd name="connsiteX3730" fmla="*/ 1524191 w 3505200"/>
              <a:gd name="connsiteY3730" fmla="*/ 1623251 h 3505200"/>
              <a:gd name="connsiteX3731" fmla="*/ 1547051 w 3505200"/>
              <a:gd name="connsiteY3731" fmla="*/ 1600391 h 3505200"/>
              <a:gd name="connsiteX3732" fmla="*/ 1524191 w 3505200"/>
              <a:gd name="connsiteY3732" fmla="*/ 1577531 h 3505200"/>
              <a:gd name="connsiteX3733" fmla="*/ 1501331 w 3505200"/>
              <a:gd name="connsiteY3733" fmla="*/ 1600391 h 3505200"/>
              <a:gd name="connsiteX3734" fmla="*/ 1524191 w 3505200"/>
              <a:gd name="connsiteY3734" fmla="*/ 1623251 h 3505200"/>
              <a:gd name="connsiteX3735" fmla="*/ 1600391 w 3505200"/>
              <a:gd name="connsiteY3735" fmla="*/ 1624298 h 3505200"/>
              <a:gd name="connsiteX3736" fmla="*/ 1624298 w 3505200"/>
              <a:gd name="connsiteY3736" fmla="*/ 1600391 h 3505200"/>
              <a:gd name="connsiteX3737" fmla="*/ 1600391 w 3505200"/>
              <a:gd name="connsiteY3737" fmla="*/ 1576483 h 3505200"/>
              <a:gd name="connsiteX3738" fmla="*/ 1576483 w 3505200"/>
              <a:gd name="connsiteY3738" fmla="*/ 1600391 h 3505200"/>
              <a:gd name="connsiteX3739" fmla="*/ 1600391 w 3505200"/>
              <a:gd name="connsiteY3739" fmla="*/ 1624298 h 3505200"/>
              <a:gd name="connsiteX3740" fmla="*/ 1676591 w 3505200"/>
              <a:gd name="connsiteY3740" fmla="*/ 1624965 h 3505200"/>
              <a:gd name="connsiteX3741" fmla="*/ 1701070 w 3505200"/>
              <a:gd name="connsiteY3741" fmla="*/ 1600486 h 3505200"/>
              <a:gd name="connsiteX3742" fmla="*/ 1676591 w 3505200"/>
              <a:gd name="connsiteY3742" fmla="*/ 1576007 h 3505200"/>
              <a:gd name="connsiteX3743" fmla="*/ 1652111 w 3505200"/>
              <a:gd name="connsiteY3743" fmla="*/ 1600486 h 3505200"/>
              <a:gd name="connsiteX3744" fmla="*/ 1676591 w 3505200"/>
              <a:gd name="connsiteY3744" fmla="*/ 1624965 h 3505200"/>
              <a:gd name="connsiteX3745" fmla="*/ 1752791 w 3505200"/>
              <a:gd name="connsiteY3745" fmla="*/ 1625156 h 3505200"/>
              <a:gd name="connsiteX3746" fmla="*/ 1777556 w 3505200"/>
              <a:gd name="connsiteY3746" fmla="*/ 1600391 h 3505200"/>
              <a:gd name="connsiteX3747" fmla="*/ 1752791 w 3505200"/>
              <a:gd name="connsiteY3747" fmla="*/ 1575626 h 3505200"/>
              <a:gd name="connsiteX3748" fmla="*/ 1728026 w 3505200"/>
              <a:gd name="connsiteY3748" fmla="*/ 1600391 h 3505200"/>
              <a:gd name="connsiteX3749" fmla="*/ 1752791 w 3505200"/>
              <a:gd name="connsiteY3749" fmla="*/ 1625156 h 3505200"/>
              <a:gd name="connsiteX3750" fmla="*/ 1828991 w 3505200"/>
              <a:gd name="connsiteY3750" fmla="*/ 1624965 h 3505200"/>
              <a:gd name="connsiteX3751" fmla="*/ 1853470 w 3505200"/>
              <a:gd name="connsiteY3751" fmla="*/ 1600486 h 3505200"/>
              <a:gd name="connsiteX3752" fmla="*/ 1828991 w 3505200"/>
              <a:gd name="connsiteY3752" fmla="*/ 1576007 h 3505200"/>
              <a:gd name="connsiteX3753" fmla="*/ 1804511 w 3505200"/>
              <a:gd name="connsiteY3753" fmla="*/ 1600486 h 3505200"/>
              <a:gd name="connsiteX3754" fmla="*/ 1828991 w 3505200"/>
              <a:gd name="connsiteY3754" fmla="*/ 1624965 h 3505200"/>
              <a:gd name="connsiteX3755" fmla="*/ 1905191 w 3505200"/>
              <a:gd name="connsiteY3755" fmla="*/ 1624298 h 3505200"/>
              <a:gd name="connsiteX3756" fmla="*/ 1929098 w 3505200"/>
              <a:gd name="connsiteY3756" fmla="*/ 1600391 h 3505200"/>
              <a:gd name="connsiteX3757" fmla="*/ 1905191 w 3505200"/>
              <a:gd name="connsiteY3757" fmla="*/ 1576483 h 3505200"/>
              <a:gd name="connsiteX3758" fmla="*/ 1881283 w 3505200"/>
              <a:gd name="connsiteY3758" fmla="*/ 1600391 h 3505200"/>
              <a:gd name="connsiteX3759" fmla="*/ 1905191 w 3505200"/>
              <a:gd name="connsiteY3759" fmla="*/ 1624298 h 3505200"/>
              <a:gd name="connsiteX3760" fmla="*/ 1981391 w 3505200"/>
              <a:gd name="connsiteY3760" fmla="*/ 1623441 h 3505200"/>
              <a:gd name="connsiteX3761" fmla="*/ 2004441 w 3505200"/>
              <a:gd name="connsiteY3761" fmla="*/ 1600391 h 3505200"/>
              <a:gd name="connsiteX3762" fmla="*/ 1981391 w 3505200"/>
              <a:gd name="connsiteY3762" fmla="*/ 1577340 h 3505200"/>
              <a:gd name="connsiteX3763" fmla="*/ 1958340 w 3505200"/>
              <a:gd name="connsiteY3763" fmla="*/ 1600391 h 3505200"/>
              <a:gd name="connsiteX3764" fmla="*/ 1981391 w 3505200"/>
              <a:gd name="connsiteY3764" fmla="*/ 1623441 h 3505200"/>
              <a:gd name="connsiteX3765" fmla="*/ 2057591 w 3505200"/>
              <a:gd name="connsiteY3765" fmla="*/ 1622393 h 3505200"/>
              <a:gd name="connsiteX3766" fmla="*/ 2079593 w 3505200"/>
              <a:gd name="connsiteY3766" fmla="*/ 1600391 h 3505200"/>
              <a:gd name="connsiteX3767" fmla="*/ 2057591 w 3505200"/>
              <a:gd name="connsiteY3767" fmla="*/ 1578388 h 3505200"/>
              <a:gd name="connsiteX3768" fmla="*/ 2035588 w 3505200"/>
              <a:gd name="connsiteY3768" fmla="*/ 1600391 h 3505200"/>
              <a:gd name="connsiteX3769" fmla="*/ 2057591 w 3505200"/>
              <a:gd name="connsiteY3769" fmla="*/ 1622393 h 3505200"/>
              <a:gd name="connsiteX3770" fmla="*/ 2133791 w 3505200"/>
              <a:gd name="connsiteY3770" fmla="*/ 1621346 h 3505200"/>
              <a:gd name="connsiteX3771" fmla="*/ 2154746 w 3505200"/>
              <a:gd name="connsiteY3771" fmla="*/ 1600391 h 3505200"/>
              <a:gd name="connsiteX3772" fmla="*/ 2133791 w 3505200"/>
              <a:gd name="connsiteY3772" fmla="*/ 1579436 h 3505200"/>
              <a:gd name="connsiteX3773" fmla="*/ 2112836 w 3505200"/>
              <a:gd name="connsiteY3773" fmla="*/ 1600391 h 3505200"/>
              <a:gd name="connsiteX3774" fmla="*/ 2133791 w 3505200"/>
              <a:gd name="connsiteY3774" fmla="*/ 1621346 h 3505200"/>
              <a:gd name="connsiteX3775" fmla="*/ 2209991 w 3505200"/>
              <a:gd name="connsiteY3775" fmla="*/ 1620298 h 3505200"/>
              <a:gd name="connsiteX3776" fmla="*/ 2229898 w 3505200"/>
              <a:gd name="connsiteY3776" fmla="*/ 1600391 h 3505200"/>
              <a:gd name="connsiteX3777" fmla="*/ 2209991 w 3505200"/>
              <a:gd name="connsiteY3777" fmla="*/ 1580483 h 3505200"/>
              <a:gd name="connsiteX3778" fmla="*/ 2190083 w 3505200"/>
              <a:gd name="connsiteY3778" fmla="*/ 1600391 h 3505200"/>
              <a:gd name="connsiteX3779" fmla="*/ 2209991 w 3505200"/>
              <a:gd name="connsiteY3779" fmla="*/ 1620298 h 3505200"/>
              <a:gd name="connsiteX3780" fmla="*/ 2286191 w 3505200"/>
              <a:gd name="connsiteY3780" fmla="*/ 1619250 h 3505200"/>
              <a:gd name="connsiteX3781" fmla="*/ 2304955 w 3505200"/>
              <a:gd name="connsiteY3781" fmla="*/ 1600486 h 3505200"/>
              <a:gd name="connsiteX3782" fmla="*/ 2286191 w 3505200"/>
              <a:gd name="connsiteY3782" fmla="*/ 1581722 h 3505200"/>
              <a:gd name="connsiteX3783" fmla="*/ 2267426 w 3505200"/>
              <a:gd name="connsiteY3783" fmla="*/ 1600486 h 3505200"/>
              <a:gd name="connsiteX3784" fmla="*/ 2286191 w 3505200"/>
              <a:gd name="connsiteY3784" fmla="*/ 1619250 h 3505200"/>
              <a:gd name="connsiteX3785" fmla="*/ 2362391 w 3505200"/>
              <a:gd name="connsiteY3785" fmla="*/ 1617917 h 3505200"/>
              <a:gd name="connsiteX3786" fmla="*/ 2379917 w 3505200"/>
              <a:gd name="connsiteY3786" fmla="*/ 1600391 h 3505200"/>
              <a:gd name="connsiteX3787" fmla="*/ 2362391 w 3505200"/>
              <a:gd name="connsiteY3787" fmla="*/ 1582864 h 3505200"/>
              <a:gd name="connsiteX3788" fmla="*/ 2344865 w 3505200"/>
              <a:gd name="connsiteY3788" fmla="*/ 1600391 h 3505200"/>
              <a:gd name="connsiteX3789" fmla="*/ 2362391 w 3505200"/>
              <a:gd name="connsiteY3789" fmla="*/ 1617917 h 3505200"/>
              <a:gd name="connsiteX3790" fmla="*/ 2438591 w 3505200"/>
              <a:gd name="connsiteY3790" fmla="*/ 1616869 h 3505200"/>
              <a:gd name="connsiteX3791" fmla="*/ 2455069 w 3505200"/>
              <a:gd name="connsiteY3791" fmla="*/ 1600391 h 3505200"/>
              <a:gd name="connsiteX3792" fmla="*/ 2438591 w 3505200"/>
              <a:gd name="connsiteY3792" fmla="*/ 1583912 h 3505200"/>
              <a:gd name="connsiteX3793" fmla="*/ 2422112 w 3505200"/>
              <a:gd name="connsiteY3793" fmla="*/ 1600391 h 3505200"/>
              <a:gd name="connsiteX3794" fmla="*/ 2438591 w 3505200"/>
              <a:gd name="connsiteY3794" fmla="*/ 1616869 h 3505200"/>
              <a:gd name="connsiteX3795" fmla="*/ 2514791 w 3505200"/>
              <a:gd name="connsiteY3795" fmla="*/ 1615631 h 3505200"/>
              <a:gd name="connsiteX3796" fmla="*/ 2530031 w 3505200"/>
              <a:gd name="connsiteY3796" fmla="*/ 1600391 h 3505200"/>
              <a:gd name="connsiteX3797" fmla="*/ 2514791 w 3505200"/>
              <a:gd name="connsiteY3797" fmla="*/ 1585151 h 3505200"/>
              <a:gd name="connsiteX3798" fmla="*/ 2499551 w 3505200"/>
              <a:gd name="connsiteY3798" fmla="*/ 1600391 h 3505200"/>
              <a:gd name="connsiteX3799" fmla="*/ 2514791 w 3505200"/>
              <a:gd name="connsiteY3799" fmla="*/ 1615631 h 3505200"/>
              <a:gd name="connsiteX3800" fmla="*/ 2590991 w 3505200"/>
              <a:gd name="connsiteY3800" fmla="*/ 1614583 h 3505200"/>
              <a:gd name="connsiteX3801" fmla="*/ 2605183 w 3505200"/>
              <a:gd name="connsiteY3801" fmla="*/ 1600391 h 3505200"/>
              <a:gd name="connsiteX3802" fmla="*/ 2590991 w 3505200"/>
              <a:gd name="connsiteY3802" fmla="*/ 1586198 h 3505200"/>
              <a:gd name="connsiteX3803" fmla="*/ 2576798 w 3505200"/>
              <a:gd name="connsiteY3803" fmla="*/ 1600391 h 3505200"/>
              <a:gd name="connsiteX3804" fmla="*/ 2590991 w 3505200"/>
              <a:gd name="connsiteY3804" fmla="*/ 1614583 h 3505200"/>
              <a:gd name="connsiteX3805" fmla="*/ 2667191 w 3505200"/>
              <a:gd name="connsiteY3805" fmla="*/ 1613345 h 3505200"/>
              <a:gd name="connsiteX3806" fmla="*/ 2680049 w 3505200"/>
              <a:gd name="connsiteY3806" fmla="*/ 1600486 h 3505200"/>
              <a:gd name="connsiteX3807" fmla="*/ 2667191 w 3505200"/>
              <a:gd name="connsiteY3807" fmla="*/ 1587627 h 3505200"/>
              <a:gd name="connsiteX3808" fmla="*/ 2654332 w 3505200"/>
              <a:gd name="connsiteY3808" fmla="*/ 1600486 h 3505200"/>
              <a:gd name="connsiteX3809" fmla="*/ 2667191 w 3505200"/>
              <a:gd name="connsiteY3809" fmla="*/ 1613345 h 3505200"/>
              <a:gd name="connsiteX3810" fmla="*/ 2743391 w 3505200"/>
              <a:gd name="connsiteY3810" fmla="*/ 1612202 h 3505200"/>
              <a:gd name="connsiteX3811" fmla="*/ 2755202 w 3505200"/>
              <a:gd name="connsiteY3811" fmla="*/ 1600391 h 3505200"/>
              <a:gd name="connsiteX3812" fmla="*/ 2743391 w 3505200"/>
              <a:gd name="connsiteY3812" fmla="*/ 1588580 h 3505200"/>
              <a:gd name="connsiteX3813" fmla="*/ 2731580 w 3505200"/>
              <a:gd name="connsiteY3813" fmla="*/ 1600391 h 3505200"/>
              <a:gd name="connsiteX3814" fmla="*/ 2743391 w 3505200"/>
              <a:gd name="connsiteY3814" fmla="*/ 1612202 h 3505200"/>
              <a:gd name="connsiteX3815" fmla="*/ 2819591 w 3505200"/>
              <a:gd name="connsiteY3815" fmla="*/ 1611154 h 3505200"/>
              <a:gd name="connsiteX3816" fmla="*/ 2830354 w 3505200"/>
              <a:gd name="connsiteY3816" fmla="*/ 1600391 h 3505200"/>
              <a:gd name="connsiteX3817" fmla="*/ 2819591 w 3505200"/>
              <a:gd name="connsiteY3817" fmla="*/ 1589627 h 3505200"/>
              <a:gd name="connsiteX3818" fmla="*/ 2808828 w 3505200"/>
              <a:gd name="connsiteY3818" fmla="*/ 1600391 h 3505200"/>
              <a:gd name="connsiteX3819" fmla="*/ 2819591 w 3505200"/>
              <a:gd name="connsiteY3819" fmla="*/ 1611154 h 3505200"/>
              <a:gd name="connsiteX3820" fmla="*/ 2895791 w 3505200"/>
              <a:gd name="connsiteY3820" fmla="*/ 1609916 h 3505200"/>
              <a:gd name="connsiteX3821" fmla="*/ 2905316 w 3505200"/>
              <a:gd name="connsiteY3821" fmla="*/ 1600391 h 3505200"/>
              <a:gd name="connsiteX3822" fmla="*/ 2895791 w 3505200"/>
              <a:gd name="connsiteY3822" fmla="*/ 1590866 h 3505200"/>
              <a:gd name="connsiteX3823" fmla="*/ 2886266 w 3505200"/>
              <a:gd name="connsiteY3823" fmla="*/ 1600391 h 3505200"/>
              <a:gd name="connsiteX3824" fmla="*/ 2895791 w 3505200"/>
              <a:gd name="connsiteY3824" fmla="*/ 1609916 h 3505200"/>
              <a:gd name="connsiteX3825" fmla="*/ 2971991 w 3505200"/>
              <a:gd name="connsiteY3825" fmla="*/ 1608677 h 3505200"/>
              <a:gd name="connsiteX3826" fmla="*/ 2980278 w 3505200"/>
              <a:gd name="connsiteY3826" fmla="*/ 1600391 h 3505200"/>
              <a:gd name="connsiteX3827" fmla="*/ 2971991 w 3505200"/>
              <a:gd name="connsiteY3827" fmla="*/ 1592104 h 3505200"/>
              <a:gd name="connsiteX3828" fmla="*/ 2963704 w 3505200"/>
              <a:gd name="connsiteY3828" fmla="*/ 1600391 h 3505200"/>
              <a:gd name="connsiteX3829" fmla="*/ 2971991 w 3505200"/>
              <a:gd name="connsiteY3829" fmla="*/ 1608677 h 3505200"/>
              <a:gd name="connsiteX3830" fmla="*/ 3048191 w 3505200"/>
              <a:gd name="connsiteY3830" fmla="*/ 1607630 h 3505200"/>
              <a:gd name="connsiteX3831" fmla="*/ 3055334 w 3505200"/>
              <a:gd name="connsiteY3831" fmla="*/ 1600486 h 3505200"/>
              <a:gd name="connsiteX3832" fmla="*/ 3048191 w 3505200"/>
              <a:gd name="connsiteY3832" fmla="*/ 1593342 h 3505200"/>
              <a:gd name="connsiteX3833" fmla="*/ 3041047 w 3505200"/>
              <a:gd name="connsiteY3833" fmla="*/ 1600486 h 3505200"/>
              <a:gd name="connsiteX3834" fmla="*/ 3048191 w 3505200"/>
              <a:gd name="connsiteY3834" fmla="*/ 1607630 h 3505200"/>
              <a:gd name="connsiteX3835" fmla="*/ 3124391 w 3505200"/>
              <a:gd name="connsiteY3835" fmla="*/ 1606296 h 3505200"/>
              <a:gd name="connsiteX3836" fmla="*/ 3130296 w 3505200"/>
              <a:gd name="connsiteY3836" fmla="*/ 1600391 h 3505200"/>
              <a:gd name="connsiteX3837" fmla="*/ 3124391 w 3505200"/>
              <a:gd name="connsiteY3837" fmla="*/ 1594485 h 3505200"/>
              <a:gd name="connsiteX3838" fmla="*/ 3118485 w 3505200"/>
              <a:gd name="connsiteY3838" fmla="*/ 1600391 h 3505200"/>
              <a:gd name="connsiteX3839" fmla="*/ 3124391 w 3505200"/>
              <a:gd name="connsiteY3839" fmla="*/ 1606296 h 3505200"/>
              <a:gd name="connsiteX3840" fmla="*/ 3200591 w 3505200"/>
              <a:gd name="connsiteY3840" fmla="*/ 1605248 h 3505200"/>
              <a:gd name="connsiteX3841" fmla="*/ 3205448 w 3505200"/>
              <a:gd name="connsiteY3841" fmla="*/ 1600391 h 3505200"/>
              <a:gd name="connsiteX3842" fmla="*/ 3200591 w 3505200"/>
              <a:gd name="connsiteY3842" fmla="*/ 1595533 h 3505200"/>
              <a:gd name="connsiteX3843" fmla="*/ 3195733 w 3505200"/>
              <a:gd name="connsiteY3843" fmla="*/ 1600391 h 3505200"/>
              <a:gd name="connsiteX3844" fmla="*/ 3200591 w 3505200"/>
              <a:gd name="connsiteY3844" fmla="*/ 1605248 h 3505200"/>
              <a:gd name="connsiteX3845" fmla="*/ 3276791 w 3505200"/>
              <a:gd name="connsiteY3845" fmla="*/ 1604010 h 3505200"/>
              <a:gd name="connsiteX3846" fmla="*/ 3280410 w 3505200"/>
              <a:gd name="connsiteY3846" fmla="*/ 1600391 h 3505200"/>
              <a:gd name="connsiteX3847" fmla="*/ 3276791 w 3505200"/>
              <a:gd name="connsiteY3847" fmla="*/ 1596771 h 3505200"/>
              <a:gd name="connsiteX3848" fmla="*/ 3273171 w 3505200"/>
              <a:gd name="connsiteY3848" fmla="*/ 1600391 h 3505200"/>
              <a:gd name="connsiteX3849" fmla="*/ 3276791 w 3505200"/>
              <a:gd name="connsiteY3849" fmla="*/ 1604010 h 3505200"/>
              <a:gd name="connsiteX3850" fmla="*/ 3352991 w 3505200"/>
              <a:gd name="connsiteY3850" fmla="*/ 1602962 h 3505200"/>
              <a:gd name="connsiteX3851" fmla="*/ 3355562 w 3505200"/>
              <a:gd name="connsiteY3851" fmla="*/ 1600391 h 3505200"/>
              <a:gd name="connsiteX3852" fmla="*/ 3352991 w 3505200"/>
              <a:gd name="connsiteY3852" fmla="*/ 1597819 h 3505200"/>
              <a:gd name="connsiteX3853" fmla="*/ 3350419 w 3505200"/>
              <a:gd name="connsiteY3853" fmla="*/ 1600391 h 3505200"/>
              <a:gd name="connsiteX3854" fmla="*/ 3352991 w 3505200"/>
              <a:gd name="connsiteY3854" fmla="*/ 1602962 h 3505200"/>
              <a:gd name="connsiteX3855" fmla="*/ 3429191 w 3505200"/>
              <a:gd name="connsiteY3855" fmla="*/ 1601724 h 3505200"/>
              <a:gd name="connsiteX3856" fmla="*/ 3430429 w 3505200"/>
              <a:gd name="connsiteY3856" fmla="*/ 1600486 h 3505200"/>
              <a:gd name="connsiteX3857" fmla="*/ 3429191 w 3505200"/>
              <a:gd name="connsiteY3857" fmla="*/ 1599248 h 3505200"/>
              <a:gd name="connsiteX3858" fmla="*/ 3427953 w 3505200"/>
              <a:gd name="connsiteY3858" fmla="*/ 1600486 h 3505200"/>
              <a:gd name="connsiteX3859" fmla="*/ 3429191 w 3505200"/>
              <a:gd name="connsiteY3859" fmla="*/ 1601724 h 3505200"/>
              <a:gd name="connsiteX3860" fmla="*/ 3505391 w 3505200"/>
              <a:gd name="connsiteY3860" fmla="*/ 1600581 h 3505200"/>
              <a:gd name="connsiteX3861" fmla="*/ 3505581 w 3505200"/>
              <a:gd name="connsiteY3861" fmla="*/ 1600391 h 3505200"/>
              <a:gd name="connsiteX3862" fmla="*/ 3505391 w 3505200"/>
              <a:gd name="connsiteY3862" fmla="*/ 1600200 h 3505200"/>
              <a:gd name="connsiteX3863" fmla="*/ 3505200 w 3505200"/>
              <a:gd name="connsiteY3863" fmla="*/ 1600391 h 3505200"/>
              <a:gd name="connsiteX3864" fmla="*/ 3505391 w 3505200"/>
              <a:gd name="connsiteY3864" fmla="*/ 1600581 h 3505200"/>
              <a:gd name="connsiteX3865" fmla="*/ 191 w 3505200"/>
              <a:gd name="connsiteY3865" fmla="*/ 1676781 h 3505200"/>
              <a:gd name="connsiteX3866" fmla="*/ 381 w 3505200"/>
              <a:gd name="connsiteY3866" fmla="*/ 1676591 h 3505200"/>
              <a:gd name="connsiteX3867" fmla="*/ 191 w 3505200"/>
              <a:gd name="connsiteY3867" fmla="*/ 1676400 h 3505200"/>
              <a:gd name="connsiteX3868" fmla="*/ 0 w 3505200"/>
              <a:gd name="connsiteY3868" fmla="*/ 1676591 h 3505200"/>
              <a:gd name="connsiteX3869" fmla="*/ 191 w 3505200"/>
              <a:gd name="connsiteY3869" fmla="*/ 1676781 h 3505200"/>
              <a:gd name="connsiteX3870" fmla="*/ 76391 w 3505200"/>
              <a:gd name="connsiteY3870" fmla="*/ 1677924 h 3505200"/>
              <a:gd name="connsiteX3871" fmla="*/ 77629 w 3505200"/>
              <a:gd name="connsiteY3871" fmla="*/ 1676686 h 3505200"/>
              <a:gd name="connsiteX3872" fmla="*/ 76391 w 3505200"/>
              <a:gd name="connsiteY3872" fmla="*/ 1675448 h 3505200"/>
              <a:gd name="connsiteX3873" fmla="*/ 75152 w 3505200"/>
              <a:gd name="connsiteY3873" fmla="*/ 1676686 h 3505200"/>
              <a:gd name="connsiteX3874" fmla="*/ 76391 w 3505200"/>
              <a:gd name="connsiteY3874" fmla="*/ 1677924 h 3505200"/>
              <a:gd name="connsiteX3875" fmla="*/ 152591 w 3505200"/>
              <a:gd name="connsiteY3875" fmla="*/ 1678972 h 3505200"/>
              <a:gd name="connsiteX3876" fmla="*/ 154877 w 3505200"/>
              <a:gd name="connsiteY3876" fmla="*/ 1676686 h 3505200"/>
              <a:gd name="connsiteX3877" fmla="*/ 152591 w 3505200"/>
              <a:gd name="connsiteY3877" fmla="*/ 1674400 h 3505200"/>
              <a:gd name="connsiteX3878" fmla="*/ 150305 w 3505200"/>
              <a:gd name="connsiteY3878" fmla="*/ 1676686 h 3505200"/>
              <a:gd name="connsiteX3879" fmla="*/ 152591 w 3505200"/>
              <a:gd name="connsiteY3879" fmla="*/ 1678972 h 3505200"/>
              <a:gd name="connsiteX3880" fmla="*/ 228791 w 3505200"/>
              <a:gd name="connsiteY3880" fmla="*/ 1680210 h 3505200"/>
              <a:gd name="connsiteX3881" fmla="*/ 232410 w 3505200"/>
              <a:gd name="connsiteY3881" fmla="*/ 1676591 h 3505200"/>
              <a:gd name="connsiteX3882" fmla="*/ 228791 w 3505200"/>
              <a:gd name="connsiteY3882" fmla="*/ 1672971 h 3505200"/>
              <a:gd name="connsiteX3883" fmla="*/ 225171 w 3505200"/>
              <a:gd name="connsiteY3883" fmla="*/ 1676591 h 3505200"/>
              <a:gd name="connsiteX3884" fmla="*/ 228791 w 3505200"/>
              <a:gd name="connsiteY3884" fmla="*/ 1680210 h 3505200"/>
              <a:gd name="connsiteX3885" fmla="*/ 304991 w 3505200"/>
              <a:gd name="connsiteY3885" fmla="*/ 1681258 h 3505200"/>
              <a:gd name="connsiteX3886" fmla="*/ 309658 w 3505200"/>
              <a:gd name="connsiteY3886" fmla="*/ 1676591 h 3505200"/>
              <a:gd name="connsiteX3887" fmla="*/ 304991 w 3505200"/>
              <a:gd name="connsiteY3887" fmla="*/ 1671923 h 3505200"/>
              <a:gd name="connsiteX3888" fmla="*/ 300323 w 3505200"/>
              <a:gd name="connsiteY3888" fmla="*/ 1676591 h 3505200"/>
              <a:gd name="connsiteX3889" fmla="*/ 304991 w 3505200"/>
              <a:gd name="connsiteY3889" fmla="*/ 1681258 h 3505200"/>
              <a:gd name="connsiteX3890" fmla="*/ 381191 w 3505200"/>
              <a:gd name="connsiteY3890" fmla="*/ 1682496 h 3505200"/>
              <a:gd name="connsiteX3891" fmla="*/ 387096 w 3505200"/>
              <a:gd name="connsiteY3891" fmla="*/ 1676591 h 3505200"/>
              <a:gd name="connsiteX3892" fmla="*/ 381191 w 3505200"/>
              <a:gd name="connsiteY3892" fmla="*/ 1670685 h 3505200"/>
              <a:gd name="connsiteX3893" fmla="*/ 375285 w 3505200"/>
              <a:gd name="connsiteY3893" fmla="*/ 1676591 h 3505200"/>
              <a:gd name="connsiteX3894" fmla="*/ 381191 w 3505200"/>
              <a:gd name="connsiteY3894" fmla="*/ 1682496 h 3505200"/>
              <a:gd name="connsiteX3895" fmla="*/ 457391 w 3505200"/>
              <a:gd name="connsiteY3895" fmla="*/ 1683544 h 3505200"/>
              <a:gd name="connsiteX3896" fmla="*/ 464344 w 3505200"/>
              <a:gd name="connsiteY3896" fmla="*/ 1676591 h 3505200"/>
              <a:gd name="connsiteX3897" fmla="*/ 457391 w 3505200"/>
              <a:gd name="connsiteY3897" fmla="*/ 1669637 h 3505200"/>
              <a:gd name="connsiteX3898" fmla="*/ 450437 w 3505200"/>
              <a:gd name="connsiteY3898" fmla="*/ 1676591 h 3505200"/>
              <a:gd name="connsiteX3899" fmla="*/ 457391 w 3505200"/>
              <a:gd name="connsiteY3899" fmla="*/ 1683544 h 3505200"/>
              <a:gd name="connsiteX3900" fmla="*/ 533591 w 3505200"/>
              <a:gd name="connsiteY3900" fmla="*/ 1684877 h 3505200"/>
              <a:gd name="connsiteX3901" fmla="*/ 541877 w 3505200"/>
              <a:gd name="connsiteY3901" fmla="*/ 1676591 h 3505200"/>
              <a:gd name="connsiteX3902" fmla="*/ 533591 w 3505200"/>
              <a:gd name="connsiteY3902" fmla="*/ 1668304 h 3505200"/>
              <a:gd name="connsiteX3903" fmla="*/ 525304 w 3505200"/>
              <a:gd name="connsiteY3903" fmla="*/ 1676591 h 3505200"/>
              <a:gd name="connsiteX3904" fmla="*/ 533591 w 3505200"/>
              <a:gd name="connsiteY3904" fmla="*/ 1684877 h 3505200"/>
              <a:gd name="connsiteX3905" fmla="*/ 609790 w 3505200"/>
              <a:gd name="connsiteY3905" fmla="*/ 1686116 h 3505200"/>
              <a:gd name="connsiteX3906" fmla="*/ 619315 w 3505200"/>
              <a:gd name="connsiteY3906" fmla="*/ 1676591 h 3505200"/>
              <a:gd name="connsiteX3907" fmla="*/ 609790 w 3505200"/>
              <a:gd name="connsiteY3907" fmla="*/ 1667066 h 3505200"/>
              <a:gd name="connsiteX3908" fmla="*/ 600266 w 3505200"/>
              <a:gd name="connsiteY3908" fmla="*/ 1676591 h 3505200"/>
              <a:gd name="connsiteX3909" fmla="*/ 609790 w 3505200"/>
              <a:gd name="connsiteY3909" fmla="*/ 1686116 h 3505200"/>
              <a:gd name="connsiteX3910" fmla="*/ 685990 w 3505200"/>
              <a:gd name="connsiteY3910" fmla="*/ 1687163 h 3505200"/>
              <a:gd name="connsiteX3911" fmla="*/ 696563 w 3505200"/>
              <a:gd name="connsiteY3911" fmla="*/ 1676591 h 3505200"/>
              <a:gd name="connsiteX3912" fmla="*/ 685990 w 3505200"/>
              <a:gd name="connsiteY3912" fmla="*/ 1666018 h 3505200"/>
              <a:gd name="connsiteX3913" fmla="*/ 675418 w 3505200"/>
              <a:gd name="connsiteY3913" fmla="*/ 1676591 h 3505200"/>
              <a:gd name="connsiteX3914" fmla="*/ 685990 w 3505200"/>
              <a:gd name="connsiteY3914" fmla="*/ 1687163 h 3505200"/>
              <a:gd name="connsiteX3915" fmla="*/ 762190 w 3505200"/>
              <a:gd name="connsiteY3915" fmla="*/ 1688402 h 3505200"/>
              <a:gd name="connsiteX3916" fmla="*/ 774002 w 3505200"/>
              <a:gd name="connsiteY3916" fmla="*/ 1676591 h 3505200"/>
              <a:gd name="connsiteX3917" fmla="*/ 762190 w 3505200"/>
              <a:gd name="connsiteY3917" fmla="*/ 1664780 h 3505200"/>
              <a:gd name="connsiteX3918" fmla="*/ 750380 w 3505200"/>
              <a:gd name="connsiteY3918" fmla="*/ 1676591 h 3505200"/>
              <a:gd name="connsiteX3919" fmla="*/ 762190 w 3505200"/>
              <a:gd name="connsiteY3919" fmla="*/ 1688402 h 3505200"/>
              <a:gd name="connsiteX3920" fmla="*/ 838390 w 3505200"/>
              <a:gd name="connsiteY3920" fmla="*/ 1689545 h 3505200"/>
              <a:gd name="connsiteX3921" fmla="*/ 851249 w 3505200"/>
              <a:gd name="connsiteY3921" fmla="*/ 1676686 h 3505200"/>
              <a:gd name="connsiteX3922" fmla="*/ 838390 w 3505200"/>
              <a:gd name="connsiteY3922" fmla="*/ 1663827 h 3505200"/>
              <a:gd name="connsiteX3923" fmla="*/ 825532 w 3505200"/>
              <a:gd name="connsiteY3923" fmla="*/ 1676686 h 3505200"/>
              <a:gd name="connsiteX3924" fmla="*/ 838390 w 3505200"/>
              <a:gd name="connsiteY3924" fmla="*/ 1689545 h 3505200"/>
              <a:gd name="connsiteX3925" fmla="*/ 914590 w 3505200"/>
              <a:gd name="connsiteY3925" fmla="*/ 1690783 h 3505200"/>
              <a:gd name="connsiteX3926" fmla="*/ 928783 w 3505200"/>
              <a:gd name="connsiteY3926" fmla="*/ 1676591 h 3505200"/>
              <a:gd name="connsiteX3927" fmla="*/ 914590 w 3505200"/>
              <a:gd name="connsiteY3927" fmla="*/ 1662398 h 3505200"/>
              <a:gd name="connsiteX3928" fmla="*/ 900398 w 3505200"/>
              <a:gd name="connsiteY3928" fmla="*/ 1676591 h 3505200"/>
              <a:gd name="connsiteX3929" fmla="*/ 914590 w 3505200"/>
              <a:gd name="connsiteY3929" fmla="*/ 1690783 h 3505200"/>
              <a:gd name="connsiteX3930" fmla="*/ 990790 w 3505200"/>
              <a:gd name="connsiteY3930" fmla="*/ 1691831 h 3505200"/>
              <a:gd name="connsiteX3931" fmla="*/ 1006031 w 3505200"/>
              <a:gd name="connsiteY3931" fmla="*/ 1676591 h 3505200"/>
              <a:gd name="connsiteX3932" fmla="*/ 990790 w 3505200"/>
              <a:gd name="connsiteY3932" fmla="*/ 1661351 h 3505200"/>
              <a:gd name="connsiteX3933" fmla="*/ 975551 w 3505200"/>
              <a:gd name="connsiteY3933" fmla="*/ 1676591 h 3505200"/>
              <a:gd name="connsiteX3934" fmla="*/ 990790 w 3505200"/>
              <a:gd name="connsiteY3934" fmla="*/ 1691831 h 3505200"/>
              <a:gd name="connsiteX3935" fmla="*/ 1066991 w 3505200"/>
              <a:gd name="connsiteY3935" fmla="*/ 1693069 h 3505200"/>
              <a:gd name="connsiteX3936" fmla="*/ 1083469 w 3505200"/>
              <a:gd name="connsiteY3936" fmla="*/ 1676591 h 3505200"/>
              <a:gd name="connsiteX3937" fmla="*/ 1066991 w 3505200"/>
              <a:gd name="connsiteY3937" fmla="*/ 1660112 h 3505200"/>
              <a:gd name="connsiteX3938" fmla="*/ 1050512 w 3505200"/>
              <a:gd name="connsiteY3938" fmla="*/ 1676591 h 3505200"/>
              <a:gd name="connsiteX3939" fmla="*/ 1066991 w 3505200"/>
              <a:gd name="connsiteY3939" fmla="*/ 1693069 h 3505200"/>
              <a:gd name="connsiteX3940" fmla="*/ 1143191 w 3505200"/>
              <a:gd name="connsiteY3940" fmla="*/ 1694117 h 3505200"/>
              <a:gd name="connsiteX3941" fmla="*/ 1160717 w 3505200"/>
              <a:gd name="connsiteY3941" fmla="*/ 1676591 h 3505200"/>
              <a:gd name="connsiteX3942" fmla="*/ 1143191 w 3505200"/>
              <a:gd name="connsiteY3942" fmla="*/ 1659064 h 3505200"/>
              <a:gd name="connsiteX3943" fmla="*/ 1125665 w 3505200"/>
              <a:gd name="connsiteY3943" fmla="*/ 1676591 h 3505200"/>
              <a:gd name="connsiteX3944" fmla="*/ 1143191 w 3505200"/>
              <a:gd name="connsiteY3944" fmla="*/ 1694117 h 3505200"/>
              <a:gd name="connsiteX3945" fmla="*/ 1219391 w 3505200"/>
              <a:gd name="connsiteY3945" fmla="*/ 1695450 h 3505200"/>
              <a:gd name="connsiteX3946" fmla="*/ 1238155 w 3505200"/>
              <a:gd name="connsiteY3946" fmla="*/ 1676686 h 3505200"/>
              <a:gd name="connsiteX3947" fmla="*/ 1219391 w 3505200"/>
              <a:gd name="connsiteY3947" fmla="*/ 1657922 h 3505200"/>
              <a:gd name="connsiteX3948" fmla="*/ 1200626 w 3505200"/>
              <a:gd name="connsiteY3948" fmla="*/ 1676686 h 3505200"/>
              <a:gd name="connsiteX3949" fmla="*/ 1219391 w 3505200"/>
              <a:gd name="connsiteY3949" fmla="*/ 1695450 h 3505200"/>
              <a:gd name="connsiteX3950" fmla="*/ 1295591 w 3505200"/>
              <a:gd name="connsiteY3950" fmla="*/ 1696688 h 3505200"/>
              <a:gd name="connsiteX3951" fmla="*/ 1315688 w 3505200"/>
              <a:gd name="connsiteY3951" fmla="*/ 1676591 h 3505200"/>
              <a:gd name="connsiteX3952" fmla="*/ 1295591 w 3505200"/>
              <a:gd name="connsiteY3952" fmla="*/ 1656493 h 3505200"/>
              <a:gd name="connsiteX3953" fmla="*/ 1275493 w 3505200"/>
              <a:gd name="connsiteY3953" fmla="*/ 1676591 h 3505200"/>
              <a:gd name="connsiteX3954" fmla="*/ 1295591 w 3505200"/>
              <a:gd name="connsiteY3954" fmla="*/ 1696688 h 3505200"/>
              <a:gd name="connsiteX3955" fmla="*/ 1371791 w 3505200"/>
              <a:gd name="connsiteY3955" fmla="*/ 1697736 h 3505200"/>
              <a:gd name="connsiteX3956" fmla="*/ 1392936 w 3505200"/>
              <a:gd name="connsiteY3956" fmla="*/ 1676591 h 3505200"/>
              <a:gd name="connsiteX3957" fmla="*/ 1371791 w 3505200"/>
              <a:gd name="connsiteY3957" fmla="*/ 1655445 h 3505200"/>
              <a:gd name="connsiteX3958" fmla="*/ 1350645 w 3505200"/>
              <a:gd name="connsiteY3958" fmla="*/ 1676591 h 3505200"/>
              <a:gd name="connsiteX3959" fmla="*/ 1371791 w 3505200"/>
              <a:gd name="connsiteY3959" fmla="*/ 1697736 h 3505200"/>
              <a:gd name="connsiteX3960" fmla="*/ 1447991 w 3505200"/>
              <a:gd name="connsiteY3960" fmla="*/ 1698974 h 3505200"/>
              <a:gd name="connsiteX3961" fmla="*/ 1470374 w 3505200"/>
              <a:gd name="connsiteY3961" fmla="*/ 1676591 h 3505200"/>
              <a:gd name="connsiteX3962" fmla="*/ 1447991 w 3505200"/>
              <a:gd name="connsiteY3962" fmla="*/ 1654207 h 3505200"/>
              <a:gd name="connsiteX3963" fmla="*/ 1425607 w 3505200"/>
              <a:gd name="connsiteY3963" fmla="*/ 1676591 h 3505200"/>
              <a:gd name="connsiteX3964" fmla="*/ 1447991 w 3505200"/>
              <a:gd name="connsiteY3964" fmla="*/ 1698974 h 3505200"/>
              <a:gd name="connsiteX3965" fmla="*/ 1524191 w 3505200"/>
              <a:gd name="connsiteY3965" fmla="*/ 1700022 h 3505200"/>
              <a:gd name="connsiteX3966" fmla="*/ 1547622 w 3505200"/>
              <a:gd name="connsiteY3966" fmla="*/ 1676591 h 3505200"/>
              <a:gd name="connsiteX3967" fmla="*/ 1524191 w 3505200"/>
              <a:gd name="connsiteY3967" fmla="*/ 1653159 h 3505200"/>
              <a:gd name="connsiteX3968" fmla="*/ 1500759 w 3505200"/>
              <a:gd name="connsiteY3968" fmla="*/ 1676591 h 3505200"/>
              <a:gd name="connsiteX3969" fmla="*/ 1524191 w 3505200"/>
              <a:gd name="connsiteY3969" fmla="*/ 1700022 h 3505200"/>
              <a:gd name="connsiteX3970" fmla="*/ 1600391 w 3505200"/>
              <a:gd name="connsiteY3970" fmla="*/ 1701165 h 3505200"/>
              <a:gd name="connsiteX3971" fmla="*/ 1624870 w 3505200"/>
              <a:gd name="connsiteY3971" fmla="*/ 1676686 h 3505200"/>
              <a:gd name="connsiteX3972" fmla="*/ 1600391 w 3505200"/>
              <a:gd name="connsiteY3972" fmla="*/ 1652207 h 3505200"/>
              <a:gd name="connsiteX3973" fmla="*/ 1575911 w 3505200"/>
              <a:gd name="connsiteY3973" fmla="*/ 1676686 h 3505200"/>
              <a:gd name="connsiteX3974" fmla="*/ 1600391 w 3505200"/>
              <a:gd name="connsiteY3974" fmla="*/ 1701165 h 3505200"/>
              <a:gd name="connsiteX3975" fmla="*/ 1676591 w 3505200"/>
              <a:gd name="connsiteY3975" fmla="*/ 1701927 h 3505200"/>
              <a:gd name="connsiteX3976" fmla="*/ 1701927 w 3505200"/>
              <a:gd name="connsiteY3976" fmla="*/ 1676591 h 3505200"/>
              <a:gd name="connsiteX3977" fmla="*/ 1676591 w 3505200"/>
              <a:gd name="connsiteY3977" fmla="*/ 1651254 h 3505200"/>
              <a:gd name="connsiteX3978" fmla="*/ 1651254 w 3505200"/>
              <a:gd name="connsiteY3978" fmla="*/ 1676591 h 3505200"/>
              <a:gd name="connsiteX3979" fmla="*/ 1676591 w 3505200"/>
              <a:gd name="connsiteY3979" fmla="*/ 1701927 h 3505200"/>
              <a:gd name="connsiteX3980" fmla="*/ 1752791 w 3505200"/>
              <a:gd name="connsiteY3980" fmla="*/ 1702594 h 3505200"/>
              <a:gd name="connsiteX3981" fmla="*/ 1778794 w 3505200"/>
              <a:gd name="connsiteY3981" fmla="*/ 1676591 h 3505200"/>
              <a:gd name="connsiteX3982" fmla="*/ 1752791 w 3505200"/>
              <a:gd name="connsiteY3982" fmla="*/ 1650587 h 3505200"/>
              <a:gd name="connsiteX3983" fmla="*/ 1726787 w 3505200"/>
              <a:gd name="connsiteY3983" fmla="*/ 1676591 h 3505200"/>
              <a:gd name="connsiteX3984" fmla="*/ 1752791 w 3505200"/>
              <a:gd name="connsiteY3984" fmla="*/ 1702594 h 3505200"/>
              <a:gd name="connsiteX3985" fmla="*/ 1828991 w 3505200"/>
              <a:gd name="connsiteY3985" fmla="*/ 1702213 h 3505200"/>
              <a:gd name="connsiteX3986" fmla="*/ 1854518 w 3505200"/>
              <a:gd name="connsiteY3986" fmla="*/ 1676686 h 3505200"/>
              <a:gd name="connsiteX3987" fmla="*/ 1828991 w 3505200"/>
              <a:gd name="connsiteY3987" fmla="*/ 1651159 h 3505200"/>
              <a:gd name="connsiteX3988" fmla="*/ 1803464 w 3505200"/>
              <a:gd name="connsiteY3988" fmla="*/ 1676686 h 3505200"/>
              <a:gd name="connsiteX3989" fmla="*/ 1828991 w 3505200"/>
              <a:gd name="connsiteY3989" fmla="*/ 1702213 h 3505200"/>
              <a:gd name="connsiteX3990" fmla="*/ 1905191 w 3505200"/>
              <a:gd name="connsiteY3990" fmla="*/ 1701165 h 3505200"/>
              <a:gd name="connsiteX3991" fmla="*/ 1929670 w 3505200"/>
              <a:gd name="connsiteY3991" fmla="*/ 1676686 h 3505200"/>
              <a:gd name="connsiteX3992" fmla="*/ 1905191 w 3505200"/>
              <a:gd name="connsiteY3992" fmla="*/ 1652207 h 3505200"/>
              <a:gd name="connsiteX3993" fmla="*/ 1880711 w 3505200"/>
              <a:gd name="connsiteY3993" fmla="*/ 1676686 h 3505200"/>
              <a:gd name="connsiteX3994" fmla="*/ 1905191 w 3505200"/>
              <a:gd name="connsiteY3994" fmla="*/ 1701165 h 3505200"/>
              <a:gd name="connsiteX3995" fmla="*/ 1981391 w 3505200"/>
              <a:gd name="connsiteY3995" fmla="*/ 1700022 h 3505200"/>
              <a:gd name="connsiteX3996" fmla="*/ 2004822 w 3505200"/>
              <a:gd name="connsiteY3996" fmla="*/ 1676591 h 3505200"/>
              <a:gd name="connsiteX3997" fmla="*/ 1981391 w 3505200"/>
              <a:gd name="connsiteY3997" fmla="*/ 1653159 h 3505200"/>
              <a:gd name="connsiteX3998" fmla="*/ 1957959 w 3505200"/>
              <a:gd name="connsiteY3998" fmla="*/ 1676591 h 3505200"/>
              <a:gd name="connsiteX3999" fmla="*/ 1981391 w 3505200"/>
              <a:gd name="connsiteY3999" fmla="*/ 1700022 h 3505200"/>
              <a:gd name="connsiteX4000" fmla="*/ 2057591 w 3505200"/>
              <a:gd name="connsiteY4000" fmla="*/ 1698974 h 3505200"/>
              <a:gd name="connsiteX4001" fmla="*/ 2079974 w 3505200"/>
              <a:gd name="connsiteY4001" fmla="*/ 1676591 h 3505200"/>
              <a:gd name="connsiteX4002" fmla="*/ 2057591 w 3505200"/>
              <a:gd name="connsiteY4002" fmla="*/ 1654207 h 3505200"/>
              <a:gd name="connsiteX4003" fmla="*/ 2035207 w 3505200"/>
              <a:gd name="connsiteY4003" fmla="*/ 1676591 h 3505200"/>
              <a:gd name="connsiteX4004" fmla="*/ 2057591 w 3505200"/>
              <a:gd name="connsiteY4004" fmla="*/ 1698974 h 3505200"/>
              <a:gd name="connsiteX4005" fmla="*/ 2133791 w 3505200"/>
              <a:gd name="connsiteY4005" fmla="*/ 1697927 h 3505200"/>
              <a:gd name="connsiteX4006" fmla="*/ 2155127 w 3505200"/>
              <a:gd name="connsiteY4006" fmla="*/ 1676591 h 3505200"/>
              <a:gd name="connsiteX4007" fmla="*/ 2133791 w 3505200"/>
              <a:gd name="connsiteY4007" fmla="*/ 1655255 h 3505200"/>
              <a:gd name="connsiteX4008" fmla="*/ 2112455 w 3505200"/>
              <a:gd name="connsiteY4008" fmla="*/ 1676591 h 3505200"/>
              <a:gd name="connsiteX4009" fmla="*/ 2133791 w 3505200"/>
              <a:gd name="connsiteY4009" fmla="*/ 1697927 h 3505200"/>
              <a:gd name="connsiteX4010" fmla="*/ 2209991 w 3505200"/>
              <a:gd name="connsiteY4010" fmla="*/ 1696688 h 3505200"/>
              <a:gd name="connsiteX4011" fmla="*/ 2230088 w 3505200"/>
              <a:gd name="connsiteY4011" fmla="*/ 1676591 h 3505200"/>
              <a:gd name="connsiteX4012" fmla="*/ 2209991 w 3505200"/>
              <a:gd name="connsiteY4012" fmla="*/ 1656493 h 3505200"/>
              <a:gd name="connsiteX4013" fmla="*/ 2189893 w 3505200"/>
              <a:gd name="connsiteY4013" fmla="*/ 1676591 h 3505200"/>
              <a:gd name="connsiteX4014" fmla="*/ 2209991 w 3505200"/>
              <a:gd name="connsiteY4014" fmla="*/ 1696688 h 3505200"/>
              <a:gd name="connsiteX4015" fmla="*/ 2286191 w 3505200"/>
              <a:gd name="connsiteY4015" fmla="*/ 1695641 h 3505200"/>
              <a:gd name="connsiteX4016" fmla="*/ 2305241 w 3505200"/>
              <a:gd name="connsiteY4016" fmla="*/ 1676591 h 3505200"/>
              <a:gd name="connsiteX4017" fmla="*/ 2286191 w 3505200"/>
              <a:gd name="connsiteY4017" fmla="*/ 1657541 h 3505200"/>
              <a:gd name="connsiteX4018" fmla="*/ 2267141 w 3505200"/>
              <a:gd name="connsiteY4018" fmla="*/ 1676591 h 3505200"/>
              <a:gd name="connsiteX4019" fmla="*/ 2286191 w 3505200"/>
              <a:gd name="connsiteY4019" fmla="*/ 1695641 h 3505200"/>
              <a:gd name="connsiteX4020" fmla="*/ 2362391 w 3505200"/>
              <a:gd name="connsiteY4020" fmla="*/ 1694402 h 3505200"/>
              <a:gd name="connsiteX4021" fmla="*/ 2380107 w 3505200"/>
              <a:gd name="connsiteY4021" fmla="*/ 1676686 h 3505200"/>
              <a:gd name="connsiteX4022" fmla="*/ 2362391 w 3505200"/>
              <a:gd name="connsiteY4022" fmla="*/ 1658969 h 3505200"/>
              <a:gd name="connsiteX4023" fmla="*/ 2344674 w 3505200"/>
              <a:gd name="connsiteY4023" fmla="*/ 1676686 h 3505200"/>
              <a:gd name="connsiteX4024" fmla="*/ 2362391 w 3505200"/>
              <a:gd name="connsiteY4024" fmla="*/ 1694402 h 3505200"/>
              <a:gd name="connsiteX4025" fmla="*/ 2438591 w 3505200"/>
              <a:gd name="connsiteY4025" fmla="*/ 1693259 h 3505200"/>
              <a:gd name="connsiteX4026" fmla="*/ 2455259 w 3505200"/>
              <a:gd name="connsiteY4026" fmla="*/ 1676591 h 3505200"/>
              <a:gd name="connsiteX4027" fmla="*/ 2438591 w 3505200"/>
              <a:gd name="connsiteY4027" fmla="*/ 1659922 h 3505200"/>
              <a:gd name="connsiteX4028" fmla="*/ 2421922 w 3505200"/>
              <a:gd name="connsiteY4028" fmla="*/ 1676591 h 3505200"/>
              <a:gd name="connsiteX4029" fmla="*/ 2438591 w 3505200"/>
              <a:gd name="connsiteY4029" fmla="*/ 1693259 h 3505200"/>
              <a:gd name="connsiteX4030" fmla="*/ 2514791 w 3505200"/>
              <a:gd name="connsiteY4030" fmla="*/ 1692021 h 3505200"/>
              <a:gd name="connsiteX4031" fmla="*/ 2530221 w 3505200"/>
              <a:gd name="connsiteY4031" fmla="*/ 1676591 h 3505200"/>
              <a:gd name="connsiteX4032" fmla="*/ 2514791 w 3505200"/>
              <a:gd name="connsiteY4032" fmla="*/ 1661160 h 3505200"/>
              <a:gd name="connsiteX4033" fmla="*/ 2499360 w 3505200"/>
              <a:gd name="connsiteY4033" fmla="*/ 1676591 h 3505200"/>
              <a:gd name="connsiteX4034" fmla="*/ 2514791 w 3505200"/>
              <a:gd name="connsiteY4034" fmla="*/ 1692021 h 3505200"/>
              <a:gd name="connsiteX4035" fmla="*/ 2590991 w 3505200"/>
              <a:gd name="connsiteY4035" fmla="*/ 1690973 h 3505200"/>
              <a:gd name="connsiteX4036" fmla="*/ 2605373 w 3505200"/>
              <a:gd name="connsiteY4036" fmla="*/ 1676591 h 3505200"/>
              <a:gd name="connsiteX4037" fmla="*/ 2590991 w 3505200"/>
              <a:gd name="connsiteY4037" fmla="*/ 1662208 h 3505200"/>
              <a:gd name="connsiteX4038" fmla="*/ 2576608 w 3505200"/>
              <a:gd name="connsiteY4038" fmla="*/ 1676591 h 3505200"/>
              <a:gd name="connsiteX4039" fmla="*/ 2590991 w 3505200"/>
              <a:gd name="connsiteY4039" fmla="*/ 1690973 h 3505200"/>
              <a:gd name="connsiteX4040" fmla="*/ 2667191 w 3505200"/>
              <a:gd name="connsiteY4040" fmla="*/ 1689735 h 3505200"/>
              <a:gd name="connsiteX4041" fmla="*/ 2680335 w 3505200"/>
              <a:gd name="connsiteY4041" fmla="*/ 1676591 h 3505200"/>
              <a:gd name="connsiteX4042" fmla="*/ 2667191 w 3505200"/>
              <a:gd name="connsiteY4042" fmla="*/ 1663446 h 3505200"/>
              <a:gd name="connsiteX4043" fmla="*/ 2654046 w 3505200"/>
              <a:gd name="connsiteY4043" fmla="*/ 1676591 h 3505200"/>
              <a:gd name="connsiteX4044" fmla="*/ 2667191 w 3505200"/>
              <a:gd name="connsiteY4044" fmla="*/ 1689735 h 3505200"/>
              <a:gd name="connsiteX4045" fmla="*/ 2743391 w 3505200"/>
              <a:gd name="connsiteY4045" fmla="*/ 1688687 h 3505200"/>
              <a:gd name="connsiteX4046" fmla="*/ 2755392 w 3505200"/>
              <a:gd name="connsiteY4046" fmla="*/ 1676686 h 3505200"/>
              <a:gd name="connsiteX4047" fmla="*/ 2743391 w 3505200"/>
              <a:gd name="connsiteY4047" fmla="*/ 1664684 h 3505200"/>
              <a:gd name="connsiteX4048" fmla="*/ 2731389 w 3505200"/>
              <a:gd name="connsiteY4048" fmla="*/ 1676686 h 3505200"/>
              <a:gd name="connsiteX4049" fmla="*/ 2743391 w 3505200"/>
              <a:gd name="connsiteY4049" fmla="*/ 1688687 h 3505200"/>
              <a:gd name="connsiteX4050" fmla="*/ 2819591 w 3505200"/>
              <a:gd name="connsiteY4050" fmla="*/ 1687354 h 3505200"/>
              <a:gd name="connsiteX4051" fmla="*/ 2830354 w 3505200"/>
              <a:gd name="connsiteY4051" fmla="*/ 1676591 h 3505200"/>
              <a:gd name="connsiteX4052" fmla="*/ 2819591 w 3505200"/>
              <a:gd name="connsiteY4052" fmla="*/ 1665827 h 3505200"/>
              <a:gd name="connsiteX4053" fmla="*/ 2808828 w 3505200"/>
              <a:gd name="connsiteY4053" fmla="*/ 1676591 h 3505200"/>
              <a:gd name="connsiteX4054" fmla="*/ 2819591 w 3505200"/>
              <a:gd name="connsiteY4054" fmla="*/ 1687354 h 3505200"/>
              <a:gd name="connsiteX4055" fmla="*/ 2895791 w 3505200"/>
              <a:gd name="connsiteY4055" fmla="*/ 1686116 h 3505200"/>
              <a:gd name="connsiteX4056" fmla="*/ 2905316 w 3505200"/>
              <a:gd name="connsiteY4056" fmla="*/ 1676591 h 3505200"/>
              <a:gd name="connsiteX4057" fmla="*/ 2895791 w 3505200"/>
              <a:gd name="connsiteY4057" fmla="*/ 1667066 h 3505200"/>
              <a:gd name="connsiteX4058" fmla="*/ 2886266 w 3505200"/>
              <a:gd name="connsiteY4058" fmla="*/ 1676591 h 3505200"/>
              <a:gd name="connsiteX4059" fmla="*/ 2895791 w 3505200"/>
              <a:gd name="connsiteY4059" fmla="*/ 1686116 h 3505200"/>
              <a:gd name="connsiteX4060" fmla="*/ 2971991 w 3505200"/>
              <a:gd name="connsiteY4060" fmla="*/ 1685068 h 3505200"/>
              <a:gd name="connsiteX4061" fmla="*/ 2980468 w 3505200"/>
              <a:gd name="connsiteY4061" fmla="*/ 1676591 h 3505200"/>
              <a:gd name="connsiteX4062" fmla="*/ 2971991 w 3505200"/>
              <a:gd name="connsiteY4062" fmla="*/ 1668113 h 3505200"/>
              <a:gd name="connsiteX4063" fmla="*/ 2963513 w 3505200"/>
              <a:gd name="connsiteY4063" fmla="*/ 1676591 h 3505200"/>
              <a:gd name="connsiteX4064" fmla="*/ 2971991 w 3505200"/>
              <a:gd name="connsiteY4064" fmla="*/ 1685068 h 3505200"/>
              <a:gd name="connsiteX4065" fmla="*/ 3048191 w 3505200"/>
              <a:gd name="connsiteY4065" fmla="*/ 1683830 h 3505200"/>
              <a:gd name="connsiteX4066" fmla="*/ 3055334 w 3505200"/>
              <a:gd name="connsiteY4066" fmla="*/ 1676686 h 3505200"/>
              <a:gd name="connsiteX4067" fmla="*/ 3048191 w 3505200"/>
              <a:gd name="connsiteY4067" fmla="*/ 1669542 h 3505200"/>
              <a:gd name="connsiteX4068" fmla="*/ 3041047 w 3505200"/>
              <a:gd name="connsiteY4068" fmla="*/ 1676686 h 3505200"/>
              <a:gd name="connsiteX4069" fmla="*/ 3048191 w 3505200"/>
              <a:gd name="connsiteY4069" fmla="*/ 1683830 h 3505200"/>
              <a:gd name="connsiteX4070" fmla="*/ 3124391 w 3505200"/>
              <a:gd name="connsiteY4070" fmla="*/ 1682782 h 3505200"/>
              <a:gd name="connsiteX4071" fmla="*/ 3130487 w 3505200"/>
              <a:gd name="connsiteY4071" fmla="*/ 1676686 h 3505200"/>
              <a:gd name="connsiteX4072" fmla="*/ 3124391 w 3505200"/>
              <a:gd name="connsiteY4072" fmla="*/ 1670590 h 3505200"/>
              <a:gd name="connsiteX4073" fmla="*/ 3118295 w 3505200"/>
              <a:gd name="connsiteY4073" fmla="*/ 1676686 h 3505200"/>
              <a:gd name="connsiteX4074" fmla="*/ 3124391 w 3505200"/>
              <a:gd name="connsiteY4074" fmla="*/ 1682782 h 3505200"/>
              <a:gd name="connsiteX4075" fmla="*/ 3200591 w 3505200"/>
              <a:gd name="connsiteY4075" fmla="*/ 1681448 h 3505200"/>
              <a:gd name="connsiteX4076" fmla="*/ 3205448 w 3505200"/>
              <a:gd name="connsiteY4076" fmla="*/ 1676591 h 3505200"/>
              <a:gd name="connsiteX4077" fmla="*/ 3200591 w 3505200"/>
              <a:gd name="connsiteY4077" fmla="*/ 1671733 h 3505200"/>
              <a:gd name="connsiteX4078" fmla="*/ 3195733 w 3505200"/>
              <a:gd name="connsiteY4078" fmla="*/ 1676591 h 3505200"/>
              <a:gd name="connsiteX4079" fmla="*/ 3200591 w 3505200"/>
              <a:gd name="connsiteY4079" fmla="*/ 1681448 h 3505200"/>
              <a:gd name="connsiteX4080" fmla="*/ 3276791 w 3505200"/>
              <a:gd name="connsiteY4080" fmla="*/ 1680401 h 3505200"/>
              <a:gd name="connsiteX4081" fmla="*/ 3280601 w 3505200"/>
              <a:gd name="connsiteY4081" fmla="*/ 1676591 h 3505200"/>
              <a:gd name="connsiteX4082" fmla="*/ 3276791 w 3505200"/>
              <a:gd name="connsiteY4082" fmla="*/ 1672781 h 3505200"/>
              <a:gd name="connsiteX4083" fmla="*/ 3272981 w 3505200"/>
              <a:gd name="connsiteY4083" fmla="*/ 1676591 h 3505200"/>
              <a:gd name="connsiteX4084" fmla="*/ 3276791 w 3505200"/>
              <a:gd name="connsiteY4084" fmla="*/ 1680401 h 3505200"/>
              <a:gd name="connsiteX4085" fmla="*/ 3352991 w 3505200"/>
              <a:gd name="connsiteY4085" fmla="*/ 1679162 h 3505200"/>
              <a:gd name="connsiteX4086" fmla="*/ 3355562 w 3505200"/>
              <a:gd name="connsiteY4086" fmla="*/ 1676591 h 3505200"/>
              <a:gd name="connsiteX4087" fmla="*/ 3352991 w 3505200"/>
              <a:gd name="connsiteY4087" fmla="*/ 1674019 h 3505200"/>
              <a:gd name="connsiteX4088" fmla="*/ 3350419 w 3505200"/>
              <a:gd name="connsiteY4088" fmla="*/ 1676591 h 3505200"/>
              <a:gd name="connsiteX4089" fmla="*/ 3352991 w 3505200"/>
              <a:gd name="connsiteY4089" fmla="*/ 1679162 h 3505200"/>
              <a:gd name="connsiteX4090" fmla="*/ 3429191 w 3505200"/>
              <a:gd name="connsiteY4090" fmla="*/ 1677924 h 3505200"/>
              <a:gd name="connsiteX4091" fmla="*/ 3430429 w 3505200"/>
              <a:gd name="connsiteY4091" fmla="*/ 1676686 h 3505200"/>
              <a:gd name="connsiteX4092" fmla="*/ 3429191 w 3505200"/>
              <a:gd name="connsiteY4092" fmla="*/ 1675448 h 3505200"/>
              <a:gd name="connsiteX4093" fmla="*/ 3427953 w 3505200"/>
              <a:gd name="connsiteY4093" fmla="*/ 1676686 h 3505200"/>
              <a:gd name="connsiteX4094" fmla="*/ 3429191 w 3505200"/>
              <a:gd name="connsiteY4094" fmla="*/ 1677924 h 3505200"/>
              <a:gd name="connsiteX4095" fmla="*/ 3505391 w 3505200"/>
              <a:gd name="connsiteY4095" fmla="*/ 1676781 h 3505200"/>
              <a:gd name="connsiteX4096" fmla="*/ 3505581 w 3505200"/>
              <a:gd name="connsiteY4096" fmla="*/ 1676591 h 3505200"/>
              <a:gd name="connsiteX4097" fmla="*/ 3505391 w 3505200"/>
              <a:gd name="connsiteY4097" fmla="*/ 1676400 h 3505200"/>
              <a:gd name="connsiteX4098" fmla="*/ 3505200 w 3505200"/>
              <a:gd name="connsiteY4098" fmla="*/ 1676591 h 3505200"/>
              <a:gd name="connsiteX4099" fmla="*/ 3505391 w 3505200"/>
              <a:gd name="connsiteY4099" fmla="*/ 1676781 h 3505200"/>
              <a:gd name="connsiteX4100" fmla="*/ 191 w 3505200"/>
              <a:gd name="connsiteY4100" fmla="*/ 1752981 h 3505200"/>
              <a:gd name="connsiteX4101" fmla="*/ 381 w 3505200"/>
              <a:gd name="connsiteY4101" fmla="*/ 1752791 h 3505200"/>
              <a:gd name="connsiteX4102" fmla="*/ 191 w 3505200"/>
              <a:gd name="connsiteY4102" fmla="*/ 1752600 h 3505200"/>
              <a:gd name="connsiteX4103" fmla="*/ 0 w 3505200"/>
              <a:gd name="connsiteY4103" fmla="*/ 1752791 h 3505200"/>
              <a:gd name="connsiteX4104" fmla="*/ 191 w 3505200"/>
              <a:gd name="connsiteY4104" fmla="*/ 1752981 h 3505200"/>
              <a:gd name="connsiteX4105" fmla="*/ 76391 w 3505200"/>
              <a:gd name="connsiteY4105" fmla="*/ 1754124 h 3505200"/>
              <a:gd name="connsiteX4106" fmla="*/ 77629 w 3505200"/>
              <a:gd name="connsiteY4106" fmla="*/ 1752886 h 3505200"/>
              <a:gd name="connsiteX4107" fmla="*/ 76391 w 3505200"/>
              <a:gd name="connsiteY4107" fmla="*/ 1751648 h 3505200"/>
              <a:gd name="connsiteX4108" fmla="*/ 75152 w 3505200"/>
              <a:gd name="connsiteY4108" fmla="*/ 1752886 h 3505200"/>
              <a:gd name="connsiteX4109" fmla="*/ 76391 w 3505200"/>
              <a:gd name="connsiteY4109" fmla="*/ 1754124 h 3505200"/>
              <a:gd name="connsiteX4110" fmla="*/ 152591 w 3505200"/>
              <a:gd name="connsiteY4110" fmla="*/ 1755362 h 3505200"/>
              <a:gd name="connsiteX4111" fmla="*/ 155162 w 3505200"/>
              <a:gd name="connsiteY4111" fmla="*/ 1752791 h 3505200"/>
              <a:gd name="connsiteX4112" fmla="*/ 152591 w 3505200"/>
              <a:gd name="connsiteY4112" fmla="*/ 1750219 h 3505200"/>
              <a:gd name="connsiteX4113" fmla="*/ 150019 w 3505200"/>
              <a:gd name="connsiteY4113" fmla="*/ 1752791 h 3505200"/>
              <a:gd name="connsiteX4114" fmla="*/ 152591 w 3505200"/>
              <a:gd name="connsiteY4114" fmla="*/ 1755362 h 3505200"/>
              <a:gd name="connsiteX4115" fmla="*/ 228791 w 3505200"/>
              <a:gd name="connsiteY4115" fmla="*/ 1756410 h 3505200"/>
              <a:gd name="connsiteX4116" fmla="*/ 232410 w 3505200"/>
              <a:gd name="connsiteY4116" fmla="*/ 1752791 h 3505200"/>
              <a:gd name="connsiteX4117" fmla="*/ 228791 w 3505200"/>
              <a:gd name="connsiteY4117" fmla="*/ 1749171 h 3505200"/>
              <a:gd name="connsiteX4118" fmla="*/ 225171 w 3505200"/>
              <a:gd name="connsiteY4118" fmla="*/ 1752791 h 3505200"/>
              <a:gd name="connsiteX4119" fmla="*/ 228791 w 3505200"/>
              <a:gd name="connsiteY4119" fmla="*/ 1756410 h 3505200"/>
              <a:gd name="connsiteX4120" fmla="*/ 304991 w 3505200"/>
              <a:gd name="connsiteY4120" fmla="*/ 1757648 h 3505200"/>
              <a:gd name="connsiteX4121" fmla="*/ 309848 w 3505200"/>
              <a:gd name="connsiteY4121" fmla="*/ 1752791 h 3505200"/>
              <a:gd name="connsiteX4122" fmla="*/ 304991 w 3505200"/>
              <a:gd name="connsiteY4122" fmla="*/ 1747933 h 3505200"/>
              <a:gd name="connsiteX4123" fmla="*/ 300133 w 3505200"/>
              <a:gd name="connsiteY4123" fmla="*/ 1752791 h 3505200"/>
              <a:gd name="connsiteX4124" fmla="*/ 304991 w 3505200"/>
              <a:gd name="connsiteY4124" fmla="*/ 1757648 h 3505200"/>
              <a:gd name="connsiteX4125" fmla="*/ 381191 w 3505200"/>
              <a:gd name="connsiteY4125" fmla="*/ 1758696 h 3505200"/>
              <a:gd name="connsiteX4126" fmla="*/ 387096 w 3505200"/>
              <a:gd name="connsiteY4126" fmla="*/ 1752791 h 3505200"/>
              <a:gd name="connsiteX4127" fmla="*/ 381191 w 3505200"/>
              <a:gd name="connsiteY4127" fmla="*/ 1746885 h 3505200"/>
              <a:gd name="connsiteX4128" fmla="*/ 375285 w 3505200"/>
              <a:gd name="connsiteY4128" fmla="*/ 1752791 h 3505200"/>
              <a:gd name="connsiteX4129" fmla="*/ 381191 w 3505200"/>
              <a:gd name="connsiteY4129" fmla="*/ 1758696 h 3505200"/>
              <a:gd name="connsiteX4130" fmla="*/ 457391 w 3505200"/>
              <a:gd name="connsiteY4130" fmla="*/ 1760030 h 3505200"/>
              <a:gd name="connsiteX4131" fmla="*/ 464534 w 3505200"/>
              <a:gd name="connsiteY4131" fmla="*/ 1752886 h 3505200"/>
              <a:gd name="connsiteX4132" fmla="*/ 457391 w 3505200"/>
              <a:gd name="connsiteY4132" fmla="*/ 1745742 h 3505200"/>
              <a:gd name="connsiteX4133" fmla="*/ 450247 w 3505200"/>
              <a:gd name="connsiteY4133" fmla="*/ 1752886 h 3505200"/>
              <a:gd name="connsiteX4134" fmla="*/ 457391 w 3505200"/>
              <a:gd name="connsiteY4134" fmla="*/ 1760030 h 3505200"/>
              <a:gd name="connsiteX4135" fmla="*/ 533591 w 3505200"/>
              <a:gd name="connsiteY4135" fmla="*/ 1761077 h 3505200"/>
              <a:gd name="connsiteX4136" fmla="*/ 541877 w 3505200"/>
              <a:gd name="connsiteY4136" fmla="*/ 1752791 h 3505200"/>
              <a:gd name="connsiteX4137" fmla="*/ 533591 w 3505200"/>
              <a:gd name="connsiteY4137" fmla="*/ 1744504 h 3505200"/>
              <a:gd name="connsiteX4138" fmla="*/ 525304 w 3505200"/>
              <a:gd name="connsiteY4138" fmla="*/ 1752791 h 3505200"/>
              <a:gd name="connsiteX4139" fmla="*/ 533591 w 3505200"/>
              <a:gd name="connsiteY4139" fmla="*/ 1761077 h 3505200"/>
              <a:gd name="connsiteX4140" fmla="*/ 609790 w 3505200"/>
              <a:gd name="connsiteY4140" fmla="*/ 1762316 h 3505200"/>
              <a:gd name="connsiteX4141" fmla="*/ 619315 w 3505200"/>
              <a:gd name="connsiteY4141" fmla="*/ 1752791 h 3505200"/>
              <a:gd name="connsiteX4142" fmla="*/ 609790 w 3505200"/>
              <a:gd name="connsiteY4142" fmla="*/ 1743266 h 3505200"/>
              <a:gd name="connsiteX4143" fmla="*/ 600266 w 3505200"/>
              <a:gd name="connsiteY4143" fmla="*/ 1752791 h 3505200"/>
              <a:gd name="connsiteX4144" fmla="*/ 609790 w 3505200"/>
              <a:gd name="connsiteY4144" fmla="*/ 1762316 h 3505200"/>
              <a:gd name="connsiteX4145" fmla="*/ 685990 w 3505200"/>
              <a:gd name="connsiteY4145" fmla="*/ 1763554 h 3505200"/>
              <a:gd name="connsiteX4146" fmla="*/ 696754 w 3505200"/>
              <a:gd name="connsiteY4146" fmla="*/ 1752791 h 3505200"/>
              <a:gd name="connsiteX4147" fmla="*/ 685990 w 3505200"/>
              <a:gd name="connsiteY4147" fmla="*/ 1742027 h 3505200"/>
              <a:gd name="connsiteX4148" fmla="*/ 675227 w 3505200"/>
              <a:gd name="connsiteY4148" fmla="*/ 1752791 h 3505200"/>
              <a:gd name="connsiteX4149" fmla="*/ 685990 w 3505200"/>
              <a:gd name="connsiteY4149" fmla="*/ 1763554 h 3505200"/>
              <a:gd name="connsiteX4150" fmla="*/ 762190 w 3505200"/>
              <a:gd name="connsiteY4150" fmla="*/ 1764602 h 3505200"/>
              <a:gd name="connsiteX4151" fmla="*/ 774002 w 3505200"/>
              <a:gd name="connsiteY4151" fmla="*/ 1752791 h 3505200"/>
              <a:gd name="connsiteX4152" fmla="*/ 762190 w 3505200"/>
              <a:gd name="connsiteY4152" fmla="*/ 1740980 h 3505200"/>
              <a:gd name="connsiteX4153" fmla="*/ 750380 w 3505200"/>
              <a:gd name="connsiteY4153" fmla="*/ 1752791 h 3505200"/>
              <a:gd name="connsiteX4154" fmla="*/ 762190 w 3505200"/>
              <a:gd name="connsiteY4154" fmla="*/ 1764602 h 3505200"/>
              <a:gd name="connsiteX4155" fmla="*/ 838390 w 3505200"/>
              <a:gd name="connsiteY4155" fmla="*/ 1765935 h 3505200"/>
              <a:gd name="connsiteX4156" fmla="*/ 851535 w 3505200"/>
              <a:gd name="connsiteY4156" fmla="*/ 1752791 h 3505200"/>
              <a:gd name="connsiteX4157" fmla="*/ 838390 w 3505200"/>
              <a:gd name="connsiteY4157" fmla="*/ 1739646 h 3505200"/>
              <a:gd name="connsiteX4158" fmla="*/ 825246 w 3505200"/>
              <a:gd name="connsiteY4158" fmla="*/ 1752791 h 3505200"/>
              <a:gd name="connsiteX4159" fmla="*/ 838390 w 3505200"/>
              <a:gd name="connsiteY4159" fmla="*/ 1765935 h 3505200"/>
              <a:gd name="connsiteX4160" fmla="*/ 914590 w 3505200"/>
              <a:gd name="connsiteY4160" fmla="*/ 1766983 h 3505200"/>
              <a:gd name="connsiteX4161" fmla="*/ 928783 w 3505200"/>
              <a:gd name="connsiteY4161" fmla="*/ 1752791 h 3505200"/>
              <a:gd name="connsiteX4162" fmla="*/ 914590 w 3505200"/>
              <a:gd name="connsiteY4162" fmla="*/ 1738598 h 3505200"/>
              <a:gd name="connsiteX4163" fmla="*/ 900398 w 3505200"/>
              <a:gd name="connsiteY4163" fmla="*/ 1752791 h 3505200"/>
              <a:gd name="connsiteX4164" fmla="*/ 914590 w 3505200"/>
              <a:gd name="connsiteY4164" fmla="*/ 1766983 h 3505200"/>
              <a:gd name="connsiteX4165" fmla="*/ 990790 w 3505200"/>
              <a:gd name="connsiteY4165" fmla="*/ 1768221 h 3505200"/>
              <a:gd name="connsiteX4166" fmla="*/ 1006221 w 3505200"/>
              <a:gd name="connsiteY4166" fmla="*/ 1752791 h 3505200"/>
              <a:gd name="connsiteX4167" fmla="*/ 990790 w 3505200"/>
              <a:gd name="connsiteY4167" fmla="*/ 1737360 h 3505200"/>
              <a:gd name="connsiteX4168" fmla="*/ 975360 w 3505200"/>
              <a:gd name="connsiteY4168" fmla="*/ 1752791 h 3505200"/>
              <a:gd name="connsiteX4169" fmla="*/ 990790 w 3505200"/>
              <a:gd name="connsiteY4169" fmla="*/ 1768221 h 3505200"/>
              <a:gd name="connsiteX4170" fmla="*/ 1066991 w 3505200"/>
              <a:gd name="connsiteY4170" fmla="*/ 1769269 h 3505200"/>
              <a:gd name="connsiteX4171" fmla="*/ 1083469 w 3505200"/>
              <a:gd name="connsiteY4171" fmla="*/ 1752791 h 3505200"/>
              <a:gd name="connsiteX4172" fmla="*/ 1066991 w 3505200"/>
              <a:gd name="connsiteY4172" fmla="*/ 1736312 h 3505200"/>
              <a:gd name="connsiteX4173" fmla="*/ 1050512 w 3505200"/>
              <a:gd name="connsiteY4173" fmla="*/ 1752791 h 3505200"/>
              <a:gd name="connsiteX4174" fmla="*/ 1066991 w 3505200"/>
              <a:gd name="connsiteY4174" fmla="*/ 1769269 h 3505200"/>
              <a:gd name="connsiteX4175" fmla="*/ 1143191 w 3505200"/>
              <a:gd name="connsiteY4175" fmla="*/ 1770602 h 3505200"/>
              <a:gd name="connsiteX4176" fmla="*/ 1160907 w 3505200"/>
              <a:gd name="connsiteY4176" fmla="*/ 1752886 h 3505200"/>
              <a:gd name="connsiteX4177" fmla="*/ 1143191 w 3505200"/>
              <a:gd name="connsiteY4177" fmla="*/ 1735169 h 3505200"/>
              <a:gd name="connsiteX4178" fmla="*/ 1125474 w 3505200"/>
              <a:gd name="connsiteY4178" fmla="*/ 1752886 h 3505200"/>
              <a:gd name="connsiteX4179" fmla="*/ 1143191 w 3505200"/>
              <a:gd name="connsiteY4179" fmla="*/ 1770602 h 3505200"/>
              <a:gd name="connsiteX4180" fmla="*/ 1219391 w 3505200"/>
              <a:gd name="connsiteY4180" fmla="*/ 1771841 h 3505200"/>
              <a:gd name="connsiteX4181" fmla="*/ 1238441 w 3505200"/>
              <a:gd name="connsiteY4181" fmla="*/ 1752791 h 3505200"/>
              <a:gd name="connsiteX4182" fmla="*/ 1219391 w 3505200"/>
              <a:gd name="connsiteY4182" fmla="*/ 1733741 h 3505200"/>
              <a:gd name="connsiteX4183" fmla="*/ 1200341 w 3505200"/>
              <a:gd name="connsiteY4183" fmla="*/ 1752791 h 3505200"/>
              <a:gd name="connsiteX4184" fmla="*/ 1219391 w 3505200"/>
              <a:gd name="connsiteY4184" fmla="*/ 1771841 h 3505200"/>
              <a:gd name="connsiteX4185" fmla="*/ 1295591 w 3505200"/>
              <a:gd name="connsiteY4185" fmla="*/ 1772888 h 3505200"/>
              <a:gd name="connsiteX4186" fmla="*/ 1315688 w 3505200"/>
              <a:gd name="connsiteY4186" fmla="*/ 1752791 h 3505200"/>
              <a:gd name="connsiteX4187" fmla="*/ 1295591 w 3505200"/>
              <a:gd name="connsiteY4187" fmla="*/ 1732693 h 3505200"/>
              <a:gd name="connsiteX4188" fmla="*/ 1275493 w 3505200"/>
              <a:gd name="connsiteY4188" fmla="*/ 1752791 h 3505200"/>
              <a:gd name="connsiteX4189" fmla="*/ 1295591 w 3505200"/>
              <a:gd name="connsiteY4189" fmla="*/ 1772888 h 3505200"/>
              <a:gd name="connsiteX4190" fmla="*/ 1371791 w 3505200"/>
              <a:gd name="connsiteY4190" fmla="*/ 1774127 h 3505200"/>
              <a:gd name="connsiteX4191" fmla="*/ 1393127 w 3505200"/>
              <a:gd name="connsiteY4191" fmla="*/ 1752791 h 3505200"/>
              <a:gd name="connsiteX4192" fmla="*/ 1371791 w 3505200"/>
              <a:gd name="connsiteY4192" fmla="*/ 1731455 h 3505200"/>
              <a:gd name="connsiteX4193" fmla="*/ 1350455 w 3505200"/>
              <a:gd name="connsiteY4193" fmla="*/ 1752791 h 3505200"/>
              <a:gd name="connsiteX4194" fmla="*/ 1371791 w 3505200"/>
              <a:gd name="connsiteY4194" fmla="*/ 1774127 h 3505200"/>
              <a:gd name="connsiteX4195" fmla="*/ 1447991 w 3505200"/>
              <a:gd name="connsiteY4195" fmla="*/ 1775174 h 3505200"/>
              <a:gd name="connsiteX4196" fmla="*/ 1470374 w 3505200"/>
              <a:gd name="connsiteY4196" fmla="*/ 1752791 h 3505200"/>
              <a:gd name="connsiteX4197" fmla="*/ 1447991 w 3505200"/>
              <a:gd name="connsiteY4197" fmla="*/ 1730407 h 3505200"/>
              <a:gd name="connsiteX4198" fmla="*/ 1425607 w 3505200"/>
              <a:gd name="connsiteY4198" fmla="*/ 1752791 h 3505200"/>
              <a:gd name="connsiteX4199" fmla="*/ 1447991 w 3505200"/>
              <a:gd name="connsiteY4199" fmla="*/ 1775174 h 3505200"/>
              <a:gd name="connsiteX4200" fmla="*/ 1524191 w 3505200"/>
              <a:gd name="connsiteY4200" fmla="*/ 1776508 h 3505200"/>
              <a:gd name="connsiteX4201" fmla="*/ 1547813 w 3505200"/>
              <a:gd name="connsiteY4201" fmla="*/ 1752886 h 3505200"/>
              <a:gd name="connsiteX4202" fmla="*/ 1524191 w 3505200"/>
              <a:gd name="connsiteY4202" fmla="*/ 1729264 h 3505200"/>
              <a:gd name="connsiteX4203" fmla="*/ 1500568 w 3505200"/>
              <a:gd name="connsiteY4203" fmla="*/ 1752886 h 3505200"/>
              <a:gd name="connsiteX4204" fmla="*/ 1524191 w 3505200"/>
              <a:gd name="connsiteY4204" fmla="*/ 1776508 h 3505200"/>
              <a:gd name="connsiteX4205" fmla="*/ 1600391 w 3505200"/>
              <a:gd name="connsiteY4205" fmla="*/ 1777556 h 3505200"/>
              <a:gd name="connsiteX4206" fmla="*/ 1625156 w 3505200"/>
              <a:gd name="connsiteY4206" fmla="*/ 1752791 h 3505200"/>
              <a:gd name="connsiteX4207" fmla="*/ 1600391 w 3505200"/>
              <a:gd name="connsiteY4207" fmla="*/ 1728026 h 3505200"/>
              <a:gd name="connsiteX4208" fmla="*/ 1575626 w 3505200"/>
              <a:gd name="connsiteY4208" fmla="*/ 1752791 h 3505200"/>
              <a:gd name="connsiteX4209" fmla="*/ 1600391 w 3505200"/>
              <a:gd name="connsiteY4209" fmla="*/ 1777556 h 3505200"/>
              <a:gd name="connsiteX4210" fmla="*/ 1676591 w 3505200"/>
              <a:gd name="connsiteY4210" fmla="*/ 1778794 h 3505200"/>
              <a:gd name="connsiteX4211" fmla="*/ 1702594 w 3505200"/>
              <a:gd name="connsiteY4211" fmla="*/ 1752791 h 3505200"/>
              <a:gd name="connsiteX4212" fmla="*/ 1676591 w 3505200"/>
              <a:gd name="connsiteY4212" fmla="*/ 1726787 h 3505200"/>
              <a:gd name="connsiteX4213" fmla="*/ 1650587 w 3505200"/>
              <a:gd name="connsiteY4213" fmla="*/ 1752791 h 3505200"/>
              <a:gd name="connsiteX4214" fmla="*/ 1676591 w 3505200"/>
              <a:gd name="connsiteY4214" fmla="*/ 1778794 h 3505200"/>
              <a:gd name="connsiteX4215" fmla="*/ 1752791 w 3505200"/>
              <a:gd name="connsiteY4215" fmla="*/ 1779461 h 3505200"/>
              <a:gd name="connsiteX4216" fmla="*/ 1779461 w 3505200"/>
              <a:gd name="connsiteY4216" fmla="*/ 1752791 h 3505200"/>
              <a:gd name="connsiteX4217" fmla="*/ 1752791 w 3505200"/>
              <a:gd name="connsiteY4217" fmla="*/ 1726121 h 3505200"/>
              <a:gd name="connsiteX4218" fmla="*/ 1726121 w 3505200"/>
              <a:gd name="connsiteY4218" fmla="*/ 1752791 h 3505200"/>
              <a:gd name="connsiteX4219" fmla="*/ 1752791 w 3505200"/>
              <a:gd name="connsiteY4219" fmla="*/ 1779461 h 3505200"/>
              <a:gd name="connsiteX4220" fmla="*/ 1828991 w 3505200"/>
              <a:gd name="connsiteY4220" fmla="*/ 1778794 h 3505200"/>
              <a:gd name="connsiteX4221" fmla="*/ 1854994 w 3505200"/>
              <a:gd name="connsiteY4221" fmla="*/ 1752791 h 3505200"/>
              <a:gd name="connsiteX4222" fmla="*/ 1828991 w 3505200"/>
              <a:gd name="connsiteY4222" fmla="*/ 1726787 h 3505200"/>
              <a:gd name="connsiteX4223" fmla="*/ 1802987 w 3505200"/>
              <a:gd name="connsiteY4223" fmla="*/ 1752791 h 3505200"/>
              <a:gd name="connsiteX4224" fmla="*/ 1828991 w 3505200"/>
              <a:gd name="connsiteY4224" fmla="*/ 1778794 h 3505200"/>
              <a:gd name="connsiteX4225" fmla="*/ 1905191 w 3505200"/>
              <a:gd name="connsiteY4225" fmla="*/ 1777746 h 3505200"/>
              <a:gd name="connsiteX4226" fmla="*/ 1930146 w 3505200"/>
              <a:gd name="connsiteY4226" fmla="*/ 1752791 h 3505200"/>
              <a:gd name="connsiteX4227" fmla="*/ 1905191 w 3505200"/>
              <a:gd name="connsiteY4227" fmla="*/ 1727835 h 3505200"/>
              <a:gd name="connsiteX4228" fmla="*/ 1880235 w 3505200"/>
              <a:gd name="connsiteY4228" fmla="*/ 1752791 h 3505200"/>
              <a:gd name="connsiteX4229" fmla="*/ 1905191 w 3505200"/>
              <a:gd name="connsiteY4229" fmla="*/ 1777746 h 3505200"/>
              <a:gd name="connsiteX4230" fmla="*/ 1981391 w 3505200"/>
              <a:gd name="connsiteY4230" fmla="*/ 1776508 h 3505200"/>
              <a:gd name="connsiteX4231" fmla="*/ 2005013 w 3505200"/>
              <a:gd name="connsiteY4231" fmla="*/ 1752886 h 3505200"/>
              <a:gd name="connsiteX4232" fmla="*/ 1981391 w 3505200"/>
              <a:gd name="connsiteY4232" fmla="*/ 1729264 h 3505200"/>
              <a:gd name="connsiteX4233" fmla="*/ 1957768 w 3505200"/>
              <a:gd name="connsiteY4233" fmla="*/ 1752886 h 3505200"/>
              <a:gd name="connsiteX4234" fmla="*/ 1981391 w 3505200"/>
              <a:gd name="connsiteY4234" fmla="*/ 1776508 h 3505200"/>
              <a:gd name="connsiteX4235" fmla="*/ 2057591 w 3505200"/>
              <a:gd name="connsiteY4235" fmla="*/ 1775460 h 3505200"/>
              <a:gd name="connsiteX4236" fmla="*/ 2080165 w 3505200"/>
              <a:gd name="connsiteY4236" fmla="*/ 1752886 h 3505200"/>
              <a:gd name="connsiteX4237" fmla="*/ 2057591 w 3505200"/>
              <a:gd name="connsiteY4237" fmla="*/ 1730312 h 3505200"/>
              <a:gd name="connsiteX4238" fmla="*/ 2035016 w 3505200"/>
              <a:gd name="connsiteY4238" fmla="*/ 1752886 h 3505200"/>
              <a:gd name="connsiteX4239" fmla="*/ 2057591 w 3505200"/>
              <a:gd name="connsiteY4239" fmla="*/ 1775460 h 3505200"/>
              <a:gd name="connsiteX4240" fmla="*/ 2133791 w 3505200"/>
              <a:gd name="connsiteY4240" fmla="*/ 1774127 h 3505200"/>
              <a:gd name="connsiteX4241" fmla="*/ 2155127 w 3505200"/>
              <a:gd name="connsiteY4241" fmla="*/ 1752791 h 3505200"/>
              <a:gd name="connsiteX4242" fmla="*/ 2133791 w 3505200"/>
              <a:gd name="connsiteY4242" fmla="*/ 1731455 h 3505200"/>
              <a:gd name="connsiteX4243" fmla="*/ 2112455 w 3505200"/>
              <a:gd name="connsiteY4243" fmla="*/ 1752791 h 3505200"/>
              <a:gd name="connsiteX4244" fmla="*/ 2133791 w 3505200"/>
              <a:gd name="connsiteY4244" fmla="*/ 1774127 h 3505200"/>
              <a:gd name="connsiteX4245" fmla="*/ 2209991 w 3505200"/>
              <a:gd name="connsiteY4245" fmla="*/ 1773079 h 3505200"/>
              <a:gd name="connsiteX4246" fmla="*/ 2230279 w 3505200"/>
              <a:gd name="connsiteY4246" fmla="*/ 1752791 h 3505200"/>
              <a:gd name="connsiteX4247" fmla="*/ 2209991 w 3505200"/>
              <a:gd name="connsiteY4247" fmla="*/ 1732502 h 3505200"/>
              <a:gd name="connsiteX4248" fmla="*/ 2189702 w 3505200"/>
              <a:gd name="connsiteY4248" fmla="*/ 1752791 h 3505200"/>
              <a:gd name="connsiteX4249" fmla="*/ 2209991 w 3505200"/>
              <a:gd name="connsiteY4249" fmla="*/ 1773079 h 3505200"/>
              <a:gd name="connsiteX4250" fmla="*/ 2286191 w 3505200"/>
              <a:gd name="connsiteY4250" fmla="*/ 1771841 h 3505200"/>
              <a:gd name="connsiteX4251" fmla="*/ 2305241 w 3505200"/>
              <a:gd name="connsiteY4251" fmla="*/ 1752791 h 3505200"/>
              <a:gd name="connsiteX4252" fmla="*/ 2286191 w 3505200"/>
              <a:gd name="connsiteY4252" fmla="*/ 1733741 h 3505200"/>
              <a:gd name="connsiteX4253" fmla="*/ 2267141 w 3505200"/>
              <a:gd name="connsiteY4253" fmla="*/ 1752791 h 3505200"/>
              <a:gd name="connsiteX4254" fmla="*/ 2286191 w 3505200"/>
              <a:gd name="connsiteY4254" fmla="*/ 1771841 h 3505200"/>
              <a:gd name="connsiteX4255" fmla="*/ 2362391 w 3505200"/>
              <a:gd name="connsiteY4255" fmla="*/ 1770793 h 3505200"/>
              <a:gd name="connsiteX4256" fmla="*/ 2380393 w 3505200"/>
              <a:gd name="connsiteY4256" fmla="*/ 1752791 h 3505200"/>
              <a:gd name="connsiteX4257" fmla="*/ 2362391 w 3505200"/>
              <a:gd name="connsiteY4257" fmla="*/ 1734788 h 3505200"/>
              <a:gd name="connsiteX4258" fmla="*/ 2344388 w 3505200"/>
              <a:gd name="connsiteY4258" fmla="*/ 1752791 h 3505200"/>
              <a:gd name="connsiteX4259" fmla="*/ 2362391 w 3505200"/>
              <a:gd name="connsiteY4259" fmla="*/ 1770793 h 3505200"/>
              <a:gd name="connsiteX4260" fmla="*/ 2438591 w 3505200"/>
              <a:gd name="connsiteY4260" fmla="*/ 1769459 h 3505200"/>
              <a:gd name="connsiteX4261" fmla="*/ 2455259 w 3505200"/>
              <a:gd name="connsiteY4261" fmla="*/ 1752791 h 3505200"/>
              <a:gd name="connsiteX4262" fmla="*/ 2438591 w 3505200"/>
              <a:gd name="connsiteY4262" fmla="*/ 1736122 h 3505200"/>
              <a:gd name="connsiteX4263" fmla="*/ 2421922 w 3505200"/>
              <a:gd name="connsiteY4263" fmla="*/ 1752791 h 3505200"/>
              <a:gd name="connsiteX4264" fmla="*/ 2438591 w 3505200"/>
              <a:gd name="connsiteY4264" fmla="*/ 1769459 h 3505200"/>
              <a:gd name="connsiteX4265" fmla="*/ 2514791 w 3505200"/>
              <a:gd name="connsiteY4265" fmla="*/ 1768221 h 3505200"/>
              <a:gd name="connsiteX4266" fmla="*/ 2530221 w 3505200"/>
              <a:gd name="connsiteY4266" fmla="*/ 1752791 h 3505200"/>
              <a:gd name="connsiteX4267" fmla="*/ 2514791 w 3505200"/>
              <a:gd name="connsiteY4267" fmla="*/ 1737360 h 3505200"/>
              <a:gd name="connsiteX4268" fmla="*/ 2499360 w 3505200"/>
              <a:gd name="connsiteY4268" fmla="*/ 1752791 h 3505200"/>
              <a:gd name="connsiteX4269" fmla="*/ 2514791 w 3505200"/>
              <a:gd name="connsiteY4269" fmla="*/ 1768221 h 3505200"/>
              <a:gd name="connsiteX4270" fmla="*/ 2590991 w 3505200"/>
              <a:gd name="connsiteY4270" fmla="*/ 1767173 h 3505200"/>
              <a:gd name="connsiteX4271" fmla="*/ 2605373 w 3505200"/>
              <a:gd name="connsiteY4271" fmla="*/ 1752791 h 3505200"/>
              <a:gd name="connsiteX4272" fmla="*/ 2590991 w 3505200"/>
              <a:gd name="connsiteY4272" fmla="*/ 1738408 h 3505200"/>
              <a:gd name="connsiteX4273" fmla="*/ 2576608 w 3505200"/>
              <a:gd name="connsiteY4273" fmla="*/ 1752791 h 3505200"/>
              <a:gd name="connsiteX4274" fmla="*/ 2590991 w 3505200"/>
              <a:gd name="connsiteY4274" fmla="*/ 1767173 h 3505200"/>
              <a:gd name="connsiteX4275" fmla="*/ 2667191 w 3505200"/>
              <a:gd name="connsiteY4275" fmla="*/ 1765935 h 3505200"/>
              <a:gd name="connsiteX4276" fmla="*/ 2680335 w 3505200"/>
              <a:gd name="connsiteY4276" fmla="*/ 1752791 h 3505200"/>
              <a:gd name="connsiteX4277" fmla="*/ 2667191 w 3505200"/>
              <a:gd name="connsiteY4277" fmla="*/ 1739646 h 3505200"/>
              <a:gd name="connsiteX4278" fmla="*/ 2654046 w 3505200"/>
              <a:gd name="connsiteY4278" fmla="*/ 1752791 h 3505200"/>
              <a:gd name="connsiteX4279" fmla="*/ 2667191 w 3505200"/>
              <a:gd name="connsiteY4279" fmla="*/ 1765935 h 3505200"/>
              <a:gd name="connsiteX4280" fmla="*/ 2743391 w 3505200"/>
              <a:gd name="connsiteY4280" fmla="*/ 1764887 h 3505200"/>
              <a:gd name="connsiteX4281" fmla="*/ 2755392 w 3505200"/>
              <a:gd name="connsiteY4281" fmla="*/ 1752886 h 3505200"/>
              <a:gd name="connsiteX4282" fmla="*/ 2743391 w 3505200"/>
              <a:gd name="connsiteY4282" fmla="*/ 1740884 h 3505200"/>
              <a:gd name="connsiteX4283" fmla="*/ 2731389 w 3505200"/>
              <a:gd name="connsiteY4283" fmla="*/ 1752886 h 3505200"/>
              <a:gd name="connsiteX4284" fmla="*/ 2743391 w 3505200"/>
              <a:gd name="connsiteY4284" fmla="*/ 1764887 h 3505200"/>
              <a:gd name="connsiteX4285" fmla="*/ 2819591 w 3505200"/>
              <a:gd name="connsiteY4285" fmla="*/ 1763554 h 3505200"/>
              <a:gd name="connsiteX4286" fmla="*/ 2830354 w 3505200"/>
              <a:gd name="connsiteY4286" fmla="*/ 1752791 h 3505200"/>
              <a:gd name="connsiteX4287" fmla="*/ 2819591 w 3505200"/>
              <a:gd name="connsiteY4287" fmla="*/ 1742027 h 3505200"/>
              <a:gd name="connsiteX4288" fmla="*/ 2808828 w 3505200"/>
              <a:gd name="connsiteY4288" fmla="*/ 1752791 h 3505200"/>
              <a:gd name="connsiteX4289" fmla="*/ 2819591 w 3505200"/>
              <a:gd name="connsiteY4289" fmla="*/ 1763554 h 3505200"/>
              <a:gd name="connsiteX4290" fmla="*/ 2895791 w 3505200"/>
              <a:gd name="connsiteY4290" fmla="*/ 1762506 h 3505200"/>
              <a:gd name="connsiteX4291" fmla="*/ 2905506 w 3505200"/>
              <a:gd name="connsiteY4291" fmla="*/ 1752791 h 3505200"/>
              <a:gd name="connsiteX4292" fmla="*/ 2895791 w 3505200"/>
              <a:gd name="connsiteY4292" fmla="*/ 1743075 h 3505200"/>
              <a:gd name="connsiteX4293" fmla="*/ 2886075 w 3505200"/>
              <a:gd name="connsiteY4293" fmla="*/ 1752791 h 3505200"/>
              <a:gd name="connsiteX4294" fmla="*/ 2895791 w 3505200"/>
              <a:gd name="connsiteY4294" fmla="*/ 1762506 h 3505200"/>
              <a:gd name="connsiteX4295" fmla="*/ 2971991 w 3505200"/>
              <a:gd name="connsiteY4295" fmla="*/ 1761268 h 3505200"/>
              <a:gd name="connsiteX4296" fmla="*/ 2980468 w 3505200"/>
              <a:gd name="connsiteY4296" fmla="*/ 1752791 h 3505200"/>
              <a:gd name="connsiteX4297" fmla="*/ 2971991 w 3505200"/>
              <a:gd name="connsiteY4297" fmla="*/ 1744313 h 3505200"/>
              <a:gd name="connsiteX4298" fmla="*/ 2963513 w 3505200"/>
              <a:gd name="connsiteY4298" fmla="*/ 1752791 h 3505200"/>
              <a:gd name="connsiteX4299" fmla="*/ 2971991 w 3505200"/>
              <a:gd name="connsiteY4299" fmla="*/ 1761268 h 3505200"/>
              <a:gd name="connsiteX4300" fmla="*/ 3048191 w 3505200"/>
              <a:gd name="connsiteY4300" fmla="*/ 1760030 h 3505200"/>
              <a:gd name="connsiteX4301" fmla="*/ 3055334 w 3505200"/>
              <a:gd name="connsiteY4301" fmla="*/ 1752886 h 3505200"/>
              <a:gd name="connsiteX4302" fmla="*/ 3048191 w 3505200"/>
              <a:gd name="connsiteY4302" fmla="*/ 1745742 h 3505200"/>
              <a:gd name="connsiteX4303" fmla="*/ 3041047 w 3505200"/>
              <a:gd name="connsiteY4303" fmla="*/ 1752886 h 3505200"/>
              <a:gd name="connsiteX4304" fmla="*/ 3048191 w 3505200"/>
              <a:gd name="connsiteY4304" fmla="*/ 1760030 h 3505200"/>
              <a:gd name="connsiteX4305" fmla="*/ 3124391 w 3505200"/>
              <a:gd name="connsiteY4305" fmla="*/ 1758982 h 3505200"/>
              <a:gd name="connsiteX4306" fmla="*/ 3130487 w 3505200"/>
              <a:gd name="connsiteY4306" fmla="*/ 1752886 h 3505200"/>
              <a:gd name="connsiteX4307" fmla="*/ 3124391 w 3505200"/>
              <a:gd name="connsiteY4307" fmla="*/ 1746790 h 3505200"/>
              <a:gd name="connsiteX4308" fmla="*/ 3118295 w 3505200"/>
              <a:gd name="connsiteY4308" fmla="*/ 1752886 h 3505200"/>
              <a:gd name="connsiteX4309" fmla="*/ 3124391 w 3505200"/>
              <a:gd name="connsiteY4309" fmla="*/ 1758982 h 3505200"/>
              <a:gd name="connsiteX4310" fmla="*/ 3200591 w 3505200"/>
              <a:gd name="connsiteY4310" fmla="*/ 1757648 h 3505200"/>
              <a:gd name="connsiteX4311" fmla="*/ 3205448 w 3505200"/>
              <a:gd name="connsiteY4311" fmla="*/ 1752791 h 3505200"/>
              <a:gd name="connsiteX4312" fmla="*/ 3200591 w 3505200"/>
              <a:gd name="connsiteY4312" fmla="*/ 1747933 h 3505200"/>
              <a:gd name="connsiteX4313" fmla="*/ 3195733 w 3505200"/>
              <a:gd name="connsiteY4313" fmla="*/ 1752791 h 3505200"/>
              <a:gd name="connsiteX4314" fmla="*/ 3200591 w 3505200"/>
              <a:gd name="connsiteY4314" fmla="*/ 1757648 h 3505200"/>
              <a:gd name="connsiteX4315" fmla="*/ 3276791 w 3505200"/>
              <a:gd name="connsiteY4315" fmla="*/ 1756601 h 3505200"/>
              <a:gd name="connsiteX4316" fmla="*/ 3280601 w 3505200"/>
              <a:gd name="connsiteY4316" fmla="*/ 1752791 h 3505200"/>
              <a:gd name="connsiteX4317" fmla="*/ 3276791 w 3505200"/>
              <a:gd name="connsiteY4317" fmla="*/ 1748981 h 3505200"/>
              <a:gd name="connsiteX4318" fmla="*/ 3272981 w 3505200"/>
              <a:gd name="connsiteY4318" fmla="*/ 1752791 h 3505200"/>
              <a:gd name="connsiteX4319" fmla="*/ 3276791 w 3505200"/>
              <a:gd name="connsiteY4319" fmla="*/ 1756601 h 3505200"/>
              <a:gd name="connsiteX4320" fmla="*/ 3352991 w 3505200"/>
              <a:gd name="connsiteY4320" fmla="*/ 1755362 h 3505200"/>
              <a:gd name="connsiteX4321" fmla="*/ 3355562 w 3505200"/>
              <a:gd name="connsiteY4321" fmla="*/ 1752791 h 3505200"/>
              <a:gd name="connsiteX4322" fmla="*/ 3352991 w 3505200"/>
              <a:gd name="connsiteY4322" fmla="*/ 1750219 h 3505200"/>
              <a:gd name="connsiteX4323" fmla="*/ 3350419 w 3505200"/>
              <a:gd name="connsiteY4323" fmla="*/ 1752791 h 3505200"/>
              <a:gd name="connsiteX4324" fmla="*/ 3352991 w 3505200"/>
              <a:gd name="connsiteY4324" fmla="*/ 1755362 h 3505200"/>
              <a:gd name="connsiteX4325" fmla="*/ 3429191 w 3505200"/>
              <a:gd name="connsiteY4325" fmla="*/ 1754314 h 3505200"/>
              <a:gd name="connsiteX4326" fmla="*/ 3430715 w 3505200"/>
              <a:gd name="connsiteY4326" fmla="*/ 1752791 h 3505200"/>
              <a:gd name="connsiteX4327" fmla="*/ 3429191 w 3505200"/>
              <a:gd name="connsiteY4327" fmla="*/ 1751267 h 3505200"/>
              <a:gd name="connsiteX4328" fmla="*/ 3427666 w 3505200"/>
              <a:gd name="connsiteY4328" fmla="*/ 1752791 h 3505200"/>
              <a:gd name="connsiteX4329" fmla="*/ 3429191 w 3505200"/>
              <a:gd name="connsiteY4329" fmla="*/ 1754314 h 3505200"/>
              <a:gd name="connsiteX4330" fmla="*/ 3505391 w 3505200"/>
              <a:gd name="connsiteY4330" fmla="*/ 1752981 h 3505200"/>
              <a:gd name="connsiteX4331" fmla="*/ 3505581 w 3505200"/>
              <a:gd name="connsiteY4331" fmla="*/ 1752791 h 3505200"/>
              <a:gd name="connsiteX4332" fmla="*/ 3505391 w 3505200"/>
              <a:gd name="connsiteY4332" fmla="*/ 1752600 h 3505200"/>
              <a:gd name="connsiteX4333" fmla="*/ 3505200 w 3505200"/>
              <a:gd name="connsiteY4333" fmla="*/ 1752791 h 3505200"/>
              <a:gd name="connsiteX4334" fmla="*/ 3505391 w 3505200"/>
              <a:gd name="connsiteY4334" fmla="*/ 1752981 h 3505200"/>
              <a:gd name="connsiteX4335" fmla="*/ 191 w 3505200"/>
              <a:gd name="connsiteY4335" fmla="*/ 1829181 h 3505200"/>
              <a:gd name="connsiteX4336" fmla="*/ 381 w 3505200"/>
              <a:gd name="connsiteY4336" fmla="*/ 1828991 h 3505200"/>
              <a:gd name="connsiteX4337" fmla="*/ 191 w 3505200"/>
              <a:gd name="connsiteY4337" fmla="*/ 1828800 h 3505200"/>
              <a:gd name="connsiteX4338" fmla="*/ 0 w 3505200"/>
              <a:gd name="connsiteY4338" fmla="*/ 1828991 h 3505200"/>
              <a:gd name="connsiteX4339" fmla="*/ 191 w 3505200"/>
              <a:gd name="connsiteY4339" fmla="*/ 1829181 h 3505200"/>
              <a:gd name="connsiteX4340" fmla="*/ 76391 w 3505200"/>
              <a:gd name="connsiteY4340" fmla="*/ 1830324 h 3505200"/>
              <a:gd name="connsiteX4341" fmla="*/ 77629 w 3505200"/>
              <a:gd name="connsiteY4341" fmla="*/ 1829086 h 3505200"/>
              <a:gd name="connsiteX4342" fmla="*/ 76391 w 3505200"/>
              <a:gd name="connsiteY4342" fmla="*/ 1827848 h 3505200"/>
              <a:gd name="connsiteX4343" fmla="*/ 75152 w 3505200"/>
              <a:gd name="connsiteY4343" fmla="*/ 1829086 h 3505200"/>
              <a:gd name="connsiteX4344" fmla="*/ 76391 w 3505200"/>
              <a:gd name="connsiteY4344" fmla="*/ 1830324 h 3505200"/>
              <a:gd name="connsiteX4345" fmla="*/ 152591 w 3505200"/>
              <a:gd name="connsiteY4345" fmla="*/ 1831372 h 3505200"/>
              <a:gd name="connsiteX4346" fmla="*/ 154877 w 3505200"/>
              <a:gd name="connsiteY4346" fmla="*/ 1829086 h 3505200"/>
              <a:gd name="connsiteX4347" fmla="*/ 152591 w 3505200"/>
              <a:gd name="connsiteY4347" fmla="*/ 1826800 h 3505200"/>
              <a:gd name="connsiteX4348" fmla="*/ 150305 w 3505200"/>
              <a:gd name="connsiteY4348" fmla="*/ 1829086 h 3505200"/>
              <a:gd name="connsiteX4349" fmla="*/ 152591 w 3505200"/>
              <a:gd name="connsiteY4349" fmla="*/ 1831372 h 3505200"/>
              <a:gd name="connsiteX4350" fmla="*/ 228791 w 3505200"/>
              <a:gd name="connsiteY4350" fmla="*/ 1832610 h 3505200"/>
              <a:gd name="connsiteX4351" fmla="*/ 232410 w 3505200"/>
              <a:gd name="connsiteY4351" fmla="*/ 1828991 h 3505200"/>
              <a:gd name="connsiteX4352" fmla="*/ 228791 w 3505200"/>
              <a:gd name="connsiteY4352" fmla="*/ 1825371 h 3505200"/>
              <a:gd name="connsiteX4353" fmla="*/ 225171 w 3505200"/>
              <a:gd name="connsiteY4353" fmla="*/ 1828991 h 3505200"/>
              <a:gd name="connsiteX4354" fmla="*/ 228791 w 3505200"/>
              <a:gd name="connsiteY4354" fmla="*/ 1832610 h 3505200"/>
              <a:gd name="connsiteX4355" fmla="*/ 304991 w 3505200"/>
              <a:gd name="connsiteY4355" fmla="*/ 1833658 h 3505200"/>
              <a:gd name="connsiteX4356" fmla="*/ 309658 w 3505200"/>
              <a:gd name="connsiteY4356" fmla="*/ 1828991 h 3505200"/>
              <a:gd name="connsiteX4357" fmla="*/ 304991 w 3505200"/>
              <a:gd name="connsiteY4357" fmla="*/ 1824323 h 3505200"/>
              <a:gd name="connsiteX4358" fmla="*/ 300323 w 3505200"/>
              <a:gd name="connsiteY4358" fmla="*/ 1828991 h 3505200"/>
              <a:gd name="connsiteX4359" fmla="*/ 304991 w 3505200"/>
              <a:gd name="connsiteY4359" fmla="*/ 1833658 h 3505200"/>
              <a:gd name="connsiteX4360" fmla="*/ 381191 w 3505200"/>
              <a:gd name="connsiteY4360" fmla="*/ 1834896 h 3505200"/>
              <a:gd name="connsiteX4361" fmla="*/ 387096 w 3505200"/>
              <a:gd name="connsiteY4361" fmla="*/ 1828991 h 3505200"/>
              <a:gd name="connsiteX4362" fmla="*/ 381191 w 3505200"/>
              <a:gd name="connsiteY4362" fmla="*/ 1823085 h 3505200"/>
              <a:gd name="connsiteX4363" fmla="*/ 375285 w 3505200"/>
              <a:gd name="connsiteY4363" fmla="*/ 1828991 h 3505200"/>
              <a:gd name="connsiteX4364" fmla="*/ 381191 w 3505200"/>
              <a:gd name="connsiteY4364" fmla="*/ 1834896 h 3505200"/>
              <a:gd name="connsiteX4365" fmla="*/ 457391 w 3505200"/>
              <a:gd name="connsiteY4365" fmla="*/ 1835944 h 3505200"/>
              <a:gd name="connsiteX4366" fmla="*/ 464344 w 3505200"/>
              <a:gd name="connsiteY4366" fmla="*/ 1828991 h 3505200"/>
              <a:gd name="connsiteX4367" fmla="*/ 457391 w 3505200"/>
              <a:gd name="connsiteY4367" fmla="*/ 1822037 h 3505200"/>
              <a:gd name="connsiteX4368" fmla="*/ 450437 w 3505200"/>
              <a:gd name="connsiteY4368" fmla="*/ 1828991 h 3505200"/>
              <a:gd name="connsiteX4369" fmla="*/ 457391 w 3505200"/>
              <a:gd name="connsiteY4369" fmla="*/ 1835944 h 3505200"/>
              <a:gd name="connsiteX4370" fmla="*/ 533591 w 3505200"/>
              <a:gd name="connsiteY4370" fmla="*/ 1837277 h 3505200"/>
              <a:gd name="connsiteX4371" fmla="*/ 541877 w 3505200"/>
              <a:gd name="connsiteY4371" fmla="*/ 1828991 h 3505200"/>
              <a:gd name="connsiteX4372" fmla="*/ 533591 w 3505200"/>
              <a:gd name="connsiteY4372" fmla="*/ 1820704 h 3505200"/>
              <a:gd name="connsiteX4373" fmla="*/ 525304 w 3505200"/>
              <a:gd name="connsiteY4373" fmla="*/ 1828991 h 3505200"/>
              <a:gd name="connsiteX4374" fmla="*/ 533591 w 3505200"/>
              <a:gd name="connsiteY4374" fmla="*/ 1837277 h 3505200"/>
              <a:gd name="connsiteX4375" fmla="*/ 609790 w 3505200"/>
              <a:gd name="connsiteY4375" fmla="*/ 1838516 h 3505200"/>
              <a:gd name="connsiteX4376" fmla="*/ 619315 w 3505200"/>
              <a:gd name="connsiteY4376" fmla="*/ 1828991 h 3505200"/>
              <a:gd name="connsiteX4377" fmla="*/ 609790 w 3505200"/>
              <a:gd name="connsiteY4377" fmla="*/ 1819466 h 3505200"/>
              <a:gd name="connsiteX4378" fmla="*/ 600266 w 3505200"/>
              <a:gd name="connsiteY4378" fmla="*/ 1828991 h 3505200"/>
              <a:gd name="connsiteX4379" fmla="*/ 609790 w 3505200"/>
              <a:gd name="connsiteY4379" fmla="*/ 1838516 h 3505200"/>
              <a:gd name="connsiteX4380" fmla="*/ 685990 w 3505200"/>
              <a:gd name="connsiteY4380" fmla="*/ 1839754 h 3505200"/>
              <a:gd name="connsiteX4381" fmla="*/ 696754 w 3505200"/>
              <a:gd name="connsiteY4381" fmla="*/ 1828991 h 3505200"/>
              <a:gd name="connsiteX4382" fmla="*/ 685990 w 3505200"/>
              <a:gd name="connsiteY4382" fmla="*/ 1818227 h 3505200"/>
              <a:gd name="connsiteX4383" fmla="*/ 675227 w 3505200"/>
              <a:gd name="connsiteY4383" fmla="*/ 1828991 h 3505200"/>
              <a:gd name="connsiteX4384" fmla="*/ 685990 w 3505200"/>
              <a:gd name="connsiteY4384" fmla="*/ 1839754 h 3505200"/>
              <a:gd name="connsiteX4385" fmla="*/ 762190 w 3505200"/>
              <a:gd name="connsiteY4385" fmla="*/ 1840802 h 3505200"/>
              <a:gd name="connsiteX4386" fmla="*/ 774002 w 3505200"/>
              <a:gd name="connsiteY4386" fmla="*/ 1828991 h 3505200"/>
              <a:gd name="connsiteX4387" fmla="*/ 762190 w 3505200"/>
              <a:gd name="connsiteY4387" fmla="*/ 1817180 h 3505200"/>
              <a:gd name="connsiteX4388" fmla="*/ 750380 w 3505200"/>
              <a:gd name="connsiteY4388" fmla="*/ 1828991 h 3505200"/>
              <a:gd name="connsiteX4389" fmla="*/ 762190 w 3505200"/>
              <a:gd name="connsiteY4389" fmla="*/ 1840802 h 3505200"/>
              <a:gd name="connsiteX4390" fmla="*/ 838390 w 3505200"/>
              <a:gd name="connsiteY4390" fmla="*/ 1842135 h 3505200"/>
              <a:gd name="connsiteX4391" fmla="*/ 851535 w 3505200"/>
              <a:gd name="connsiteY4391" fmla="*/ 1828991 h 3505200"/>
              <a:gd name="connsiteX4392" fmla="*/ 838390 w 3505200"/>
              <a:gd name="connsiteY4392" fmla="*/ 1815846 h 3505200"/>
              <a:gd name="connsiteX4393" fmla="*/ 825246 w 3505200"/>
              <a:gd name="connsiteY4393" fmla="*/ 1828991 h 3505200"/>
              <a:gd name="connsiteX4394" fmla="*/ 838390 w 3505200"/>
              <a:gd name="connsiteY4394" fmla="*/ 1842135 h 3505200"/>
              <a:gd name="connsiteX4395" fmla="*/ 914590 w 3505200"/>
              <a:gd name="connsiteY4395" fmla="*/ 1843183 h 3505200"/>
              <a:gd name="connsiteX4396" fmla="*/ 928783 w 3505200"/>
              <a:gd name="connsiteY4396" fmla="*/ 1828991 h 3505200"/>
              <a:gd name="connsiteX4397" fmla="*/ 914590 w 3505200"/>
              <a:gd name="connsiteY4397" fmla="*/ 1814798 h 3505200"/>
              <a:gd name="connsiteX4398" fmla="*/ 900398 w 3505200"/>
              <a:gd name="connsiteY4398" fmla="*/ 1828991 h 3505200"/>
              <a:gd name="connsiteX4399" fmla="*/ 914590 w 3505200"/>
              <a:gd name="connsiteY4399" fmla="*/ 1843183 h 3505200"/>
              <a:gd name="connsiteX4400" fmla="*/ 990790 w 3505200"/>
              <a:gd name="connsiteY4400" fmla="*/ 1844421 h 3505200"/>
              <a:gd name="connsiteX4401" fmla="*/ 1006221 w 3505200"/>
              <a:gd name="connsiteY4401" fmla="*/ 1828991 h 3505200"/>
              <a:gd name="connsiteX4402" fmla="*/ 990790 w 3505200"/>
              <a:gd name="connsiteY4402" fmla="*/ 1813560 h 3505200"/>
              <a:gd name="connsiteX4403" fmla="*/ 975360 w 3505200"/>
              <a:gd name="connsiteY4403" fmla="*/ 1828991 h 3505200"/>
              <a:gd name="connsiteX4404" fmla="*/ 990790 w 3505200"/>
              <a:gd name="connsiteY4404" fmla="*/ 1844421 h 3505200"/>
              <a:gd name="connsiteX4405" fmla="*/ 1066991 w 3505200"/>
              <a:gd name="connsiteY4405" fmla="*/ 1845469 h 3505200"/>
              <a:gd name="connsiteX4406" fmla="*/ 1083469 w 3505200"/>
              <a:gd name="connsiteY4406" fmla="*/ 1828991 h 3505200"/>
              <a:gd name="connsiteX4407" fmla="*/ 1066991 w 3505200"/>
              <a:gd name="connsiteY4407" fmla="*/ 1812512 h 3505200"/>
              <a:gd name="connsiteX4408" fmla="*/ 1050512 w 3505200"/>
              <a:gd name="connsiteY4408" fmla="*/ 1828991 h 3505200"/>
              <a:gd name="connsiteX4409" fmla="*/ 1066991 w 3505200"/>
              <a:gd name="connsiteY4409" fmla="*/ 1845469 h 3505200"/>
              <a:gd name="connsiteX4410" fmla="*/ 1143191 w 3505200"/>
              <a:gd name="connsiteY4410" fmla="*/ 1846802 h 3505200"/>
              <a:gd name="connsiteX4411" fmla="*/ 1160907 w 3505200"/>
              <a:gd name="connsiteY4411" fmla="*/ 1829086 h 3505200"/>
              <a:gd name="connsiteX4412" fmla="*/ 1143191 w 3505200"/>
              <a:gd name="connsiteY4412" fmla="*/ 1811369 h 3505200"/>
              <a:gd name="connsiteX4413" fmla="*/ 1125474 w 3505200"/>
              <a:gd name="connsiteY4413" fmla="*/ 1829086 h 3505200"/>
              <a:gd name="connsiteX4414" fmla="*/ 1143191 w 3505200"/>
              <a:gd name="connsiteY4414" fmla="*/ 1846802 h 3505200"/>
              <a:gd name="connsiteX4415" fmla="*/ 1219391 w 3505200"/>
              <a:gd name="connsiteY4415" fmla="*/ 1847850 h 3505200"/>
              <a:gd name="connsiteX4416" fmla="*/ 1238155 w 3505200"/>
              <a:gd name="connsiteY4416" fmla="*/ 1829086 h 3505200"/>
              <a:gd name="connsiteX4417" fmla="*/ 1219391 w 3505200"/>
              <a:gd name="connsiteY4417" fmla="*/ 1810322 h 3505200"/>
              <a:gd name="connsiteX4418" fmla="*/ 1200626 w 3505200"/>
              <a:gd name="connsiteY4418" fmla="*/ 1829086 h 3505200"/>
              <a:gd name="connsiteX4419" fmla="*/ 1219391 w 3505200"/>
              <a:gd name="connsiteY4419" fmla="*/ 1847850 h 3505200"/>
              <a:gd name="connsiteX4420" fmla="*/ 1295591 w 3505200"/>
              <a:gd name="connsiteY4420" fmla="*/ 1849088 h 3505200"/>
              <a:gd name="connsiteX4421" fmla="*/ 1315688 w 3505200"/>
              <a:gd name="connsiteY4421" fmla="*/ 1828991 h 3505200"/>
              <a:gd name="connsiteX4422" fmla="*/ 1295591 w 3505200"/>
              <a:gd name="connsiteY4422" fmla="*/ 1808893 h 3505200"/>
              <a:gd name="connsiteX4423" fmla="*/ 1275493 w 3505200"/>
              <a:gd name="connsiteY4423" fmla="*/ 1828991 h 3505200"/>
              <a:gd name="connsiteX4424" fmla="*/ 1295591 w 3505200"/>
              <a:gd name="connsiteY4424" fmla="*/ 1849088 h 3505200"/>
              <a:gd name="connsiteX4425" fmla="*/ 1371791 w 3505200"/>
              <a:gd name="connsiteY4425" fmla="*/ 1850136 h 3505200"/>
              <a:gd name="connsiteX4426" fmla="*/ 1392936 w 3505200"/>
              <a:gd name="connsiteY4426" fmla="*/ 1828991 h 3505200"/>
              <a:gd name="connsiteX4427" fmla="*/ 1371791 w 3505200"/>
              <a:gd name="connsiteY4427" fmla="*/ 1807845 h 3505200"/>
              <a:gd name="connsiteX4428" fmla="*/ 1350645 w 3505200"/>
              <a:gd name="connsiteY4428" fmla="*/ 1828991 h 3505200"/>
              <a:gd name="connsiteX4429" fmla="*/ 1371791 w 3505200"/>
              <a:gd name="connsiteY4429" fmla="*/ 1850136 h 3505200"/>
              <a:gd name="connsiteX4430" fmla="*/ 1447991 w 3505200"/>
              <a:gd name="connsiteY4430" fmla="*/ 1851374 h 3505200"/>
              <a:gd name="connsiteX4431" fmla="*/ 1470374 w 3505200"/>
              <a:gd name="connsiteY4431" fmla="*/ 1828991 h 3505200"/>
              <a:gd name="connsiteX4432" fmla="*/ 1447991 w 3505200"/>
              <a:gd name="connsiteY4432" fmla="*/ 1806607 h 3505200"/>
              <a:gd name="connsiteX4433" fmla="*/ 1425607 w 3505200"/>
              <a:gd name="connsiteY4433" fmla="*/ 1828991 h 3505200"/>
              <a:gd name="connsiteX4434" fmla="*/ 1447991 w 3505200"/>
              <a:gd name="connsiteY4434" fmla="*/ 1851374 h 3505200"/>
              <a:gd name="connsiteX4435" fmla="*/ 1524191 w 3505200"/>
              <a:gd name="connsiteY4435" fmla="*/ 1852422 h 3505200"/>
              <a:gd name="connsiteX4436" fmla="*/ 1547622 w 3505200"/>
              <a:gd name="connsiteY4436" fmla="*/ 1828991 h 3505200"/>
              <a:gd name="connsiteX4437" fmla="*/ 1524191 w 3505200"/>
              <a:gd name="connsiteY4437" fmla="*/ 1805559 h 3505200"/>
              <a:gd name="connsiteX4438" fmla="*/ 1500759 w 3505200"/>
              <a:gd name="connsiteY4438" fmla="*/ 1828991 h 3505200"/>
              <a:gd name="connsiteX4439" fmla="*/ 1524191 w 3505200"/>
              <a:gd name="connsiteY4439" fmla="*/ 1852422 h 3505200"/>
              <a:gd name="connsiteX4440" fmla="*/ 1600391 w 3505200"/>
              <a:gd name="connsiteY4440" fmla="*/ 1853565 h 3505200"/>
              <a:gd name="connsiteX4441" fmla="*/ 1624870 w 3505200"/>
              <a:gd name="connsiteY4441" fmla="*/ 1829086 h 3505200"/>
              <a:gd name="connsiteX4442" fmla="*/ 1600391 w 3505200"/>
              <a:gd name="connsiteY4442" fmla="*/ 1804607 h 3505200"/>
              <a:gd name="connsiteX4443" fmla="*/ 1575911 w 3505200"/>
              <a:gd name="connsiteY4443" fmla="*/ 1829086 h 3505200"/>
              <a:gd name="connsiteX4444" fmla="*/ 1600391 w 3505200"/>
              <a:gd name="connsiteY4444" fmla="*/ 1853565 h 3505200"/>
              <a:gd name="connsiteX4445" fmla="*/ 1676591 w 3505200"/>
              <a:gd name="connsiteY4445" fmla="*/ 1854613 h 3505200"/>
              <a:gd name="connsiteX4446" fmla="*/ 1702118 w 3505200"/>
              <a:gd name="connsiteY4446" fmla="*/ 1829086 h 3505200"/>
              <a:gd name="connsiteX4447" fmla="*/ 1676591 w 3505200"/>
              <a:gd name="connsiteY4447" fmla="*/ 1803559 h 3505200"/>
              <a:gd name="connsiteX4448" fmla="*/ 1651064 w 3505200"/>
              <a:gd name="connsiteY4448" fmla="*/ 1829086 h 3505200"/>
              <a:gd name="connsiteX4449" fmla="*/ 1676591 w 3505200"/>
              <a:gd name="connsiteY4449" fmla="*/ 1854613 h 3505200"/>
              <a:gd name="connsiteX4450" fmla="*/ 1752791 w 3505200"/>
              <a:gd name="connsiteY4450" fmla="*/ 1854994 h 3505200"/>
              <a:gd name="connsiteX4451" fmla="*/ 1778794 w 3505200"/>
              <a:gd name="connsiteY4451" fmla="*/ 1828991 h 3505200"/>
              <a:gd name="connsiteX4452" fmla="*/ 1752791 w 3505200"/>
              <a:gd name="connsiteY4452" fmla="*/ 1802987 h 3505200"/>
              <a:gd name="connsiteX4453" fmla="*/ 1726787 w 3505200"/>
              <a:gd name="connsiteY4453" fmla="*/ 1828991 h 3505200"/>
              <a:gd name="connsiteX4454" fmla="*/ 1752791 w 3505200"/>
              <a:gd name="connsiteY4454" fmla="*/ 1854994 h 3505200"/>
              <a:gd name="connsiteX4455" fmla="*/ 1828991 w 3505200"/>
              <a:gd name="connsiteY4455" fmla="*/ 1854613 h 3505200"/>
              <a:gd name="connsiteX4456" fmla="*/ 1854518 w 3505200"/>
              <a:gd name="connsiteY4456" fmla="*/ 1829086 h 3505200"/>
              <a:gd name="connsiteX4457" fmla="*/ 1828991 w 3505200"/>
              <a:gd name="connsiteY4457" fmla="*/ 1803559 h 3505200"/>
              <a:gd name="connsiteX4458" fmla="*/ 1803464 w 3505200"/>
              <a:gd name="connsiteY4458" fmla="*/ 1829086 h 3505200"/>
              <a:gd name="connsiteX4459" fmla="*/ 1828991 w 3505200"/>
              <a:gd name="connsiteY4459" fmla="*/ 1854613 h 3505200"/>
              <a:gd name="connsiteX4460" fmla="*/ 1905191 w 3505200"/>
              <a:gd name="connsiteY4460" fmla="*/ 1853756 h 3505200"/>
              <a:gd name="connsiteX4461" fmla="*/ 1929956 w 3505200"/>
              <a:gd name="connsiteY4461" fmla="*/ 1828991 h 3505200"/>
              <a:gd name="connsiteX4462" fmla="*/ 1905191 w 3505200"/>
              <a:gd name="connsiteY4462" fmla="*/ 1804226 h 3505200"/>
              <a:gd name="connsiteX4463" fmla="*/ 1880426 w 3505200"/>
              <a:gd name="connsiteY4463" fmla="*/ 1828991 h 3505200"/>
              <a:gd name="connsiteX4464" fmla="*/ 1905191 w 3505200"/>
              <a:gd name="connsiteY4464" fmla="*/ 1853756 h 3505200"/>
              <a:gd name="connsiteX4465" fmla="*/ 1981391 w 3505200"/>
              <a:gd name="connsiteY4465" fmla="*/ 1852708 h 3505200"/>
              <a:gd name="connsiteX4466" fmla="*/ 2005013 w 3505200"/>
              <a:gd name="connsiteY4466" fmla="*/ 1829086 h 3505200"/>
              <a:gd name="connsiteX4467" fmla="*/ 1981391 w 3505200"/>
              <a:gd name="connsiteY4467" fmla="*/ 1805464 h 3505200"/>
              <a:gd name="connsiteX4468" fmla="*/ 1957768 w 3505200"/>
              <a:gd name="connsiteY4468" fmla="*/ 1829086 h 3505200"/>
              <a:gd name="connsiteX4469" fmla="*/ 1981391 w 3505200"/>
              <a:gd name="connsiteY4469" fmla="*/ 1852708 h 3505200"/>
              <a:gd name="connsiteX4470" fmla="*/ 2057591 w 3505200"/>
              <a:gd name="connsiteY4470" fmla="*/ 1851374 h 3505200"/>
              <a:gd name="connsiteX4471" fmla="*/ 2079974 w 3505200"/>
              <a:gd name="connsiteY4471" fmla="*/ 1828991 h 3505200"/>
              <a:gd name="connsiteX4472" fmla="*/ 2057591 w 3505200"/>
              <a:gd name="connsiteY4472" fmla="*/ 1806607 h 3505200"/>
              <a:gd name="connsiteX4473" fmla="*/ 2035207 w 3505200"/>
              <a:gd name="connsiteY4473" fmla="*/ 1828991 h 3505200"/>
              <a:gd name="connsiteX4474" fmla="*/ 2057591 w 3505200"/>
              <a:gd name="connsiteY4474" fmla="*/ 1851374 h 3505200"/>
              <a:gd name="connsiteX4475" fmla="*/ 2133791 w 3505200"/>
              <a:gd name="connsiteY4475" fmla="*/ 1850327 h 3505200"/>
              <a:gd name="connsiteX4476" fmla="*/ 2155127 w 3505200"/>
              <a:gd name="connsiteY4476" fmla="*/ 1828991 h 3505200"/>
              <a:gd name="connsiteX4477" fmla="*/ 2133791 w 3505200"/>
              <a:gd name="connsiteY4477" fmla="*/ 1807655 h 3505200"/>
              <a:gd name="connsiteX4478" fmla="*/ 2112455 w 3505200"/>
              <a:gd name="connsiteY4478" fmla="*/ 1828991 h 3505200"/>
              <a:gd name="connsiteX4479" fmla="*/ 2133791 w 3505200"/>
              <a:gd name="connsiteY4479" fmla="*/ 1850327 h 3505200"/>
              <a:gd name="connsiteX4480" fmla="*/ 2209991 w 3505200"/>
              <a:gd name="connsiteY4480" fmla="*/ 1849088 h 3505200"/>
              <a:gd name="connsiteX4481" fmla="*/ 2230088 w 3505200"/>
              <a:gd name="connsiteY4481" fmla="*/ 1828991 h 3505200"/>
              <a:gd name="connsiteX4482" fmla="*/ 2209991 w 3505200"/>
              <a:gd name="connsiteY4482" fmla="*/ 1808893 h 3505200"/>
              <a:gd name="connsiteX4483" fmla="*/ 2189893 w 3505200"/>
              <a:gd name="connsiteY4483" fmla="*/ 1828991 h 3505200"/>
              <a:gd name="connsiteX4484" fmla="*/ 2209991 w 3505200"/>
              <a:gd name="connsiteY4484" fmla="*/ 1849088 h 3505200"/>
              <a:gd name="connsiteX4485" fmla="*/ 2286191 w 3505200"/>
              <a:gd name="connsiteY4485" fmla="*/ 1848041 h 3505200"/>
              <a:gd name="connsiteX4486" fmla="*/ 2305241 w 3505200"/>
              <a:gd name="connsiteY4486" fmla="*/ 1828991 h 3505200"/>
              <a:gd name="connsiteX4487" fmla="*/ 2286191 w 3505200"/>
              <a:gd name="connsiteY4487" fmla="*/ 1809941 h 3505200"/>
              <a:gd name="connsiteX4488" fmla="*/ 2267141 w 3505200"/>
              <a:gd name="connsiteY4488" fmla="*/ 1828991 h 3505200"/>
              <a:gd name="connsiteX4489" fmla="*/ 2286191 w 3505200"/>
              <a:gd name="connsiteY4489" fmla="*/ 1848041 h 3505200"/>
              <a:gd name="connsiteX4490" fmla="*/ 2362391 w 3505200"/>
              <a:gd name="connsiteY4490" fmla="*/ 1846802 h 3505200"/>
              <a:gd name="connsiteX4491" fmla="*/ 2380107 w 3505200"/>
              <a:gd name="connsiteY4491" fmla="*/ 1829086 h 3505200"/>
              <a:gd name="connsiteX4492" fmla="*/ 2362391 w 3505200"/>
              <a:gd name="connsiteY4492" fmla="*/ 1811369 h 3505200"/>
              <a:gd name="connsiteX4493" fmla="*/ 2344674 w 3505200"/>
              <a:gd name="connsiteY4493" fmla="*/ 1829086 h 3505200"/>
              <a:gd name="connsiteX4494" fmla="*/ 2362391 w 3505200"/>
              <a:gd name="connsiteY4494" fmla="*/ 1846802 h 3505200"/>
              <a:gd name="connsiteX4495" fmla="*/ 2438591 w 3505200"/>
              <a:gd name="connsiteY4495" fmla="*/ 1845659 h 3505200"/>
              <a:gd name="connsiteX4496" fmla="*/ 2455259 w 3505200"/>
              <a:gd name="connsiteY4496" fmla="*/ 1828991 h 3505200"/>
              <a:gd name="connsiteX4497" fmla="*/ 2438591 w 3505200"/>
              <a:gd name="connsiteY4497" fmla="*/ 1812322 h 3505200"/>
              <a:gd name="connsiteX4498" fmla="*/ 2421922 w 3505200"/>
              <a:gd name="connsiteY4498" fmla="*/ 1828991 h 3505200"/>
              <a:gd name="connsiteX4499" fmla="*/ 2438591 w 3505200"/>
              <a:gd name="connsiteY4499" fmla="*/ 1845659 h 3505200"/>
              <a:gd name="connsiteX4500" fmla="*/ 2514791 w 3505200"/>
              <a:gd name="connsiteY4500" fmla="*/ 1844421 h 3505200"/>
              <a:gd name="connsiteX4501" fmla="*/ 2530221 w 3505200"/>
              <a:gd name="connsiteY4501" fmla="*/ 1828991 h 3505200"/>
              <a:gd name="connsiteX4502" fmla="*/ 2514791 w 3505200"/>
              <a:gd name="connsiteY4502" fmla="*/ 1813560 h 3505200"/>
              <a:gd name="connsiteX4503" fmla="*/ 2499360 w 3505200"/>
              <a:gd name="connsiteY4503" fmla="*/ 1828991 h 3505200"/>
              <a:gd name="connsiteX4504" fmla="*/ 2514791 w 3505200"/>
              <a:gd name="connsiteY4504" fmla="*/ 1844421 h 3505200"/>
              <a:gd name="connsiteX4505" fmla="*/ 2590991 w 3505200"/>
              <a:gd name="connsiteY4505" fmla="*/ 1843373 h 3505200"/>
              <a:gd name="connsiteX4506" fmla="*/ 2605373 w 3505200"/>
              <a:gd name="connsiteY4506" fmla="*/ 1828991 h 3505200"/>
              <a:gd name="connsiteX4507" fmla="*/ 2590991 w 3505200"/>
              <a:gd name="connsiteY4507" fmla="*/ 1814608 h 3505200"/>
              <a:gd name="connsiteX4508" fmla="*/ 2576608 w 3505200"/>
              <a:gd name="connsiteY4508" fmla="*/ 1828991 h 3505200"/>
              <a:gd name="connsiteX4509" fmla="*/ 2590991 w 3505200"/>
              <a:gd name="connsiteY4509" fmla="*/ 1843373 h 3505200"/>
              <a:gd name="connsiteX4510" fmla="*/ 2667191 w 3505200"/>
              <a:gd name="connsiteY4510" fmla="*/ 1842135 h 3505200"/>
              <a:gd name="connsiteX4511" fmla="*/ 2680335 w 3505200"/>
              <a:gd name="connsiteY4511" fmla="*/ 1828991 h 3505200"/>
              <a:gd name="connsiteX4512" fmla="*/ 2667191 w 3505200"/>
              <a:gd name="connsiteY4512" fmla="*/ 1815846 h 3505200"/>
              <a:gd name="connsiteX4513" fmla="*/ 2654046 w 3505200"/>
              <a:gd name="connsiteY4513" fmla="*/ 1828991 h 3505200"/>
              <a:gd name="connsiteX4514" fmla="*/ 2667191 w 3505200"/>
              <a:gd name="connsiteY4514" fmla="*/ 1842135 h 3505200"/>
              <a:gd name="connsiteX4515" fmla="*/ 2743391 w 3505200"/>
              <a:gd name="connsiteY4515" fmla="*/ 1841087 h 3505200"/>
              <a:gd name="connsiteX4516" fmla="*/ 2755392 w 3505200"/>
              <a:gd name="connsiteY4516" fmla="*/ 1829086 h 3505200"/>
              <a:gd name="connsiteX4517" fmla="*/ 2743391 w 3505200"/>
              <a:gd name="connsiteY4517" fmla="*/ 1817084 h 3505200"/>
              <a:gd name="connsiteX4518" fmla="*/ 2731389 w 3505200"/>
              <a:gd name="connsiteY4518" fmla="*/ 1829086 h 3505200"/>
              <a:gd name="connsiteX4519" fmla="*/ 2743391 w 3505200"/>
              <a:gd name="connsiteY4519" fmla="*/ 1841087 h 3505200"/>
              <a:gd name="connsiteX4520" fmla="*/ 2819591 w 3505200"/>
              <a:gd name="connsiteY4520" fmla="*/ 1839754 h 3505200"/>
              <a:gd name="connsiteX4521" fmla="*/ 2830354 w 3505200"/>
              <a:gd name="connsiteY4521" fmla="*/ 1828991 h 3505200"/>
              <a:gd name="connsiteX4522" fmla="*/ 2819591 w 3505200"/>
              <a:gd name="connsiteY4522" fmla="*/ 1818227 h 3505200"/>
              <a:gd name="connsiteX4523" fmla="*/ 2808828 w 3505200"/>
              <a:gd name="connsiteY4523" fmla="*/ 1828991 h 3505200"/>
              <a:gd name="connsiteX4524" fmla="*/ 2819591 w 3505200"/>
              <a:gd name="connsiteY4524" fmla="*/ 1839754 h 3505200"/>
              <a:gd name="connsiteX4525" fmla="*/ 2895791 w 3505200"/>
              <a:gd name="connsiteY4525" fmla="*/ 1838706 h 3505200"/>
              <a:gd name="connsiteX4526" fmla="*/ 2905506 w 3505200"/>
              <a:gd name="connsiteY4526" fmla="*/ 1828991 h 3505200"/>
              <a:gd name="connsiteX4527" fmla="*/ 2895791 w 3505200"/>
              <a:gd name="connsiteY4527" fmla="*/ 1819275 h 3505200"/>
              <a:gd name="connsiteX4528" fmla="*/ 2886075 w 3505200"/>
              <a:gd name="connsiteY4528" fmla="*/ 1828991 h 3505200"/>
              <a:gd name="connsiteX4529" fmla="*/ 2895791 w 3505200"/>
              <a:gd name="connsiteY4529" fmla="*/ 1838706 h 3505200"/>
              <a:gd name="connsiteX4530" fmla="*/ 2971991 w 3505200"/>
              <a:gd name="connsiteY4530" fmla="*/ 1837468 h 3505200"/>
              <a:gd name="connsiteX4531" fmla="*/ 2980468 w 3505200"/>
              <a:gd name="connsiteY4531" fmla="*/ 1828991 h 3505200"/>
              <a:gd name="connsiteX4532" fmla="*/ 2971991 w 3505200"/>
              <a:gd name="connsiteY4532" fmla="*/ 1820513 h 3505200"/>
              <a:gd name="connsiteX4533" fmla="*/ 2963513 w 3505200"/>
              <a:gd name="connsiteY4533" fmla="*/ 1828991 h 3505200"/>
              <a:gd name="connsiteX4534" fmla="*/ 2971991 w 3505200"/>
              <a:gd name="connsiteY4534" fmla="*/ 1837468 h 3505200"/>
              <a:gd name="connsiteX4535" fmla="*/ 3048191 w 3505200"/>
              <a:gd name="connsiteY4535" fmla="*/ 1836230 h 3505200"/>
              <a:gd name="connsiteX4536" fmla="*/ 3055334 w 3505200"/>
              <a:gd name="connsiteY4536" fmla="*/ 1829086 h 3505200"/>
              <a:gd name="connsiteX4537" fmla="*/ 3048191 w 3505200"/>
              <a:gd name="connsiteY4537" fmla="*/ 1821942 h 3505200"/>
              <a:gd name="connsiteX4538" fmla="*/ 3041047 w 3505200"/>
              <a:gd name="connsiteY4538" fmla="*/ 1829086 h 3505200"/>
              <a:gd name="connsiteX4539" fmla="*/ 3048191 w 3505200"/>
              <a:gd name="connsiteY4539" fmla="*/ 1836230 h 3505200"/>
              <a:gd name="connsiteX4540" fmla="*/ 3124391 w 3505200"/>
              <a:gd name="connsiteY4540" fmla="*/ 1835182 h 3505200"/>
              <a:gd name="connsiteX4541" fmla="*/ 3130487 w 3505200"/>
              <a:gd name="connsiteY4541" fmla="*/ 1829086 h 3505200"/>
              <a:gd name="connsiteX4542" fmla="*/ 3124391 w 3505200"/>
              <a:gd name="connsiteY4542" fmla="*/ 1822990 h 3505200"/>
              <a:gd name="connsiteX4543" fmla="*/ 3118295 w 3505200"/>
              <a:gd name="connsiteY4543" fmla="*/ 1829086 h 3505200"/>
              <a:gd name="connsiteX4544" fmla="*/ 3124391 w 3505200"/>
              <a:gd name="connsiteY4544" fmla="*/ 1835182 h 3505200"/>
              <a:gd name="connsiteX4545" fmla="*/ 3200591 w 3505200"/>
              <a:gd name="connsiteY4545" fmla="*/ 1833848 h 3505200"/>
              <a:gd name="connsiteX4546" fmla="*/ 3205448 w 3505200"/>
              <a:gd name="connsiteY4546" fmla="*/ 1828991 h 3505200"/>
              <a:gd name="connsiteX4547" fmla="*/ 3200591 w 3505200"/>
              <a:gd name="connsiteY4547" fmla="*/ 1824133 h 3505200"/>
              <a:gd name="connsiteX4548" fmla="*/ 3195733 w 3505200"/>
              <a:gd name="connsiteY4548" fmla="*/ 1828991 h 3505200"/>
              <a:gd name="connsiteX4549" fmla="*/ 3200591 w 3505200"/>
              <a:gd name="connsiteY4549" fmla="*/ 1833848 h 3505200"/>
              <a:gd name="connsiteX4550" fmla="*/ 3276791 w 3505200"/>
              <a:gd name="connsiteY4550" fmla="*/ 1832801 h 3505200"/>
              <a:gd name="connsiteX4551" fmla="*/ 3280601 w 3505200"/>
              <a:gd name="connsiteY4551" fmla="*/ 1828991 h 3505200"/>
              <a:gd name="connsiteX4552" fmla="*/ 3276791 w 3505200"/>
              <a:gd name="connsiteY4552" fmla="*/ 1825181 h 3505200"/>
              <a:gd name="connsiteX4553" fmla="*/ 3272981 w 3505200"/>
              <a:gd name="connsiteY4553" fmla="*/ 1828991 h 3505200"/>
              <a:gd name="connsiteX4554" fmla="*/ 3276791 w 3505200"/>
              <a:gd name="connsiteY4554" fmla="*/ 1832801 h 3505200"/>
              <a:gd name="connsiteX4555" fmla="*/ 3352991 w 3505200"/>
              <a:gd name="connsiteY4555" fmla="*/ 1831562 h 3505200"/>
              <a:gd name="connsiteX4556" fmla="*/ 3355562 w 3505200"/>
              <a:gd name="connsiteY4556" fmla="*/ 1828991 h 3505200"/>
              <a:gd name="connsiteX4557" fmla="*/ 3352991 w 3505200"/>
              <a:gd name="connsiteY4557" fmla="*/ 1826419 h 3505200"/>
              <a:gd name="connsiteX4558" fmla="*/ 3350419 w 3505200"/>
              <a:gd name="connsiteY4558" fmla="*/ 1828991 h 3505200"/>
              <a:gd name="connsiteX4559" fmla="*/ 3352991 w 3505200"/>
              <a:gd name="connsiteY4559" fmla="*/ 1831562 h 3505200"/>
              <a:gd name="connsiteX4560" fmla="*/ 3429191 w 3505200"/>
              <a:gd name="connsiteY4560" fmla="*/ 1830514 h 3505200"/>
              <a:gd name="connsiteX4561" fmla="*/ 3430715 w 3505200"/>
              <a:gd name="connsiteY4561" fmla="*/ 1828991 h 3505200"/>
              <a:gd name="connsiteX4562" fmla="*/ 3429191 w 3505200"/>
              <a:gd name="connsiteY4562" fmla="*/ 1827467 h 3505200"/>
              <a:gd name="connsiteX4563" fmla="*/ 3427666 w 3505200"/>
              <a:gd name="connsiteY4563" fmla="*/ 1828991 h 3505200"/>
              <a:gd name="connsiteX4564" fmla="*/ 3429191 w 3505200"/>
              <a:gd name="connsiteY4564" fmla="*/ 1830514 h 3505200"/>
              <a:gd name="connsiteX4565" fmla="*/ 3505391 w 3505200"/>
              <a:gd name="connsiteY4565" fmla="*/ 1829181 h 3505200"/>
              <a:gd name="connsiteX4566" fmla="*/ 3505581 w 3505200"/>
              <a:gd name="connsiteY4566" fmla="*/ 1828991 h 3505200"/>
              <a:gd name="connsiteX4567" fmla="*/ 3505391 w 3505200"/>
              <a:gd name="connsiteY4567" fmla="*/ 1828800 h 3505200"/>
              <a:gd name="connsiteX4568" fmla="*/ 3505200 w 3505200"/>
              <a:gd name="connsiteY4568" fmla="*/ 1828991 h 3505200"/>
              <a:gd name="connsiteX4569" fmla="*/ 3505391 w 3505200"/>
              <a:gd name="connsiteY4569" fmla="*/ 1829181 h 3505200"/>
              <a:gd name="connsiteX4570" fmla="*/ 191 w 3505200"/>
              <a:gd name="connsiteY4570" fmla="*/ 1905381 h 3505200"/>
              <a:gd name="connsiteX4571" fmla="*/ 381 w 3505200"/>
              <a:gd name="connsiteY4571" fmla="*/ 1905191 h 3505200"/>
              <a:gd name="connsiteX4572" fmla="*/ 191 w 3505200"/>
              <a:gd name="connsiteY4572" fmla="*/ 1905000 h 3505200"/>
              <a:gd name="connsiteX4573" fmla="*/ 0 w 3505200"/>
              <a:gd name="connsiteY4573" fmla="*/ 1905191 h 3505200"/>
              <a:gd name="connsiteX4574" fmla="*/ 191 w 3505200"/>
              <a:gd name="connsiteY4574" fmla="*/ 1905381 h 3505200"/>
              <a:gd name="connsiteX4575" fmla="*/ 76391 w 3505200"/>
              <a:gd name="connsiteY4575" fmla="*/ 1906524 h 3505200"/>
              <a:gd name="connsiteX4576" fmla="*/ 77629 w 3505200"/>
              <a:gd name="connsiteY4576" fmla="*/ 1905286 h 3505200"/>
              <a:gd name="connsiteX4577" fmla="*/ 76391 w 3505200"/>
              <a:gd name="connsiteY4577" fmla="*/ 1904048 h 3505200"/>
              <a:gd name="connsiteX4578" fmla="*/ 75152 w 3505200"/>
              <a:gd name="connsiteY4578" fmla="*/ 1905286 h 3505200"/>
              <a:gd name="connsiteX4579" fmla="*/ 76391 w 3505200"/>
              <a:gd name="connsiteY4579" fmla="*/ 1906524 h 3505200"/>
              <a:gd name="connsiteX4580" fmla="*/ 152591 w 3505200"/>
              <a:gd name="connsiteY4580" fmla="*/ 1907572 h 3505200"/>
              <a:gd name="connsiteX4581" fmla="*/ 154877 w 3505200"/>
              <a:gd name="connsiteY4581" fmla="*/ 1905286 h 3505200"/>
              <a:gd name="connsiteX4582" fmla="*/ 152591 w 3505200"/>
              <a:gd name="connsiteY4582" fmla="*/ 1903000 h 3505200"/>
              <a:gd name="connsiteX4583" fmla="*/ 150305 w 3505200"/>
              <a:gd name="connsiteY4583" fmla="*/ 1905286 h 3505200"/>
              <a:gd name="connsiteX4584" fmla="*/ 152591 w 3505200"/>
              <a:gd name="connsiteY4584" fmla="*/ 1907572 h 3505200"/>
              <a:gd name="connsiteX4585" fmla="*/ 228791 w 3505200"/>
              <a:gd name="connsiteY4585" fmla="*/ 1908810 h 3505200"/>
              <a:gd name="connsiteX4586" fmla="*/ 232410 w 3505200"/>
              <a:gd name="connsiteY4586" fmla="*/ 1905191 h 3505200"/>
              <a:gd name="connsiteX4587" fmla="*/ 228791 w 3505200"/>
              <a:gd name="connsiteY4587" fmla="*/ 1901571 h 3505200"/>
              <a:gd name="connsiteX4588" fmla="*/ 225171 w 3505200"/>
              <a:gd name="connsiteY4588" fmla="*/ 1905191 h 3505200"/>
              <a:gd name="connsiteX4589" fmla="*/ 228791 w 3505200"/>
              <a:gd name="connsiteY4589" fmla="*/ 1908810 h 3505200"/>
              <a:gd name="connsiteX4590" fmla="*/ 304991 w 3505200"/>
              <a:gd name="connsiteY4590" fmla="*/ 1909858 h 3505200"/>
              <a:gd name="connsiteX4591" fmla="*/ 309658 w 3505200"/>
              <a:gd name="connsiteY4591" fmla="*/ 1905191 h 3505200"/>
              <a:gd name="connsiteX4592" fmla="*/ 304991 w 3505200"/>
              <a:gd name="connsiteY4592" fmla="*/ 1900523 h 3505200"/>
              <a:gd name="connsiteX4593" fmla="*/ 300323 w 3505200"/>
              <a:gd name="connsiteY4593" fmla="*/ 1905191 h 3505200"/>
              <a:gd name="connsiteX4594" fmla="*/ 304991 w 3505200"/>
              <a:gd name="connsiteY4594" fmla="*/ 1909858 h 3505200"/>
              <a:gd name="connsiteX4595" fmla="*/ 381191 w 3505200"/>
              <a:gd name="connsiteY4595" fmla="*/ 1911096 h 3505200"/>
              <a:gd name="connsiteX4596" fmla="*/ 387096 w 3505200"/>
              <a:gd name="connsiteY4596" fmla="*/ 1905191 h 3505200"/>
              <a:gd name="connsiteX4597" fmla="*/ 381191 w 3505200"/>
              <a:gd name="connsiteY4597" fmla="*/ 1899285 h 3505200"/>
              <a:gd name="connsiteX4598" fmla="*/ 375285 w 3505200"/>
              <a:gd name="connsiteY4598" fmla="*/ 1905191 h 3505200"/>
              <a:gd name="connsiteX4599" fmla="*/ 381191 w 3505200"/>
              <a:gd name="connsiteY4599" fmla="*/ 1911096 h 3505200"/>
              <a:gd name="connsiteX4600" fmla="*/ 457391 w 3505200"/>
              <a:gd name="connsiteY4600" fmla="*/ 1912144 h 3505200"/>
              <a:gd name="connsiteX4601" fmla="*/ 464344 w 3505200"/>
              <a:gd name="connsiteY4601" fmla="*/ 1905191 h 3505200"/>
              <a:gd name="connsiteX4602" fmla="*/ 457391 w 3505200"/>
              <a:gd name="connsiteY4602" fmla="*/ 1898237 h 3505200"/>
              <a:gd name="connsiteX4603" fmla="*/ 450437 w 3505200"/>
              <a:gd name="connsiteY4603" fmla="*/ 1905191 h 3505200"/>
              <a:gd name="connsiteX4604" fmla="*/ 457391 w 3505200"/>
              <a:gd name="connsiteY4604" fmla="*/ 1912144 h 3505200"/>
              <a:gd name="connsiteX4605" fmla="*/ 533591 w 3505200"/>
              <a:gd name="connsiteY4605" fmla="*/ 1913287 h 3505200"/>
              <a:gd name="connsiteX4606" fmla="*/ 541592 w 3505200"/>
              <a:gd name="connsiteY4606" fmla="*/ 1905286 h 3505200"/>
              <a:gd name="connsiteX4607" fmla="*/ 533591 w 3505200"/>
              <a:gd name="connsiteY4607" fmla="*/ 1897285 h 3505200"/>
              <a:gd name="connsiteX4608" fmla="*/ 525590 w 3505200"/>
              <a:gd name="connsiteY4608" fmla="*/ 1905286 h 3505200"/>
              <a:gd name="connsiteX4609" fmla="*/ 533591 w 3505200"/>
              <a:gd name="connsiteY4609" fmla="*/ 1913287 h 3505200"/>
              <a:gd name="connsiteX4610" fmla="*/ 609790 w 3505200"/>
              <a:gd name="connsiteY4610" fmla="*/ 1914525 h 3505200"/>
              <a:gd name="connsiteX4611" fmla="*/ 619125 w 3505200"/>
              <a:gd name="connsiteY4611" fmla="*/ 1905191 h 3505200"/>
              <a:gd name="connsiteX4612" fmla="*/ 609790 w 3505200"/>
              <a:gd name="connsiteY4612" fmla="*/ 1895856 h 3505200"/>
              <a:gd name="connsiteX4613" fmla="*/ 600456 w 3505200"/>
              <a:gd name="connsiteY4613" fmla="*/ 1905191 h 3505200"/>
              <a:gd name="connsiteX4614" fmla="*/ 609790 w 3505200"/>
              <a:gd name="connsiteY4614" fmla="*/ 1914525 h 3505200"/>
              <a:gd name="connsiteX4615" fmla="*/ 685990 w 3505200"/>
              <a:gd name="connsiteY4615" fmla="*/ 1915763 h 3505200"/>
              <a:gd name="connsiteX4616" fmla="*/ 696563 w 3505200"/>
              <a:gd name="connsiteY4616" fmla="*/ 1905191 h 3505200"/>
              <a:gd name="connsiteX4617" fmla="*/ 685990 w 3505200"/>
              <a:gd name="connsiteY4617" fmla="*/ 1894618 h 3505200"/>
              <a:gd name="connsiteX4618" fmla="*/ 675418 w 3505200"/>
              <a:gd name="connsiteY4618" fmla="*/ 1905191 h 3505200"/>
              <a:gd name="connsiteX4619" fmla="*/ 685990 w 3505200"/>
              <a:gd name="connsiteY4619" fmla="*/ 1915763 h 3505200"/>
              <a:gd name="connsiteX4620" fmla="*/ 762190 w 3505200"/>
              <a:gd name="connsiteY4620" fmla="*/ 1916811 h 3505200"/>
              <a:gd name="connsiteX4621" fmla="*/ 773811 w 3505200"/>
              <a:gd name="connsiteY4621" fmla="*/ 1905191 h 3505200"/>
              <a:gd name="connsiteX4622" fmla="*/ 762190 w 3505200"/>
              <a:gd name="connsiteY4622" fmla="*/ 1893570 h 3505200"/>
              <a:gd name="connsiteX4623" fmla="*/ 750570 w 3505200"/>
              <a:gd name="connsiteY4623" fmla="*/ 1905191 h 3505200"/>
              <a:gd name="connsiteX4624" fmla="*/ 762190 w 3505200"/>
              <a:gd name="connsiteY4624" fmla="*/ 1916811 h 3505200"/>
              <a:gd name="connsiteX4625" fmla="*/ 838390 w 3505200"/>
              <a:gd name="connsiteY4625" fmla="*/ 1918145 h 3505200"/>
              <a:gd name="connsiteX4626" fmla="*/ 851249 w 3505200"/>
              <a:gd name="connsiteY4626" fmla="*/ 1905286 h 3505200"/>
              <a:gd name="connsiteX4627" fmla="*/ 838390 w 3505200"/>
              <a:gd name="connsiteY4627" fmla="*/ 1892427 h 3505200"/>
              <a:gd name="connsiteX4628" fmla="*/ 825532 w 3505200"/>
              <a:gd name="connsiteY4628" fmla="*/ 1905286 h 3505200"/>
              <a:gd name="connsiteX4629" fmla="*/ 838390 w 3505200"/>
              <a:gd name="connsiteY4629" fmla="*/ 1918145 h 3505200"/>
              <a:gd name="connsiteX4630" fmla="*/ 914590 w 3505200"/>
              <a:gd name="connsiteY4630" fmla="*/ 1919192 h 3505200"/>
              <a:gd name="connsiteX4631" fmla="*/ 928497 w 3505200"/>
              <a:gd name="connsiteY4631" fmla="*/ 1905286 h 3505200"/>
              <a:gd name="connsiteX4632" fmla="*/ 914590 w 3505200"/>
              <a:gd name="connsiteY4632" fmla="*/ 1891379 h 3505200"/>
              <a:gd name="connsiteX4633" fmla="*/ 900684 w 3505200"/>
              <a:gd name="connsiteY4633" fmla="*/ 1905286 h 3505200"/>
              <a:gd name="connsiteX4634" fmla="*/ 914590 w 3505200"/>
              <a:gd name="connsiteY4634" fmla="*/ 1919192 h 3505200"/>
              <a:gd name="connsiteX4635" fmla="*/ 990790 w 3505200"/>
              <a:gd name="connsiteY4635" fmla="*/ 1920431 h 3505200"/>
              <a:gd name="connsiteX4636" fmla="*/ 1006031 w 3505200"/>
              <a:gd name="connsiteY4636" fmla="*/ 1905191 h 3505200"/>
              <a:gd name="connsiteX4637" fmla="*/ 990790 w 3505200"/>
              <a:gd name="connsiteY4637" fmla="*/ 1889951 h 3505200"/>
              <a:gd name="connsiteX4638" fmla="*/ 975551 w 3505200"/>
              <a:gd name="connsiteY4638" fmla="*/ 1905191 h 3505200"/>
              <a:gd name="connsiteX4639" fmla="*/ 990790 w 3505200"/>
              <a:gd name="connsiteY4639" fmla="*/ 1920431 h 3505200"/>
              <a:gd name="connsiteX4640" fmla="*/ 1066991 w 3505200"/>
              <a:gd name="connsiteY4640" fmla="*/ 1921478 h 3505200"/>
              <a:gd name="connsiteX4641" fmla="*/ 1083278 w 3505200"/>
              <a:gd name="connsiteY4641" fmla="*/ 1905191 h 3505200"/>
              <a:gd name="connsiteX4642" fmla="*/ 1066991 w 3505200"/>
              <a:gd name="connsiteY4642" fmla="*/ 1888903 h 3505200"/>
              <a:gd name="connsiteX4643" fmla="*/ 1050703 w 3505200"/>
              <a:gd name="connsiteY4643" fmla="*/ 1905191 h 3505200"/>
              <a:gd name="connsiteX4644" fmla="*/ 1066991 w 3505200"/>
              <a:gd name="connsiteY4644" fmla="*/ 1921478 h 3505200"/>
              <a:gd name="connsiteX4645" fmla="*/ 1143191 w 3505200"/>
              <a:gd name="connsiteY4645" fmla="*/ 1922717 h 3505200"/>
              <a:gd name="connsiteX4646" fmla="*/ 1160717 w 3505200"/>
              <a:gd name="connsiteY4646" fmla="*/ 1905191 h 3505200"/>
              <a:gd name="connsiteX4647" fmla="*/ 1143191 w 3505200"/>
              <a:gd name="connsiteY4647" fmla="*/ 1887664 h 3505200"/>
              <a:gd name="connsiteX4648" fmla="*/ 1125665 w 3505200"/>
              <a:gd name="connsiteY4648" fmla="*/ 1905191 h 3505200"/>
              <a:gd name="connsiteX4649" fmla="*/ 1143191 w 3505200"/>
              <a:gd name="connsiteY4649" fmla="*/ 1922717 h 3505200"/>
              <a:gd name="connsiteX4650" fmla="*/ 1219391 w 3505200"/>
              <a:gd name="connsiteY4650" fmla="*/ 1923764 h 3505200"/>
              <a:gd name="connsiteX4651" fmla="*/ 1237964 w 3505200"/>
              <a:gd name="connsiteY4651" fmla="*/ 1905191 h 3505200"/>
              <a:gd name="connsiteX4652" fmla="*/ 1219391 w 3505200"/>
              <a:gd name="connsiteY4652" fmla="*/ 1886617 h 3505200"/>
              <a:gd name="connsiteX4653" fmla="*/ 1200817 w 3505200"/>
              <a:gd name="connsiteY4653" fmla="*/ 1905191 h 3505200"/>
              <a:gd name="connsiteX4654" fmla="*/ 1219391 w 3505200"/>
              <a:gd name="connsiteY4654" fmla="*/ 1923764 h 3505200"/>
              <a:gd name="connsiteX4655" fmla="*/ 1295591 w 3505200"/>
              <a:gd name="connsiteY4655" fmla="*/ 1925098 h 3505200"/>
              <a:gd name="connsiteX4656" fmla="*/ 1315498 w 3505200"/>
              <a:gd name="connsiteY4656" fmla="*/ 1905191 h 3505200"/>
              <a:gd name="connsiteX4657" fmla="*/ 1295591 w 3505200"/>
              <a:gd name="connsiteY4657" fmla="*/ 1885283 h 3505200"/>
              <a:gd name="connsiteX4658" fmla="*/ 1275683 w 3505200"/>
              <a:gd name="connsiteY4658" fmla="*/ 1905191 h 3505200"/>
              <a:gd name="connsiteX4659" fmla="*/ 1295591 w 3505200"/>
              <a:gd name="connsiteY4659" fmla="*/ 1925098 h 3505200"/>
              <a:gd name="connsiteX4660" fmla="*/ 1371791 w 3505200"/>
              <a:gd name="connsiteY4660" fmla="*/ 1926146 h 3505200"/>
              <a:gd name="connsiteX4661" fmla="*/ 1392746 w 3505200"/>
              <a:gd name="connsiteY4661" fmla="*/ 1905191 h 3505200"/>
              <a:gd name="connsiteX4662" fmla="*/ 1371791 w 3505200"/>
              <a:gd name="connsiteY4662" fmla="*/ 1884236 h 3505200"/>
              <a:gd name="connsiteX4663" fmla="*/ 1350836 w 3505200"/>
              <a:gd name="connsiteY4663" fmla="*/ 1905191 h 3505200"/>
              <a:gd name="connsiteX4664" fmla="*/ 1371791 w 3505200"/>
              <a:gd name="connsiteY4664" fmla="*/ 1926146 h 3505200"/>
              <a:gd name="connsiteX4665" fmla="*/ 1447991 w 3505200"/>
              <a:gd name="connsiteY4665" fmla="*/ 1927193 h 3505200"/>
              <a:gd name="connsiteX4666" fmla="*/ 1469993 w 3505200"/>
              <a:gd name="connsiteY4666" fmla="*/ 1905191 h 3505200"/>
              <a:gd name="connsiteX4667" fmla="*/ 1447991 w 3505200"/>
              <a:gd name="connsiteY4667" fmla="*/ 1883188 h 3505200"/>
              <a:gd name="connsiteX4668" fmla="*/ 1425988 w 3505200"/>
              <a:gd name="connsiteY4668" fmla="*/ 1905191 h 3505200"/>
              <a:gd name="connsiteX4669" fmla="*/ 1447991 w 3505200"/>
              <a:gd name="connsiteY4669" fmla="*/ 1927193 h 3505200"/>
              <a:gd name="connsiteX4670" fmla="*/ 1524191 w 3505200"/>
              <a:gd name="connsiteY4670" fmla="*/ 1928241 h 3505200"/>
              <a:gd name="connsiteX4671" fmla="*/ 1547241 w 3505200"/>
              <a:gd name="connsiteY4671" fmla="*/ 1905191 h 3505200"/>
              <a:gd name="connsiteX4672" fmla="*/ 1524191 w 3505200"/>
              <a:gd name="connsiteY4672" fmla="*/ 1882140 h 3505200"/>
              <a:gd name="connsiteX4673" fmla="*/ 1501140 w 3505200"/>
              <a:gd name="connsiteY4673" fmla="*/ 1905191 h 3505200"/>
              <a:gd name="connsiteX4674" fmla="*/ 1524191 w 3505200"/>
              <a:gd name="connsiteY4674" fmla="*/ 1928241 h 3505200"/>
              <a:gd name="connsiteX4675" fmla="*/ 1600391 w 3505200"/>
              <a:gd name="connsiteY4675" fmla="*/ 1929098 h 3505200"/>
              <a:gd name="connsiteX4676" fmla="*/ 1624298 w 3505200"/>
              <a:gd name="connsiteY4676" fmla="*/ 1905191 h 3505200"/>
              <a:gd name="connsiteX4677" fmla="*/ 1600391 w 3505200"/>
              <a:gd name="connsiteY4677" fmla="*/ 1881283 h 3505200"/>
              <a:gd name="connsiteX4678" fmla="*/ 1576483 w 3505200"/>
              <a:gd name="connsiteY4678" fmla="*/ 1905191 h 3505200"/>
              <a:gd name="connsiteX4679" fmla="*/ 1600391 w 3505200"/>
              <a:gd name="connsiteY4679" fmla="*/ 1929098 h 3505200"/>
              <a:gd name="connsiteX4680" fmla="*/ 1676591 w 3505200"/>
              <a:gd name="connsiteY4680" fmla="*/ 1929765 h 3505200"/>
              <a:gd name="connsiteX4681" fmla="*/ 1701070 w 3505200"/>
              <a:gd name="connsiteY4681" fmla="*/ 1905286 h 3505200"/>
              <a:gd name="connsiteX4682" fmla="*/ 1676591 w 3505200"/>
              <a:gd name="connsiteY4682" fmla="*/ 1880807 h 3505200"/>
              <a:gd name="connsiteX4683" fmla="*/ 1652111 w 3505200"/>
              <a:gd name="connsiteY4683" fmla="*/ 1905286 h 3505200"/>
              <a:gd name="connsiteX4684" fmla="*/ 1676591 w 3505200"/>
              <a:gd name="connsiteY4684" fmla="*/ 1929765 h 3505200"/>
              <a:gd name="connsiteX4685" fmla="*/ 1752791 w 3505200"/>
              <a:gd name="connsiteY4685" fmla="*/ 1930146 h 3505200"/>
              <a:gd name="connsiteX4686" fmla="*/ 1777746 w 3505200"/>
              <a:gd name="connsiteY4686" fmla="*/ 1905191 h 3505200"/>
              <a:gd name="connsiteX4687" fmla="*/ 1752791 w 3505200"/>
              <a:gd name="connsiteY4687" fmla="*/ 1880235 h 3505200"/>
              <a:gd name="connsiteX4688" fmla="*/ 1727835 w 3505200"/>
              <a:gd name="connsiteY4688" fmla="*/ 1905191 h 3505200"/>
              <a:gd name="connsiteX4689" fmla="*/ 1752791 w 3505200"/>
              <a:gd name="connsiteY4689" fmla="*/ 1930146 h 3505200"/>
              <a:gd name="connsiteX4690" fmla="*/ 1828991 w 3505200"/>
              <a:gd name="connsiteY4690" fmla="*/ 1929956 h 3505200"/>
              <a:gd name="connsiteX4691" fmla="*/ 1853756 w 3505200"/>
              <a:gd name="connsiteY4691" fmla="*/ 1905191 h 3505200"/>
              <a:gd name="connsiteX4692" fmla="*/ 1828991 w 3505200"/>
              <a:gd name="connsiteY4692" fmla="*/ 1880426 h 3505200"/>
              <a:gd name="connsiteX4693" fmla="*/ 1804226 w 3505200"/>
              <a:gd name="connsiteY4693" fmla="*/ 1905191 h 3505200"/>
              <a:gd name="connsiteX4694" fmla="*/ 1828991 w 3505200"/>
              <a:gd name="connsiteY4694" fmla="*/ 1929956 h 3505200"/>
              <a:gd name="connsiteX4695" fmla="*/ 1905191 w 3505200"/>
              <a:gd name="connsiteY4695" fmla="*/ 1929098 h 3505200"/>
              <a:gd name="connsiteX4696" fmla="*/ 1929098 w 3505200"/>
              <a:gd name="connsiteY4696" fmla="*/ 1905191 h 3505200"/>
              <a:gd name="connsiteX4697" fmla="*/ 1905191 w 3505200"/>
              <a:gd name="connsiteY4697" fmla="*/ 1881283 h 3505200"/>
              <a:gd name="connsiteX4698" fmla="*/ 1881283 w 3505200"/>
              <a:gd name="connsiteY4698" fmla="*/ 1905191 h 3505200"/>
              <a:gd name="connsiteX4699" fmla="*/ 1905191 w 3505200"/>
              <a:gd name="connsiteY4699" fmla="*/ 1929098 h 3505200"/>
              <a:gd name="connsiteX4700" fmla="*/ 1981391 w 3505200"/>
              <a:gd name="connsiteY4700" fmla="*/ 1928241 h 3505200"/>
              <a:gd name="connsiteX4701" fmla="*/ 2004441 w 3505200"/>
              <a:gd name="connsiteY4701" fmla="*/ 1905191 h 3505200"/>
              <a:gd name="connsiteX4702" fmla="*/ 1981391 w 3505200"/>
              <a:gd name="connsiteY4702" fmla="*/ 1882140 h 3505200"/>
              <a:gd name="connsiteX4703" fmla="*/ 1958340 w 3505200"/>
              <a:gd name="connsiteY4703" fmla="*/ 1905191 h 3505200"/>
              <a:gd name="connsiteX4704" fmla="*/ 1981391 w 3505200"/>
              <a:gd name="connsiteY4704" fmla="*/ 1928241 h 3505200"/>
              <a:gd name="connsiteX4705" fmla="*/ 2057591 w 3505200"/>
              <a:gd name="connsiteY4705" fmla="*/ 1927193 h 3505200"/>
              <a:gd name="connsiteX4706" fmla="*/ 2079593 w 3505200"/>
              <a:gd name="connsiteY4706" fmla="*/ 1905191 h 3505200"/>
              <a:gd name="connsiteX4707" fmla="*/ 2057591 w 3505200"/>
              <a:gd name="connsiteY4707" fmla="*/ 1883188 h 3505200"/>
              <a:gd name="connsiteX4708" fmla="*/ 2035588 w 3505200"/>
              <a:gd name="connsiteY4708" fmla="*/ 1905191 h 3505200"/>
              <a:gd name="connsiteX4709" fmla="*/ 2057591 w 3505200"/>
              <a:gd name="connsiteY4709" fmla="*/ 1927193 h 3505200"/>
              <a:gd name="connsiteX4710" fmla="*/ 2133791 w 3505200"/>
              <a:gd name="connsiteY4710" fmla="*/ 1926146 h 3505200"/>
              <a:gd name="connsiteX4711" fmla="*/ 2154746 w 3505200"/>
              <a:gd name="connsiteY4711" fmla="*/ 1905191 h 3505200"/>
              <a:gd name="connsiteX4712" fmla="*/ 2133791 w 3505200"/>
              <a:gd name="connsiteY4712" fmla="*/ 1884236 h 3505200"/>
              <a:gd name="connsiteX4713" fmla="*/ 2112836 w 3505200"/>
              <a:gd name="connsiteY4713" fmla="*/ 1905191 h 3505200"/>
              <a:gd name="connsiteX4714" fmla="*/ 2133791 w 3505200"/>
              <a:gd name="connsiteY4714" fmla="*/ 1926146 h 3505200"/>
              <a:gd name="connsiteX4715" fmla="*/ 2209991 w 3505200"/>
              <a:gd name="connsiteY4715" fmla="*/ 1925098 h 3505200"/>
              <a:gd name="connsiteX4716" fmla="*/ 2229898 w 3505200"/>
              <a:gd name="connsiteY4716" fmla="*/ 1905191 h 3505200"/>
              <a:gd name="connsiteX4717" fmla="*/ 2209991 w 3505200"/>
              <a:gd name="connsiteY4717" fmla="*/ 1885283 h 3505200"/>
              <a:gd name="connsiteX4718" fmla="*/ 2190083 w 3505200"/>
              <a:gd name="connsiteY4718" fmla="*/ 1905191 h 3505200"/>
              <a:gd name="connsiteX4719" fmla="*/ 2209991 w 3505200"/>
              <a:gd name="connsiteY4719" fmla="*/ 1925098 h 3505200"/>
              <a:gd name="connsiteX4720" fmla="*/ 2286191 w 3505200"/>
              <a:gd name="connsiteY4720" fmla="*/ 1924050 h 3505200"/>
              <a:gd name="connsiteX4721" fmla="*/ 2304955 w 3505200"/>
              <a:gd name="connsiteY4721" fmla="*/ 1905286 h 3505200"/>
              <a:gd name="connsiteX4722" fmla="*/ 2286191 w 3505200"/>
              <a:gd name="connsiteY4722" fmla="*/ 1886522 h 3505200"/>
              <a:gd name="connsiteX4723" fmla="*/ 2267426 w 3505200"/>
              <a:gd name="connsiteY4723" fmla="*/ 1905286 h 3505200"/>
              <a:gd name="connsiteX4724" fmla="*/ 2286191 w 3505200"/>
              <a:gd name="connsiteY4724" fmla="*/ 1924050 h 3505200"/>
              <a:gd name="connsiteX4725" fmla="*/ 2362391 w 3505200"/>
              <a:gd name="connsiteY4725" fmla="*/ 1922717 h 3505200"/>
              <a:gd name="connsiteX4726" fmla="*/ 2379917 w 3505200"/>
              <a:gd name="connsiteY4726" fmla="*/ 1905191 h 3505200"/>
              <a:gd name="connsiteX4727" fmla="*/ 2362391 w 3505200"/>
              <a:gd name="connsiteY4727" fmla="*/ 1887664 h 3505200"/>
              <a:gd name="connsiteX4728" fmla="*/ 2344865 w 3505200"/>
              <a:gd name="connsiteY4728" fmla="*/ 1905191 h 3505200"/>
              <a:gd name="connsiteX4729" fmla="*/ 2362391 w 3505200"/>
              <a:gd name="connsiteY4729" fmla="*/ 1922717 h 3505200"/>
              <a:gd name="connsiteX4730" fmla="*/ 2438591 w 3505200"/>
              <a:gd name="connsiteY4730" fmla="*/ 1921669 h 3505200"/>
              <a:gd name="connsiteX4731" fmla="*/ 2455069 w 3505200"/>
              <a:gd name="connsiteY4731" fmla="*/ 1905191 h 3505200"/>
              <a:gd name="connsiteX4732" fmla="*/ 2438591 w 3505200"/>
              <a:gd name="connsiteY4732" fmla="*/ 1888712 h 3505200"/>
              <a:gd name="connsiteX4733" fmla="*/ 2422112 w 3505200"/>
              <a:gd name="connsiteY4733" fmla="*/ 1905191 h 3505200"/>
              <a:gd name="connsiteX4734" fmla="*/ 2438591 w 3505200"/>
              <a:gd name="connsiteY4734" fmla="*/ 1921669 h 3505200"/>
              <a:gd name="connsiteX4735" fmla="*/ 2514791 w 3505200"/>
              <a:gd name="connsiteY4735" fmla="*/ 1920431 h 3505200"/>
              <a:gd name="connsiteX4736" fmla="*/ 2530031 w 3505200"/>
              <a:gd name="connsiteY4736" fmla="*/ 1905191 h 3505200"/>
              <a:gd name="connsiteX4737" fmla="*/ 2514791 w 3505200"/>
              <a:gd name="connsiteY4737" fmla="*/ 1889951 h 3505200"/>
              <a:gd name="connsiteX4738" fmla="*/ 2499551 w 3505200"/>
              <a:gd name="connsiteY4738" fmla="*/ 1905191 h 3505200"/>
              <a:gd name="connsiteX4739" fmla="*/ 2514791 w 3505200"/>
              <a:gd name="connsiteY4739" fmla="*/ 1920431 h 3505200"/>
              <a:gd name="connsiteX4740" fmla="*/ 2590991 w 3505200"/>
              <a:gd name="connsiteY4740" fmla="*/ 1919383 h 3505200"/>
              <a:gd name="connsiteX4741" fmla="*/ 2605183 w 3505200"/>
              <a:gd name="connsiteY4741" fmla="*/ 1905191 h 3505200"/>
              <a:gd name="connsiteX4742" fmla="*/ 2590991 w 3505200"/>
              <a:gd name="connsiteY4742" fmla="*/ 1890998 h 3505200"/>
              <a:gd name="connsiteX4743" fmla="*/ 2576798 w 3505200"/>
              <a:gd name="connsiteY4743" fmla="*/ 1905191 h 3505200"/>
              <a:gd name="connsiteX4744" fmla="*/ 2590991 w 3505200"/>
              <a:gd name="connsiteY4744" fmla="*/ 1919383 h 3505200"/>
              <a:gd name="connsiteX4745" fmla="*/ 2667191 w 3505200"/>
              <a:gd name="connsiteY4745" fmla="*/ 1918145 h 3505200"/>
              <a:gd name="connsiteX4746" fmla="*/ 2680049 w 3505200"/>
              <a:gd name="connsiteY4746" fmla="*/ 1905286 h 3505200"/>
              <a:gd name="connsiteX4747" fmla="*/ 2667191 w 3505200"/>
              <a:gd name="connsiteY4747" fmla="*/ 1892427 h 3505200"/>
              <a:gd name="connsiteX4748" fmla="*/ 2654332 w 3505200"/>
              <a:gd name="connsiteY4748" fmla="*/ 1905286 h 3505200"/>
              <a:gd name="connsiteX4749" fmla="*/ 2667191 w 3505200"/>
              <a:gd name="connsiteY4749" fmla="*/ 1918145 h 3505200"/>
              <a:gd name="connsiteX4750" fmla="*/ 2743391 w 3505200"/>
              <a:gd name="connsiteY4750" fmla="*/ 1917002 h 3505200"/>
              <a:gd name="connsiteX4751" fmla="*/ 2755202 w 3505200"/>
              <a:gd name="connsiteY4751" fmla="*/ 1905191 h 3505200"/>
              <a:gd name="connsiteX4752" fmla="*/ 2743391 w 3505200"/>
              <a:gd name="connsiteY4752" fmla="*/ 1893380 h 3505200"/>
              <a:gd name="connsiteX4753" fmla="*/ 2731580 w 3505200"/>
              <a:gd name="connsiteY4753" fmla="*/ 1905191 h 3505200"/>
              <a:gd name="connsiteX4754" fmla="*/ 2743391 w 3505200"/>
              <a:gd name="connsiteY4754" fmla="*/ 1917002 h 3505200"/>
              <a:gd name="connsiteX4755" fmla="*/ 2819591 w 3505200"/>
              <a:gd name="connsiteY4755" fmla="*/ 1915954 h 3505200"/>
              <a:gd name="connsiteX4756" fmla="*/ 2830354 w 3505200"/>
              <a:gd name="connsiteY4756" fmla="*/ 1905191 h 3505200"/>
              <a:gd name="connsiteX4757" fmla="*/ 2819591 w 3505200"/>
              <a:gd name="connsiteY4757" fmla="*/ 1894427 h 3505200"/>
              <a:gd name="connsiteX4758" fmla="*/ 2808828 w 3505200"/>
              <a:gd name="connsiteY4758" fmla="*/ 1905191 h 3505200"/>
              <a:gd name="connsiteX4759" fmla="*/ 2819591 w 3505200"/>
              <a:gd name="connsiteY4759" fmla="*/ 1915954 h 3505200"/>
              <a:gd name="connsiteX4760" fmla="*/ 2895791 w 3505200"/>
              <a:gd name="connsiteY4760" fmla="*/ 1914716 h 3505200"/>
              <a:gd name="connsiteX4761" fmla="*/ 2905316 w 3505200"/>
              <a:gd name="connsiteY4761" fmla="*/ 1905191 h 3505200"/>
              <a:gd name="connsiteX4762" fmla="*/ 2895791 w 3505200"/>
              <a:gd name="connsiteY4762" fmla="*/ 1895666 h 3505200"/>
              <a:gd name="connsiteX4763" fmla="*/ 2886266 w 3505200"/>
              <a:gd name="connsiteY4763" fmla="*/ 1905191 h 3505200"/>
              <a:gd name="connsiteX4764" fmla="*/ 2895791 w 3505200"/>
              <a:gd name="connsiteY4764" fmla="*/ 1914716 h 3505200"/>
              <a:gd name="connsiteX4765" fmla="*/ 2971991 w 3505200"/>
              <a:gd name="connsiteY4765" fmla="*/ 1913477 h 3505200"/>
              <a:gd name="connsiteX4766" fmla="*/ 2980278 w 3505200"/>
              <a:gd name="connsiteY4766" fmla="*/ 1905191 h 3505200"/>
              <a:gd name="connsiteX4767" fmla="*/ 2971991 w 3505200"/>
              <a:gd name="connsiteY4767" fmla="*/ 1896904 h 3505200"/>
              <a:gd name="connsiteX4768" fmla="*/ 2963704 w 3505200"/>
              <a:gd name="connsiteY4768" fmla="*/ 1905191 h 3505200"/>
              <a:gd name="connsiteX4769" fmla="*/ 2971991 w 3505200"/>
              <a:gd name="connsiteY4769" fmla="*/ 1913477 h 3505200"/>
              <a:gd name="connsiteX4770" fmla="*/ 3048191 w 3505200"/>
              <a:gd name="connsiteY4770" fmla="*/ 1912430 h 3505200"/>
              <a:gd name="connsiteX4771" fmla="*/ 3055334 w 3505200"/>
              <a:gd name="connsiteY4771" fmla="*/ 1905286 h 3505200"/>
              <a:gd name="connsiteX4772" fmla="*/ 3048191 w 3505200"/>
              <a:gd name="connsiteY4772" fmla="*/ 1898142 h 3505200"/>
              <a:gd name="connsiteX4773" fmla="*/ 3041047 w 3505200"/>
              <a:gd name="connsiteY4773" fmla="*/ 1905286 h 3505200"/>
              <a:gd name="connsiteX4774" fmla="*/ 3048191 w 3505200"/>
              <a:gd name="connsiteY4774" fmla="*/ 1912430 h 3505200"/>
              <a:gd name="connsiteX4775" fmla="*/ 3124391 w 3505200"/>
              <a:gd name="connsiteY4775" fmla="*/ 1911096 h 3505200"/>
              <a:gd name="connsiteX4776" fmla="*/ 3130296 w 3505200"/>
              <a:gd name="connsiteY4776" fmla="*/ 1905191 h 3505200"/>
              <a:gd name="connsiteX4777" fmla="*/ 3124391 w 3505200"/>
              <a:gd name="connsiteY4777" fmla="*/ 1899285 h 3505200"/>
              <a:gd name="connsiteX4778" fmla="*/ 3118485 w 3505200"/>
              <a:gd name="connsiteY4778" fmla="*/ 1905191 h 3505200"/>
              <a:gd name="connsiteX4779" fmla="*/ 3124391 w 3505200"/>
              <a:gd name="connsiteY4779" fmla="*/ 1911096 h 3505200"/>
              <a:gd name="connsiteX4780" fmla="*/ 3200591 w 3505200"/>
              <a:gd name="connsiteY4780" fmla="*/ 1910048 h 3505200"/>
              <a:gd name="connsiteX4781" fmla="*/ 3205448 w 3505200"/>
              <a:gd name="connsiteY4781" fmla="*/ 1905191 h 3505200"/>
              <a:gd name="connsiteX4782" fmla="*/ 3200591 w 3505200"/>
              <a:gd name="connsiteY4782" fmla="*/ 1900333 h 3505200"/>
              <a:gd name="connsiteX4783" fmla="*/ 3195733 w 3505200"/>
              <a:gd name="connsiteY4783" fmla="*/ 1905191 h 3505200"/>
              <a:gd name="connsiteX4784" fmla="*/ 3200591 w 3505200"/>
              <a:gd name="connsiteY4784" fmla="*/ 1910048 h 3505200"/>
              <a:gd name="connsiteX4785" fmla="*/ 3276791 w 3505200"/>
              <a:gd name="connsiteY4785" fmla="*/ 1908810 h 3505200"/>
              <a:gd name="connsiteX4786" fmla="*/ 3280410 w 3505200"/>
              <a:gd name="connsiteY4786" fmla="*/ 1905191 h 3505200"/>
              <a:gd name="connsiteX4787" fmla="*/ 3276791 w 3505200"/>
              <a:gd name="connsiteY4787" fmla="*/ 1901571 h 3505200"/>
              <a:gd name="connsiteX4788" fmla="*/ 3273171 w 3505200"/>
              <a:gd name="connsiteY4788" fmla="*/ 1905191 h 3505200"/>
              <a:gd name="connsiteX4789" fmla="*/ 3276791 w 3505200"/>
              <a:gd name="connsiteY4789" fmla="*/ 1908810 h 3505200"/>
              <a:gd name="connsiteX4790" fmla="*/ 3352991 w 3505200"/>
              <a:gd name="connsiteY4790" fmla="*/ 1907762 h 3505200"/>
              <a:gd name="connsiteX4791" fmla="*/ 3355562 w 3505200"/>
              <a:gd name="connsiteY4791" fmla="*/ 1905191 h 3505200"/>
              <a:gd name="connsiteX4792" fmla="*/ 3352991 w 3505200"/>
              <a:gd name="connsiteY4792" fmla="*/ 1902619 h 3505200"/>
              <a:gd name="connsiteX4793" fmla="*/ 3350419 w 3505200"/>
              <a:gd name="connsiteY4793" fmla="*/ 1905191 h 3505200"/>
              <a:gd name="connsiteX4794" fmla="*/ 3352991 w 3505200"/>
              <a:gd name="connsiteY4794" fmla="*/ 1907762 h 3505200"/>
              <a:gd name="connsiteX4795" fmla="*/ 3429191 w 3505200"/>
              <a:gd name="connsiteY4795" fmla="*/ 1906524 h 3505200"/>
              <a:gd name="connsiteX4796" fmla="*/ 3430429 w 3505200"/>
              <a:gd name="connsiteY4796" fmla="*/ 1905286 h 3505200"/>
              <a:gd name="connsiteX4797" fmla="*/ 3429191 w 3505200"/>
              <a:gd name="connsiteY4797" fmla="*/ 1904048 h 3505200"/>
              <a:gd name="connsiteX4798" fmla="*/ 3427953 w 3505200"/>
              <a:gd name="connsiteY4798" fmla="*/ 1905286 h 3505200"/>
              <a:gd name="connsiteX4799" fmla="*/ 3429191 w 3505200"/>
              <a:gd name="connsiteY4799" fmla="*/ 1906524 h 3505200"/>
              <a:gd name="connsiteX4800" fmla="*/ 3505391 w 3505200"/>
              <a:gd name="connsiteY4800" fmla="*/ 1905381 h 3505200"/>
              <a:gd name="connsiteX4801" fmla="*/ 3505581 w 3505200"/>
              <a:gd name="connsiteY4801" fmla="*/ 1905191 h 3505200"/>
              <a:gd name="connsiteX4802" fmla="*/ 3505391 w 3505200"/>
              <a:gd name="connsiteY4802" fmla="*/ 1905000 h 3505200"/>
              <a:gd name="connsiteX4803" fmla="*/ 3505200 w 3505200"/>
              <a:gd name="connsiteY4803" fmla="*/ 1905191 h 3505200"/>
              <a:gd name="connsiteX4804" fmla="*/ 3505391 w 3505200"/>
              <a:gd name="connsiteY4804" fmla="*/ 1905381 h 3505200"/>
              <a:gd name="connsiteX4805" fmla="*/ 76391 w 3505200"/>
              <a:gd name="connsiteY4805" fmla="*/ 1982438 h 3505200"/>
              <a:gd name="connsiteX4806" fmla="*/ 77438 w 3505200"/>
              <a:gd name="connsiteY4806" fmla="*/ 1981391 h 3505200"/>
              <a:gd name="connsiteX4807" fmla="*/ 76391 w 3505200"/>
              <a:gd name="connsiteY4807" fmla="*/ 1980343 h 3505200"/>
              <a:gd name="connsiteX4808" fmla="*/ 75343 w 3505200"/>
              <a:gd name="connsiteY4808" fmla="*/ 1981391 h 3505200"/>
              <a:gd name="connsiteX4809" fmla="*/ 76391 w 3505200"/>
              <a:gd name="connsiteY4809" fmla="*/ 1982438 h 3505200"/>
              <a:gd name="connsiteX4810" fmla="*/ 152591 w 3505200"/>
              <a:gd name="connsiteY4810" fmla="*/ 1983486 h 3505200"/>
              <a:gd name="connsiteX4811" fmla="*/ 154686 w 3505200"/>
              <a:gd name="connsiteY4811" fmla="*/ 1981391 h 3505200"/>
              <a:gd name="connsiteX4812" fmla="*/ 152591 w 3505200"/>
              <a:gd name="connsiteY4812" fmla="*/ 1979295 h 3505200"/>
              <a:gd name="connsiteX4813" fmla="*/ 150495 w 3505200"/>
              <a:gd name="connsiteY4813" fmla="*/ 1981391 h 3505200"/>
              <a:gd name="connsiteX4814" fmla="*/ 152591 w 3505200"/>
              <a:gd name="connsiteY4814" fmla="*/ 1983486 h 3505200"/>
              <a:gd name="connsiteX4815" fmla="*/ 228791 w 3505200"/>
              <a:gd name="connsiteY4815" fmla="*/ 1984820 h 3505200"/>
              <a:gd name="connsiteX4816" fmla="*/ 232124 w 3505200"/>
              <a:gd name="connsiteY4816" fmla="*/ 1981486 h 3505200"/>
              <a:gd name="connsiteX4817" fmla="*/ 228791 w 3505200"/>
              <a:gd name="connsiteY4817" fmla="*/ 1978152 h 3505200"/>
              <a:gd name="connsiteX4818" fmla="*/ 225457 w 3505200"/>
              <a:gd name="connsiteY4818" fmla="*/ 1981486 h 3505200"/>
              <a:gd name="connsiteX4819" fmla="*/ 228791 w 3505200"/>
              <a:gd name="connsiteY4819" fmla="*/ 1984820 h 3505200"/>
              <a:gd name="connsiteX4820" fmla="*/ 304991 w 3505200"/>
              <a:gd name="connsiteY4820" fmla="*/ 1985867 h 3505200"/>
              <a:gd name="connsiteX4821" fmla="*/ 309467 w 3505200"/>
              <a:gd name="connsiteY4821" fmla="*/ 1981391 h 3505200"/>
              <a:gd name="connsiteX4822" fmla="*/ 304991 w 3505200"/>
              <a:gd name="connsiteY4822" fmla="*/ 1976914 h 3505200"/>
              <a:gd name="connsiteX4823" fmla="*/ 300514 w 3505200"/>
              <a:gd name="connsiteY4823" fmla="*/ 1981391 h 3505200"/>
              <a:gd name="connsiteX4824" fmla="*/ 304991 w 3505200"/>
              <a:gd name="connsiteY4824" fmla="*/ 1985867 h 3505200"/>
              <a:gd name="connsiteX4825" fmla="*/ 381191 w 3505200"/>
              <a:gd name="connsiteY4825" fmla="*/ 1987106 h 3505200"/>
              <a:gd name="connsiteX4826" fmla="*/ 386906 w 3505200"/>
              <a:gd name="connsiteY4826" fmla="*/ 1981391 h 3505200"/>
              <a:gd name="connsiteX4827" fmla="*/ 381191 w 3505200"/>
              <a:gd name="connsiteY4827" fmla="*/ 1975676 h 3505200"/>
              <a:gd name="connsiteX4828" fmla="*/ 375475 w 3505200"/>
              <a:gd name="connsiteY4828" fmla="*/ 1981391 h 3505200"/>
              <a:gd name="connsiteX4829" fmla="*/ 381191 w 3505200"/>
              <a:gd name="connsiteY4829" fmla="*/ 1987106 h 3505200"/>
              <a:gd name="connsiteX4830" fmla="*/ 457391 w 3505200"/>
              <a:gd name="connsiteY4830" fmla="*/ 1988153 h 3505200"/>
              <a:gd name="connsiteX4831" fmla="*/ 464153 w 3505200"/>
              <a:gd name="connsiteY4831" fmla="*/ 1981391 h 3505200"/>
              <a:gd name="connsiteX4832" fmla="*/ 457391 w 3505200"/>
              <a:gd name="connsiteY4832" fmla="*/ 1974628 h 3505200"/>
              <a:gd name="connsiteX4833" fmla="*/ 450628 w 3505200"/>
              <a:gd name="connsiteY4833" fmla="*/ 1981391 h 3505200"/>
              <a:gd name="connsiteX4834" fmla="*/ 457391 w 3505200"/>
              <a:gd name="connsiteY4834" fmla="*/ 1988153 h 3505200"/>
              <a:gd name="connsiteX4835" fmla="*/ 533591 w 3505200"/>
              <a:gd name="connsiteY4835" fmla="*/ 1989487 h 3505200"/>
              <a:gd name="connsiteX4836" fmla="*/ 541592 w 3505200"/>
              <a:gd name="connsiteY4836" fmla="*/ 1981486 h 3505200"/>
              <a:gd name="connsiteX4837" fmla="*/ 533591 w 3505200"/>
              <a:gd name="connsiteY4837" fmla="*/ 1973485 h 3505200"/>
              <a:gd name="connsiteX4838" fmla="*/ 525590 w 3505200"/>
              <a:gd name="connsiteY4838" fmla="*/ 1981486 h 3505200"/>
              <a:gd name="connsiteX4839" fmla="*/ 533591 w 3505200"/>
              <a:gd name="connsiteY4839" fmla="*/ 1989487 h 3505200"/>
              <a:gd name="connsiteX4840" fmla="*/ 609790 w 3505200"/>
              <a:gd name="connsiteY4840" fmla="*/ 1990535 h 3505200"/>
              <a:gd name="connsiteX4841" fmla="*/ 618839 w 3505200"/>
              <a:gd name="connsiteY4841" fmla="*/ 1981486 h 3505200"/>
              <a:gd name="connsiteX4842" fmla="*/ 609790 w 3505200"/>
              <a:gd name="connsiteY4842" fmla="*/ 1972437 h 3505200"/>
              <a:gd name="connsiteX4843" fmla="*/ 600742 w 3505200"/>
              <a:gd name="connsiteY4843" fmla="*/ 1981486 h 3505200"/>
              <a:gd name="connsiteX4844" fmla="*/ 609790 w 3505200"/>
              <a:gd name="connsiteY4844" fmla="*/ 1990535 h 3505200"/>
              <a:gd name="connsiteX4845" fmla="*/ 685990 w 3505200"/>
              <a:gd name="connsiteY4845" fmla="*/ 1991773 h 3505200"/>
              <a:gd name="connsiteX4846" fmla="*/ 696373 w 3505200"/>
              <a:gd name="connsiteY4846" fmla="*/ 1981391 h 3505200"/>
              <a:gd name="connsiteX4847" fmla="*/ 685990 w 3505200"/>
              <a:gd name="connsiteY4847" fmla="*/ 1971008 h 3505200"/>
              <a:gd name="connsiteX4848" fmla="*/ 675608 w 3505200"/>
              <a:gd name="connsiteY4848" fmla="*/ 1981391 h 3505200"/>
              <a:gd name="connsiteX4849" fmla="*/ 685990 w 3505200"/>
              <a:gd name="connsiteY4849" fmla="*/ 1991773 h 3505200"/>
              <a:gd name="connsiteX4850" fmla="*/ 762190 w 3505200"/>
              <a:gd name="connsiteY4850" fmla="*/ 1992821 h 3505200"/>
              <a:gd name="connsiteX4851" fmla="*/ 773621 w 3505200"/>
              <a:gd name="connsiteY4851" fmla="*/ 1981391 h 3505200"/>
              <a:gd name="connsiteX4852" fmla="*/ 762190 w 3505200"/>
              <a:gd name="connsiteY4852" fmla="*/ 1969961 h 3505200"/>
              <a:gd name="connsiteX4853" fmla="*/ 750761 w 3505200"/>
              <a:gd name="connsiteY4853" fmla="*/ 1981391 h 3505200"/>
              <a:gd name="connsiteX4854" fmla="*/ 762190 w 3505200"/>
              <a:gd name="connsiteY4854" fmla="*/ 1992821 h 3505200"/>
              <a:gd name="connsiteX4855" fmla="*/ 838390 w 3505200"/>
              <a:gd name="connsiteY4855" fmla="*/ 1994059 h 3505200"/>
              <a:gd name="connsiteX4856" fmla="*/ 851059 w 3505200"/>
              <a:gd name="connsiteY4856" fmla="*/ 1981391 h 3505200"/>
              <a:gd name="connsiteX4857" fmla="*/ 838390 w 3505200"/>
              <a:gd name="connsiteY4857" fmla="*/ 1968722 h 3505200"/>
              <a:gd name="connsiteX4858" fmla="*/ 825722 w 3505200"/>
              <a:gd name="connsiteY4858" fmla="*/ 1981391 h 3505200"/>
              <a:gd name="connsiteX4859" fmla="*/ 838390 w 3505200"/>
              <a:gd name="connsiteY4859" fmla="*/ 1994059 h 3505200"/>
              <a:gd name="connsiteX4860" fmla="*/ 914590 w 3505200"/>
              <a:gd name="connsiteY4860" fmla="*/ 1995107 h 3505200"/>
              <a:gd name="connsiteX4861" fmla="*/ 928307 w 3505200"/>
              <a:gd name="connsiteY4861" fmla="*/ 1981391 h 3505200"/>
              <a:gd name="connsiteX4862" fmla="*/ 914590 w 3505200"/>
              <a:gd name="connsiteY4862" fmla="*/ 1967675 h 3505200"/>
              <a:gd name="connsiteX4863" fmla="*/ 900875 w 3505200"/>
              <a:gd name="connsiteY4863" fmla="*/ 1981391 h 3505200"/>
              <a:gd name="connsiteX4864" fmla="*/ 914590 w 3505200"/>
              <a:gd name="connsiteY4864" fmla="*/ 1995107 h 3505200"/>
              <a:gd name="connsiteX4865" fmla="*/ 990790 w 3505200"/>
              <a:gd name="connsiteY4865" fmla="*/ 1996250 h 3505200"/>
              <a:gd name="connsiteX4866" fmla="*/ 1005554 w 3505200"/>
              <a:gd name="connsiteY4866" fmla="*/ 1981486 h 3505200"/>
              <a:gd name="connsiteX4867" fmla="*/ 990790 w 3505200"/>
              <a:gd name="connsiteY4867" fmla="*/ 1966722 h 3505200"/>
              <a:gd name="connsiteX4868" fmla="*/ 976027 w 3505200"/>
              <a:gd name="connsiteY4868" fmla="*/ 1981486 h 3505200"/>
              <a:gd name="connsiteX4869" fmla="*/ 990790 w 3505200"/>
              <a:gd name="connsiteY4869" fmla="*/ 1996250 h 3505200"/>
              <a:gd name="connsiteX4870" fmla="*/ 1066991 w 3505200"/>
              <a:gd name="connsiteY4870" fmla="*/ 1997488 h 3505200"/>
              <a:gd name="connsiteX4871" fmla="*/ 1083088 w 3505200"/>
              <a:gd name="connsiteY4871" fmla="*/ 1981391 h 3505200"/>
              <a:gd name="connsiteX4872" fmla="*/ 1066991 w 3505200"/>
              <a:gd name="connsiteY4872" fmla="*/ 1965293 h 3505200"/>
              <a:gd name="connsiteX4873" fmla="*/ 1050893 w 3505200"/>
              <a:gd name="connsiteY4873" fmla="*/ 1981391 h 3505200"/>
              <a:gd name="connsiteX4874" fmla="*/ 1066991 w 3505200"/>
              <a:gd name="connsiteY4874" fmla="*/ 1997488 h 3505200"/>
              <a:gd name="connsiteX4875" fmla="*/ 1143191 w 3505200"/>
              <a:gd name="connsiteY4875" fmla="*/ 1998536 h 3505200"/>
              <a:gd name="connsiteX4876" fmla="*/ 1160336 w 3505200"/>
              <a:gd name="connsiteY4876" fmla="*/ 1981391 h 3505200"/>
              <a:gd name="connsiteX4877" fmla="*/ 1143191 w 3505200"/>
              <a:gd name="connsiteY4877" fmla="*/ 1964246 h 3505200"/>
              <a:gd name="connsiteX4878" fmla="*/ 1126046 w 3505200"/>
              <a:gd name="connsiteY4878" fmla="*/ 1981391 h 3505200"/>
              <a:gd name="connsiteX4879" fmla="*/ 1143191 w 3505200"/>
              <a:gd name="connsiteY4879" fmla="*/ 1998536 h 3505200"/>
              <a:gd name="connsiteX4880" fmla="*/ 1219391 w 3505200"/>
              <a:gd name="connsiteY4880" fmla="*/ 1999583 h 3505200"/>
              <a:gd name="connsiteX4881" fmla="*/ 1237583 w 3505200"/>
              <a:gd name="connsiteY4881" fmla="*/ 1981391 h 3505200"/>
              <a:gd name="connsiteX4882" fmla="*/ 1219391 w 3505200"/>
              <a:gd name="connsiteY4882" fmla="*/ 1963198 h 3505200"/>
              <a:gd name="connsiteX4883" fmla="*/ 1201198 w 3505200"/>
              <a:gd name="connsiteY4883" fmla="*/ 1981391 h 3505200"/>
              <a:gd name="connsiteX4884" fmla="*/ 1219391 w 3505200"/>
              <a:gd name="connsiteY4884" fmla="*/ 1999583 h 3505200"/>
              <a:gd name="connsiteX4885" fmla="*/ 1295591 w 3505200"/>
              <a:gd name="connsiteY4885" fmla="*/ 2000822 h 3505200"/>
              <a:gd name="connsiteX4886" fmla="*/ 1315022 w 3505200"/>
              <a:gd name="connsiteY4886" fmla="*/ 1981391 h 3505200"/>
              <a:gd name="connsiteX4887" fmla="*/ 1295591 w 3505200"/>
              <a:gd name="connsiteY4887" fmla="*/ 1961960 h 3505200"/>
              <a:gd name="connsiteX4888" fmla="*/ 1276160 w 3505200"/>
              <a:gd name="connsiteY4888" fmla="*/ 1981391 h 3505200"/>
              <a:gd name="connsiteX4889" fmla="*/ 1295591 w 3505200"/>
              <a:gd name="connsiteY4889" fmla="*/ 2000822 h 3505200"/>
              <a:gd name="connsiteX4890" fmla="*/ 1371791 w 3505200"/>
              <a:gd name="connsiteY4890" fmla="*/ 2001679 h 3505200"/>
              <a:gd name="connsiteX4891" fmla="*/ 1392079 w 3505200"/>
              <a:gd name="connsiteY4891" fmla="*/ 1981391 h 3505200"/>
              <a:gd name="connsiteX4892" fmla="*/ 1371791 w 3505200"/>
              <a:gd name="connsiteY4892" fmla="*/ 1961102 h 3505200"/>
              <a:gd name="connsiteX4893" fmla="*/ 1351502 w 3505200"/>
              <a:gd name="connsiteY4893" fmla="*/ 1981391 h 3505200"/>
              <a:gd name="connsiteX4894" fmla="*/ 1371791 w 3505200"/>
              <a:gd name="connsiteY4894" fmla="*/ 2001679 h 3505200"/>
              <a:gd name="connsiteX4895" fmla="*/ 1447991 w 3505200"/>
              <a:gd name="connsiteY4895" fmla="*/ 2002727 h 3505200"/>
              <a:gd name="connsiteX4896" fmla="*/ 1469327 w 3505200"/>
              <a:gd name="connsiteY4896" fmla="*/ 1981391 h 3505200"/>
              <a:gd name="connsiteX4897" fmla="*/ 1447991 w 3505200"/>
              <a:gd name="connsiteY4897" fmla="*/ 1960055 h 3505200"/>
              <a:gd name="connsiteX4898" fmla="*/ 1426655 w 3505200"/>
              <a:gd name="connsiteY4898" fmla="*/ 1981391 h 3505200"/>
              <a:gd name="connsiteX4899" fmla="*/ 1447991 w 3505200"/>
              <a:gd name="connsiteY4899" fmla="*/ 2002727 h 3505200"/>
              <a:gd name="connsiteX4900" fmla="*/ 1524191 w 3505200"/>
              <a:gd name="connsiteY4900" fmla="*/ 2003584 h 3505200"/>
              <a:gd name="connsiteX4901" fmla="*/ 1546384 w 3505200"/>
              <a:gd name="connsiteY4901" fmla="*/ 1981391 h 3505200"/>
              <a:gd name="connsiteX4902" fmla="*/ 1524191 w 3505200"/>
              <a:gd name="connsiteY4902" fmla="*/ 1959197 h 3505200"/>
              <a:gd name="connsiteX4903" fmla="*/ 1501997 w 3505200"/>
              <a:gd name="connsiteY4903" fmla="*/ 1981391 h 3505200"/>
              <a:gd name="connsiteX4904" fmla="*/ 1524191 w 3505200"/>
              <a:gd name="connsiteY4904" fmla="*/ 2003584 h 3505200"/>
              <a:gd name="connsiteX4905" fmla="*/ 1600391 w 3505200"/>
              <a:gd name="connsiteY4905" fmla="*/ 2004441 h 3505200"/>
              <a:gd name="connsiteX4906" fmla="*/ 1623441 w 3505200"/>
              <a:gd name="connsiteY4906" fmla="*/ 1981391 h 3505200"/>
              <a:gd name="connsiteX4907" fmla="*/ 1600391 w 3505200"/>
              <a:gd name="connsiteY4907" fmla="*/ 1958340 h 3505200"/>
              <a:gd name="connsiteX4908" fmla="*/ 1577340 w 3505200"/>
              <a:gd name="connsiteY4908" fmla="*/ 1981391 h 3505200"/>
              <a:gd name="connsiteX4909" fmla="*/ 1600391 w 3505200"/>
              <a:gd name="connsiteY4909" fmla="*/ 2004441 h 3505200"/>
              <a:gd name="connsiteX4910" fmla="*/ 1676591 w 3505200"/>
              <a:gd name="connsiteY4910" fmla="*/ 2004822 h 3505200"/>
              <a:gd name="connsiteX4911" fmla="*/ 1700022 w 3505200"/>
              <a:gd name="connsiteY4911" fmla="*/ 1981391 h 3505200"/>
              <a:gd name="connsiteX4912" fmla="*/ 1676591 w 3505200"/>
              <a:gd name="connsiteY4912" fmla="*/ 1957959 h 3505200"/>
              <a:gd name="connsiteX4913" fmla="*/ 1653159 w 3505200"/>
              <a:gd name="connsiteY4913" fmla="*/ 1981391 h 3505200"/>
              <a:gd name="connsiteX4914" fmla="*/ 1676591 w 3505200"/>
              <a:gd name="connsiteY4914" fmla="*/ 2004822 h 3505200"/>
              <a:gd name="connsiteX4915" fmla="*/ 1752791 w 3505200"/>
              <a:gd name="connsiteY4915" fmla="*/ 2005108 h 3505200"/>
              <a:gd name="connsiteX4916" fmla="*/ 1776413 w 3505200"/>
              <a:gd name="connsiteY4916" fmla="*/ 1981486 h 3505200"/>
              <a:gd name="connsiteX4917" fmla="*/ 1752791 w 3505200"/>
              <a:gd name="connsiteY4917" fmla="*/ 1957864 h 3505200"/>
              <a:gd name="connsiteX4918" fmla="*/ 1729168 w 3505200"/>
              <a:gd name="connsiteY4918" fmla="*/ 1981486 h 3505200"/>
              <a:gd name="connsiteX4919" fmla="*/ 1752791 w 3505200"/>
              <a:gd name="connsiteY4919" fmla="*/ 2005108 h 3505200"/>
              <a:gd name="connsiteX4920" fmla="*/ 1828991 w 3505200"/>
              <a:gd name="connsiteY4920" fmla="*/ 2005108 h 3505200"/>
              <a:gd name="connsiteX4921" fmla="*/ 1852613 w 3505200"/>
              <a:gd name="connsiteY4921" fmla="*/ 1981486 h 3505200"/>
              <a:gd name="connsiteX4922" fmla="*/ 1828991 w 3505200"/>
              <a:gd name="connsiteY4922" fmla="*/ 1957864 h 3505200"/>
              <a:gd name="connsiteX4923" fmla="*/ 1805368 w 3505200"/>
              <a:gd name="connsiteY4923" fmla="*/ 1981486 h 3505200"/>
              <a:gd name="connsiteX4924" fmla="*/ 1828991 w 3505200"/>
              <a:gd name="connsiteY4924" fmla="*/ 2005108 h 3505200"/>
              <a:gd name="connsiteX4925" fmla="*/ 1905191 w 3505200"/>
              <a:gd name="connsiteY4925" fmla="*/ 2004441 h 3505200"/>
              <a:gd name="connsiteX4926" fmla="*/ 1928241 w 3505200"/>
              <a:gd name="connsiteY4926" fmla="*/ 1981391 h 3505200"/>
              <a:gd name="connsiteX4927" fmla="*/ 1905191 w 3505200"/>
              <a:gd name="connsiteY4927" fmla="*/ 1958340 h 3505200"/>
              <a:gd name="connsiteX4928" fmla="*/ 1882140 w 3505200"/>
              <a:gd name="connsiteY4928" fmla="*/ 1981391 h 3505200"/>
              <a:gd name="connsiteX4929" fmla="*/ 1905191 w 3505200"/>
              <a:gd name="connsiteY4929" fmla="*/ 2004441 h 3505200"/>
              <a:gd name="connsiteX4930" fmla="*/ 1981391 w 3505200"/>
              <a:gd name="connsiteY4930" fmla="*/ 2003774 h 3505200"/>
              <a:gd name="connsiteX4931" fmla="*/ 2003774 w 3505200"/>
              <a:gd name="connsiteY4931" fmla="*/ 1981391 h 3505200"/>
              <a:gd name="connsiteX4932" fmla="*/ 1981391 w 3505200"/>
              <a:gd name="connsiteY4932" fmla="*/ 1959007 h 3505200"/>
              <a:gd name="connsiteX4933" fmla="*/ 1959007 w 3505200"/>
              <a:gd name="connsiteY4933" fmla="*/ 1981391 h 3505200"/>
              <a:gd name="connsiteX4934" fmla="*/ 1981391 w 3505200"/>
              <a:gd name="connsiteY4934" fmla="*/ 2003774 h 3505200"/>
              <a:gd name="connsiteX4935" fmla="*/ 2057591 w 3505200"/>
              <a:gd name="connsiteY4935" fmla="*/ 2002917 h 3505200"/>
              <a:gd name="connsiteX4936" fmla="*/ 2079117 w 3505200"/>
              <a:gd name="connsiteY4936" fmla="*/ 1981391 h 3505200"/>
              <a:gd name="connsiteX4937" fmla="*/ 2057591 w 3505200"/>
              <a:gd name="connsiteY4937" fmla="*/ 1959864 h 3505200"/>
              <a:gd name="connsiteX4938" fmla="*/ 2036064 w 3505200"/>
              <a:gd name="connsiteY4938" fmla="*/ 1981391 h 3505200"/>
              <a:gd name="connsiteX4939" fmla="*/ 2057591 w 3505200"/>
              <a:gd name="connsiteY4939" fmla="*/ 2002917 h 3505200"/>
              <a:gd name="connsiteX4940" fmla="*/ 2133791 w 3505200"/>
              <a:gd name="connsiteY4940" fmla="*/ 2001869 h 3505200"/>
              <a:gd name="connsiteX4941" fmla="*/ 2154269 w 3505200"/>
              <a:gd name="connsiteY4941" fmla="*/ 1981391 h 3505200"/>
              <a:gd name="connsiteX4942" fmla="*/ 2133791 w 3505200"/>
              <a:gd name="connsiteY4942" fmla="*/ 1960912 h 3505200"/>
              <a:gd name="connsiteX4943" fmla="*/ 2113312 w 3505200"/>
              <a:gd name="connsiteY4943" fmla="*/ 1981391 h 3505200"/>
              <a:gd name="connsiteX4944" fmla="*/ 2133791 w 3505200"/>
              <a:gd name="connsiteY4944" fmla="*/ 2001869 h 3505200"/>
              <a:gd name="connsiteX4945" fmla="*/ 2209991 w 3505200"/>
              <a:gd name="connsiteY4945" fmla="*/ 2000822 h 3505200"/>
              <a:gd name="connsiteX4946" fmla="*/ 2229422 w 3505200"/>
              <a:gd name="connsiteY4946" fmla="*/ 1981391 h 3505200"/>
              <a:gd name="connsiteX4947" fmla="*/ 2209991 w 3505200"/>
              <a:gd name="connsiteY4947" fmla="*/ 1961960 h 3505200"/>
              <a:gd name="connsiteX4948" fmla="*/ 2190560 w 3505200"/>
              <a:gd name="connsiteY4948" fmla="*/ 1981391 h 3505200"/>
              <a:gd name="connsiteX4949" fmla="*/ 2209991 w 3505200"/>
              <a:gd name="connsiteY4949" fmla="*/ 2000822 h 3505200"/>
              <a:gd name="connsiteX4950" fmla="*/ 2286191 w 3505200"/>
              <a:gd name="connsiteY4950" fmla="*/ 1999774 h 3505200"/>
              <a:gd name="connsiteX4951" fmla="*/ 2304574 w 3505200"/>
              <a:gd name="connsiteY4951" fmla="*/ 1981391 h 3505200"/>
              <a:gd name="connsiteX4952" fmla="*/ 2286191 w 3505200"/>
              <a:gd name="connsiteY4952" fmla="*/ 1963007 h 3505200"/>
              <a:gd name="connsiteX4953" fmla="*/ 2267807 w 3505200"/>
              <a:gd name="connsiteY4953" fmla="*/ 1981391 h 3505200"/>
              <a:gd name="connsiteX4954" fmla="*/ 2286191 w 3505200"/>
              <a:gd name="connsiteY4954" fmla="*/ 1999774 h 3505200"/>
              <a:gd name="connsiteX4955" fmla="*/ 2362391 w 3505200"/>
              <a:gd name="connsiteY4955" fmla="*/ 1998536 h 3505200"/>
              <a:gd name="connsiteX4956" fmla="*/ 2379536 w 3505200"/>
              <a:gd name="connsiteY4956" fmla="*/ 1981391 h 3505200"/>
              <a:gd name="connsiteX4957" fmla="*/ 2362391 w 3505200"/>
              <a:gd name="connsiteY4957" fmla="*/ 1964246 h 3505200"/>
              <a:gd name="connsiteX4958" fmla="*/ 2345246 w 3505200"/>
              <a:gd name="connsiteY4958" fmla="*/ 1981391 h 3505200"/>
              <a:gd name="connsiteX4959" fmla="*/ 2362391 w 3505200"/>
              <a:gd name="connsiteY4959" fmla="*/ 1998536 h 3505200"/>
              <a:gd name="connsiteX4960" fmla="*/ 2438591 w 3505200"/>
              <a:gd name="connsiteY4960" fmla="*/ 1997488 h 3505200"/>
              <a:gd name="connsiteX4961" fmla="*/ 2454688 w 3505200"/>
              <a:gd name="connsiteY4961" fmla="*/ 1981391 h 3505200"/>
              <a:gd name="connsiteX4962" fmla="*/ 2438591 w 3505200"/>
              <a:gd name="connsiteY4962" fmla="*/ 1965293 h 3505200"/>
              <a:gd name="connsiteX4963" fmla="*/ 2422493 w 3505200"/>
              <a:gd name="connsiteY4963" fmla="*/ 1981391 h 3505200"/>
              <a:gd name="connsiteX4964" fmla="*/ 2438591 w 3505200"/>
              <a:gd name="connsiteY4964" fmla="*/ 1997488 h 3505200"/>
              <a:gd name="connsiteX4965" fmla="*/ 2514791 w 3505200"/>
              <a:gd name="connsiteY4965" fmla="*/ 1996440 h 3505200"/>
              <a:gd name="connsiteX4966" fmla="*/ 2529840 w 3505200"/>
              <a:gd name="connsiteY4966" fmla="*/ 1981486 h 3505200"/>
              <a:gd name="connsiteX4967" fmla="*/ 2514791 w 3505200"/>
              <a:gd name="connsiteY4967" fmla="*/ 1966436 h 3505200"/>
              <a:gd name="connsiteX4968" fmla="*/ 2499741 w 3505200"/>
              <a:gd name="connsiteY4968" fmla="*/ 1981486 h 3505200"/>
              <a:gd name="connsiteX4969" fmla="*/ 2514791 w 3505200"/>
              <a:gd name="connsiteY4969" fmla="*/ 1996440 h 3505200"/>
              <a:gd name="connsiteX4970" fmla="*/ 2590991 w 3505200"/>
              <a:gd name="connsiteY4970" fmla="*/ 1995392 h 3505200"/>
              <a:gd name="connsiteX4971" fmla="*/ 2604897 w 3505200"/>
              <a:gd name="connsiteY4971" fmla="*/ 1981486 h 3505200"/>
              <a:gd name="connsiteX4972" fmla="*/ 2590991 w 3505200"/>
              <a:gd name="connsiteY4972" fmla="*/ 1967579 h 3505200"/>
              <a:gd name="connsiteX4973" fmla="*/ 2577084 w 3505200"/>
              <a:gd name="connsiteY4973" fmla="*/ 1981486 h 3505200"/>
              <a:gd name="connsiteX4974" fmla="*/ 2590991 w 3505200"/>
              <a:gd name="connsiteY4974" fmla="*/ 1995392 h 3505200"/>
              <a:gd name="connsiteX4975" fmla="*/ 2667191 w 3505200"/>
              <a:gd name="connsiteY4975" fmla="*/ 1994059 h 3505200"/>
              <a:gd name="connsiteX4976" fmla="*/ 2679859 w 3505200"/>
              <a:gd name="connsiteY4976" fmla="*/ 1981391 h 3505200"/>
              <a:gd name="connsiteX4977" fmla="*/ 2667191 w 3505200"/>
              <a:gd name="connsiteY4977" fmla="*/ 1968722 h 3505200"/>
              <a:gd name="connsiteX4978" fmla="*/ 2654522 w 3505200"/>
              <a:gd name="connsiteY4978" fmla="*/ 1981391 h 3505200"/>
              <a:gd name="connsiteX4979" fmla="*/ 2667191 w 3505200"/>
              <a:gd name="connsiteY4979" fmla="*/ 1994059 h 3505200"/>
              <a:gd name="connsiteX4980" fmla="*/ 2743391 w 3505200"/>
              <a:gd name="connsiteY4980" fmla="*/ 1993011 h 3505200"/>
              <a:gd name="connsiteX4981" fmla="*/ 2755011 w 3505200"/>
              <a:gd name="connsiteY4981" fmla="*/ 1981391 h 3505200"/>
              <a:gd name="connsiteX4982" fmla="*/ 2743391 w 3505200"/>
              <a:gd name="connsiteY4982" fmla="*/ 1969770 h 3505200"/>
              <a:gd name="connsiteX4983" fmla="*/ 2731770 w 3505200"/>
              <a:gd name="connsiteY4983" fmla="*/ 1981391 h 3505200"/>
              <a:gd name="connsiteX4984" fmla="*/ 2743391 w 3505200"/>
              <a:gd name="connsiteY4984" fmla="*/ 1993011 h 3505200"/>
              <a:gd name="connsiteX4985" fmla="*/ 2819591 w 3505200"/>
              <a:gd name="connsiteY4985" fmla="*/ 1991773 h 3505200"/>
              <a:gd name="connsiteX4986" fmla="*/ 2829973 w 3505200"/>
              <a:gd name="connsiteY4986" fmla="*/ 1981391 h 3505200"/>
              <a:gd name="connsiteX4987" fmla="*/ 2819591 w 3505200"/>
              <a:gd name="connsiteY4987" fmla="*/ 1971008 h 3505200"/>
              <a:gd name="connsiteX4988" fmla="*/ 2809208 w 3505200"/>
              <a:gd name="connsiteY4988" fmla="*/ 1981391 h 3505200"/>
              <a:gd name="connsiteX4989" fmla="*/ 2819591 w 3505200"/>
              <a:gd name="connsiteY4989" fmla="*/ 1991773 h 3505200"/>
              <a:gd name="connsiteX4990" fmla="*/ 2895791 w 3505200"/>
              <a:gd name="connsiteY4990" fmla="*/ 1990725 h 3505200"/>
              <a:gd name="connsiteX4991" fmla="*/ 2905125 w 3505200"/>
              <a:gd name="connsiteY4991" fmla="*/ 1981391 h 3505200"/>
              <a:gd name="connsiteX4992" fmla="*/ 2895791 w 3505200"/>
              <a:gd name="connsiteY4992" fmla="*/ 1972056 h 3505200"/>
              <a:gd name="connsiteX4993" fmla="*/ 2886456 w 3505200"/>
              <a:gd name="connsiteY4993" fmla="*/ 1981391 h 3505200"/>
              <a:gd name="connsiteX4994" fmla="*/ 2895791 w 3505200"/>
              <a:gd name="connsiteY4994" fmla="*/ 1990725 h 3505200"/>
              <a:gd name="connsiteX4995" fmla="*/ 2971991 w 3505200"/>
              <a:gd name="connsiteY4995" fmla="*/ 1989487 h 3505200"/>
              <a:gd name="connsiteX4996" fmla="*/ 2979991 w 3505200"/>
              <a:gd name="connsiteY4996" fmla="*/ 1981486 h 3505200"/>
              <a:gd name="connsiteX4997" fmla="*/ 2971991 w 3505200"/>
              <a:gd name="connsiteY4997" fmla="*/ 1973485 h 3505200"/>
              <a:gd name="connsiteX4998" fmla="*/ 2963990 w 3505200"/>
              <a:gd name="connsiteY4998" fmla="*/ 1981486 h 3505200"/>
              <a:gd name="connsiteX4999" fmla="*/ 2971991 w 3505200"/>
              <a:gd name="connsiteY4999" fmla="*/ 1989487 h 3505200"/>
              <a:gd name="connsiteX5000" fmla="*/ 3048191 w 3505200"/>
              <a:gd name="connsiteY5000" fmla="*/ 1988344 h 3505200"/>
              <a:gd name="connsiteX5001" fmla="*/ 3055144 w 3505200"/>
              <a:gd name="connsiteY5001" fmla="*/ 1981391 h 3505200"/>
              <a:gd name="connsiteX5002" fmla="*/ 3048191 w 3505200"/>
              <a:gd name="connsiteY5002" fmla="*/ 1974437 h 3505200"/>
              <a:gd name="connsiteX5003" fmla="*/ 3041237 w 3505200"/>
              <a:gd name="connsiteY5003" fmla="*/ 1981391 h 3505200"/>
              <a:gd name="connsiteX5004" fmla="*/ 3048191 w 3505200"/>
              <a:gd name="connsiteY5004" fmla="*/ 1988344 h 3505200"/>
              <a:gd name="connsiteX5005" fmla="*/ 3124391 w 3505200"/>
              <a:gd name="connsiteY5005" fmla="*/ 1987106 h 3505200"/>
              <a:gd name="connsiteX5006" fmla="*/ 3130106 w 3505200"/>
              <a:gd name="connsiteY5006" fmla="*/ 1981391 h 3505200"/>
              <a:gd name="connsiteX5007" fmla="*/ 3124391 w 3505200"/>
              <a:gd name="connsiteY5007" fmla="*/ 1975676 h 3505200"/>
              <a:gd name="connsiteX5008" fmla="*/ 3118676 w 3505200"/>
              <a:gd name="connsiteY5008" fmla="*/ 1981391 h 3505200"/>
              <a:gd name="connsiteX5009" fmla="*/ 3124391 w 3505200"/>
              <a:gd name="connsiteY5009" fmla="*/ 1987106 h 3505200"/>
              <a:gd name="connsiteX5010" fmla="*/ 3200591 w 3505200"/>
              <a:gd name="connsiteY5010" fmla="*/ 1986058 h 3505200"/>
              <a:gd name="connsiteX5011" fmla="*/ 3205258 w 3505200"/>
              <a:gd name="connsiteY5011" fmla="*/ 1981391 h 3505200"/>
              <a:gd name="connsiteX5012" fmla="*/ 3200591 w 3505200"/>
              <a:gd name="connsiteY5012" fmla="*/ 1976723 h 3505200"/>
              <a:gd name="connsiteX5013" fmla="*/ 3195923 w 3505200"/>
              <a:gd name="connsiteY5013" fmla="*/ 1981391 h 3505200"/>
              <a:gd name="connsiteX5014" fmla="*/ 3200591 w 3505200"/>
              <a:gd name="connsiteY5014" fmla="*/ 1986058 h 3505200"/>
              <a:gd name="connsiteX5015" fmla="*/ 3276791 w 3505200"/>
              <a:gd name="connsiteY5015" fmla="*/ 1985010 h 3505200"/>
              <a:gd name="connsiteX5016" fmla="*/ 3280410 w 3505200"/>
              <a:gd name="connsiteY5016" fmla="*/ 1981391 h 3505200"/>
              <a:gd name="connsiteX5017" fmla="*/ 3276791 w 3505200"/>
              <a:gd name="connsiteY5017" fmla="*/ 1977771 h 3505200"/>
              <a:gd name="connsiteX5018" fmla="*/ 3273171 w 3505200"/>
              <a:gd name="connsiteY5018" fmla="*/ 1981391 h 3505200"/>
              <a:gd name="connsiteX5019" fmla="*/ 3276791 w 3505200"/>
              <a:gd name="connsiteY5019" fmla="*/ 1985010 h 3505200"/>
              <a:gd name="connsiteX5020" fmla="*/ 3352991 w 3505200"/>
              <a:gd name="connsiteY5020" fmla="*/ 1983772 h 3505200"/>
              <a:gd name="connsiteX5021" fmla="*/ 3355277 w 3505200"/>
              <a:gd name="connsiteY5021" fmla="*/ 1981486 h 3505200"/>
              <a:gd name="connsiteX5022" fmla="*/ 3352991 w 3505200"/>
              <a:gd name="connsiteY5022" fmla="*/ 1979200 h 3505200"/>
              <a:gd name="connsiteX5023" fmla="*/ 3350705 w 3505200"/>
              <a:gd name="connsiteY5023" fmla="*/ 1981486 h 3505200"/>
              <a:gd name="connsiteX5024" fmla="*/ 3352991 w 3505200"/>
              <a:gd name="connsiteY5024" fmla="*/ 1983772 h 3505200"/>
              <a:gd name="connsiteX5025" fmla="*/ 3429191 w 3505200"/>
              <a:gd name="connsiteY5025" fmla="*/ 1982724 h 3505200"/>
              <a:gd name="connsiteX5026" fmla="*/ 3430429 w 3505200"/>
              <a:gd name="connsiteY5026" fmla="*/ 1981486 h 3505200"/>
              <a:gd name="connsiteX5027" fmla="*/ 3429191 w 3505200"/>
              <a:gd name="connsiteY5027" fmla="*/ 1980248 h 3505200"/>
              <a:gd name="connsiteX5028" fmla="*/ 3427953 w 3505200"/>
              <a:gd name="connsiteY5028" fmla="*/ 1981486 h 3505200"/>
              <a:gd name="connsiteX5029" fmla="*/ 3429191 w 3505200"/>
              <a:gd name="connsiteY5029" fmla="*/ 1982724 h 3505200"/>
              <a:gd name="connsiteX5030" fmla="*/ 3505391 w 3505200"/>
              <a:gd name="connsiteY5030" fmla="*/ 1981581 h 3505200"/>
              <a:gd name="connsiteX5031" fmla="*/ 3505581 w 3505200"/>
              <a:gd name="connsiteY5031" fmla="*/ 1981391 h 3505200"/>
              <a:gd name="connsiteX5032" fmla="*/ 3505391 w 3505200"/>
              <a:gd name="connsiteY5032" fmla="*/ 1981200 h 3505200"/>
              <a:gd name="connsiteX5033" fmla="*/ 3505200 w 3505200"/>
              <a:gd name="connsiteY5033" fmla="*/ 1981391 h 3505200"/>
              <a:gd name="connsiteX5034" fmla="*/ 3505391 w 3505200"/>
              <a:gd name="connsiteY5034" fmla="*/ 1981581 h 3505200"/>
              <a:gd name="connsiteX5035" fmla="*/ 76391 w 3505200"/>
              <a:gd name="connsiteY5035" fmla="*/ 2058448 h 3505200"/>
              <a:gd name="connsiteX5036" fmla="*/ 77248 w 3505200"/>
              <a:gd name="connsiteY5036" fmla="*/ 2057591 h 3505200"/>
              <a:gd name="connsiteX5037" fmla="*/ 76391 w 3505200"/>
              <a:gd name="connsiteY5037" fmla="*/ 2056733 h 3505200"/>
              <a:gd name="connsiteX5038" fmla="*/ 75533 w 3505200"/>
              <a:gd name="connsiteY5038" fmla="*/ 2057591 h 3505200"/>
              <a:gd name="connsiteX5039" fmla="*/ 76391 w 3505200"/>
              <a:gd name="connsiteY5039" fmla="*/ 2058448 h 3505200"/>
              <a:gd name="connsiteX5040" fmla="*/ 152591 w 3505200"/>
              <a:gd name="connsiteY5040" fmla="*/ 2059686 h 3505200"/>
              <a:gd name="connsiteX5041" fmla="*/ 154686 w 3505200"/>
              <a:gd name="connsiteY5041" fmla="*/ 2057591 h 3505200"/>
              <a:gd name="connsiteX5042" fmla="*/ 152591 w 3505200"/>
              <a:gd name="connsiteY5042" fmla="*/ 2055495 h 3505200"/>
              <a:gd name="connsiteX5043" fmla="*/ 150495 w 3505200"/>
              <a:gd name="connsiteY5043" fmla="*/ 2057591 h 3505200"/>
              <a:gd name="connsiteX5044" fmla="*/ 152591 w 3505200"/>
              <a:gd name="connsiteY5044" fmla="*/ 2059686 h 3505200"/>
              <a:gd name="connsiteX5045" fmla="*/ 228791 w 3505200"/>
              <a:gd name="connsiteY5045" fmla="*/ 2060734 h 3505200"/>
              <a:gd name="connsiteX5046" fmla="*/ 231934 w 3505200"/>
              <a:gd name="connsiteY5046" fmla="*/ 2057591 h 3505200"/>
              <a:gd name="connsiteX5047" fmla="*/ 228791 w 3505200"/>
              <a:gd name="connsiteY5047" fmla="*/ 2054447 h 3505200"/>
              <a:gd name="connsiteX5048" fmla="*/ 225647 w 3505200"/>
              <a:gd name="connsiteY5048" fmla="*/ 2057591 h 3505200"/>
              <a:gd name="connsiteX5049" fmla="*/ 228791 w 3505200"/>
              <a:gd name="connsiteY5049" fmla="*/ 2060734 h 3505200"/>
              <a:gd name="connsiteX5050" fmla="*/ 304991 w 3505200"/>
              <a:gd name="connsiteY5050" fmla="*/ 2061877 h 3505200"/>
              <a:gd name="connsiteX5051" fmla="*/ 309182 w 3505200"/>
              <a:gd name="connsiteY5051" fmla="*/ 2057686 h 3505200"/>
              <a:gd name="connsiteX5052" fmla="*/ 304991 w 3505200"/>
              <a:gd name="connsiteY5052" fmla="*/ 2053495 h 3505200"/>
              <a:gd name="connsiteX5053" fmla="*/ 300800 w 3505200"/>
              <a:gd name="connsiteY5053" fmla="*/ 2057686 h 3505200"/>
              <a:gd name="connsiteX5054" fmla="*/ 304991 w 3505200"/>
              <a:gd name="connsiteY5054" fmla="*/ 2061877 h 3505200"/>
              <a:gd name="connsiteX5055" fmla="*/ 381191 w 3505200"/>
              <a:gd name="connsiteY5055" fmla="*/ 2063115 h 3505200"/>
              <a:gd name="connsiteX5056" fmla="*/ 386715 w 3505200"/>
              <a:gd name="connsiteY5056" fmla="*/ 2057591 h 3505200"/>
              <a:gd name="connsiteX5057" fmla="*/ 381191 w 3505200"/>
              <a:gd name="connsiteY5057" fmla="*/ 2052066 h 3505200"/>
              <a:gd name="connsiteX5058" fmla="*/ 375666 w 3505200"/>
              <a:gd name="connsiteY5058" fmla="*/ 2057591 h 3505200"/>
              <a:gd name="connsiteX5059" fmla="*/ 381191 w 3505200"/>
              <a:gd name="connsiteY5059" fmla="*/ 2063115 h 3505200"/>
              <a:gd name="connsiteX5060" fmla="*/ 457391 w 3505200"/>
              <a:gd name="connsiteY5060" fmla="*/ 2064163 h 3505200"/>
              <a:gd name="connsiteX5061" fmla="*/ 463963 w 3505200"/>
              <a:gd name="connsiteY5061" fmla="*/ 2057591 h 3505200"/>
              <a:gd name="connsiteX5062" fmla="*/ 457391 w 3505200"/>
              <a:gd name="connsiteY5062" fmla="*/ 2051018 h 3505200"/>
              <a:gd name="connsiteX5063" fmla="*/ 450818 w 3505200"/>
              <a:gd name="connsiteY5063" fmla="*/ 2057591 h 3505200"/>
              <a:gd name="connsiteX5064" fmla="*/ 457391 w 3505200"/>
              <a:gd name="connsiteY5064" fmla="*/ 2064163 h 3505200"/>
              <a:gd name="connsiteX5065" fmla="*/ 533591 w 3505200"/>
              <a:gd name="connsiteY5065" fmla="*/ 2065401 h 3505200"/>
              <a:gd name="connsiteX5066" fmla="*/ 541401 w 3505200"/>
              <a:gd name="connsiteY5066" fmla="*/ 2057591 h 3505200"/>
              <a:gd name="connsiteX5067" fmla="*/ 533591 w 3505200"/>
              <a:gd name="connsiteY5067" fmla="*/ 2049780 h 3505200"/>
              <a:gd name="connsiteX5068" fmla="*/ 525780 w 3505200"/>
              <a:gd name="connsiteY5068" fmla="*/ 2057591 h 3505200"/>
              <a:gd name="connsiteX5069" fmla="*/ 533591 w 3505200"/>
              <a:gd name="connsiteY5069" fmla="*/ 2065401 h 3505200"/>
              <a:gd name="connsiteX5070" fmla="*/ 609790 w 3505200"/>
              <a:gd name="connsiteY5070" fmla="*/ 2066449 h 3505200"/>
              <a:gd name="connsiteX5071" fmla="*/ 618649 w 3505200"/>
              <a:gd name="connsiteY5071" fmla="*/ 2057591 h 3505200"/>
              <a:gd name="connsiteX5072" fmla="*/ 609790 w 3505200"/>
              <a:gd name="connsiteY5072" fmla="*/ 2048732 h 3505200"/>
              <a:gd name="connsiteX5073" fmla="*/ 600932 w 3505200"/>
              <a:gd name="connsiteY5073" fmla="*/ 2057591 h 3505200"/>
              <a:gd name="connsiteX5074" fmla="*/ 609790 w 3505200"/>
              <a:gd name="connsiteY5074" fmla="*/ 2066449 h 3505200"/>
              <a:gd name="connsiteX5075" fmla="*/ 685990 w 3505200"/>
              <a:gd name="connsiteY5075" fmla="*/ 2067782 h 3505200"/>
              <a:gd name="connsiteX5076" fmla="*/ 696087 w 3505200"/>
              <a:gd name="connsiteY5076" fmla="*/ 2057686 h 3505200"/>
              <a:gd name="connsiteX5077" fmla="*/ 685990 w 3505200"/>
              <a:gd name="connsiteY5077" fmla="*/ 2047589 h 3505200"/>
              <a:gd name="connsiteX5078" fmla="*/ 675894 w 3505200"/>
              <a:gd name="connsiteY5078" fmla="*/ 2057686 h 3505200"/>
              <a:gd name="connsiteX5079" fmla="*/ 685990 w 3505200"/>
              <a:gd name="connsiteY5079" fmla="*/ 2067782 h 3505200"/>
              <a:gd name="connsiteX5080" fmla="*/ 762190 w 3505200"/>
              <a:gd name="connsiteY5080" fmla="*/ 2068830 h 3505200"/>
              <a:gd name="connsiteX5081" fmla="*/ 773430 w 3505200"/>
              <a:gd name="connsiteY5081" fmla="*/ 2057591 h 3505200"/>
              <a:gd name="connsiteX5082" fmla="*/ 762190 w 3505200"/>
              <a:gd name="connsiteY5082" fmla="*/ 2046351 h 3505200"/>
              <a:gd name="connsiteX5083" fmla="*/ 750951 w 3505200"/>
              <a:gd name="connsiteY5083" fmla="*/ 2057591 h 3505200"/>
              <a:gd name="connsiteX5084" fmla="*/ 762190 w 3505200"/>
              <a:gd name="connsiteY5084" fmla="*/ 2068830 h 3505200"/>
              <a:gd name="connsiteX5085" fmla="*/ 838390 w 3505200"/>
              <a:gd name="connsiteY5085" fmla="*/ 2069878 h 3505200"/>
              <a:gd name="connsiteX5086" fmla="*/ 850678 w 3505200"/>
              <a:gd name="connsiteY5086" fmla="*/ 2057591 h 3505200"/>
              <a:gd name="connsiteX5087" fmla="*/ 838390 w 3505200"/>
              <a:gd name="connsiteY5087" fmla="*/ 2045303 h 3505200"/>
              <a:gd name="connsiteX5088" fmla="*/ 826103 w 3505200"/>
              <a:gd name="connsiteY5088" fmla="*/ 2057591 h 3505200"/>
              <a:gd name="connsiteX5089" fmla="*/ 838390 w 3505200"/>
              <a:gd name="connsiteY5089" fmla="*/ 2069878 h 3505200"/>
              <a:gd name="connsiteX5090" fmla="*/ 914590 w 3505200"/>
              <a:gd name="connsiteY5090" fmla="*/ 2070926 h 3505200"/>
              <a:gd name="connsiteX5091" fmla="*/ 927926 w 3505200"/>
              <a:gd name="connsiteY5091" fmla="*/ 2057591 h 3505200"/>
              <a:gd name="connsiteX5092" fmla="*/ 914590 w 3505200"/>
              <a:gd name="connsiteY5092" fmla="*/ 2044256 h 3505200"/>
              <a:gd name="connsiteX5093" fmla="*/ 901256 w 3505200"/>
              <a:gd name="connsiteY5093" fmla="*/ 2057591 h 3505200"/>
              <a:gd name="connsiteX5094" fmla="*/ 914590 w 3505200"/>
              <a:gd name="connsiteY5094" fmla="*/ 2070926 h 3505200"/>
              <a:gd name="connsiteX5095" fmla="*/ 990790 w 3505200"/>
              <a:gd name="connsiteY5095" fmla="*/ 2072164 h 3505200"/>
              <a:gd name="connsiteX5096" fmla="*/ 1005364 w 3505200"/>
              <a:gd name="connsiteY5096" fmla="*/ 2057591 h 3505200"/>
              <a:gd name="connsiteX5097" fmla="*/ 990790 w 3505200"/>
              <a:gd name="connsiteY5097" fmla="*/ 2043017 h 3505200"/>
              <a:gd name="connsiteX5098" fmla="*/ 976217 w 3505200"/>
              <a:gd name="connsiteY5098" fmla="*/ 2057591 h 3505200"/>
              <a:gd name="connsiteX5099" fmla="*/ 990790 w 3505200"/>
              <a:gd name="connsiteY5099" fmla="*/ 2072164 h 3505200"/>
              <a:gd name="connsiteX5100" fmla="*/ 1066991 w 3505200"/>
              <a:gd name="connsiteY5100" fmla="*/ 2073212 h 3505200"/>
              <a:gd name="connsiteX5101" fmla="*/ 1082612 w 3505200"/>
              <a:gd name="connsiteY5101" fmla="*/ 2057591 h 3505200"/>
              <a:gd name="connsiteX5102" fmla="*/ 1066991 w 3505200"/>
              <a:gd name="connsiteY5102" fmla="*/ 2041970 h 3505200"/>
              <a:gd name="connsiteX5103" fmla="*/ 1051370 w 3505200"/>
              <a:gd name="connsiteY5103" fmla="*/ 2057591 h 3505200"/>
              <a:gd name="connsiteX5104" fmla="*/ 1066991 w 3505200"/>
              <a:gd name="connsiteY5104" fmla="*/ 2073212 h 3505200"/>
              <a:gd name="connsiteX5105" fmla="*/ 1143191 w 3505200"/>
              <a:gd name="connsiteY5105" fmla="*/ 2074259 h 3505200"/>
              <a:gd name="connsiteX5106" fmla="*/ 1159859 w 3505200"/>
              <a:gd name="connsiteY5106" fmla="*/ 2057591 h 3505200"/>
              <a:gd name="connsiteX5107" fmla="*/ 1143191 w 3505200"/>
              <a:gd name="connsiteY5107" fmla="*/ 2040922 h 3505200"/>
              <a:gd name="connsiteX5108" fmla="*/ 1126522 w 3505200"/>
              <a:gd name="connsiteY5108" fmla="*/ 2057591 h 3505200"/>
              <a:gd name="connsiteX5109" fmla="*/ 1143191 w 3505200"/>
              <a:gd name="connsiteY5109" fmla="*/ 2074259 h 3505200"/>
              <a:gd name="connsiteX5110" fmla="*/ 1219391 w 3505200"/>
              <a:gd name="connsiteY5110" fmla="*/ 2075402 h 3505200"/>
              <a:gd name="connsiteX5111" fmla="*/ 1237107 w 3505200"/>
              <a:gd name="connsiteY5111" fmla="*/ 2057686 h 3505200"/>
              <a:gd name="connsiteX5112" fmla="*/ 1219391 w 3505200"/>
              <a:gd name="connsiteY5112" fmla="*/ 2039969 h 3505200"/>
              <a:gd name="connsiteX5113" fmla="*/ 1201674 w 3505200"/>
              <a:gd name="connsiteY5113" fmla="*/ 2057686 h 3505200"/>
              <a:gd name="connsiteX5114" fmla="*/ 1219391 w 3505200"/>
              <a:gd name="connsiteY5114" fmla="*/ 2075402 h 3505200"/>
              <a:gd name="connsiteX5115" fmla="*/ 1295591 w 3505200"/>
              <a:gd name="connsiteY5115" fmla="*/ 2076450 h 3505200"/>
              <a:gd name="connsiteX5116" fmla="*/ 1314355 w 3505200"/>
              <a:gd name="connsiteY5116" fmla="*/ 2057686 h 3505200"/>
              <a:gd name="connsiteX5117" fmla="*/ 1295591 w 3505200"/>
              <a:gd name="connsiteY5117" fmla="*/ 2038922 h 3505200"/>
              <a:gd name="connsiteX5118" fmla="*/ 1276826 w 3505200"/>
              <a:gd name="connsiteY5118" fmla="*/ 2057686 h 3505200"/>
              <a:gd name="connsiteX5119" fmla="*/ 1295591 w 3505200"/>
              <a:gd name="connsiteY5119" fmla="*/ 2076450 h 3505200"/>
              <a:gd name="connsiteX5120" fmla="*/ 1371791 w 3505200"/>
              <a:gd name="connsiteY5120" fmla="*/ 2077307 h 3505200"/>
              <a:gd name="connsiteX5121" fmla="*/ 1391412 w 3505200"/>
              <a:gd name="connsiteY5121" fmla="*/ 2057686 h 3505200"/>
              <a:gd name="connsiteX5122" fmla="*/ 1371791 w 3505200"/>
              <a:gd name="connsiteY5122" fmla="*/ 2038064 h 3505200"/>
              <a:gd name="connsiteX5123" fmla="*/ 1352169 w 3505200"/>
              <a:gd name="connsiteY5123" fmla="*/ 2057686 h 3505200"/>
              <a:gd name="connsiteX5124" fmla="*/ 1371791 w 3505200"/>
              <a:gd name="connsiteY5124" fmla="*/ 2077307 h 3505200"/>
              <a:gd name="connsiteX5125" fmla="*/ 1447991 w 3505200"/>
              <a:gd name="connsiteY5125" fmla="*/ 2078069 h 3505200"/>
              <a:gd name="connsiteX5126" fmla="*/ 1468469 w 3505200"/>
              <a:gd name="connsiteY5126" fmla="*/ 2057591 h 3505200"/>
              <a:gd name="connsiteX5127" fmla="*/ 1447991 w 3505200"/>
              <a:gd name="connsiteY5127" fmla="*/ 2037112 h 3505200"/>
              <a:gd name="connsiteX5128" fmla="*/ 1427512 w 3505200"/>
              <a:gd name="connsiteY5128" fmla="*/ 2057591 h 3505200"/>
              <a:gd name="connsiteX5129" fmla="*/ 1447991 w 3505200"/>
              <a:gd name="connsiteY5129" fmla="*/ 2078069 h 3505200"/>
              <a:gd name="connsiteX5130" fmla="*/ 1524191 w 3505200"/>
              <a:gd name="connsiteY5130" fmla="*/ 2078927 h 3505200"/>
              <a:gd name="connsiteX5131" fmla="*/ 1545527 w 3505200"/>
              <a:gd name="connsiteY5131" fmla="*/ 2057591 h 3505200"/>
              <a:gd name="connsiteX5132" fmla="*/ 1524191 w 3505200"/>
              <a:gd name="connsiteY5132" fmla="*/ 2036255 h 3505200"/>
              <a:gd name="connsiteX5133" fmla="*/ 1502855 w 3505200"/>
              <a:gd name="connsiteY5133" fmla="*/ 2057591 h 3505200"/>
              <a:gd name="connsiteX5134" fmla="*/ 1524191 w 3505200"/>
              <a:gd name="connsiteY5134" fmla="*/ 2078927 h 3505200"/>
              <a:gd name="connsiteX5135" fmla="*/ 1600391 w 3505200"/>
              <a:gd name="connsiteY5135" fmla="*/ 2079593 h 3505200"/>
              <a:gd name="connsiteX5136" fmla="*/ 1622393 w 3505200"/>
              <a:gd name="connsiteY5136" fmla="*/ 2057591 h 3505200"/>
              <a:gd name="connsiteX5137" fmla="*/ 1600391 w 3505200"/>
              <a:gd name="connsiteY5137" fmla="*/ 2035588 h 3505200"/>
              <a:gd name="connsiteX5138" fmla="*/ 1578388 w 3505200"/>
              <a:gd name="connsiteY5138" fmla="*/ 2057591 h 3505200"/>
              <a:gd name="connsiteX5139" fmla="*/ 1600391 w 3505200"/>
              <a:gd name="connsiteY5139" fmla="*/ 2079593 h 3505200"/>
              <a:gd name="connsiteX5140" fmla="*/ 1676591 w 3505200"/>
              <a:gd name="connsiteY5140" fmla="*/ 2079974 h 3505200"/>
              <a:gd name="connsiteX5141" fmla="*/ 1698974 w 3505200"/>
              <a:gd name="connsiteY5141" fmla="*/ 2057591 h 3505200"/>
              <a:gd name="connsiteX5142" fmla="*/ 1676591 w 3505200"/>
              <a:gd name="connsiteY5142" fmla="*/ 2035207 h 3505200"/>
              <a:gd name="connsiteX5143" fmla="*/ 1654207 w 3505200"/>
              <a:gd name="connsiteY5143" fmla="*/ 2057591 h 3505200"/>
              <a:gd name="connsiteX5144" fmla="*/ 1676591 w 3505200"/>
              <a:gd name="connsiteY5144" fmla="*/ 2079974 h 3505200"/>
              <a:gd name="connsiteX5145" fmla="*/ 1752791 w 3505200"/>
              <a:gd name="connsiteY5145" fmla="*/ 2080260 h 3505200"/>
              <a:gd name="connsiteX5146" fmla="*/ 1775365 w 3505200"/>
              <a:gd name="connsiteY5146" fmla="*/ 2057686 h 3505200"/>
              <a:gd name="connsiteX5147" fmla="*/ 1752791 w 3505200"/>
              <a:gd name="connsiteY5147" fmla="*/ 2035112 h 3505200"/>
              <a:gd name="connsiteX5148" fmla="*/ 1730216 w 3505200"/>
              <a:gd name="connsiteY5148" fmla="*/ 2057686 h 3505200"/>
              <a:gd name="connsiteX5149" fmla="*/ 1752791 w 3505200"/>
              <a:gd name="connsiteY5149" fmla="*/ 2080260 h 3505200"/>
              <a:gd name="connsiteX5150" fmla="*/ 1828991 w 3505200"/>
              <a:gd name="connsiteY5150" fmla="*/ 2079974 h 3505200"/>
              <a:gd name="connsiteX5151" fmla="*/ 1851374 w 3505200"/>
              <a:gd name="connsiteY5151" fmla="*/ 2057591 h 3505200"/>
              <a:gd name="connsiteX5152" fmla="*/ 1828991 w 3505200"/>
              <a:gd name="connsiteY5152" fmla="*/ 2035207 h 3505200"/>
              <a:gd name="connsiteX5153" fmla="*/ 1806607 w 3505200"/>
              <a:gd name="connsiteY5153" fmla="*/ 2057591 h 3505200"/>
              <a:gd name="connsiteX5154" fmla="*/ 1828991 w 3505200"/>
              <a:gd name="connsiteY5154" fmla="*/ 2079974 h 3505200"/>
              <a:gd name="connsiteX5155" fmla="*/ 1905191 w 3505200"/>
              <a:gd name="connsiteY5155" fmla="*/ 2079593 h 3505200"/>
              <a:gd name="connsiteX5156" fmla="*/ 1927193 w 3505200"/>
              <a:gd name="connsiteY5156" fmla="*/ 2057591 h 3505200"/>
              <a:gd name="connsiteX5157" fmla="*/ 1905191 w 3505200"/>
              <a:gd name="connsiteY5157" fmla="*/ 2035588 h 3505200"/>
              <a:gd name="connsiteX5158" fmla="*/ 1883188 w 3505200"/>
              <a:gd name="connsiteY5158" fmla="*/ 2057591 h 3505200"/>
              <a:gd name="connsiteX5159" fmla="*/ 1905191 w 3505200"/>
              <a:gd name="connsiteY5159" fmla="*/ 2079593 h 3505200"/>
              <a:gd name="connsiteX5160" fmla="*/ 1981391 w 3505200"/>
              <a:gd name="connsiteY5160" fmla="*/ 2079117 h 3505200"/>
              <a:gd name="connsiteX5161" fmla="*/ 2002917 w 3505200"/>
              <a:gd name="connsiteY5161" fmla="*/ 2057591 h 3505200"/>
              <a:gd name="connsiteX5162" fmla="*/ 1981391 w 3505200"/>
              <a:gd name="connsiteY5162" fmla="*/ 2036064 h 3505200"/>
              <a:gd name="connsiteX5163" fmla="*/ 1959864 w 3505200"/>
              <a:gd name="connsiteY5163" fmla="*/ 2057591 h 3505200"/>
              <a:gd name="connsiteX5164" fmla="*/ 1981391 w 3505200"/>
              <a:gd name="connsiteY5164" fmla="*/ 2079117 h 3505200"/>
              <a:gd name="connsiteX5165" fmla="*/ 2057591 w 3505200"/>
              <a:gd name="connsiteY5165" fmla="*/ 2078355 h 3505200"/>
              <a:gd name="connsiteX5166" fmla="*/ 2078260 w 3505200"/>
              <a:gd name="connsiteY5166" fmla="*/ 2057686 h 3505200"/>
              <a:gd name="connsiteX5167" fmla="*/ 2057591 w 3505200"/>
              <a:gd name="connsiteY5167" fmla="*/ 2037017 h 3505200"/>
              <a:gd name="connsiteX5168" fmla="*/ 2036921 w 3505200"/>
              <a:gd name="connsiteY5168" fmla="*/ 2057686 h 3505200"/>
              <a:gd name="connsiteX5169" fmla="*/ 2057591 w 3505200"/>
              <a:gd name="connsiteY5169" fmla="*/ 2078355 h 3505200"/>
              <a:gd name="connsiteX5170" fmla="*/ 2133791 w 3505200"/>
              <a:gd name="connsiteY5170" fmla="*/ 2077498 h 3505200"/>
              <a:gd name="connsiteX5171" fmla="*/ 2153698 w 3505200"/>
              <a:gd name="connsiteY5171" fmla="*/ 2057591 h 3505200"/>
              <a:gd name="connsiteX5172" fmla="*/ 2133791 w 3505200"/>
              <a:gd name="connsiteY5172" fmla="*/ 2037683 h 3505200"/>
              <a:gd name="connsiteX5173" fmla="*/ 2113883 w 3505200"/>
              <a:gd name="connsiteY5173" fmla="*/ 2057591 h 3505200"/>
              <a:gd name="connsiteX5174" fmla="*/ 2133791 w 3505200"/>
              <a:gd name="connsiteY5174" fmla="*/ 2077498 h 3505200"/>
              <a:gd name="connsiteX5175" fmla="*/ 2209991 w 3505200"/>
              <a:gd name="connsiteY5175" fmla="*/ 2076450 h 3505200"/>
              <a:gd name="connsiteX5176" fmla="*/ 2228755 w 3505200"/>
              <a:gd name="connsiteY5176" fmla="*/ 2057686 h 3505200"/>
              <a:gd name="connsiteX5177" fmla="*/ 2209991 w 3505200"/>
              <a:gd name="connsiteY5177" fmla="*/ 2038922 h 3505200"/>
              <a:gd name="connsiteX5178" fmla="*/ 2191226 w 3505200"/>
              <a:gd name="connsiteY5178" fmla="*/ 2057686 h 3505200"/>
              <a:gd name="connsiteX5179" fmla="*/ 2209991 w 3505200"/>
              <a:gd name="connsiteY5179" fmla="*/ 2076450 h 3505200"/>
              <a:gd name="connsiteX5180" fmla="*/ 2286191 w 3505200"/>
              <a:gd name="connsiteY5180" fmla="*/ 2075402 h 3505200"/>
              <a:gd name="connsiteX5181" fmla="*/ 2303907 w 3505200"/>
              <a:gd name="connsiteY5181" fmla="*/ 2057686 h 3505200"/>
              <a:gd name="connsiteX5182" fmla="*/ 2286191 w 3505200"/>
              <a:gd name="connsiteY5182" fmla="*/ 2039969 h 3505200"/>
              <a:gd name="connsiteX5183" fmla="*/ 2268474 w 3505200"/>
              <a:gd name="connsiteY5183" fmla="*/ 2057686 h 3505200"/>
              <a:gd name="connsiteX5184" fmla="*/ 2286191 w 3505200"/>
              <a:gd name="connsiteY5184" fmla="*/ 2075402 h 3505200"/>
              <a:gd name="connsiteX5185" fmla="*/ 2362391 w 3505200"/>
              <a:gd name="connsiteY5185" fmla="*/ 2074259 h 3505200"/>
              <a:gd name="connsiteX5186" fmla="*/ 2379059 w 3505200"/>
              <a:gd name="connsiteY5186" fmla="*/ 2057591 h 3505200"/>
              <a:gd name="connsiteX5187" fmla="*/ 2362391 w 3505200"/>
              <a:gd name="connsiteY5187" fmla="*/ 2040922 h 3505200"/>
              <a:gd name="connsiteX5188" fmla="*/ 2345722 w 3505200"/>
              <a:gd name="connsiteY5188" fmla="*/ 2057591 h 3505200"/>
              <a:gd name="connsiteX5189" fmla="*/ 2362391 w 3505200"/>
              <a:gd name="connsiteY5189" fmla="*/ 2074259 h 3505200"/>
              <a:gd name="connsiteX5190" fmla="*/ 2438591 w 3505200"/>
              <a:gd name="connsiteY5190" fmla="*/ 2073212 h 3505200"/>
              <a:gd name="connsiteX5191" fmla="*/ 2454212 w 3505200"/>
              <a:gd name="connsiteY5191" fmla="*/ 2057591 h 3505200"/>
              <a:gd name="connsiteX5192" fmla="*/ 2438591 w 3505200"/>
              <a:gd name="connsiteY5192" fmla="*/ 2041970 h 3505200"/>
              <a:gd name="connsiteX5193" fmla="*/ 2422970 w 3505200"/>
              <a:gd name="connsiteY5193" fmla="*/ 2057591 h 3505200"/>
              <a:gd name="connsiteX5194" fmla="*/ 2438591 w 3505200"/>
              <a:gd name="connsiteY5194" fmla="*/ 2073212 h 3505200"/>
              <a:gd name="connsiteX5195" fmla="*/ 2514791 w 3505200"/>
              <a:gd name="connsiteY5195" fmla="*/ 2072164 h 3505200"/>
              <a:gd name="connsiteX5196" fmla="*/ 2529364 w 3505200"/>
              <a:gd name="connsiteY5196" fmla="*/ 2057591 h 3505200"/>
              <a:gd name="connsiteX5197" fmla="*/ 2514791 w 3505200"/>
              <a:gd name="connsiteY5197" fmla="*/ 2043017 h 3505200"/>
              <a:gd name="connsiteX5198" fmla="*/ 2500217 w 3505200"/>
              <a:gd name="connsiteY5198" fmla="*/ 2057591 h 3505200"/>
              <a:gd name="connsiteX5199" fmla="*/ 2514791 w 3505200"/>
              <a:gd name="connsiteY5199" fmla="*/ 2072164 h 3505200"/>
              <a:gd name="connsiteX5200" fmla="*/ 2590991 w 3505200"/>
              <a:gd name="connsiteY5200" fmla="*/ 2071116 h 3505200"/>
              <a:gd name="connsiteX5201" fmla="*/ 2604516 w 3505200"/>
              <a:gd name="connsiteY5201" fmla="*/ 2057591 h 3505200"/>
              <a:gd name="connsiteX5202" fmla="*/ 2590991 w 3505200"/>
              <a:gd name="connsiteY5202" fmla="*/ 2044065 h 3505200"/>
              <a:gd name="connsiteX5203" fmla="*/ 2577465 w 3505200"/>
              <a:gd name="connsiteY5203" fmla="*/ 2057591 h 3505200"/>
              <a:gd name="connsiteX5204" fmla="*/ 2590991 w 3505200"/>
              <a:gd name="connsiteY5204" fmla="*/ 2071116 h 3505200"/>
              <a:gd name="connsiteX5205" fmla="*/ 2667191 w 3505200"/>
              <a:gd name="connsiteY5205" fmla="*/ 2070068 h 3505200"/>
              <a:gd name="connsiteX5206" fmla="*/ 2679668 w 3505200"/>
              <a:gd name="connsiteY5206" fmla="*/ 2057591 h 3505200"/>
              <a:gd name="connsiteX5207" fmla="*/ 2667191 w 3505200"/>
              <a:gd name="connsiteY5207" fmla="*/ 2045113 h 3505200"/>
              <a:gd name="connsiteX5208" fmla="*/ 2654713 w 3505200"/>
              <a:gd name="connsiteY5208" fmla="*/ 2057591 h 3505200"/>
              <a:gd name="connsiteX5209" fmla="*/ 2667191 w 3505200"/>
              <a:gd name="connsiteY5209" fmla="*/ 2070068 h 3505200"/>
              <a:gd name="connsiteX5210" fmla="*/ 2743391 w 3505200"/>
              <a:gd name="connsiteY5210" fmla="*/ 2068830 h 3505200"/>
              <a:gd name="connsiteX5211" fmla="*/ 2754630 w 3505200"/>
              <a:gd name="connsiteY5211" fmla="*/ 2057591 h 3505200"/>
              <a:gd name="connsiteX5212" fmla="*/ 2743391 w 3505200"/>
              <a:gd name="connsiteY5212" fmla="*/ 2046351 h 3505200"/>
              <a:gd name="connsiteX5213" fmla="*/ 2732151 w 3505200"/>
              <a:gd name="connsiteY5213" fmla="*/ 2057591 h 3505200"/>
              <a:gd name="connsiteX5214" fmla="*/ 2743391 w 3505200"/>
              <a:gd name="connsiteY5214" fmla="*/ 2068830 h 3505200"/>
              <a:gd name="connsiteX5215" fmla="*/ 2819591 w 3505200"/>
              <a:gd name="connsiteY5215" fmla="*/ 2067782 h 3505200"/>
              <a:gd name="connsiteX5216" fmla="*/ 2829687 w 3505200"/>
              <a:gd name="connsiteY5216" fmla="*/ 2057686 h 3505200"/>
              <a:gd name="connsiteX5217" fmla="*/ 2819591 w 3505200"/>
              <a:gd name="connsiteY5217" fmla="*/ 2047589 h 3505200"/>
              <a:gd name="connsiteX5218" fmla="*/ 2809494 w 3505200"/>
              <a:gd name="connsiteY5218" fmla="*/ 2057686 h 3505200"/>
              <a:gd name="connsiteX5219" fmla="*/ 2819591 w 3505200"/>
              <a:gd name="connsiteY5219" fmla="*/ 2067782 h 3505200"/>
              <a:gd name="connsiteX5220" fmla="*/ 2895791 w 3505200"/>
              <a:gd name="connsiteY5220" fmla="*/ 2066735 h 3505200"/>
              <a:gd name="connsiteX5221" fmla="*/ 2904839 w 3505200"/>
              <a:gd name="connsiteY5221" fmla="*/ 2057686 h 3505200"/>
              <a:gd name="connsiteX5222" fmla="*/ 2895791 w 3505200"/>
              <a:gd name="connsiteY5222" fmla="*/ 2048637 h 3505200"/>
              <a:gd name="connsiteX5223" fmla="*/ 2886742 w 3505200"/>
              <a:gd name="connsiteY5223" fmla="*/ 2057686 h 3505200"/>
              <a:gd name="connsiteX5224" fmla="*/ 2895791 w 3505200"/>
              <a:gd name="connsiteY5224" fmla="*/ 2066735 h 3505200"/>
              <a:gd name="connsiteX5225" fmla="*/ 2971991 w 3505200"/>
              <a:gd name="connsiteY5225" fmla="*/ 2065401 h 3505200"/>
              <a:gd name="connsiteX5226" fmla="*/ 2979801 w 3505200"/>
              <a:gd name="connsiteY5226" fmla="*/ 2057591 h 3505200"/>
              <a:gd name="connsiteX5227" fmla="*/ 2971991 w 3505200"/>
              <a:gd name="connsiteY5227" fmla="*/ 2049780 h 3505200"/>
              <a:gd name="connsiteX5228" fmla="*/ 2964180 w 3505200"/>
              <a:gd name="connsiteY5228" fmla="*/ 2057591 h 3505200"/>
              <a:gd name="connsiteX5229" fmla="*/ 2971991 w 3505200"/>
              <a:gd name="connsiteY5229" fmla="*/ 2065401 h 3505200"/>
              <a:gd name="connsiteX5230" fmla="*/ 3048191 w 3505200"/>
              <a:gd name="connsiteY5230" fmla="*/ 2064353 h 3505200"/>
              <a:gd name="connsiteX5231" fmla="*/ 3054953 w 3505200"/>
              <a:gd name="connsiteY5231" fmla="*/ 2057591 h 3505200"/>
              <a:gd name="connsiteX5232" fmla="*/ 3048191 w 3505200"/>
              <a:gd name="connsiteY5232" fmla="*/ 2050828 h 3505200"/>
              <a:gd name="connsiteX5233" fmla="*/ 3041428 w 3505200"/>
              <a:gd name="connsiteY5233" fmla="*/ 2057591 h 3505200"/>
              <a:gd name="connsiteX5234" fmla="*/ 3048191 w 3505200"/>
              <a:gd name="connsiteY5234" fmla="*/ 2064353 h 3505200"/>
              <a:gd name="connsiteX5235" fmla="*/ 3124391 w 3505200"/>
              <a:gd name="connsiteY5235" fmla="*/ 2063115 h 3505200"/>
              <a:gd name="connsiteX5236" fmla="*/ 3129915 w 3505200"/>
              <a:gd name="connsiteY5236" fmla="*/ 2057591 h 3505200"/>
              <a:gd name="connsiteX5237" fmla="*/ 3124391 w 3505200"/>
              <a:gd name="connsiteY5237" fmla="*/ 2052066 h 3505200"/>
              <a:gd name="connsiteX5238" fmla="*/ 3118866 w 3505200"/>
              <a:gd name="connsiteY5238" fmla="*/ 2057591 h 3505200"/>
              <a:gd name="connsiteX5239" fmla="*/ 3124391 w 3505200"/>
              <a:gd name="connsiteY5239" fmla="*/ 2063115 h 3505200"/>
              <a:gd name="connsiteX5240" fmla="*/ 3200591 w 3505200"/>
              <a:gd name="connsiteY5240" fmla="*/ 2062067 h 3505200"/>
              <a:gd name="connsiteX5241" fmla="*/ 3205067 w 3505200"/>
              <a:gd name="connsiteY5241" fmla="*/ 2057591 h 3505200"/>
              <a:gd name="connsiteX5242" fmla="*/ 3200591 w 3505200"/>
              <a:gd name="connsiteY5242" fmla="*/ 2053114 h 3505200"/>
              <a:gd name="connsiteX5243" fmla="*/ 3196114 w 3505200"/>
              <a:gd name="connsiteY5243" fmla="*/ 2057591 h 3505200"/>
              <a:gd name="connsiteX5244" fmla="*/ 3200591 w 3505200"/>
              <a:gd name="connsiteY5244" fmla="*/ 2062067 h 3505200"/>
              <a:gd name="connsiteX5245" fmla="*/ 3276791 w 3505200"/>
              <a:gd name="connsiteY5245" fmla="*/ 2061020 h 3505200"/>
              <a:gd name="connsiteX5246" fmla="*/ 3280124 w 3505200"/>
              <a:gd name="connsiteY5246" fmla="*/ 2057686 h 3505200"/>
              <a:gd name="connsiteX5247" fmla="*/ 3276791 w 3505200"/>
              <a:gd name="connsiteY5247" fmla="*/ 2054352 h 3505200"/>
              <a:gd name="connsiteX5248" fmla="*/ 3273457 w 3505200"/>
              <a:gd name="connsiteY5248" fmla="*/ 2057686 h 3505200"/>
              <a:gd name="connsiteX5249" fmla="*/ 3276791 w 3505200"/>
              <a:gd name="connsiteY5249" fmla="*/ 2061020 h 3505200"/>
              <a:gd name="connsiteX5250" fmla="*/ 3352991 w 3505200"/>
              <a:gd name="connsiteY5250" fmla="*/ 2059686 h 3505200"/>
              <a:gd name="connsiteX5251" fmla="*/ 3355086 w 3505200"/>
              <a:gd name="connsiteY5251" fmla="*/ 2057591 h 3505200"/>
              <a:gd name="connsiteX5252" fmla="*/ 3352991 w 3505200"/>
              <a:gd name="connsiteY5252" fmla="*/ 2055495 h 3505200"/>
              <a:gd name="connsiteX5253" fmla="*/ 3350895 w 3505200"/>
              <a:gd name="connsiteY5253" fmla="*/ 2057591 h 3505200"/>
              <a:gd name="connsiteX5254" fmla="*/ 3352991 w 3505200"/>
              <a:gd name="connsiteY5254" fmla="*/ 2059686 h 3505200"/>
              <a:gd name="connsiteX5255" fmla="*/ 3429191 w 3505200"/>
              <a:gd name="connsiteY5255" fmla="*/ 2058638 h 3505200"/>
              <a:gd name="connsiteX5256" fmla="*/ 3430238 w 3505200"/>
              <a:gd name="connsiteY5256" fmla="*/ 2057591 h 3505200"/>
              <a:gd name="connsiteX5257" fmla="*/ 3429191 w 3505200"/>
              <a:gd name="connsiteY5257" fmla="*/ 2056543 h 3505200"/>
              <a:gd name="connsiteX5258" fmla="*/ 3428143 w 3505200"/>
              <a:gd name="connsiteY5258" fmla="*/ 2057591 h 3505200"/>
              <a:gd name="connsiteX5259" fmla="*/ 3429191 w 3505200"/>
              <a:gd name="connsiteY5259" fmla="*/ 2058638 h 3505200"/>
              <a:gd name="connsiteX5260" fmla="*/ 76391 w 3505200"/>
              <a:gd name="connsiteY5260" fmla="*/ 2134457 h 3505200"/>
              <a:gd name="connsiteX5261" fmla="*/ 77057 w 3505200"/>
              <a:gd name="connsiteY5261" fmla="*/ 2133791 h 3505200"/>
              <a:gd name="connsiteX5262" fmla="*/ 76391 w 3505200"/>
              <a:gd name="connsiteY5262" fmla="*/ 2133124 h 3505200"/>
              <a:gd name="connsiteX5263" fmla="*/ 75724 w 3505200"/>
              <a:gd name="connsiteY5263" fmla="*/ 2133791 h 3505200"/>
              <a:gd name="connsiteX5264" fmla="*/ 76391 w 3505200"/>
              <a:gd name="connsiteY5264" fmla="*/ 2134457 h 3505200"/>
              <a:gd name="connsiteX5265" fmla="*/ 152591 w 3505200"/>
              <a:gd name="connsiteY5265" fmla="*/ 2135696 h 3505200"/>
              <a:gd name="connsiteX5266" fmla="*/ 154496 w 3505200"/>
              <a:gd name="connsiteY5266" fmla="*/ 2133791 h 3505200"/>
              <a:gd name="connsiteX5267" fmla="*/ 152591 w 3505200"/>
              <a:gd name="connsiteY5267" fmla="*/ 2131886 h 3505200"/>
              <a:gd name="connsiteX5268" fmla="*/ 150686 w 3505200"/>
              <a:gd name="connsiteY5268" fmla="*/ 2133791 h 3505200"/>
              <a:gd name="connsiteX5269" fmla="*/ 152591 w 3505200"/>
              <a:gd name="connsiteY5269" fmla="*/ 2135696 h 3505200"/>
              <a:gd name="connsiteX5270" fmla="*/ 228791 w 3505200"/>
              <a:gd name="connsiteY5270" fmla="*/ 2136743 h 3505200"/>
              <a:gd name="connsiteX5271" fmla="*/ 231743 w 3505200"/>
              <a:gd name="connsiteY5271" fmla="*/ 2133791 h 3505200"/>
              <a:gd name="connsiteX5272" fmla="*/ 228791 w 3505200"/>
              <a:gd name="connsiteY5272" fmla="*/ 2130838 h 3505200"/>
              <a:gd name="connsiteX5273" fmla="*/ 225838 w 3505200"/>
              <a:gd name="connsiteY5273" fmla="*/ 2133791 h 3505200"/>
              <a:gd name="connsiteX5274" fmla="*/ 228791 w 3505200"/>
              <a:gd name="connsiteY5274" fmla="*/ 2136743 h 3505200"/>
              <a:gd name="connsiteX5275" fmla="*/ 304991 w 3505200"/>
              <a:gd name="connsiteY5275" fmla="*/ 2137791 h 3505200"/>
              <a:gd name="connsiteX5276" fmla="*/ 308991 w 3505200"/>
              <a:gd name="connsiteY5276" fmla="*/ 2133791 h 3505200"/>
              <a:gd name="connsiteX5277" fmla="*/ 304991 w 3505200"/>
              <a:gd name="connsiteY5277" fmla="*/ 2129790 h 3505200"/>
              <a:gd name="connsiteX5278" fmla="*/ 300990 w 3505200"/>
              <a:gd name="connsiteY5278" fmla="*/ 2133791 h 3505200"/>
              <a:gd name="connsiteX5279" fmla="*/ 304991 w 3505200"/>
              <a:gd name="connsiteY5279" fmla="*/ 2137791 h 3505200"/>
              <a:gd name="connsiteX5280" fmla="*/ 381191 w 3505200"/>
              <a:gd name="connsiteY5280" fmla="*/ 2139125 h 3505200"/>
              <a:gd name="connsiteX5281" fmla="*/ 386429 w 3505200"/>
              <a:gd name="connsiteY5281" fmla="*/ 2133886 h 3505200"/>
              <a:gd name="connsiteX5282" fmla="*/ 381191 w 3505200"/>
              <a:gd name="connsiteY5282" fmla="*/ 2128647 h 3505200"/>
              <a:gd name="connsiteX5283" fmla="*/ 375952 w 3505200"/>
              <a:gd name="connsiteY5283" fmla="*/ 2133886 h 3505200"/>
              <a:gd name="connsiteX5284" fmla="*/ 381191 w 3505200"/>
              <a:gd name="connsiteY5284" fmla="*/ 2139125 h 3505200"/>
              <a:gd name="connsiteX5285" fmla="*/ 457391 w 3505200"/>
              <a:gd name="connsiteY5285" fmla="*/ 2140172 h 3505200"/>
              <a:gd name="connsiteX5286" fmla="*/ 463772 w 3505200"/>
              <a:gd name="connsiteY5286" fmla="*/ 2133791 h 3505200"/>
              <a:gd name="connsiteX5287" fmla="*/ 457391 w 3505200"/>
              <a:gd name="connsiteY5287" fmla="*/ 2127409 h 3505200"/>
              <a:gd name="connsiteX5288" fmla="*/ 451009 w 3505200"/>
              <a:gd name="connsiteY5288" fmla="*/ 2133791 h 3505200"/>
              <a:gd name="connsiteX5289" fmla="*/ 457391 w 3505200"/>
              <a:gd name="connsiteY5289" fmla="*/ 2140172 h 3505200"/>
              <a:gd name="connsiteX5290" fmla="*/ 533591 w 3505200"/>
              <a:gd name="connsiteY5290" fmla="*/ 2141220 h 3505200"/>
              <a:gd name="connsiteX5291" fmla="*/ 541020 w 3505200"/>
              <a:gd name="connsiteY5291" fmla="*/ 2133791 h 3505200"/>
              <a:gd name="connsiteX5292" fmla="*/ 533591 w 3505200"/>
              <a:gd name="connsiteY5292" fmla="*/ 2126361 h 3505200"/>
              <a:gd name="connsiteX5293" fmla="*/ 526161 w 3505200"/>
              <a:gd name="connsiteY5293" fmla="*/ 2133791 h 3505200"/>
              <a:gd name="connsiteX5294" fmla="*/ 533591 w 3505200"/>
              <a:gd name="connsiteY5294" fmla="*/ 2141220 h 3505200"/>
              <a:gd name="connsiteX5295" fmla="*/ 609790 w 3505200"/>
              <a:gd name="connsiteY5295" fmla="*/ 2142268 h 3505200"/>
              <a:gd name="connsiteX5296" fmla="*/ 618268 w 3505200"/>
              <a:gd name="connsiteY5296" fmla="*/ 2133791 h 3505200"/>
              <a:gd name="connsiteX5297" fmla="*/ 609790 w 3505200"/>
              <a:gd name="connsiteY5297" fmla="*/ 2125313 h 3505200"/>
              <a:gd name="connsiteX5298" fmla="*/ 601313 w 3505200"/>
              <a:gd name="connsiteY5298" fmla="*/ 2133791 h 3505200"/>
              <a:gd name="connsiteX5299" fmla="*/ 609790 w 3505200"/>
              <a:gd name="connsiteY5299" fmla="*/ 2142268 h 3505200"/>
              <a:gd name="connsiteX5300" fmla="*/ 685990 w 3505200"/>
              <a:gd name="connsiteY5300" fmla="*/ 2143506 h 3505200"/>
              <a:gd name="connsiteX5301" fmla="*/ 695706 w 3505200"/>
              <a:gd name="connsiteY5301" fmla="*/ 2133791 h 3505200"/>
              <a:gd name="connsiteX5302" fmla="*/ 685990 w 3505200"/>
              <a:gd name="connsiteY5302" fmla="*/ 2124075 h 3505200"/>
              <a:gd name="connsiteX5303" fmla="*/ 676275 w 3505200"/>
              <a:gd name="connsiteY5303" fmla="*/ 2133791 h 3505200"/>
              <a:gd name="connsiteX5304" fmla="*/ 685990 w 3505200"/>
              <a:gd name="connsiteY5304" fmla="*/ 2143506 h 3505200"/>
              <a:gd name="connsiteX5305" fmla="*/ 762190 w 3505200"/>
              <a:gd name="connsiteY5305" fmla="*/ 2144554 h 3505200"/>
              <a:gd name="connsiteX5306" fmla="*/ 772954 w 3505200"/>
              <a:gd name="connsiteY5306" fmla="*/ 2133791 h 3505200"/>
              <a:gd name="connsiteX5307" fmla="*/ 762190 w 3505200"/>
              <a:gd name="connsiteY5307" fmla="*/ 2123027 h 3505200"/>
              <a:gd name="connsiteX5308" fmla="*/ 751427 w 3505200"/>
              <a:gd name="connsiteY5308" fmla="*/ 2133791 h 3505200"/>
              <a:gd name="connsiteX5309" fmla="*/ 762190 w 3505200"/>
              <a:gd name="connsiteY5309" fmla="*/ 2144554 h 3505200"/>
              <a:gd name="connsiteX5310" fmla="*/ 838390 w 3505200"/>
              <a:gd name="connsiteY5310" fmla="*/ 2145602 h 3505200"/>
              <a:gd name="connsiteX5311" fmla="*/ 850202 w 3505200"/>
              <a:gd name="connsiteY5311" fmla="*/ 2133791 h 3505200"/>
              <a:gd name="connsiteX5312" fmla="*/ 838390 w 3505200"/>
              <a:gd name="connsiteY5312" fmla="*/ 2121980 h 3505200"/>
              <a:gd name="connsiteX5313" fmla="*/ 826580 w 3505200"/>
              <a:gd name="connsiteY5313" fmla="*/ 2133791 h 3505200"/>
              <a:gd name="connsiteX5314" fmla="*/ 838390 w 3505200"/>
              <a:gd name="connsiteY5314" fmla="*/ 2145602 h 3505200"/>
              <a:gd name="connsiteX5315" fmla="*/ 914590 w 3505200"/>
              <a:gd name="connsiteY5315" fmla="*/ 2146745 h 3505200"/>
              <a:gd name="connsiteX5316" fmla="*/ 927449 w 3505200"/>
              <a:gd name="connsiteY5316" fmla="*/ 2133886 h 3505200"/>
              <a:gd name="connsiteX5317" fmla="*/ 914590 w 3505200"/>
              <a:gd name="connsiteY5317" fmla="*/ 2121027 h 3505200"/>
              <a:gd name="connsiteX5318" fmla="*/ 901732 w 3505200"/>
              <a:gd name="connsiteY5318" fmla="*/ 2133886 h 3505200"/>
              <a:gd name="connsiteX5319" fmla="*/ 914590 w 3505200"/>
              <a:gd name="connsiteY5319" fmla="*/ 2146745 h 3505200"/>
              <a:gd name="connsiteX5320" fmla="*/ 990790 w 3505200"/>
              <a:gd name="connsiteY5320" fmla="*/ 2147792 h 3505200"/>
              <a:gd name="connsiteX5321" fmla="*/ 1004697 w 3505200"/>
              <a:gd name="connsiteY5321" fmla="*/ 2133886 h 3505200"/>
              <a:gd name="connsiteX5322" fmla="*/ 990790 w 3505200"/>
              <a:gd name="connsiteY5322" fmla="*/ 2119979 h 3505200"/>
              <a:gd name="connsiteX5323" fmla="*/ 976884 w 3505200"/>
              <a:gd name="connsiteY5323" fmla="*/ 2133886 h 3505200"/>
              <a:gd name="connsiteX5324" fmla="*/ 990790 w 3505200"/>
              <a:gd name="connsiteY5324" fmla="*/ 2147792 h 3505200"/>
              <a:gd name="connsiteX5325" fmla="*/ 1066991 w 3505200"/>
              <a:gd name="connsiteY5325" fmla="*/ 2148840 h 3505200"/>
              <a:gd name="connsiteX5326" fmla="*/ 1081945 w 3505200"/>
              <a:gd name="connsiteY5326" fmla="*/ 2133886 h 3505200"/>
              <a:gd name="connsiteX5327" fmla="*/ 1066991 w 3505200"/>
              <a:gd name="connsiteY5327" fmla="*/ 2118836 h 3505200"/>
              <a:gd name="connsiteX5328" fmla="*/ 1051941 w 3505200"/>
              <a:gd name="connsiteY5328" fmla="*/ 2133886 h 3505200"/>
              <a:gd name="connsiteX5329" fmla="*/ 1066991 w 3505200"/>
              <a:gd name="connsiteY5329" fmla="*/ 2148840 h 3505200"/>
              <a:gd name="connsiteX5330" fmla="*/ 1143191 w 3505200"/>
              <a:gd name="connsiteY5330" fmla="*/ 2149888 h 3505200"/>
              <a:gd name="connsiteX5331" fmla="*/ 1159288 w 3505200"/>
              <a:gd name="connsiteY5331" fmla="*/ 2133791 h 3505200"/>
              <a:gd name="connsiteX5332" fmla="*/ 1143191 w 3505200"/>
              <a:gd name="connsiteY5332" fmla="*/ 2117693 h 3505200"/>
              <a:gd name="connsiteX5333" fmla="*/ 1127093 w 3505200"/>
              <a:gd name="connsiteY5333" fmla="*/ 2133791 h 3505200"/>
              <a:gd name="connsiteX5334" fmla="*/ 1143191 w 3505200"/>
              <a:gd name="connsiteY5334" fmla="*/ 2149888 h 3505200"/>
              <a:gd name="connsiteX5335" fmla="*/ 1219391 w 3505200"/>
              <a:gd name="connsiteY5335" fmla="*/ 2150936 h 3505200"/>
              <a:gd name="connsiteX5336" fmla="*/ 1236536 w 3505200"/>
              <a:gd name="connsiteY5336" fmla="*/ 2133791 h 3505200"/>
              <a:gd name="connsiteX5337" fmla="*/ 1219391 w 3505200"/>
              <a:gd name="connsiteY5337" fmla="*/ 2116646 h 3505200"/>
              <a:gd name="connsiteX5338" fmla="*/ 1202246 w 3505200"/>
              <a:gd name="connsiteY5338" fmla="*/ 2133791 h 3505200"/>
              <a:gd name="connsiteX5339" fmla="*/ 1219391 w 3505200"/>
              <a:gd name="connsiteY5339" fmla="*/ 2150936 h 3505200"/>
              <a:gd name="connsiteX5340" fmla="*/ 1295591 w 3505200"/>
              <a:gd name="connsiteY5340" fmla="*/ 2151793 h 3505200"/>
              <a:gd name="connsiteX5341" fmla="*/ 1313593 w 3505200"/>
              <a:gd name="connsiteY5341" fmla="*/ 2133791 h 3505200"/>
              <a:gd name="connsiteX5342" fmla="*/ 1295591 w 3505200"/>
              <a:gd name="connsiteY5342" fmla="*/ 2115788 h 3505200"/>
              <a:gd name="connsiteX5343" fmla="*/ 1277588 w 3505200"/>
              <a:gd name="connsiteY5343" fmla="*/ 2133791 h 3505200"/>
              <a:gd name="connsiteX5344" fmla="*/ 1295591 w 3505200"/>
              <a:gd name="connsiteY5344" fmla="*/ 2151793 h 3505200"/>
              <a:gd name="connsiteX5345" fmla="*/ 1371791 w 3505200"/>
              <a:gd name="connsiteY5345" fmla="*/ 2152841 h 3505200"/>
              <a:gd name="connsiteX5346" fmla="*/ 1390841 w 3505200"/>
              <a:gd name="connsiteY5346" fmla="*/ 2133791 h 3505200"/>
              <a:gd name="connsiteX5347" fmla="*/ 1371791 w 3505200"/>
              <a:gd name="connsiteY5347" fmla="*/ 2114741 h 3505200"/>
              <a:gd name="connsiteX5348" fmla="*/ 1352741 w 3505200"/>
              <a:gd name="connsiteY5348" fmla="*/ 2133791 h 3505200"/>
              <a:gd name="connsiteX5349" fmla="*/ 1371791 w 3505200"/>
              <a:gd name="connsiteY5349" fmla="*/ 2152841 h 3505200"/>
              <a:gd name="connsiteX5350" fmla="*/ 1447991 w 3505200"/>
              <a:gd name="connsiteY5350" fmla="*/ 2153507 h 3505200"/>
              <a:gd name="connsiteX5351" fmla="*/ 1467612 w 3505200"/>
              <a:gd name="connsiteY5351" fmla="*/ 2133886 h 3505200"/>
              <a:gd name="connsiteX5352" fmla="*/ 1447991 w 3505200"/>
              <a:gd name="connsiteY5352" fmla="*/ 2114264 h 3505200"/>
              <a:gd name="connsiteX5353" fmla="*/ 1428369 w 3505200"/>
              <a:gd name="connsiteY5353" fmla="*/ 2133886 h 3505200"/>
              <a:gd name="connsiteX5354" fmla="*/ 1447991 w 3505200"/>
              <a:gd name="connsiteY5354" fmla="*/ 2153507 h 3505200"/>
              <a:gd name="connsiteX5355" fmla="*/ 1524191 w 3505200"/>
              <a:gd name="connsiteY5355" fmla="*/ 2154269 h 3505200"/>
              <a:gd name="connsiteX5356" fmla="*/ 1544669 w 3505200"/>
              <a:gd name="connsiteY5356" fmla="*/ 2133791 h 3505200"/>
              <a:gd name="connsiteX5357" fmla="*/ 1524191 w 3505200"/>
              <a:gd name="connsiteY5357" fmla="*/ 2113312 h 3505200"/>
              <a:gd name="connsiteX5358" fmla="*/ 1503712 w 3505200"/>
              <a:gd name="connsiteY5358" fmla="*/ 2133791 h 3505200"/>
              <a:gd name="connsiteX5359" fmla="*/ 1524191 w 3505200"/>
              <a:gd name="connsiteY5359" fmla="*/ 2154269 h 3505200"/>
              <a:gd name="connsiteX5360" fmla="*/ 1600391 w 3505200"/>
              <a:gd name="connsiteY5360" fmla="*/ 2154746 h 3505200"/>
              <a:gd name="connsiteX5361" fmla="*/ 1621346 w 3505200"/>
              <a:gd name="connsiteY5361" fmla="*/ 2133791 h 3505200"/>
              <a:gd name="connsiteX5362" fmla="*/ 1600391 w 3505200"/>
              <a:gd name="connsiteY5362" fmla="*/ 2112836 h 3505200"/>
              <a:gd name="connsiteX5363" fmla="*/ 1579436 w 3505200"/>
              <a:gd name="connsiteY5363" fmla="*/ 2133791 h 3505200"/>
              <a:gd name="connsiteX5364" fmla="*/ 1600391 w 3505200"/>
              <a:gd name="connsiteY5364" fmla="*/ 2154746 h 3505200"/>
              <a:gd name="connsiteX5365" fmla="*/ 1676591 w 3505200"/>
              <a:gd name="connsiteY5365" fmla="*/ 2155127 h 3505200"/>
              <a:gd name="connsiteX5366" fmla="*/ 1697927 w 3505200"/>
              <a:gd name="connsiteY5366" fmla="*/ 2133791 h 3505200"/>
              <a:gd name="connsiteX5367" fmla="*/ 1676591 w 3505200"/>
              <a:gd name="connsiteY5367" fmla="*/ 2112455 h 3505200"/>
              <a:gd name="connsiteX5368" fmla="*/ 1655255 w 3505200"/>
              <a:gd name="connsiteY5368" fmla="*/ 2133791 h 3505200"/>
              <a:gd name="connsiteX5369" fmla="*/ 1676591 w 3505200"/>
              <a:gd name="connsiteY5369" fmla="*/ 2155127 h 3505200"/>
              <a:gd name="connsiteX5370" fmla="*/ 1752791 w 3505200"/>
              <a:gd name="connsiteY5370" fmla="*/ 2155127 h 3505200"/>
              <a:gd name="connsiteX5371" fmla="*/ 1774127 w 3505200"/>
              <a:gd name="connsiteY5371" fmla="*/ 2133791 h 3505200"/>
              <a:gd name="connsiteX5372" fmla="*/ 1752791 w 3505200"/>
              <a:gd name="connsiteY5372" fmla="*/ 2112455 h 3505200"/>
              <a:gd name="connsiteX5373" fmla="*/ 1731455 w 3505200"/>
              <a:gd name="connsiteY5373" fmla="*/ 2133791 h 3505200"/>
              <a:gd name="connsiteX5374" fmla="*/ 1752791 w 3505200"/>
              <a:gd name="connsiteY5374" fmla="*/ 2155127 h 3505200"/>
              <a:gd name="connsiteX5375" fmla="*/ 1828991 w 3505200"/>
              <a:gd name="connsiteY5375" fmla="*/ 2155127 h 3505200"/>
              <a:gd name="connsiteX5376" fmla="*/ 1850327 w 3505200"/>
              <a:gd name="connsiteY5376" fmla="*/ 2133791 h 3505200"/>
              <a:gd name="connsiteX5377" fmla="*/ 1828991 w 3505200"/>
              <a:gd name="connsiteY5377" fmla="*/ 2112455 h 3505200"/>
              <a:gd name="connsiteX5378" fmla="*/ 1807655 w 3505200"/>
              <a:gd name="connsiteY5378" fmla="*/ 2133791 h 3505200"/>
              <a:gd name="connsiteX5379" fmla="*/ 1828991 w 3505200"/>
              <a:gd name="connsiteY5379" fmla="*/ 2155127 h 3505200"/>
              <a:gd name="connsiteX5380" fmla="*/ 1905191 w 3505200"/>
              <a:gd name="connsiteY5380" fmla="*/ 2154746 h 3505200"/>
              <a:gd name="connsiteX5381" fmla="*/ 1926146 w 3505200"/>
              <a:gd name="connsiteY5381" fmla="*/ 2133791 h 3505200"/>
              <a:gd name="connsiteX5382" fmla="*/ 1905191 w 3505200"/>
              <a:gd name="connsiteY5382" fmla="*/ 2112836 h 3505200"/>
              <a:gd name="connsiteX5383" fmla="*/ 1884236 w 3505200"/>
              <a:gd name="connsiteY5383" fmla="*/ 2133791 h 3505200"/>
              <a:gd name="connsiteX5384" fmla="*/ 1905191 w 3505200"/>
              <a:gd name="connsiteY5384" fmla="*/ 2154746 h 3505200"/>
              <a:gd name="connsiteX5385" fmla="*/ 1981391 w 3505200"/>
              <a:gd name="connsiteY5385" fmla="*/ 2154269 h 3505200"/>
              <a:gd name="connsiteX5386" fmla="*/ 2001869 w 3505200"/>
              <a:gd name="connsiteY5386" fmla="*/ 2133791 h 3505200"/>
              <a:gd name="connsiteX5387" fmla="*/ 1981391 w 3505200"/>
              <a:gd name="connsiteY5387" fmla="*/ 2113312 h 3505200"/>
              <a:gd name="connsiteX5388" fmla="*/ 1960912 w 3505200"/>
              <a:gd name="connsiteY5388" fmla="*/ 2133791 h 3505200"/>
              <a:gd name="connsiteX5389" fmla="*/ 1981391 w 3505200"/>
              <a:gd name="connsiteY5389" fmla="*/ 2154269 h 3505200"/>
              <a:gd name="connsiteX5390" fmla="*/ 2057591 w 3505200"/>
              <a:gd name="connsiteY5390" fmla="*/ 2153698 h 3505200"/>
              <a:gd name="connsiteX5391" fmla="*/ 2077498 w 3505200"/>
              <a:gd name="connsiteY5391" fmla="*/ 2133791 h 3505200"/>
              <a:gd name="connsiteX5392" fmla="*/ 2057591 w 3505200"/>
              <a:gd name="connsiteY5392" fmla="*/ 2113883 h 3505200"/>
              <a:gd name="connsiteX5393" fmla="*/ 2037683 w 3505200"/>
              <a:gd name="connsiteY5393" fmla="*/ 2133791 h 3505200"/>
              <a:gd name="connsiteX5394" fmla="*/ 2057591 w 3505200"/>
              <a:gd name="connsiteY5394" fmla="*/ 2153698 h 3505200"/>
              <a:gd name="connsiteX5395" fmla="*/ 2133791 w 3505200"/>
              <a:gd name="connsiteY5395" fmla="*/ 2152841 h 3505200"/>
              <a:gd name="connsiteX5396" fmla="*/ 2152841 w 3505200"/>
              <a:gd name="connsiteY5396" fmla="*/ 2133791 h 3505200"/>
              <a:gd name="connsiteX5397" fmla="*/ 2133791 w 3505200"/>
              <a:gd name="connsiteY5397" fmla="*/ 2114741 h 3505200"/>
              <a:gd name="connsiteX5398" fmla="*/ 2114741 w 3505200"/>
              <a:gd name="connsiteY5398" fmla="*/ 2133791 h 3505200"/>
              <a:gd name="connsiteX5399" fmla="*/ 2133791 w 3505200"/>
              <a:gd name="connsiteY5399" fmla="*/ 2152841 h 3505200"/>
              <a:gd name="connsiteX5400" fmla="*/ 2209991 w 3505200"/>
              <a:gd name="connsiteY5400" fmla="*/ 2151983 h 3505200"/>
              <a:gd name="connsiteX5401" fmla="*/ 2228183 w 3505200"/>
              <a:gd name="connsiteY5401" fmla="*/ 2133791 h 3505200"/>
              <a:gd name="connsiteX5402" fmla="*/ 2209991 w 3505200"/>
              <a:gd name="connsiteY5402" fmla="*/ 2115598 h 3505200"/>
              <a:gd name="connsiteX5403" fmla="*/ 2191798 w 3505200"/>
              <a:gd name="connsiteY5403" fmla="*/ 2133791 h 3505200"/>
              <a:gd name="connsiteX5404" fmla="*/ 2209991 w 3505200"/>
              <a:gd name="connsiteY5404" fmla="*/ 2151983 h 3505200"/>
              <a:gd name="connsiteX5405" fmla="*/ 2286191 w 3505200"/>
              <a:gd name="connsiteY5405" fmla="*/ 2150936 h 3505200"/>
              <a:gd name="connsiteX5406" fmla="*/ 2303336 w 3505200"/>
              <a:gd name="connsiteY5406" fmla="*/ 2133791 h 3505200"/>
              <a:gd name="connsiteX5407" fmla="*/ 2286191 w 3505200"/>
              <a:gd name="connsiteY5407" fmla="*/ 2116646 h 3505200"/>
              <a:gd name="connsiteX5408" fmla="*/ 2269046 w 3505200"/>
              <a:gd name="connsiteY5408" fmla="*/ 2133791 h 3505200"/>
              <a:gd name="connsiteX5409" fmla="*/ 2286191 w 3505200"/>
              <a:gd name="connsiteY5409" fmla="*/ 2150936 h 3505200"/>
              <a:gd name="connsiteX5410" fmla="*/ 2362391 w 3505200"/>
              <a:gd name="connsiteY5410" fmla="*/ 2150078 h 3505200"/>
              <a:gd name="connsiteX5411" fmla="*/ 2378678 w 3505200"/>
              <a:gd name="connsiteY5411" fmla="*/ 2133791 h 3505200"/>
              <a:gd name="connsiteX5412" fmla="*/ 2362391 w 3505200"/>
              <a:gd name="connsiteY5412" fmla="*/ 2117503 h 3505200"/>
              <a:gd name="connsiteX5413" fmla="*/ 2346103 w 3505200"/>
              <a:gd name="connsiteY5413" fmla="*/ 2133791 h 3505200"/>
              <a:gd name="connsiteX5414" fmla="*/ 2362391 w 3505200"/>
              <a:gd name="connsiteY5414" fmla="*/ 2150078 h 3505200"/>
              <a:gd name="connsiteX5415" fmla="*/ 2438591 w 3505200"/>
              <a:gd name="connsiteY5415" fmla="*/ 2149031 h 3505200"/>
              <a:gd name="connsiteX5416" fmla="*/ 2453831 w 3505200"/>
              <a:gd name="connsiteY5416" fmla="*/ 2133791 h 3505200"/>
              <a:gd name="connsiteX5417" fmla="*/ 2438591 w 3505200"/>
              <a:gd name="connsiteY5417" fmla="*/ 2118551 h 3505200"/>
              <a:gd name="connsiteX5418" fmla="*/ 2423351 w 3505200"/>
              <a:gd name="connsiteY5418" fmla="*/ 2133791 h 3505200"/>
              <a:gd name="connsiteX5419" fmla="*/ 2438591 w 3505200"/>
              <a:gd name="connsiteY5419" fmla="*/ 2149031 h 3505200"/>
              <a:gd name="connsiteX5420" fmla="*/ 2514791 w 3505200"/>
              <a:gd name="connsiteY5420" fmla="*/ 2147983 h 3505200"/>
              <a:gd name="connsiteX5421" fmla="*/ 2528983 w 3505200"/>
              <a:gd name="connsiteY5421" fmla="*/ 2133791 h 3505200"/>
              <a:gd name="connsiteX5422" fmla="*/ 2514791 w 3505200"/>
              <a:gd name="connsiteY5422" fmla="*/ 2119598 h 3505200"/>
              <a:gd name="connsiteX5423" fmla="*/ 2500598 w 3505200"/>
              <a:gd name="connsiteY5423" fmla="*/ 2133791 h 3505200"/>
              <a:gd name="connsiteX5424" fmla="*/ 2514791 w 3505200"/>
              <a:gd name="connsiteY5424" fmla="*/ 2147983 h 3505200"/>
              <a:gd name="connsiteX5425" fmla="*/ 2590991 w 3505200"/>
              <a:gd name="connsiteY5425" fmla="*/ 2146935 h 3505200"/>
              <a:gd name="connsiteX5426" fmla="*/ 2604135 w 3505200"/>
              <a:gd name="connsiteY5426" fmla="*/ 2133791 h 3505200"/>
              <a:gd name="connsiteX5427" fmla="*/ 2590991 w 3505200"/>
              <a:gd name="connsiteY5427" fmla="*/ 2120646 h 3505200"/>
              <a:gd name="connsiteX5428" fmla="*/ 2577846 w 3505200"/>
              <a:gd name="connsiteY5428" fmla="*/ 2133791 h 3505200"/>
              <a:gd name="connsiteX5429" fmla="*/ 2590991 w 3505200"/>
              <a:gd name="connsiteY5429" fmla="*/ 2146935 h 3505200"/>
              <a:gd name="connsiteX5430" fmla="*/ 2667191 w 3505200"/>
              <a:gd name="connsiteY5430" fmla="*/ 2145887 h 3505200"/>
              <a:gd name="connsiteX5431" fmla="*/ 2679192 w 3505200"/>
              <a:gd name="connsiteY5431" fmla="*/ 2133886 h 3505200"/>
              <a:gd name="connsiteX5432" fmla="*/ 2667191 w 3505200"/>
              <a:gd name="connsiteY5432" fmla="*/ 2121884 h 3505200"/>
              <a:gd name="connsiteX5433" fmla="*/ 2655189 w 3505200"/>
              <a:gd name="connsiteY5433" fmla="*/ 2133886 h 3505200"/>
              <a:gd name="connsiteX5434" fmla="*/ 2667191 w 3505200"/>
              <a:gd name="connsiteY5434" fmla="*/ 2145887 h 3505200"/>
              <a:gd name="connsiteX5435" fmla="*/ 2743391 w 3505200"/>
              <a:gd name="connsiteY5435" fmla="*/ 2144840 h 3505200"/>
              <a:gd name="connsiteX5436" fmla="*/ 2754345 w 3505200"/>
              <a:gd name="connsiteY5436" fmla="*/ 2133886 h 3505200"/>
              <a:gd name="connsiteX5437" fmla="*/ 2743391 w 3505200"/>
              <a:gd name="connsiteY5437" fmla="*/ 2122932 h 3505200"/>
              <a:gd name="connsiteX5438" fmla="*/ 2732437 w 3505200"/>
              <a:gd name="connsiteY5438" fmla="*/ 2133886 h 3505200"/>
              <a:gd name="connsiteX5439" fmla="*/ 2743391 w 3505200"/>
              <a:gd name="connsiteY5439" fmla="*/ 2144840 h 3505200"/>
              <a:gd name="connsiteX5440" fmla="*/ 2819591 w 3505200"/>
              <a:gd name="connsiteY5440" fmla="*/ 2143697 h 3505200"/>
              <a:gd name="connsiteX5441" fmla="*/ 2829497 w 3505200"/>
              <a:gd name="connsiteY5441" fmla="*/ 2133791 h 3505200"/>
              <a:gd name="connsiteX5442" fmla="*/ 2819591 w 3505200"/>
              <a:gd name="connsiteY5442" fmla="*/ 2123885 h 3505200"/>
              <a:gd name="connsiteX5443" fmla="*/ 2809685 w 3505200"/>
              <a:gd name="connsiteY5443" fmla="*/ 2133791 h 3505200"/>
              <a:gd name="connsiteX5444" fmla="*/ 2819591 w 3505200"/>
              <a:gd name="connsiteY5444" fmla="*/ 2143697 h 3505200"/>
              <a:gd name="connsiteX5445" fmla="*/ 2895791 w 3505200"/>
              <a:gd name="connsiteY5445" fmla="*/ 2142458 h 3505200"/>
              <a:gd name="connsiteX5446" fmla="*/ 2904458 w 3505200"/>
              <a:gd name="connsiteY5446" fmla="*/ 2133791 h 3505200"/>
              <a:gd name="connsiteX5447" fmla="*/ 2895791 w 3505200"/>
              <a:gd name="connsiteY5447" fmla="*/ 2125123 h 3505200"/>
              <a:gd name="connsiteX5448" fmla="*/ 2887123 w 3505200"/>
              <a:gd name="connsiteY5448" fmla="*/ 2133791 h 3505200"/>
              <a:gd name="connsiteX5449" fmla="*/ 2895791 w 3505200"/>
              <a:gd name="connsiteY5449" fmla="*/ 2142458 h 3505200"/>
              <a:gd name="connsiteX5450" fmla="*/ 2971991 w 3505200"/>
              <a:gd name="connsiteY5450" fmla="*/ 2141411 h 3505200"/>
              <a:gd name="connsiteX5451" fmla="*/ 2979611 w 3505200"/>
              <a:gd name="connsiteY5451" fmla="*/ 2133791 h 3505200"/>
              <a:gd name="connsiteX5452" fmla="*/ 2971991 w 3505200"/>
              <a:gd name="connsiteY5452" fmla="*/ 2126171 h 3505200"/>
              <a:gd name="connsiteX5453" fmla="*/ 2964371 w 3505200"/>
              <a:gd name="connsiteY5453" fmla="*/ 2133791 h 3505200"/>
              <a:gd name="connsiteX5454" fmla="*/ 2971991 w 3505200"/>
              <a:gd name="connsiteY5454" fmla="*/ 2141411 h 3505200"/>
              <a:gd name="connsiteX5455" fmla="*/ 3048191 w 3505200"/>
              <a:gd name="connsiteY5455" fmla="*/ 2140172 h 3505200"/>
              <a:gd name="connsiteX5456" fmla="*/ 3054572 w 3505200"/>
              <a:gd name="connsiteY5456" fmla="*/ 2133791 h 3505200"/>
              <a:gd name="connsiteX5457" fmla="*/ 3048191 w 3505200"/>
              <a:gd name="connsiteY5457" fmla="*/ 2127409 h 3505200"/>
              <a:gd name="connsiteX5458" fmla="*/ 3041809 w 3505200"/>
              <a:gd name="connsiteY5458" fmla="*/ 2133791 h 3505200"/>
              <a:gd name="connsiteX5459" fmla="*/ 3048191 w 3505200"/>
              <a:gd name="connsiteY5459" fmla="*/ 2140172 h 3505200"/>
              <a:gd name="connsiteX5460" fmla="*/ 3124391 w 3505200"/>
              <a:gd name="connsiteY5460" fmla="*/ 2139125 h 3505200"/>
              <a:gd name="connsiteX5461" fmla="*/ 3129629 w 3505200"/>
              <a:gd name="connsiteY5461" fmla="*/ 2133886 h 3505200"/>
              <a:gd name="connsiteX5462" fmla="*/ 3124391 w 3505200"/>
              <a:gd name="connsiteY5462" fmla="*/ 2128647 h 3505200"/>
              <a:gd name="connsiteX5463" fmla="*/ 3119152 w 3505200"/>
              <a:gd name="connsiteY5463" fmla="*/ 2133886 h 3505200"/>
              <a:gd name="connsiteX5464" fmla="*/ 3124391 w 3505200"/>
              <a:gd name="connsiteY5464" fmla="*/ 2139125 h 3505200"/>
              <a:gd name="connsiteX5465" fmla="*/ 3200591 w 3505200"/>
              <a:gd name="connsiteY5465" fmla="*/ 2138077 h 3505200"/>
              <a:gd name="connsiteX5466" fmla="*/ 3204782 w 3505200"/>
              <a:gd name="connsiteY5466" fmla="*/ 2133886 h 3505200"/>
              <a:gd name="connsiteX5467" fmla="*/ 3200591 w 3505200"/>
              <a:gd name="connsiteY5467" fmla="*/ 2129695 h 3505200"/>
              <a:gd name="connsiteX5468" fmla="*/ 3196399 w 3505200"/>
              <a:gd name="connsiteY5468" fmla="*/ 2133886 h 3505200"/>
              <a:gd name="connsiteX5469" fmla="*/ 3200591 w 3505200"/>
              <a:gd name="connsiteY5469" fmla="*/ 2138077 h 3505200"/>
              <a:gd name="connsiteX5470" fmla="*/ 3276791 w 3505200"/>
              <a:gd name="connsiteY5470" fmla="*/ 2136743 h 3505200"/>
              <a:gd name="connsiteX5471" fmla="*/ 3279743 w 3505200"/>
              <a:gd name="connsiteY5471" fmla="*/ 2133791 h 3505200"/>
              <a:gd name="connsiteX5472" fmla="*/ 3276791 w 3505200"/>
              <a:gd name="connsiteY5472" fmla="*/ 2130838 h 3505200"/>
              <a:gd name="connsiteX5473" fmla="*/ 3273838 w 3505200"/>
              <a:gd name="connsiteY5473" fmla="*/ 2133791 h 3505200"/>
              <a:gd name="connsiteX5474" fmla="*/ 3276791 w 3505200"/>
              <a:gd name="connsiteY5474" fmla="*/ 2136743 h 3505200"/>
              <a:gd name="connsiteX5475" fmla="*/ 3352991 w 3505200"/>
              <a:gd name="connsiteY5475" fmla="*/ 2135696 h 3505200"/>
              <a:gd name="connsiteX5476" fmla="*/ 3354896 w 3505200"/>
              <a:gd name="connsiteY5476" fmla="*/ 2133791 h 3505200"/>
              <a:gd name="connsiteX5477" fmla="*/ 3352991 w 3505200"/>
              <a:gd name="connsiteY5477" fmla="*/ 2131886 h 3505200"/>
              <a:gd name="connsiteX5478" fmla="*/ 3351086 w 3505200"/>
              <a:gd name="connsiteY5478" fmla="*/ 2133791 h 3505200"/>
              <a:gd name="connsiteX5479" fmla="*/ 3352991 w 3505200"/>
              <a:gd name="connsiteY5479" fmla="*/ 2135696 h 3505200"/>
              <a:gd name="connsiteX5480" fmla="*/ 3429191 w 3505200"/>
              <a:gd name="connsiteY5480" fmla="*/ 2134648 h 3505200"/>
              <a:gd name="connsiteX5481" fmla="*/ 3430048 w 3505200"/>
              <a:gd name="connsiteY5481" fmla="*/ 2133791 h 3505200"/>
              <a:gd name="connsiteX5482" fmla="*/ 3429191 w 3505200"/>
              <a:gd name="connsiteY5482" fmla="*/ 2132933 h 3505200"/>
              <a:gd name="connsiteX5483" fmla="*/ 3428333 w 3505200"/>
              <a:gd name="connsiteY5483" fmla="*/ 2133791 h 3505200"/>
              <a:gd name="connsiteX5484" fmla="*/ 3429191 w 3505200"/>
              <a:gd name="connsiteY5484" fmla="*/ 2134648 h 3505200"/>
              <a:gd name="connsiteX5485" fmla="*/ 76391 w 3505200"/>
              <a:gd name="connsiteY5485" fmla="*/ 2210467 h 3505200"/>
              <a:gd name="connsiteX5486" fmla="*/ 76772 w 3505200"/>
              <a:gd name="connsiteY5486" fmla="*/ 2210086 h 3505200"/>
              <a:gd name="connsiteX5487" fmla="*/ 76391 w 3505200"/>
              <a:gd name="connsiteY5487" fmla="*/ 2209705 h 3505200"/>
              <a:gd name="connsiteX5488" fmla="*/ 76010 w 3505200"/>
              <a:gd name="connsiteY5488" fmla="*/ 2210086 h 3505200"/>
              <a:gd name="connsiteX5489" fmla="*/ 76391 w 3505200"/>
              <a:gd name="connsiteY5489" fmla="*/ 2210467 h 3505200"/>
              <a:gd name="connsiteX5490" fmla="*/ 152591 w 3505200"/>
              <a:gd name="connsiteY5490" fmla="*/ 2211515 h 3505200"/>
              <a:gd name="connsiteX5491" fmla="*/ 154115 w 3505200"/>
              <a:gd name="connsiteY5491" fmla="*/ 2209991 h 3505200"/>
              <a:gd name="connsiteX5492" fmla="*/ 152591 w 3505200"/>
              <a:gd name="connsiteY5492" fmla="*/ 2208467 h 3505200"/>
              <a:gd name="connsiteX5493" fmla="*/ 151067 w 3505200"/>
              <a:gd name="connsiteY5493" fmla="*/ 2209991 h 3505200"/>
              <a:gd name="connsiteX5494" fmla="*/ 152591 w 3505200"/>
              <a:gd name="connsiteY5494" fmla="*/ 2211515 h 3505200"/>
              <a:gd name="connsiteX5495" fmla="*/ 228791 w 3505200"/>
              <a:gd name="connsiteY5495" fmla="*/ 2212562 h 3505200"/>
              <a:gd name="connsiteX5496" fmla="*/ 231362 w 3505200"/>
              <a:gd name="connsiteY5496" fmla="*/ 2209991 h 3505200"/>
              <a:gd name="connsiteX5497" fmla="*/ 228791 w 3505200"/>
              <a:gd name="connsiteY5497" fmla="*/ 2207419 h 3505200"/>
              <a:gd name="connsiteX5498" fmla="*/ 226219 w 3505200"/>
              <a:gd name="connsiteY5498" fmla="*/ 2209991 h 3505200"/>
              <a:gd name="connsiteX5499" fmla="*/ 228791 w 3505200"/>
              <a:gd name="connsiteY5499" fmla="*/ 2212562 h 3505200"/>
              <a:gd name="connsiteX5500" fmla="*/ 304991 w 3505200"/>
              <a:gd name="connsiteY5500" fmla="*/ 2213801 h 3505200"/>
              <a:gd name="connsiteX5501" fmla="*/ 308800 w 3505200"/>
              <a:gd name="connsiteY5501" fmla="*/ 2209991 h 3505200"/>
              <a:gd name="connsiteX5502" fmla="*/ 304991 w 3505200"/>
              <a:gd name="connsiteY5502" fmla="*/ 2206181 h 3505200"/>
              <a:gd name="connsiteX5503" fmla="*/ 301181 w 3505200"/>
              <a:gd name="connsiteY5503" fmla="*/ 2209991 h 3505200"/>
              <a:gd name="connsiteX5504" fmla="*/ 304991 w 3505200"/>
              <a:gd name="connsiteY5504" fmla="*/ 2213801 h 3505200"/>
              <a:gd name="connsiteX5505" fmla="*/ 381191 w 3505200"/>
              <a:gd name="connsiteY5505" fmla="*/ 2214848 h 3505200"/>
              <a:gd name="connsiteX5506" fmla="*/ 386048 w 3505200"/>
              <a:gd name="connsiteY5506" fmla="*/ 2209991 h 3505200"/>
              <a:gd name="connsiteX5507" fmla="*/ 381191 w 3505200"/>
              <a:gd name="connsiteY5507" fmla="*/ 2205133 h 3505200"/>
              <a:gd name="connsiteX5508" fmla="*/ 376333 w 3505200"/>
              <a:gd name="connsiteY5508" fmla="*/ 2209991 h 3505200"/>
              <a:gd name="connsiteX5509" fmla="*/ 381191 w 3505200"/>
              <a:gd name="connsiteY5509" fmla="*/ 2214848 h 3505200"/>
              <a:gd name="connsiteX5510" fmla="*/ 457391 w 3505200"/>
              <a:gd name="connsiteY5510" fmla="*/ 2215896 h 3505200"/>
              <a:gd name="connsiteX5511" fmla="*/ 463296 w 3505200"/>
              <a:gd name="connsiteY5511" fmla="*/ 2209991 h 3505200"/>
              <a:gd name="connsiteX5512" fmla="*/ 457391 w 3505200"/>
              <a:gd name="connsiteY5512" fmla="*/ 2204085 h 3505200"/>
              <a:gd name="connsiteX5513" fmla="*/ 451485 w 3505200"/>
              <a:gd name="connsiteY5513" fmla="*/ 2209991 h 3505200"/>
              <a:gd name="connsiteX5514" fmla="*/ 457391 w 3505200"/>
              <a:gd name="connsiteY5514" fmla="*/ 2215896 h 3505200"/>
              <a:gd name="connsiteX5515" fmla="*/ 533591 w 3505200"/>
              <a:gd name="connsiteY5515" fmla="*/ 2216944 h 3505200"/>
              <a:gd name="connsiteX5516" fmla="*/ 540544 w 3505200"/>
              <a:gd name="connsiteY5516" fmla="*/ 2209991 h 3505200"/>
              <a:gd name="connsiteX5517" fmla="*/ 533591 w 3505200"/>
              <a:gd name="connsiteY5517" fmla="*/ 2203037 h 3505200"/>
              <a:gd name="connsiteX5518" fmla="*/ 526637 w 3505200"/>
              <a:gd name="connsiteY5518" fmla="*/ 2209991 h 3505200"/>
              <a:gd name="connsiteX5519" fmla="*/ 533591 w 3505200"/>
              <a:gd name="connsiteY5519" fmla="*/ 2216944 h 3505200"/>
              <a:gd name="connsiteX5520" fmla="*/ 609790 w 3505200"/>
              <a:gd name="connsiteY5520" fmla="*/ 2218087 h 3505200"/>
              <a:gd name="connsiteX5521" fmla="*/ 617792 w 3505200"/>
              <a:gd name="connsiteY5521" fmla="*/ 2210086 h 3505200"/>
              <a:gd name="connsiteX5522" fmla="*/ 609790 w 3505200"/>
              <a:gd name="connsiteY5522" fmla="*/ 2202085 h 3505200"/>
              <a:gd name="connsiteX5523" fmla="*/ 601790 w 3505200"/>
              <a:gd name="connsiteY5523" fmla="*/ 2210086 h 3505200"/>
              <a:gd name="connsiteX5524" fmla="*/ 609790 w 3505200"/>
              <a:gd name="connsiteY5524" fmla="*/ 2218087 h 3505200"/>
              <a:gd name="connsiteX5525" fmla="*/ 685990 w 3505200"/>
              <a:gd name="connsiteY5525" fmla="*/ 2219325 h 3505200"/>
              <a:gd name="connsiteX5526" fmla="*/ 695325 w 3505200"/>
              <a:gd name="connsiteY5526" fmla="*/ 2209991 h 3505200"/>
              <a:gd name="connsiteX5527" fmla="*/ 685990 w 3505200"/>
              <a:gd name="connsiteY5527" fmla="*/ 2200656 h 3505200"/>
              <a:gd name="connsiteX5528" fmla="*/ 676656 w 3505200"/>
              <a:gd name="connsiteY5528" fmla="*/ 2209991 h 3505200"/>
              <a:gd name="connsiteX5529" fmla="*/ 685990 w 3505200"/>
              <a:gd name="connsiteY5529" fmla="*/ 2219325 h 3505200"/>
              <a:gd name="connsiteX5530" fmla="*/ 762190 w 3505200"/>
              <a:gd name="connsiteY5530" fmla="*/ 2220373 h 3505200"/>
              <a:gd name="connsiteX5531" fmla="*/ 772573 w 3505200"/>
              <a:gd name="connsiteY5531" fmla="*/ 2209991 h 3505200"/>
              <a:gd name="connsiteX5532" fmla="*/ 762190 w 3505200"/>
              <a:gd name="connsiteY5532" fmla="*/ 2199608 h 3505200"/>
              <a:gd name="connsiteX5533" fmla="*/ 751808 w 3505200"/>
              <a:gd name="connsiteY5533" fmla="*/ 2209991 h 3505200"/>
              <a:gd name="connsiteX5534" fmla="*/ 762190 w 3505200"/>
              <a:gd name="connsiteY5534" fmla="*/ 2220373 h 3505200"/>
              <a:gd name="connsiteX5535" fmla="*/ 838390 w 3505200"/>
              <a:gd name="connsiteY5535" fmla="*/ 2221421 h 3505200"/>
              <a:gd name="connsiteX5536" fmla="*/ 849821 w 3505200"/>
              <a:gd name="connsiteY5536" fmla="*/ 2209991 h 3505200"/>
              <a:gd name="connsiteX5537" fmla="*/ 838390 w 3505200"/>
              <a:gd name="connsiteY5537" fmla="*/ 2198561 h 3505200"/>
              <a:gd name="connsiteX5538" fmla="*/ 826961 w 3505200"/>
              <a:gd name="connsiteY5538" fmla="*/ 2209991 h 3505200"/>
              <a:gd name="connsiteX5539" fmla="*/ 838390 w 3505200"/>
              <a:gd name="connsiteY5539" fmla="*/ 2221421 h 3505200"/>
              <a:gd name="connsiteX5540" fmla="*/ 914590 w 3505200"/>
              <a:gd name="connsiteY5540" fmla="*/ 2222468 h 3505200"/>
              <a:gd name="connsiteX5541" fmla="*/ 927068 w 3505200"/>
              <a:gd name="connsiteY5541" fmla="*/ 2209991 h 3505200"/>
              <a:gd name="connsiteX5542" fmla="*/ 914590 w 3505200"/>
              <a:gd name="connsiteY5542" fmla="*/ 2197513 h 3505200"/>
              <a:gd name="connsiteX5543" fmla="*/ 902113 w 3505200"/>
              <a:gd name="connsiteY5543" fmla="*/ 2209991 h 3505200"/>
              <a:gd name="connsiteX5544" fmla="*/ 914590 w 3505200"/>
              <a:gd name="connsiteY5544" fmla="*/ 2222468 h 3505200"/>
              <a:gd name="connsiteX5545" fmla="*/ 990790 w 3505200"/>
              <a:gd name="connsiteY5545" fmla="*/ 2223516 h 3505200"/>
              <a:gd name="connsiteX5546" fmla="*/ 1004316 w 3505200"/>
              <a:gd name="connsiteY5546" fmla="*/ 2209991 h 3505200"/>
              <a:gd name="connsiteX5547" fmla="*/ 990790 w 3505200"/>
              <a:gd name="connsiteY5547" fmla="*/ 2196465 h 3505200"/>
              <a:gd name="connsiteX5548" fmla="*/ 977265 w 3505200"/>
              <a:gd name="connsiteY5548" fmla="*/ 2209991 h 3505200"/>
              <a:gd name="connsiteX5549" fmla="*/ 990790 w 3505200"/>
              <a:gd name="connsiteY5549" fmla="*/ 2223516 h 3505200"/>
              <a:gd name="connsiteX5550" fmla="*/ 1066991 w 3505200"/>
              <a:gd name="connsiteY5550" fmla="*/ 2224373 h 3505200"/>
              <a:gd name="connsiteX5551" fmla="*/ 1081373 w 3505200"/>
              <a:gd name="connsiteY5551" fmla="*/ 2209991 h 3505200"/>
              <a:gd name="connsiteX5552" fmla="*/ 1066991 w 3505200"/>
              <a:gd name="connsiteY5552" fmla="*/ 2195608 h 3505200"/>
              <a:gd name="connsiteX5553" fmla="*/ 1052608 w 3505200"/>
              <a:gd name="connsiteY5553" fmla="*/ 2209991 h 3505200"/>
              <a:gd name="connsiteX5554" fmla="*/ 1066991 w 3505200"/>
              <a:gd name="connsiteY5554" fmla="*/ 2224373 h 3505200"/>
              <a:gd name="connsiteX5555" fmla="*/ 1143191 w 3505200"/>
              <a:gd name="connsiteY5555" fmla="*/ 2225421 h 3505200"/>
              <a:gd name="connsiteX5556" fmla="*/ 1158621 w 3505200"/>
              <a:gd name="connsiteY5556" fmla="*/ 2209991 h 3505200"/>
              <a:gd name="connsiteX5557" fmla="*/ 1143191 w 3505200"/>
              <a:gd name="connsiteY5557" fmla="*/ 2194560 h 3505200"/>
              <a:gd name="connsiteX5558" fmla="*/ 1127760 w 3505200"/>
              <a:gd name="connsiteY5558" fmla="*/ 2209991 h 3505200"/>
              <a:gd name="connsiteX5559" fmla="*/ 1143191 w 3505200"/>
              <a:gd name="connsiteY5559" fmla="*/ 2225421 h 3505200"/>
              <a:gd name="connsiteX5560" fmla="*/ 1219391 w 3505200"/>
              <a:gd name="connsiteY5560" fmla="*/ 2226278 h 3505200"/>
              <a:gd name="connsiteX5561" fmla="*/ 1235678 w 3505200"/>
              <a:gd name="connsiteY5561" fmla="*/ 2209991 h 3505200"/>
              <a:gd name="connsiteX5562" fmla="*/ 1219391 w 3505200"/>
              <a:gd name="connsiteY5562" fmla="*/ 2193703 h 3505200"/>
              <a:gd name="connsiteX5563" fmla="*/ 1203103 w 3505200"/>
              <a:gd name="connsiteY5563" fmla="*/ 2209991 h 3505200"/>
              <a:gd name="connsiteX5564" fmla="*/ 1219391 w 3505200"/>
              <a:gd name="connsiteY5564" fmla="*/ 2226278 h 3505200"/>
              <a:gd name="connsiteX5565" fmla="*/ 1295591 w 3505200"/>
              <a:gd name="connsiteY5565" fmla="*/ 2227136 h 3505200"/>
              <a:gd name="connsiteX5566" fmla="*/ 1312736 w 3505200"/>
              <a:gd name="connsiteY5566" fmla="*/ 2209991 h 3505200"/>
              <a:gd name="connsiteX5567" fmla="*/ 1295591 w 3505200"/>
              <a:gd name="connsiteY5567" fmla="*/ 2192846 h 3505200"/>
              <a:gd name="connsiteX5568" fmla="*/ 1278446 w 3505200"/>
              <a:gd name="connsiteY5568" fmla="*/ 2209991 h 3505200"/>
              <a:gd name="connsiteX5569" fmla="*/ 1295591 w 3505200"/>
              <a:gd name="connsiteY5569" fmla="*/ 2227136 h 3505200"/>
              <a:gd name="connsiteX5570" fmla="*/ 1371791 w 3505200"/>
              <a:gd name="connsiteY5570" fmla="*/ 2227993 h 3505200"/>
              <a:gd name="connsiteX5571" fmla="*/ 1389793 w 3505200"/>
              <a:gd name="connsiteY5571" fmla="*/ 2209991 h 3505200"/>
              <a:gd name="connsiteX5572" fmla="*/ 1371791 w 3505200"/>
              <a:gd name="connsiteY5572" fmla="*/ 2191988 h 3505200"/>
              <a:gd name="connsiteX5573" fmla="*/ 1353788 w 3505200"/>
              <a:gd name="connsiteY5573" fmla="*/ 2209991 h 3505200"/>
              <a:gd name="connsiteX5574" fmla="*/ 1371791 w 3505200"/>
              <a:gd name="connsiteY5574" fmla="*/ 2227993 h 3505200"/>
              <a:gd name="connsiteX5575" fmla="*/ 1447991 w 3505200"/>
              <a:gd name="connsiteY5575" fmla="*/ 2228850 h 3505200"/>
              <a:gd name="connsiteX5576" fmla="*/ 1466755 w 3505200"/>
              <a:gd name="connsiteY5576" fmla="*/ 2210086 h 3505200"/>
              <a:gd name="connsiteX5577" fmla="*/ 1447991 w 3505200"/>
              <a:gd name="connsiteY5577" fmla="*/ 2191322 h 3505200"/>
              <a:gd name="connsiteX5578" fmla="*/ 1429226 w 3505200"/>
              <a:gd name="connsiteY5578" fmla="*/ 2210086 h 3505200"/>
              <a:gd name="connsiteX5579" fmla="*/ 1447991 w 3505200"/>
              <a:gd name="connsiteY5579" fmla="*/ 2228850 h 3505200"/>
              <a:gd name="connsiteX5580" fmla="*/ 1524191 w 3505200"/>
              <a:gd name="connsiteY5580" fmla="*/ 2229422 h 3505200"/>
              <a:gd name="connsiteX5581" fmla="*/ 1543622 w 3505200"/>
              <a:gd name="connsiteY5581" fmla="*/ 2209991 h 3505200"/>
              <a:gd name="connsiteX5582" fmla="*/ 1524191 w 3505200"/>
              <a:gd name="connsiteY5582" fmla="*/ 2190560 h 3505200"/>
              <a:gd name="connsiteX5583" fmla="*/ 1504760 w 3505200"/>
              <a:gd name="connsiteY5583" fmla="*/ 2209991 h 3505200"/>
              <a:gd name="connsiteX5584" fmla="*/ 1524191 w 3505200"/>
              <a:gd name="connsiteY5584" fmla="*/ 2229422 h 3505200"/>
              <a:gd name="connsiteX5585" fmla="*/ 1600391 w 3505200"/>
              <a:gd name="connsiteY5585" fmla="*/ 2229898 h 3505200"/>
              <a:gd name="connsiteX5586" fmla="*/ 1620298 w 3505200"/>
              <a:gd name="connsiteY5586" fmla="*/ 2209991 h 3505200"/>
              <a:gd name="connsiteX5587" fmla="*/ 1600391 w 3505200"/>
              <a:gd name="connsiteY5587" fmla="*/ 2190083 h 3505200"/>
              <a:gd name="connsiteX5588" fmla="*/ 1580483 w 3505200"/>
              <a:gd name="connsiteY5588" fmla="*/ 2209991 h 3505200"/>
              <a:gd name="connsiteX5589" fmla="*/ 1600391 w 3505200"/>
              <a:gd name="connsiteY5589" fmla="*/ 2229898 h 3505200"/>
              <a:gd name="connsiteX5590" fmla="*/ 1676591 w 3505200"/>
              <a:gd name="connsiteY5590" fmla="*/ 2230088 h 3505200"/>
              <a:gd name="connsiteX5591" fmla="*/ 1696688 w 3505200"/>
              <a:gd name="connsiteY5591" fmla="*/ 2209991 h 3505200"/>
              <a:gd name="connsiteX5592" fmla="*/ 1676591 w 3505200"/>
              <a:gd name="connsiteY5592" fmla="*/ 2189893 h 3505200"/>
              <a:gd name="connsiteX5593" fmla="*/ 1656493 w 3505200"/>
              <a:gd name="connsiteY5593" fmla="*/ 2209991 h 3505200"/>
              <a:gd name="connsiteX5594" fmla="*/ 1676591 w 3505200"/>
              <a:gd name="connsiteY5594" fmla="*/ 2230088 h 3505200"/>
              <a:gd name="connsiteX5595" fmla="*/ 1752791 w 3505200"/>
              <a:gd name="connsiteY5595" fmla="*/ 2230279 h 3505200"/>
              <a:gd name="connsiteX5596" fmla="*/ 1773079 w 3505200"/>
              <a:gd name="connsiteY5596" fmla="*/ 2209991 h 3505200"/>
              <a:gd name="connsiteX5597" fmla="*/ 1752791 w 3505200"/>
              <a:gd name="connsiteY5597" fmla="*/ 2189702 h 3505200"/>
              <a:gd name="connsiteX5598" fmla="*/ 1732502 w 3505200"/>
              <a:gd name="connsiteY5598" fmla="*/ 2209991 h 3505200"/>
              <a:gd name="connsiteX5599" fmla="*/ 1752791 w 3505200"/>
              <a:gd name="connsiteY5599" fmla="*/ 2230279 h 3505200"/>
              <a:gd name="connsiteX5600" fmla="*/ 1828991 w 3505200"/>
              <a:gd name="connsiteY5600" fmla="*/ 2230088 h 3505200"/>
              <a:gd name="connsiteX5601" fmla="*/ 1849088 w 3505200"/>
              <a:gd name="connsiteY5601" fmla="*/ 2209991 h 3505200"/>
              <a:gd name="connsiteX5602" fmla="*/ 1828991 w 3505200"/>
              <a:gd name="connsiteY5602" fmla="*/ 2189893 h 3505200"/>
              <a:gd name="connsiteX5603" fmla="*/ 1808893 w 3505200"/>
              <a:gd name="connsiteY5603" fmla="*/ 2209991 h 3505200"/>
              <a:gd name="connsiteX5604" fmla="*/ 1828991 w 3505200"/>
              <a:gd name="connsiteY5604" fmla="*/ 2230088 h 3505200"/>
              <a:gd name="connsiteX5605" fmla="*/ 1905191 w 3505200"/>
              <a:gd name="connsiteY5605" fmla="*/ 2229898 h 3505200"/>
              <a:gd name="connsiteX5606" fmla="*/ 1925098 w 3505200"/>
              <a:gd name="connsiteY5606" fmla="*/ 2209991 h 3505200"/>
              <a:gd name="connsiteX5607" fmla="*/ 1905191 w 3505200"/>
              <a:gd name="connsiteY5607" fmla="*/ 2190083 h 3505200"/>
              <a:gd name="connsiteX5608" fmla="*/ 1885283 w 3505200"/>
              <a:gd name="connsiteY5608" fmla="*/ 2209991 h 3505200"/>
              <a:gd name="connsiteX5609" fmla="*/ 1905191 w 3505200"/>
              <a:gd name="connsiteY5609" fmla="*/ 2229898 h 3505200"/>
              <a:gd name="connsiteX5610" fmla="*/ 1981391 w 3505200"/>
              <a:gd name="connsiteY5610" fmla="*/ 2229422 h 3505200"/>
              <a:gd name="connsiteX5611" fmla="*/ 2000822 w 3505200"/>
              <a:gd name="connsiteY5611" fmla="*/ 2209991 h 3505200"/>
              <a:gd name="connsiteX5612" fmla="*/ 1981391 w 3505200"/>
              <a:gd name="connsiteY5612" fmla="*/ 2190560 h 3505200"/>
              <a:gd name="connsiteX5613" fmla="*/ 1961960 w 3505200"/>
              <a:gd name="connsiteY5613" fmla="*/ 2209991 h 3505200"/>
              <a:gd name="connsiteX5614" fmla="*/ 1981391 w 3505200"/>
              <a:gd name="connsiteY5614" fmla="*/ 2229422 h 3505200"/>
              <a:gd name="connsiteX5615" fmla="*/ 2057591 w 3505200"/>
              <a:gd name="connsiteY5615" fmla="*/ 2228850 h 3505200"/>
              <a:gd name="connsiteX5616" fmla="*/ 2076355 w 3505200"/>
              <a:gd name="connsiteY5616" fmla="*/ 2210086 h 3505200"/>
              <a:gd name="connsiteX5617" fmla="*/ 2057591 w 3505200"/>
              <a:gd name="connsiteY5617" fmla="*/ 2191322 h 3505200"/>
              <a:gd name="connsiteX5618" fmla="*/ 2038826 w 3505200"/>
              <a:gd name="connsiteY5618" fmla="*/ 2210086 h 3505200"/>
              <a:gd name="connsiteX5619" fmla="*/ 2057591 w 3505200"/>
              <a:gd name="connsiteY5619" fmla="*/ 2228850 h 3505200"/>
              <a:gd name="connsiteX5620" fmla="*/ 2133791 w 3505200"/>
              <a:gd name="connsiteY5620" fmla="*/ 2228183 h 3505200"/>
              <a:gd name="connsiteX5621" fmla="*/ 2151983 w 3505200"/>
              <a:gd name="connsiteY5621" fmla="*/ 2209991 h 3505200"/>
              <a:gd name="connsiteX5622" fmla="*/ 2133791 w 3505200"/>
              <a:gd name="connsiteY5622" fmla="*/ 2191798 h 3505200"/>
              <a:gd name="connsiteX5623" fmla="*/ 2115598 w 3505200"/>
              <a:gd name="connsiteY5623" fmla="*/ 2209991 h 3505200"/>
              <a:gd name="connsiteX5624" fmla="*/ 2133791 w 3505200"/>
              <a:gd name="connsiteY5624" fmla="*/ 2228183 h 3505200"/>
              <a:gd name="connsiteX5625" fmla="*/ 2209991 w 3505200"/>
              <a:gd name="connsiteY5625" fmla="*/ 2227326 h 3505200"/>
              <a:gd name="connsiteX5626" fmla="*/ 2227326 w 3505200"/>
              <a:gd name="connsiteY5626" fmla="*/ 2209991 h 3505200"/>
              <a:gd name="connsiteX5627" fmla="*/ 2209991 w 3505200"/>
              <a:gd name="connsiteY5627" fmla="*/ 2192655 h 3505200"/>
              <a:gd name="connsiteX5628" fmla="*/ 2192655 w 3505200"/>
              <a:gd name="connsiteY5628" fmla="*/ 2209991 h 3505200"/>
              <a:gd name="connsiteX5629" fmla="*/ 2209991 w 3505200"/>
              <a:gd name="connsiteY5629" fmla="*/ 2227326 h 3505200"/>
              <a:gd name="connsiteX5630" fmla="*/ 2286191 w 3505200"/>
              <a:gd name="connsiteY5630" fmla="*/ 2226469 h 3505200"/>
              <a:gd name="connsiteX5631" fmla="*/ 2302669 w 3505200"/>
              <a:gd name="connsiteY5631" fmla="*/ 2209991 h 3505200"/>
              <a:gd name="connsiteX5632" fmla="*/ 2286191 w 3505200"/>
              <a:gd name="connsiteY5632" fmla="*/ 2193512 h 3505200"/>
              <a:gd name="connsiteX5633" fmla="*/ 2269712 w 3505200"/>
              <a:gd name="connsiteY5633" fmla="*/ 2209991 h 3505200"/>
              <a:gd name="connsiteX5634" fmla="*/ 2286191 w 3505200"/>
              <a:gd name="connsiteY5634" fmla="*/ 2226469 h 3505200"/>
              <a:gd name="connsiteX5635" fmla="*/ 2362391 w 3505200"/>
              <a:gd name="connsiteY5635" fmla="*/ 2225421 h 3505200"/>
              <a:gd name="connsiteX5636" fmla="*/ 2377821 w 3505200"/>
              <a:gd name="connsiteY5636" fmla="*/ 2209991 h 3505200"/>
              <a:gd name="connsiteX5637" fmla="*/ 2362391 w 3505200"/>
              <a:gd name="connsiteY5637" fmla="*/ 2194560 h 3505200"/>
              <a:gd name="connsiteX5638" fmla="*/ 2346960 w 3505200"/>
              <a:gd name="connsiteY5638" fmla="*/ 2209991 h 3505200"/>
              <a:gd name="connsiteX5639" fmla="*/ 2362391 w 3505200"/>
              <a:gd name="connsiteY5639" fmla="*/ 2225421 h 3505200"/>
              <a:gd name="connsiteX5640" fmla="*/ 2438591 w 3505200"/>
              <a:gd name="connsiteY5640" fmla="*/ 2224564 h 3505200"/>
              <a:gd name="connsiteX5641" fmla="*/ 2453164 w 3505200"/>
              <a:gd name="connsiteY5641" fmla="*/ 2209991 h 3505200"/>
              <a:gd name="connsiteX5642" fmla="*/ 2438591 w 3505200"/>
              <a:gd name="connsiteY5642" fmla="*/ 2195417 h 3505200"/>
              <a:gd name="connsiteX5643" fmla="*/ 2424017 w 3505200"/>
              <a:gd name="connsiteY5643" fmla="*/ 2209991 h 3505200"/>
              <a:gd name="connsiteX5644" fmla="*/ 2438591 w 3505200"/>
              <a:gd name="connsiteY5644" fmla="*/ 2224564 h 3505200"/>
              <a:gd name="connsiteX5645" fmla="*/ 2514791 w 3505200"/>
              <a:gd name="connsiteY5645" fmla="*/ 2223516 h 3505200"/>
              <a:gd name="connsiteX5646" fmla="*/ 2528316 w 3505200"/>
              <a:gd name="connsiteY5646" fmla="*/ 2209991 h 3505200"/>
              <a:gd name="connsiteX5647" fmla="*/ 2514791 w 3505200"/>
              <a:gd name="connsiteY5647" fmla="*/ 2196465 h 3505200"/>
              <a:gd name="connsiteX5648" fmla="*/ 2501265 w 3505200"/>
              <a:gd name="connsiteY5648" fmla="*/ 2209991 h 3505200"/>
              <a:gd name="connsiteX5649" fmla="*/ 2514791 w 3505200"/>
              <a:gd name="connsiteY5649" fmla="*/ 2223516 h 3505200"/>
              <a:gd name="connsiteX5650" fmla="*/ 2590991 w 3505200"/>
              <a:gd name="connsiteY5650" fmla="*/ 2222659 h 3505200"/>
              <a:gd name="connsiteX5651" fmla="*/ 2603659 w 3505200"/>
              <a:gd name="connsiteY5651" fmla="*/ 2209991 h 3505200"/>
              <a:gd name="connsiteX5652" fmla="*/ 2590991 w 3505200"/>
              <a:gd name="connsiteY5652" fmla="*/ 2197322 h 3505200"/>
              <a:gd name="connsiteX5653" fmla="*/ 2578322 w 3505200"/>
              <a:gd name="connsiteY5653" fmla="*/ 2209991 h 3505200"/>
              <a:gd name="connsiteX5654" fmla="*/ 2590991 w 3505200"/>
              <a:gd name="connsiteY5654" fmla="*/ 2222659 h 3505200"/>
              <a:gd name="connsiteX5655" fmla="*/ 2667191 w 3505200"/>
              <a:gd name="connsiteY5655" fmla="*/ 2221611 h 3505200"/>
              <a:gd name="connsiteX5656" fmla="*/ 2678811 w 3505200"/>
              <a:gd name="connsiteY5656" fmla="*/ 2209991 h 3505200"/>
              <a:gd name="connsiteX5657" fmla="*/ 2667191 w 3505200"/>
              <a:gd name="connsiteY5657" fmla="*/ 2198370 h 3505200"/>
              <a:gd name="connsiteX5658" fmla="*/ 2655570 w 3505200"/>
              <a:gd name="connsiteY5658" fmla="*/ 2209991 h 3505200"/>
              <a:gd name="connsiteX5659" fmla="*/ 2667191 w 3505200"/>
              <a:gd name="connsiteY5659" fmla="*/ 2221611 h 3505200"/>
              <a:gd name="connsiteX5660" fmla="*/ 2743391 w 3505200"/>
              <a:gd name="connsiteY5660" fmla="*/ 2220563 h 3505200"/>
              <a:gd name="connsiteX5661" fmla="*/ 2753963 w 3505200"/>
              <a:gd name="connsiteY5661" fmla="*/ 2209991 h 3505200"/>
              <a:gd name="connsiteX5662" fmla="*/ 2743391 w 3505200"/>
              <a:gd name="connsiteY5662" fmla="*/ 2199418 h 3505200"/>
              <a:gd name="connsiteX5663" fmla="*/ 2732818 w 3505200"/>
              <a:gd name="connsiteY5663" fmla="*/ 2209991 h 3505200"/>
              <a:gd name="connsiteX5664" fmla="*/ 2743391 w 3505200"/>
              <a:gd name="connsiteY5664" fmla="*/ 2220563 h 3505200"/>
              <a:gd name="connsiteX5665" fmla="*/ 2819591 w 3505200"/>
              <a:gd name="connsiteY5665" fmla="*/ 2219325 h 3505200"/>
              <a:gd name="connsiteX5666" fmla="*/ 2828925 w 3505200"/>
              <a:gd name="connsiteY5666" fmla="*/ 2209991 h 3505200"/>
              <a:gd name="connsiteX5667" fmla="*/ 2819591 w 3505200"/>
              <a:gd name="connsiteY5667" fmla="*/ 2200656 h 3505200"/>
              <a:gd name="connsiteX5668" fmla="*/ 2810256 w 3505200"/>
              <a:gd name="connsiteY5668" fmla="*/ 2209991 h 3505200"/>
              <a:gd name="connsiteX5669" fmla="*/ 2819591 w 3505200"/>
              <a:gd name="connsiteY5669" fmla="*/ 2219325 h 3505200"/>
              <a:gd name="connsiteX5670" fmla="*/ 2895791 w 3505200"/>
              <a:gd name="connsiteY5670" fmla="*/ 2218277 h 3505200"/>
              <a:gd name="connsiteX5671" fmla="*/ 2904078 w 3505200"/>
              <a:gd name="connsiteY5671" fmla="*/ 2209991 h 3505200"/>
              <a:gd name="connsiteX5672" fmla="*/ 2895791 w 3505200"/>
              <a:gd name="connsiteY5672" fmla="*/ 2201704 h 3505200"/>
              <a:gd name="connsiteX5673" fmla="*/ 2887504 w 3505200"/>
              <a:gd name="connsiteY5673" fmla="*/ 2209991 h 3505200"/>
              <a:gd name="connsiteX5674" fmla="*/ 2895791 w 3505200"/>
              <a:gd name="connsiteY5674" fmla="*/ 2218277 h 3505200"/>
              <a:gd name="connsiteX5675" fmla="*/ 2971991 w 3505200"/>
              <a:gd name="connsiteY5675" fmla="*/ 2217230 h 3505200"/>
              <a:gd name="connsiteX5676" fmla="*/ 2979134 w 3505200"/>
              <a:gd name="connsiteY5676" fmla="*/ 2210086 h 3505200"/>
              <a:gd name="connsiteX5677" fmla="*/ 2971991 w 3505200"/>
              <a:gd name="connsiteY5677" fmla="*/ 2202942 h 3505200"/>
              <a:gd name="connsiteX5678" fmla="*/ 2964847 w 3505200"/>
              <a:gd name="connsiteY5678" fmla="*/ 2210086 h 3505200"/>
              <a:gd name="connsiteX5679" fmla="*/ 2971991 w 3505200"/>
              <a:gd name="connsiteY5679" fmla="*/ 2217230 h 3505200"/>
              <a:gd name="connsiteX5680" fmla="*/ 3048191 w 3505200"/>
              <a:gd name="connsiteY5680" fmla="*/ 2216182 h 3505200"/>
              <a:gd name="connsiteX5681" fmla="*/ 3054287 w 3505200"/>
              <a:gd name="connsiteY5681" fmla="*/ 2210086 h 3505200"/>
              <a:gd name="connsiteX5682" fmla="*/ 3048191 w 3505200"/>
              <a:gd name="connsiteY5682" fmla="*/ 2203990 h 3505200"/>
              <a:gd name="connsiteX5683" fmla="*/ 3042095 w 3505200"/>
              <a:gd name="connsiteY5683" fmla="*/ 2210086 h 3505200"/>
              <a:gd name="connsiteX5684" fmla="*/ 3048191 w 3505200"/>
              <a:gd name="connsiteY5684" fmla="*/ 2216182 h 3505200"/>
              <a:gd name="connsiteX5685" fmla="*/ 3124391 w 3505200"/>
              <a:gd name="connsiteY5685" fmla="*/ 2214848 h 3505200"/>
              <a:gd name="connsiteX5686" fmla="*/ 3129248 w 3505200"/>
              <a:gd name="connsiteY5686" fmla="*/ 2209991 h 3505200"/>
              <a:gd name="connsiteX5687" fmla="*/ 3124391 w 3505200"/>
              <a:gd name="connsiteY5687" fmla="*/ 2205133 h 3505200"/>
              <a:gd name="connsiteX5688" fmla="*/ 3119533 w 3505200"/>
              <a:gd name="connsiteY5688" fmla="*/ 2209991 h 3505200"/>
              <a:gd name="connsiteX5689" fmla="*/ 3124391 w 3505200"/>
              <a:gd name="connsiteY5689" fmla="*/ 2214848 h 3505200"/>
              <a:gd name="connsiteX5690" fmla="*/ 3200591 w 3505200"/>
              <a:gd name="connsiteY5690" fmla="*/ 2213801 h 3505200"/>
              <a:gd name="connsiteX5691" fmla="*/ 3204401 w 3505200"/>
              <a:gd name="connsiteY5691" fmla="*/ 2209991 h 3505200"/>
              <a:gd name="connsiteX5692" fmla="*/ 3200591 w 3505200"/>
              <a:gd name="connsiteY5692" fmla="*/ 2206181 h 3505200"/>
              <a:gd name="connsiteX5693" fmla="*/ 3196781 w 3505200"/>
              <a:gd name="connsiteY5693" fmla="*/ 2209991 h 3505200"/>
              <a:gd name="connsiteX5694" fmla="*/ 3200591 w 3505200"/>
              <a:gd name="connsiteY5694" fmla="*/ 2213801 h 3505200"/>
              <a:gd name="connsiteX5695" fmla="*/ 3276791 w 3505200"/>
              <a:gd name="connsiteY5695" fmla="*/ 2212753 h 3505200"/>
              <a:gd name="connsiteX5696" fmla="*/ 3279553 w 3505200"/>
              <a:gd name="connsiteY5696" fmla="*/ 2209991 h 3505200"/>
              <a:gd name="connsiteX5697" fmla="*/ 3276791 w 3505200"/>
              <a:gd name="connsiteY5697" fmla="*/ 2207228 h 3505200"/>
              <a:gd name="connsiteX5698" fmla="*/ 3274028 w 3505200"/>
              <a:gd name="connsiteY5698" fmla="*/ 2209991 h 3505200"/>
              <a:gd name="connsiteX5699" fmla="*/ 3276791 w 3505200"/>
              <a:gd name="connsiteY5699" fmla="*/ 2212753 h 3505200"/>
              <a:gd name="connsiteX5700" fmla="*/ 3352991 w 3505200"/>
              <a:gd name="connsiteY5700" fmla="*/ 2211705 h 3505200"/>
              <a:gd name="connsiteX5701" fmla="*/ 3354705 w 3505200"/>
              <a:gd name="connsiteY5701" fmla="*/ 2209991 h 3505200"/>
              <a:gd name="connsiteX5702" fmla="*/ 3352991 w 3505200"/>
              <a:gd name="connsiteY5702" fmla="*/ 2208276 h 3505200"/>
              <a:gd name="connsiteX5703" fmla="*/ 3351276 w 3505200"/>
              <a:gd name="connsiteY5703" fmla="*/ 2209991 h 3505200"/>
              <a:gd name="connsiteX5704" fmla="*/ 3352991 w 3505200"/>
              <a:gd name="connsiteY5704" fmla="*/ 2211705 h 3505200"/>
              <a:gd name="connsiteX5705" fmla="*/ 3429191 w 3505200"/>
              <a:gd name="connsiteY5705" fmla="*/ 2210467 h 3505200"/>
              <a:gd name="connsiteX5706" fmla="*/ 3429572 w 3505200"/>
              <a:gd name="connsiteY5706" fmla="*/ 2210086 h 3505200"/>
              <a:gd name="connsiteX5707" fmla="*/ 3429191 w 3505200"/>
              <a:gd name="connsiteY5707" fmla="*/ 2209705 h 3505200"/>
              <a:gd name="connsiteX5708" fmla="*/ 3428810 w 3505200"/>
              <a:gd name="connsiteY5708" fmla="*/ 2210086 h 3505200"/>
              <a:gd name="connsiteX5709" fmla="*/ 3429191 w 3505200"/>
              <a:gd name="connsiteY5709" fmla="*/ 2210467 h 3505200"/>
              <a:gd name="connsiteX5710" fmla="*/ 76391 w 3505200"/>
              <a:gd name="connsiteY5710" fmla="*/ 2286381 h 3505200"/>
              <a:gd name="connsiteX5711" fmla="*/ 76581 w 3505200"/>
              <a:gd name="connsiteY5711" fmla="*/ 2286191 h 3505200"/>
              <a:gd name="connsiteX5712" fmla="*/ 76391 w 3505200"/>
              <a:gd name="connsiteY5712" fmla="*/ 2286000 h 3505200"/>
              <a:gd name="connsiteX5713" fmla="*/ 76200 w 3505200"/>
              <a:gd name="connsiteY5713" fmla="*/ 2286191 h 3505200"/>
              <a:gd name="connsiteX5714" fmla="*/ 76391 w 3505200"/>
              <a:gd name="connsiteY5714" fmla="*/ 2286381 h 3505200"/>
              <a:gd name="connsiteX5715" fmla="*/ 152591 w 3505200"/>
              <a:gd name="connsiteY5715" fmla="*/ 2287238 h 3505200"/>
              <a:gd name="connsiteX5716" fmla="*/ 153638 w 3505200"/>
              <a:gd name="connsiteY5716" fmla="*/ 2286191 h 3505200"/>
              <a:gd name="connsiteX5717" fmla="*/ 152591 w 3505200"/>
              <a:gd name="connsiteY5717" fmla="*/ 2285143 h 3505200"/>
              <a:gd name="connsiteX5718" fmla="*/ 151543 w 3505200"/>
              <a:gd name="connsiteY5718" fmla="*/ 2286191 h 3505200"/>
              <a:gd name="connsiteX5719" fmla="*/ 152591 w 3505200"/>
              <a:gd name="connsiteY5719" fmla="*/ 2287238 h 3505200"/>
              <a:gd name="connsiteX5720" fmla="*/ 228791 w 3505200"/>
              <a:gd name="connsiteY5720" fmla="*/ 2288572 h 3505200"/>
              <a:gd name="connsiteX5721" fmla="*/ 231077 w 3505200"/>
              <a:gd name="connsiteY5721" fmla="*/ 2286286 h 3505200"/>
              <a:gd name="connsiteX5722" fmla="*/ 228791 w 3505200"/>
              <a:gd name="connsiteY5722" fmla="*/ 2284000 h 3505200"/>
              <a:gd name="connsiteX5723" fmla="*/ 226505 w 3505200"/>
              <a:gd name="connsiteY5723" fmla="*/ 2286286 h 3505200"/>
              <a:gd name="connsiteX5724" fmla="*/ 228791 w 3505200"/>
              <a:gd name="connsiteY5724" fmla="*/ 2288572 h 3505200"/>
              <a:gd name="connsiteX5725" fmla="*/ 304991 w 3505200"/>
              <a:gd name="connsiteY5725" fmla="*/ 2289620 h 3505200"/>
              <a:gd name="connsiteX5726" fmla="*/ 308324 w 3505200"/>
              <a:gd name="connsiteY5726" fmla="*/ 2286286 h 3505200"/>
              <a:gd name="connsiteX5727" fmla="*/ 304991 w 3505200"/>
              <a:gd name="connsiteY5727" fmla="*/ 2282952 h 3505200"/>
              <a:gd name="connsiteX5728" fmla="*/ 301562 w 3505200"/>
              <a:gd name="connsiteY5728" fmla="*/ 2286286 h 3505200"/>
              <a:gd name="connsiteX5729" fmla="*/ 304991 w 3505200"/>
              <a:gd name="connsiteY5729" fmla="*/ 2289620 h 3505200"/>
              <a:gd name="connsiteX5730" fmla="*/ 381191 w 3505200"/>
              <a:gd name="connsiteY5730" fmla="*/ 2290667 h 3505200"/>
              <a:gd name="connsiteX5731" fmla="*/ 385667 w 3505200"/>
              <a:gd name="connsiteY5731" fmla="*/ 2286191 h 3505200"/>
              <a:gd name="connsiteX5732" fmla="*/ 381191 w 3505200"/>
              <a:gd name="connsiteY5732" fmla="*/ 2281714 h 3505200"/>
              <a:gd name="connsiteX5733" fmla="*/ 376714 w 3505200"/>
              <a:gd name="connsiteY5733" fmla="*/ 2286191 h 3505200"/>
              <a:gd name="connsiteX5734" fmla="*/ 381191 w 3505200"/>
              <a:gd name="connsiteY5734" fmla="*/ 2290667 h 3505200"/>
              <a:gd name="connsiteX5735" fmla="*/ 457391 w 3505200"/>
              <a:gd name="connsiteY5735" fmla="*/ 2291715 h 3505200"/>
              <a:gd name="connsiteX5736" fmla="*/ 462915 w 3505200"/>
              <a:gd name="connsiteY5736" fmla="*/ 2286191 h 3505200"/>
              <a:gd name="connsiteX5737" fmla="*/ 457391 w 3505200"/>
              <a:gd name="connsiteY5737" fmla="*/ 2280666 h 3505200"/>
              <a:gd name="connsiteX5738" fmla="*/ 451866 w 3505200"/>
              <a:gd name="connsiteY5738" fmla="*/ 2286191 h 3505200"/>
              <a:gd name="connsiteX5739" fmla="*/ 457391 w 3505200"/>
              <a:gd name="connsiteY5739" fmla="*/ 2291715 h 3505200"/>
              <a:gd name="connsiteX5740" fmla="*/ 533591 w 3505200"/>
              <a:gd name="connsiteY5740" fmla="*/ 2292763 h 3505200"/>
              <a:gd name="connsiteX5741" fmla="*/ 540163 w 3505200"/>
              <a:gd name="connsiteY5741" fmla="*/ 2286191 h 3505200"/>
              <a:gd name="connsiteX5742" fmla="*/ 533591 w 3505200"/>
              <a:gd name="connsiteY5742" fmla="*/ 2279618 h 3505200"/>
              <a:gd name="connsiteX5743" fmla="*/ 527018 w 3505200"/>
              <a:gd name="connsiteY5743" fmla="*/ 2286191 h 3505200"/>
              <a:gd name="connsiteX5744" fmla="*/ 533591 w 3505200"/>
              <a:gd name="connsiteY5744" fmla="*/ 2292763 h 3505200"/>
              <a:gd name="connsiteX5745" fmla="*/ 609790 w 3505200"/>
              <a:gd name="connsiteY5745" fmla="*/ 2293811 h 3505200"/>
              <a:gd name="connsiteX5746" fmla="*/ 617411 w 3505200"/>
              <a:gd name="connsiteY5746" fmla="*/ 2286191 h 3505200"/>
              <a:gd name="connsiteX5747" fmla="*/ 609790 w 3505200"/>
              <a:gd name="connsiteY5747" fmla="*/ 2278571 h 3505200"/>
              <a:gd name="connsiteX5748" fmla="*/ 602171 w 3505200"/>
              <a:gd name="connsiteY5748" fmla="*/ 2286191 h 3505200"/>
              <a:gd name="connsiteX5749" fmla="*/ 609790 w 3505200"/>
              <a:gd name="connsiteY5749" fmla="*/ 2293811 h 3505200"/>
              <a:gd name="connsiteX5750" fmla="*/ 685990 w 3505200"/>
              <a:gd name="connsiteY5750" fmla="*/ 2294858 h 3505200"/>
              <a:gd name="connsiteX5751" fmla="*/ 694658 w 3505200"/>
              <a:gd name="connsiteY5751" fmla="*/ 2286191 h 3505200"/>
              <a:gd name="connsiteX5752" fmla="*/ 685990 w 3505200"/>
              <a:gd name="connsiteY5752" fmla="*/ 2277523 h 3505200"/>
              <a:gd name="connsiteX5753" fmla="*/ 677323 w 3505200"/>
              <a:gd name="connsiteY5753" fmla="*/ 2286191 h 3505200"/>
              <a:gd name="connsiteX5754" fmla="*/ 685990 w 3505200"/>
              <a:gd name="connsiteY5754" fmla="*/ 2294858 h 3505200"/>
              <a:gd name="connsiteX5755" fmla="*/ 762190 w 3505200"/>
              <a:gd name="connsiteY5755" fmla="*/ 2296097 h 3505200"/>
              <a:gd name="connsiteX5756" fmla="*/ 772097 w 3505200"/>
              <a:gd name="connsiteY5756" fmla="*/ 2286191 h 3505200"/>
              <a:gd name="connsiteX5757" fmla="*/ 762190 w 3505200"/>
              <a:gd name="connsiteY5757" fmla="*/ 2276285 h 3505200"/>
              <a:gd name="connsiteX5758" fmla="*/ 752285 w 3505200"/>
              <a:gd name="connsiteY5758" fmla="*/ 2286191 h 3505200"/>
              <a:gd name="connsiteX5759" fmla="*/ 762190 w 3505200"/>
              <a:gd name="connsiteY5759" fmla="*/ 2296097 h 3505200"/>
              <a:gd name="connsiteX5760" fmla="*/ 838390 w 3505200"/>
              <a:gd name="connsiteY5760" fmla="*/ 2296954 h 3505200"/>
              <a:gd name="connsiteX5761" fmla="*/ 849154 w 3505200"/>
              <a:gd name="connsiteY5761" fmla="*/ 2286191 h 3505200"/>
              <a:gd name="connsiteX5762" fmla="*/ 838390 w 3505200"/>
              <a:gd name="connsiteY5762" fmla="*/ 2275427 h 3505200"/>
              <a:gd name="connsiteX5763" fmla="*/ 827627 w 3505200"/>
              <a:gd name="connsiteY5763" fmla="*/ 2286191 h 3505200"/>
              <a:gd name="connsiteX5764" fmla="*/ 838390 w 3505200"/>
              <a:gd name="connsiteY5764" fmla="*/ 2296954 h 3505200"/>
              <a:gd name="connsiteX5765" fmla="*/ 914590 w 3505200"/>
              <a:gd name="connsiteY5765" fmla="*/ 2298002 h 3505200"/>
              <a:gd name="connsiteX5766" fmla="*/ 926402 w 3505200"/>
              <a:gd name="connsiteY5766" fmla="*/ 2286191 h 3505200"/>
              <a:gd name="connsiteX5767" fmla="*/ 914590 w 3505200"/>
              <a:gd name="connsiteY5767" fmla="*/ 2274380 h 3505200"/>
              <a:gd name="connsiteX5768" fmla="*/ 902780 w 3505200"/>
              <a:gd name="connsiteY5768" fmla="*/ 2286191 h 3505200"/>
              <a:gd name="connsiteX5769" fmla="*/ 914590 w 3505200"/>
              <a:gd name="connsiteY5769" fmla="*/ 2298002 h 3505200"/>
              <a:gd name="connsiteX5770" fmla="*/ 990790 w 3505200"/>
              <a:gd name="connsiteY5770" fmla="*/ 2299145 h 3505200"/>
              <a:gd name="connsiteX5771" fmla="*/ 1003649 w 3505200"/>
              <a:gd name="connsiteY5771" fmla="*/ 2286286 h 3505200"/>
              <a:gd name="connsiteX5772" fmla="*/ 990790 w 3505200"/>
              <a:gd name="connsiteY5772" fmla="*/ 2273427 h 3505200"/>
              <a:gd name="connsiteX5773" fmla="*/ 977932 w 3505200"/>
              <a:gd name="connsiteY5773" fmla="*/ 2286286 h 3505200"/>
              <a:gd name="connsiteX5774" fmla="*/ 990790 w 3505200"/>
              <a:gd name="connsiteY5774" fmla="*/ 2299145 h 3505200"/>
              <a:gd name="connsiteX5775" fmla="*/ 1066991 w 3505200"/>
              <a:gd name="connsiteY5775" fmla="*/ 2299907 h 3505200"/>
              <a:gd name="connsiteX5776" fmla="*/ 1080707 w 3505200"/>
              <a:gd name="connsiteY5776" fmla="*/ 2286191 h 3505200"/>
              <a:gd name="connsiteX5777" fmla="*/ 1066991 w 3505200"/>
              <a:gd name="connsiteY5777" fmla="*/ 2272475 h 3505200"/>
              <a:gd name="connsiteX5778" fmla="*/ 1053275 w 3505200"/>
              <a:gd name="connsiteY5778" fmla="*/ 2286191 h 3505200"/>
              <a:gd name="connsiteX5779" fmla="*/ 1066991 w 3505200"/>
              <a:gd name="connsiteY5779" fmla="*/ 2299907 h 3505200"/>
              <a:gd name="connsiteX5780" fmla="*/ 1143191 w 3505200"/>
              <a:gd name="connsiteY5780" fmla="*/ 2301050 h 3505200"/>
              <a:gd name="connsiteX5781" fmla="*/ 1157954 w 3505200"/>
              <a:gd name="connsiteY5781" fmla="*/ 2286286 h 3505200"/>
              <a:gd name="connsiteX5782" fmla="*/ 1143191 w 3505200"/>
              <a:gd name="connsiteY5782" fmla="*/ 2271522 h 3505200"/>
              <a:gd name="connsiteX5783" fmla="*/ 1128427 w 3505200"/>
              <a:gd name="connsiteY5783" fmla="*/ 2286286 h 3505200"/>
              <a:gd name="connsiteX5784" fmla="*/ 1143191 w 3505200"/>
              <a:gd name="connsiteY5784" fmla="*/ 2301050 h 3505200"/>
              <a:gd name="connsiteX5785" fmla="*/ 1219391 w 3505200"/>
              <a:gd name="connsiteY5785" fmla="*/ 2301812 h 3505200"/>
              <a:gd name="connsiteX5786" fmla="*/ 1235012 w 3505200"/>
              <a:gd name="connsiteY5786" fmla="*/ 2286191 h 3505200"/>
              <a:gd name="connsiteX5787" fmla="*/ 1219391 w 3505200"/>
              <a:gd name="connsiteY5787" fmla="*/ 2270570 h 3505200"/>
              <a:gd name="connsiteX5788" fmla="*/ 1203770 w 3505200"/>
              <a:gd name="connsiteY5788" fmla="*/ 2286191 h 3505200"/>
              <a:gd name="connsiteX5789" fmla="*/ 1219391 w 3505200"/>
              <a:gd name="connsiteY5789" fmla="*/ 2301812 h 3505200"/>
              <a:gd name="connsiteX5790" fmla="*/ 1295591 w 3505200"/>
              <a:gd name="connsiteY5790" fmla="*/ 2302478 h 3505200"/>
              <a:gd name="connsiteX5791" fmla="*/ 1311878 w 3505200"/>
              <a:gd name="connsiteY5791" fmla="*/ 2286191 h 3505200"/>
              <a:gd name="connsiteX5792" fmla="*/ 1295591 w 3505200"/>
              <a:gd name="connsiteY5792" fmla="*/ 2269903 h 3505200"/>
              <a:gd name="connsiteX5793" fmla="*/ 1279303 w 3505200"/>
              <a:gd name="connsiteY5793" fmla="*/ 2286191 h 3505200"/>
              <a:gd name="connsiteX5794" fmla="*/ 1295591 w 3505200"/>
              <a:gd name="connsiteY5794" fmla="*/ 2302478 h 3505200"/>
              <a:gd name="connsiteX5795" fmla="*/ 1371791 w 3505200"/>
              <a:gd name="connsiteY5795" fmla="*/ 2303336 h 3505200"/>
              <a:gd name="connsiteX5796" fmla="*/ 1388936 w 3505200"/>
              <a:gd name="connsiteY5796" fmla="*/ 2286191 h 3505200"/>
              <a:gd name="connsiteX5797" fmla="*/ 1371791 w 3505200"/>
              <a:gd name="connsiteY5797" fmla="*/ 2269046 h 3505200"/>
              <a:gd name="connsiteX5798" fmla="*/ 1354646 w 3505200"/>
              <a:gd name="connsiteY5798" fmla="*/ 2286191 h 3505200"/>
              <a:gd name="connsiteX5799" fmla="*/ 1371791 w 3505200"/>
              <a:gd name="connsiteY5799" fmla="*/ 2303336 h 3505200"/>
              <a:gd name="connsiteX5800" fmla="*/ 1447991 w 3505200"/>
              <a:gd name="connsiteY5800" fmla="*/ 2304002 h 3505200"/>
              <a:gd name="connsiteX5801" fmla="*/ 1465707 w 3505200"/>
              <a:gd name="connsiteY5801" fmla="*/ 2286286 h 3505200"/>
              <a:gd name="connsiteX5802" fmla="*/ 1447991 w 3505200"/>
              <a:gd name="connsiteY5802" fmla="*/ 2268569 h 3505200"/>
              <a:gd name="connsiteX5803" fmla="*/ 1430274 w 3505200"/>
              <a:gd name="connsiteY5803" fmla="*/ 2286286 h 3505200"/>
              <a:gd name="connsiteX5804" fmla="*/ 1447991 w 3505200"/>
              <a:gd name="connsiteY5804" fmla="*/ 2304002 h 3505200"/>
              <a:gd name="connsiteX5805" fmla="*/ 1524191 w 3505200"/>
              <a:gd name="connsiteY5805" fmla="*/ 2304574 h 3505200"/>
              <a:gd name="connsiteX5806" fmla="*/ 1542574 w 3505200"/>
              <a:gd name="connsiteY5806" fmla="*/ 2286191 h 3505200"/>
              <a:gd name="connsiteX5807" fmla="*/ 1524191 w 3505200"/>
              <a:gd name="connsiteY5807" fmla="*/ 2267807 h 3505200"/>
              <a:gd name="connsiteX5808" fmla="*/ 1505807 w 3505200"/>
              <a:gd name="connsiteY5808" fmla="*/ 2286191 h 3505200"/>
              <a:gd name="connsiteX5809" fmla="*/ 1524191 w 3505200"/>
              <a:gd name="connsiteY5809" fmla="*/ 2304574 h 3505200"/>
              <a:gd name="connsiteX5810" fmla="*/ 1600391 w 3505200"/>
              <a:gd name="connsiteY5810" fmla="*/ 2305050 h 3505200"/>
              <a:gd name="connsiteX5811" fmla="*/ 1619155 w 3505200"/>
              <a:gd name="connsiteY5811" fmla="*/ 2286286 h 3505200"/>
              <a:gd name="connsiteX5812" fmla="*/ 1600391 w 3505200"/>
              <a:gd name="connsiteY5812" fmla="*/ 2267522 h 3505200"/>
              <a:gd name="connsiteX5813" fmla="*/ 1581626 w 3505200"/>
              <a:gd name="connsiteY5813" fmla="*/ 2286286 h 3505200"/>
              <a:gd name="connsiteX5814" fmla="*/ 1600391 w 3505200"/>
              <a:gd name="connsiteY5814" fmla="*/ 2305050 h 3505200"/>
              <a:gd name="connsiteX5815" fmla="*/ 1676591 w 3505200"/>
              <a:gd name="connsiteY5815" fmla="*/ 2305241 h 3505200"/>
              <a:gd name="connsiteX5816" fmla="*/ 1695641 w 3505200"/>
              <a:gd name="connsiteY5816" fmla="*/ 2286191 h 3505200"/>
              <a:gd name="connsiteX5817" fmla="*/ 1676591 w 3505200"/>
              <a:gd name="connsiteY5817" fmla="*/ 2267141 h 3505200"/>
              <a:gd name="connsiteX5818" fmla="*/ 1657541 w 3505200"/>
              <a:gd name="connsiteY5818" fmla="*/ 2286191 h 3505200"/>
              <a:gd name="connsiteX5819" fmla="*/ 1676591 w 3505200"/>
              <a:gd name="connsiteY5819" fmla="*/ 2305241 h 3505200"/>
              <a:gd name="connsiteX5820" fmla="*/ 1752791 w 3505200"/>
              <a:gd name="connsiteY5820" fmla="*/ 2305241 h 3505200"/>
              <a:gd name="connsiteX5821" fmla="*/ 1771841 w 3505200"/>
              <a:gd name="connsiteY5821" fmla="*/ 2286191 h 3505200"/>
              <a:gd name="connsiteX5822" fmla="*/ 1752791 w 3505200"/>
              <a:gd name="connsiteY5822" fmla="*/ 2267141 h 3505200"/>
              <a:gd name="connsiteX5823" fmla="*/ 1733741 w 3505200"/>
              <a:gd name="connsiteY5823" fmla="*/ 2286191 h 3505200"/>
              <a:gd name="connsiteX5824" fmla="*/ 1752791 w 3505200"/>
              <a:gd name="connsiteY5824" fmla="*/ 2305241 h 3505200"/>
              <a:gd name="connsiteX5825" fmla="*/ 1828991 w 3505200"/>
              <a:gd name="connsiteY5825" fmla="*/ 2305241 h 3505200"/>
              <a:gd name="connsiteX5826" fmla="*/ 1848041 w 3505200"/>
              <a:gd name="connsiteY5826" fmla="*/ 2286191 h 3505200"/>
              <a:gd name="connsiteX5827" fmla="*/ 1828991 w 3505200"/>
              <a:gd name="connsiteY5827" fmla="*/ 2267141 h 3505200"/>
              <a:gd name="connsiteX5828" fmla="*/ 1809941 w 3505200"/>
              <a:gd name="connsiteY5828" fmla="*/ 2286191 h 3505200"/>
              <a:gd name="connsiteX5829" fmla="*/ 1828991 w 3505200"/>
              <a:gd name="connsiteY5829" fmla="*/ 2305241 h 3505200"/>
              <a:gd name="connsiteX5830" fmla="*/ 1905191 w 3505200"/>
              <a:gd name="connsiteY5830" fmla="*/ 2305050 h 3505200"/>
              <a:gd name="connsiteX5831" fmla="*/ 1923955 w 3505200"/>
              <a:gd name="connsiteY5831" fmla="*/ 2286286 h 3505200"/>
              <a:gd name="connsiteX5832" fmla="*/ 1905191 w 3505200"/>
              <a:gd name="connsiteY5832" fmla="*/ 2267522 h 3505200"/>
              <a:gd name="connsiteX5833" fmla="*/ 1886426 w 3505200"/>
              <a:gd name="connsiteY5833" fmla="*/ 2286286 h 3505200"/>
              <a:gd name="connsiteX5834" fmla="*/ 1905191 w 3505200"/>
              <a:gd name="connsiteY5834" fmla="*/ 2305050 h 3505200"/>
              <a:gd name="connsiteX5835" fmla="*/ 1981391 w 3505200"/>
              <a:gd name="connsiteY5835" fmla="*/ 2304574 h 3505200"/>
              <a:gd name="connsiteX5836" fmla="*/ 1999774 w 3505200"/>
              <a:gd name="connsiteY5836" fmla="*/ 2286191 h 3505200"/>
              <a:gd name="connsiteX5837" fmla="*/ 1981391 w 3505200"/>
              <a:gd name="connsiteY5837" fmla="*/ 2267807 h 3505200"/>
              <a:gd name="connsiteX5838" fmla="*/ 1963007 w 3505200"/>
              <a:gd name="connsiteY5838" fmla="*/ 2286191 h 3505200"/>
              <a:gd name="connsiteX5839" fmla="*/ 1981391 w 3505200"/>
              <a:gd name="connsiteY5839" fmla="*/ 2304574 h 3505200"/>
              <a:gd name="connsiteX5840" fmla="*/ 2057591 w 3505200"/>
              <a:gd name="connsiteY5840" fmla="*/ 2304002 h 3505200"/>
              <a:gd name="connsiteX5841" fmla="*/ 2075307 w 3505200"/>
              <a:gd name="connsiteY5841" fmla="*/ 2286286 h 3505200"/>
              <a:gd name="connsiteX5842" fmla="*/ 2057591 w 3505200"/>
              <a:gd name="connsiteY5842" fmla="*/ 2268569 h 3505200"/>
              <a:gd name="connsiteX5843" fmla="*/ 2039874 w 3505200"/>
              <a:gd name="connsiteY5843" fmla="*/ 2286286 h 3505200"/>
              <a:gd name="connsiteX5844" fmla="*/ 2057591 w 3505200"/>
              <a:gd name="connsiteY5844" fmla="*/ 2304002 h 3505200"/>
              <a:gd name="connsiteX5845" fmla="*/ 2133791 w 3505200"/>
              <a:gd name="connsiteY5845" fmla="*/ 2303336 h 3505200"/>
              <a:gd name="connsiteX5846" fmla="*/ 2150936 w 3505200"/>
              <a:gd name="connsiteY5846" fmla="*/ 2286191 h 3505200"/>
              <a:gd name="connsiteX5847" fmla="*/ 2133791 w 3505200"/>
              <a:gd name="connsiteY5847" fmla="*/ 2269046 h 3505200"/>
              <a:gd name="connsiteX5848" fmla="*/ 2116646 w 3505200"/>
              <a:gd name="connsiteY5848" fmla="*/ 2286191 h 3505200"/>
              <a:gd name="connsiteX5849" fmla="*/ 2133791 w 3505200"/>
              <a:gd name="connsiteY5849" fmla="*/ 2303336 h 3505200"/>
              <a:gd name="connsiteX5850" fmla="*/ 2209991 w 3505200"/>
              <a:gd name="connsiteY5850" fmla="*/ 2302669 h 3505200"/>
              <a:gd name="connsiteX5851" fmla="*/ 2226469 w 3505200"/>
              <a:gd name="connsiteY5851" fmla="*/ 2286191 h 3505200"/>
              <a:gd name="connsiteX5852" fmla="*/ 2209991 w 3505200"/>
              <a:gd name="connsiteY5852" fmla="*/ 2269712 h 3505200"/>
              <a:gd name="connsiteX5853" fmla="*/ 2193512 w 3505200"/>
              <a:gd name="connsiteY5853" fmla="*/ 2286191 h 3505200"/>
              <a:gd name="connsiteX5854" fmla="*/ 2209991 w 3505200"/>
              <a:gd name="connsiteY5854" fmla="*/ 2302669 h 3505200"/>
              <a:gd name="connsiteX5855" fmla="*/ 2286191 w 3505200"/>
              <a:gd name="connsiteY5855" fmla="*/ 2301812 h 3505200"/>
              <a:gd name="connsiteX5856" fmla="*/ 2301812 w 3505200"/>
              <a:gd name="connsiteY5856" fmla="*/ 2286191 h 3505200"/>
              <a:gd name="connsiteX5857" fmla="*/ 2286191 w 3505200"/>
              <a:gd name="connsiteY5857" fmla="*/ 2270570 h 3505200"/>
              <a:gd name="connsiteX5858" fmla="*/ 2270570 w 3505200"/>
              <a:gd name="connsiteY5858" fmla="*/ 2286191 h 3505200"/>
              <a:gd name="connsiteX5859" fmla="*/ 2286191 w 3505200"/>
              <a:gd name="connsiteY5859" fmla="*/ 2301812 h 3505200"/>
              <a:gd name="connsiteX5860" fmla="*/ 2362391 w 3505200"/>
              <a:gd name="connsiteY5860" fmla="*/ 2301050 h 3505200"/>
              <a:gd name="connsiteX5861" fmla="*/ 2377154 w 3505200"/>
              <a:gd name="connsiteY5861" fmla="*/ 2286286 h 3505200"/>
              <a:gd name="connsiteX5862" fmla="*/ 2362391 w 3505200"/>
              <a:gd name="connsiteY5862" fmla="*/ 2271522 h 3505200"/>
              <a:gd name="connsiteX5863" fmla="*/ 2347627 w 3505200"/>
              <a:gd name="connsiteY5863" fmla="*/ 2286286 h 3505200"/>
              <a:gd name="connsiteX5864" fmla="*/ 2362391 w 3505200"/>
              <a:gd name="connsiteY5864" fmla="*/ 2301050 h 3505200"/>
              <a:gd name="connsiteX5865" fmla="*/ 2438591 w 3505200"/>
              <a:gd name="connsiteY5865" fmla="*/ 2300192 h 3505200"/>
              <a:gd name="connsiteX5866" fmla="*/ 2452497 w 3505200"/>
              <a:gd name="connsiteY5866" fmla="*/ 2286286 h 3505200"/>
              <a:gd name="connsiteX5867" fmla="*/ 2438591 w 3505200"/>
              <a:gd name="connsiteY5867" fmla="*/ 2272379 h 3505200"/>
              <a:gd name="connsiteX5868" fmla="*/ 2424684 w 3505200"/>
              <a:gd name="connsiteY5868" fmla="*/ 2286286 h 3505200"/>
              <a:gd name="connsiteX5869" fmla="*/ 2438591 w 3505200"/>
              <a:gd name="connsiteY5869" fmla="*/ 2300192 h 3505200"/>
              <a:gd name="connsiteX5870" fmla="*/ 2514791 w 3505200"/>
              <a:gd name="connsiteY5870" fmla="*/ 2299145 h 3505200"/>
              <a:gd name="connsiteX5871" fmla="*/ 2527649 w 3505200"/>
              <a:gd name="connsiteY5871" fmla="*/ 2286286 h 3505200"/>
              <a:gd name="connsiteX5872" fmla="*/ 2514791 w 3505200"/>
              <a:gd name="connsiteY5872" fmla="*/ 2273427 h 3505200"/>
              <a:gd name="connsiteX5873" fmla="*/ 2501932 w 3505200"/>
              <a:gd name="connsiteY5873" fmla="*/ 2286286 h 3505200"/>
              <a:gd name="connsiteX5874" fmla="*/ 2514791 w 3505200"/>
              <a:gd name="connsiteY5874" fmla="*/ 2299145 h 3505200"/>
              <a:gd name="connsiteX5875" fmla="*/ 2590991 w 3505200"/>
              <a:gd name="connsiteY5875" fmla="*/ 2298287 h 3505200"/>
              <a:gd name="connsiteX5876" fmla="*/ 2602992 w 3505200"/>
              <a:gd name="connsiteY5876" fmla="*/ 2286286 h 3505200"/>
              <a:gd name="connsiteX5877" fmla="*/ 2590991 w 3505200"/>
              <a:gd name="connsiteY5877" fmla="*/ 2274284 h 3505200"/>
              <a:gd name="connsiteX5878" fmla="*/ 2578989 w 3505200"/>
              <a:gd name="connsiteY5878" fmla="*/ 2286286 h 3505200"/>
              <a:gd name="connsiteX5879" fmla="*/ 2590991 w 3505200"/>
              <a:gd name="connsiteY5879" fmla="*/ 2298287 h 3505200"/>
              <a:gd name="connsiteX5880" fmla="*/ 2667191 w 3505200"/>
              <a:gd name="connsiteY5880" fmla="*/ 2297240 h 3505200"/>
              <a:gd name="connsiteX5881" fmla="*/ 2678145 w 3505200"/>
              <a:gd name="connsiteY5881" fmla="*/ 2286286 h 3505200"/>
              <a:gd name="connsiteX5882" fmla="*/ 2667191 w 3505200"/>
              <a:gd name="connsiteY5882" fmla="*/ 2275332 h 3505200"/>
              <a:gd name="connsiteX5883" fmla="*/ 2656237 w 3505200"/>
              <a:gd name="connsiteY5883" fmla="*/ 2286286 h 3505200"/>
              <a:gd name="connsiteX5884" fmla="*/ 2667191 w 3505200"/>
              <a:gd name="connsiteY5884" fmla="*/ 2297240 h 3505200"/>
              <a:gd name="connsiteX5885" fmla="*/ 2743391 w 3505200"/>
              <a:gd name="connsiteY5885" fmla="*/ 2296097 h 3505200"/>
              <a:gd name="connsiteX5886" fmla="*/ 2753297 w 3505200"/>
              <a:gd name="connsiteY5886" fmla="*/ 2286191 h 3505200"/>
              <a:gd name="connsiteX5887" fmla="*/ 2743391 w 3505200"/>
              <a:gd name="connsiteY5887" fmla="*/ 2276285 h 3505200"/>
              <a:gd name="connsiteX5888" fmla="*/ 2733485 w 3505200"/>
              <a:gd name="connsiteY5888" fmla="*/ 2286191 h 3505200"/>
              <a:gd name="connsiteX5889" fmla="*/ 2743391 w 3505200"/>
              <a:gd name="connsiteY5889" fmla="*/ 2296097 h 3505200"/>
              <a:gd name="connsiteX5890" fmla="*/ 2819591 w 3505200"/>
              <a:gd name="connsiteY5890" fmla="*/ 2295049 h 3505200"/>
              <a:gd name="connsiteX5891" fmla="*/ 2828449 w 3505200"/>
              <a:gd name="connsiteY5891" fmla="*/ 2286191 h 3505200"/>
              <a:gd name="connsiteX5892" fmla="*/ 2819591 w 3505200"/>
              <a:gd name="connsiteY5892" fmla="*/ 2277332 h 3505200"/>
              <a:gd name="connsiteX5893" fmla="*/ 2810732 w 3505200"/>
              <a:gd name="connsiteY5893" fmla="*/ 2286191 h 3505200"/>
              <a:gd name="connsiteX5894" fmla="*/ 2819591 w 3505200"/>
              <a:gd name="connsiteY5894" fmla="*/ 2295049 h 3505200"/>
              <a:gd name="connsiteX5895" fmla="*/ 2895791 w 3505200"/>
              <a:gd name="connsiteY5895" fmla="*/ 2294001 h 3505200"/>
              <a:gd name="connsiteX5896" fmla="*/ 2903601 w 3505200"/>
              <a:gd name="connsiteY5896" fmla="*/ 2286191 h 3505200"/>
              <a:gd name="connsiteX5897" fmla="*/ 2895791 w 3505200"/>
              <a:gd name="connsiteY5897" fmla="*/ 2278380 h 3505200"/>
              <a:gd name="connsiteX5898" fmla="*/ 2887980 w 3505200"/>
              <a:gd name="connsiteY5898" fmla="*/ 2286191 h 3505200"/>
              <a:gd name="connsiteX5899" fmla="*/ 2895791 w 3505200"/>
              <a:gd name="connsiteY5899" fmla="*/ 2294001 h 3505200"/>
              <a:gd name="connsiteX5900" fmla="*/ 2971991 w 3505200"/>
              <a:gd name="connsiteY5900" fmla="*/ 2292953 h 3505200"/>
              <a:gd name="connsiteX5901" fmla="*/ 2978753 w 3505200"/>
              <a:gd name="connsiteY5901" fmla="*/ 2286191 h 3505200"/>
              <a:gd name="connsiteX5902" fmla="*/ 2971991 w 3505200"/>
              <a:gd name="connsiteY5902" fmla="*/ 2279428 h 3505200"/>
              <a:gd name="connsiteX5903" fmla="*/ 2965228 w 3505200"/>
              <a:gd name="connsiteY5903" fmla="*/ 2286191 h 3505200"/>
              <a:gd name="connsiteX5904" fmla="*/ 2971991 w 3505200"/>
              <a:gd name="connsiteY5904" fmla="*/ 2292953 h 3505200"/>
              <a:gd name="connsiteX5905" fmla="*/ 3048191 w 3505200"/>
              <a:gd name="connsiteY5905" fmla="*/ 2291906 h 3505200"/>
              <a:gd name="connsiteX5906" fmla="*/ 3053906 w 3505200"/>
              <a:gd name="connsiteY5906" fmla="*/ 2286191 h 3505200"/>
              <a:gd name="connsiteX5907" fmla="*/ 3048191 w 3505200"/>
              <a:gd name="connsiteY5907" fmla="*/ 2280476 h 3505200"/>
              <a:gd name="connsiteX5908" fmla="*/ 3042476 w 3505200"/>
              <a:gd name="connsiteY5908" fmla="*/ 2286191 h 3505200"/>
              <a:gd name="connsiteX5909" fmla="*/ 3048191 w 3505200"/>
              <a:gd name="connsiteY5909" fmla="*/ 2291906 h 3505200"/>
              <a:gd name="connsiteX5910" fmla="*/ 3124391 w 3505200"/>
              <a:gd name="connsiteY5910" fmla="*/ 2290858 h 3505200"/>
              <a:gd name="connsiteX5911" fmla="*/ 3129058 w 3505200"/>
              <a:gd name="connsiteY5911" fmla="*/ 2286191 h 3505200"/>
              <a:gd name="connsiteX5912" fmla="*/ 3124391 w 3505200"/>
              <a:gd name="connsiteY5912" fmla="*/ 2281523 h 3505200"/>
              <a:gd name="connsiteX5913" fmla="*/ 3119723 w 3505200"/>
              <a:gd name="connsiteY5913" fmla="*/ 2286191 h 3505200"/>
              <a:gd name="connsiteX5914" fmla="*/ 3124391 w 3505200"/>
              <a:gd name="connsiteY5914" fmla="*/ 2290858 h 3505200"/>
              <a:gd name="connsiteX5915" fmla="*/ 3200591 w 3505200"/>
              <a:gd name="connsiteY5915" fmla="*/ 2289620 h 3505200"/>
              <a:gd name="connsiteX5916" fmla="*/ 3203924 w 3505200"/>
              <a:gd name="connsiteY5916" fmla="*/ 2286286 h 3505200"/>
              <a:gd name="connsiteX5917" fmla="*/ 3200591 w 3505200"/>
              <a:gd name="connsiteY5917" fmla="*/ 2282952 h 3505200"/>
              <a:gd name="connsiteX5918" fmla="*/ 3197257 w 3505200"/>
              <a:gd name="connsiteY5918" fmla="*/ 2286286 h 3505200"/>
              <a:gd name="connsiteX5919" fmla="*/ 3200591 w 3505200"/>
              <a:gd name="connsiteY5919" fmla="*/ 2289620 h 3505200"/>
              <a:gd name="connsiteX5920" fmla="*/ 3276791 w 3505200"/>
              <a:gd name="connsiteY5920" fmla="*/ 2288572 h 3505200"/>
              <a:gd name="connsiteX5921" fmla="*/ 3279077 w 3505200"/>
              <a:gd name="connsiteY5921" fmla="*/ 2286286 h 3505200"/>
              <a:gd name="connsiteX5922" fmla="*/ 3276791 w 3505200"/>
              <a:gd name="connsiteY5922" fmla="*/ 2284000 h 3505200"/>
              <a:gd name="connsiteX5923" fmla="*/ 3274505 w 3505200"/>
              <a:gd name="connsiteY5923" fmla="*/ 2286286 h 3505200"/>
              <a:gd name="connsiteX5924" fmla="*/ 3276791 w 3505200"/>
              <a:gd name="connsiteY5924" fmla="*/ 2288572 h 3505200"/>
              <a:gd name="connsiteX5925" fmla="*/ 3352991 w 3505200"/>
              <a:gd name="connsiteY5925" fmla="*/ 2287524 h 3505200"/>
              <a:gd name="connsiteX5926" fmla="*/ 3354229 w 3505200"/>
              <a:gd name="connsiteY5926" fmla="*/ 2286286 h 3505200"/>
              <a:gd name="connsiteX5927" fmla="*/ 3352991 w 3505200"/>
              <a:gd name="connsiteY5927" fmla="*/ 2285048 h 3505200"/>
              <a:gd name="connsiteX5928" fmla="*/ 3351753 w 3505200"/>
              <a:gd name="connsiteY5928" fmla="*/ 2286286 h 3505200"/>
              <a:gd name="connsiteX5929" fmla="*/ 3352991 w 3505200"/>
              <a:gd name="connsiteY5929" fmla="*/ 2287524 h 3505200"/>
              <a:gd name="connsiteX5930" fmla="*/ 3429191 w 3505200"/>
              <a:gd name="connsiteY5930" fmla="*/ 2286381 h 3505200"/>
              <a:gd name="connsiteX5931" fmla="*/ 3429381 w 3505200"/>
              <a:gd name="connsiteY5931" fmla="*/ 2286191 h 3505200"/>
              <a:gd name="connsiteX5932" fmla="*/ 3429191 w 3505200"/>
              <a:gd name="connsiteY5932" fmla="*/ 2286000 h 3505200"/>
              <a:gd name="connsiteX5933" fmla="*/ 3429000 w 3505200"/>
              <a:gd name="connsiteY5933" fmla="*/ 2286191 h 3505200"/>
              <a:gd name="connsiteX5934" fmla="*/ 3429191 w 3505200"/>
              <a:gd name="connsiteY5934" fmla="*/ 2286381 h 3505200"/>
              <a:gd name="connsiteX5935" fmla="*/ 152591 w 3505200"/>
              <a:gd name="connsiteY5935" fmla="*/ 2363248 h 3505200"/>
              <a:gd name="connsiteX5936" fmla="*/ 153448 w 3505200"/>
              <a:gd name="connsiteY5936" fmla="*/ 2362391 h 3505200"/>
              <a:gd name="connsiteX5937" fmla="*/ 152591 w 3505200"/>
              <a:gd name="connsiteY5937" fmla="*/ 2361533 h 3505200"/>
              <a:gd name="connsiteX5938" fmla="*/ 151733 w 3505200"/>
              <a:gd name="connsiteY5938" fmla="*/ 2362391 h 3505200"/>
              <a:gd name="connsiteX5939" fmla="*/ 152591 w 3505200"/>
              <a:gd name="connsiteY5939" fmla="*/ 2363248 h 3505200"/>
              <a:gd name="connsiteX5940" fmla="*/ 228791 w 3505200"/>
              <a:gd name="connsiteY5940" fmla="*/ 2364296 h 3505200"/>
              <a:gd name="connsiteX5941" fmla="*/ 230696 w 3505200"/>
              <a:gd name="connsiteY5941" fmla="*/ 2362391 h 3505200"/>
              <a:gd name="connsiteX5942" fmla="*/ 228791 w 3505200"/>
              <a:gd name="connsiteY5942" fmla="*/ 2360486 h 3505200"/>
              <a:gd name="connsiteX5943" fmla="*/ 226886 w 3505200"/>
              <a:gd name="connsiteY5943" fmla="*/ 2362391 h 3505200"/>
              <a:gd name="connsiteX5944" fmla="*/ 228791 w 3505200"/>
              <a:gd name="connsiteY5944" fmla="*/ 2364296 h 3505200"/>
              <a:gd name="connsiteX5945" fmla="*/ 304991 w 3505200"/>
              <a:gd name="connsiteY5945" fmla="*/ 2365343 h 3505200"/>
              <a:gd name="connsiteX5946" fmla="*/ 307943 w 3505200"/>
              <a:gd name="connsiteY5946" fmla="*/ 2362391 h 3505200"/>
              <a:gd name="connsiteX5947" fmla="*/ 304991 w 3505200"/>
              <a:gd name="connsiteY5947" fmla="*/ 2359438 h 3505200"/>
              <a:gd name="connsiteX5948" fmla="*/ 302038 w 3505200"/>
              <a:gd name="connsiteY5948" fmla="*/ 2362391 h 3505200"/>
              <a:gd name="connsiteX5949" fmla="*/ 304991 w 3505200"/>
              <a:gd name="connsiteY5949" fmla="*/ 2365343 h 3505200"/>
              <a:gd name="connsiteX5950" fmla="*/ 381191 w 3505200"/>
              <a:gd name="connsiteY5950" fmla="*/ 2366391 h 3505200"/>
              <a:gd name="connsiteX5951" fmla="*/ 385191 w 3505200"/>
              <a:gd name="connsiteY5951" fmla="*/ 2362391 h 3505200"/>
              <a:gd name="connsiteX5952" fmla="*/ 381191 w 3505200"/>
              <a:gd name="connsiteY5952" fmla="*/ 2358390 h 3505200"/>
              <a:gd name="connsiteX5953" fmla="*/ 377190 w 3505200"/>
              <a:gd name="connsiteY5953" fmla="*/ 2362391 h 3505200"/>
              <a:gd name="connsiteX5954" fmla="*/ 381191 w 3505200"/>
              <a:gd name="connsiteY5954" fmla="*/ 2366391 h 3505200"/>
              <a:gd name="connsiteX5955" fmla="*/ 457391 w 3505200"/>
              <a:gd name="connsiteY5955" fmla="*/ 2367439 h 3505200"/>
              <a:gd name="connsiteX5956" fmla="*/ 462439 w 3505200"/>
              <a:gd name="connsiteY5956" fmla="*/ 2362391 h 3505200"/>
              <a:gd name="connsiteX5957" fmla="*/ 457391 w 3505200"/>
              <a:gd name="connsiteY5957" fmla="*/ 2357342 h 3505200"/>
              <a:gd name="connsiteX5958" fmla="*/ 452342 w 3505200"/>
              <a:gd name="connsiteY5958" fmla="*/ 2362391 h 3505200"/>
              <a:gd name="connsiteX5959" fmla="*/ 457391 w 3505200"/>
              <a:gd name="connsiteY5959" fmla="*/ 2367439 h 3505200"/>
              <a:gd name="connsiteX5960" fmla="*/ 533591 w 3505200"/>
              <a:gd name="connsiteY5960" fmla="*/ 2368582 h 3505200"/>
              <a:gd name="connsiteX5961" fmla="*/ 539687 w 3505200"/>
              <a:gd name="connsiteY5961" fmla="*/ 2362486 h 3505200"/>
              <a:gd name="connsiteX5962" fmla="*/ 533591 w 3505200"/>
              <a:gd name="connsiteY5962" fmla="*/ 2356390 h 3505200"/>
              <a:gd name="connsiteX5963" fmla="*/ 527495 w 3505200"/>
              <a:gd name="connsiteY5963" fmla="*/ 2362486 h 3505200"/>
              <a:gd name="connsiteX5964" fmla="*/ 533591 w 3505200"/>
              <a:gd name="connsiteY5964" fmla="*/ 2368582 h 3505200"/>
              <a:gd name="connsiteX5965" fmla="*/ 609790 w 3505200"/>
              <a:gd name="connsiteY5965" fmla="*/ 2369630 h 3505200"/>
              <a:gd name="connsiteX5966" fmla="*/ 616934 w 3505200"/>
              <a:gd name="connsiteY5966" fmla="*/ 2362486 h 3505200"/>
              <a:gd name="connsiteX5967" fmla="*/ 609790 w 3505200"/>
              <a:gd name="connsiteY5967" fmla="*/ 2355342 h 3505200"/>
              <a:gd name="connsiteX5968" fmla="*/ 602647 w 3505200"/>
              <a:gd name="connsiteY5968" fmla="*/ 2362486 h 3505200"/>
              <a:gd name="connsiteX5969" fmla="*/ 609790 w 3505200"/>
              <a:gd name="connsiteY5969" fmla="*/ 2369630 h 3505200"/>
              <a:gd name="connsiteX5970" fmla="*/ 685990 w 3505200"/>
              <a:gd name="connsiteY5970" fmla="*/ 2370677 h 3505200"/>
              <a:gd name="connsiteX5971" fmla="*/ 694277 w 3505200"/>
              <a:gd name="connsiteY5971" fmla="*/ 2362391 h 3505200"/>
              <a:gd name="connsiteX5972" fmla="*/ 685990 w 3505200"/>
              <a:gd name="connsiteY5972" fmla="*/ 2354104 h 3505200"/>
              <a:gd name="connsiteX5973" fmla="*/ 677704 w 3505200"/>
              <a:gd name="connsiteY5973" fmla="*/ 2362391 h 3505200"/>
              <a:gd name="connsiteX5974" fmla="*/ 685990 w 3505200"/>
              <a:gd name="connsiteY5974" fmla="*/ 2370677 h 3505200"/>
              <a:gd name="connsiteX5975" fmla="*/ 762190 w 3505200"/>
              <a:gd name="connsiteY5975" fmla="*/ 2371725 h 3505200"/>
              <a:gd name="connsiteX5976" fmla="*/ 771525 w 3505200"/>
              <a:gd name="connsiteY5976" fmla="*/ 2362391 h 3505200"/>
              <a:gd name="connsiteX5977" fmla="*/ 762190 w 3505200"/>
              <a:gd name="connsiteY5977" fmla="*/ 2353056 h 3505200"/>
              <a:gd name="connsiteX5978" fmla="*/ 752856 w 3505200"/>
              <a:gd name="connsiteY5978" fmla="*/ 2362391 h 3505200"/>
              <a:gd name="connsiteX5979" fmla="*/ 762190 w 3505200"/>
              <a:gd name="connsiteY5979" fmla="*/ 2371725 h 3505200"/>
              <a:gd name="connsiteX5980" fmla="*/ 838390 w 3505200"/>
              <a:gd name="connsiteY5980" fmla="*/ 2372773 h 3505200"/>
              <a:gd name="connsiteX5981" fmla="*/ 848773 w 3505200"/>
              <a:gd name="connsiteY5981" fmla="*/ 2362391 h 3505200"/>
              <a:gd name="connsiteX5982" fmla="*/ 838390 w 3505200"/>
              <a:gd name="connsiteY5982" fmla="*/ 2352008 h 3505200"/>
              <a:gd name="connsiteX5983" fmla="*/ 828008 w 3505200"/>
              <a:gd name="connsiteY5983" fmla="*/ 2362391 h 3505200"/>
              <a:gd name="connsiteX5984" fmla="*/ 838390 w 3505200"/>
              <a:gd name="connsiteY5984" fmla="*/ 2372773 h 3505200"/>
              <a:gd name="connsiteX5985" fmla="*/ 914590 w 3505200"/>
              <a:gd name="connsiteY5985" fmla="*/ 2373630 h 3505200"/>
              <a:gd name="connsiteX5986" fmla="*/ 925830 w 3505200"/>
              <a:gd name="connsiteY5986" fmla="*/ 2362391 h 3505200"/>
              <a:gd name="connsiteX5987" fmla="*/ 914590 w 3505200"/>
              <a:gd name="connsiteY5987" fmla="*/ 2351151 h 3505200"/>
              <a:gd name="connsiteX5988" fmla="*/ 903351 w 3505200"/>
              <a:gd name="connsiteY5988" fmla="*/ 2362391 h 3505200"/>
              <a:gd name="connsiteX5989" fmla="*/ 914590 w 3505200"/>
              <a:gd name="connsiteY5989" fmla="*/ 2373630 h 3505200"/>
              <a:gd name="connsiteX5990" fmla="*/ 990790 w 3505200"/>
              <a:gd name="connsiteY5990" fmla="*/ 2374678 h 3505200"/>
              <a:gd name="connsiteX5991" fmla="*/ 1003078 w 3505200"/>
              <a:gd name="connsiteY5991" fmla="*/ 2362391 h 3505200"/>
              <a:gd name="connsiteX5992" fmla="*/ 990790 w 3505200"/>
              <a:gd name="connsiteY5992" fmla="*/ 2350103 h 3505200"/>
              <a:gd name="connsiteX5993" fmla="*/ 978503 w 3505200"/>
              <a:gd name="connsiteY5993" fmla="*/ 2362391 h 3505200"/>
              <a:gd name="connsiteX5994" fmla="*/ 990790 w 3505200"/>
              <a:gd name="connsiteY5994" fmla="*/ 2374678 h 3505200"/>
              <a:gd name="connsiteX5995" fmla="*/ 1066991 w 3505200"/>
              <a:gd name="connsiteY5995" fmla="*/ 2375535 h 3505200"/>
              <a:gd name="connsiteX5996" fmla="*/ 1080135 w 3505200"/>
              <a:gd name="connsiteY5996" fmla="*/ 2362391 h 3505200"/>
              <a:gd name="connsiteX5997" fmla="*/ 1066991 w 3505200"/>
              <a:gd name="connsiteY5997" fmla="*/ 2349246 h 3505200"/>
              <a:gd name="connsiteX5998" fmla="*/ 1053846 w 3505200"/>
              <a:gd name="connsiteY5998" fmla="*/ 2362391 h 3505200"/>
              <a:gd name="connsiteX5999" fmla="*/ 1066991 w 3505200"/>
              <a:gd name="connsiteY5999" fmla="*/ 2375535 h 3505200"/>
              <a:gd name="connsiteX6000" fmla="*/ 1143191 w 3505200"/>
              <a:gd name="connsiteY6000" fmla="*/ 2376392 h 3505200"/>
              <a:gd name="connsiteX6001" fmla="*/ 1157097 w 3505200"/>
              <a:gd name="connsiteY6001" fmla="*/ 2362486 h 3505200"/>
              <a:gd name="connsiteX6002" fmla="*/ 1143191 w 3505200"/>
              <a:gd name="connsiteY6002" fmla="*/ 2348579 h 3505200"/>
              <a:gd name="connsiteX6003" fmla="*/ 1129284 w 3505200"/>
              <a:gd name="connsiteY6003" fmla="*/ 2362486 h 3505200"/>
              <a:gd name="connsiteX6004" fmla="*/ 1143191 w 3505200"/>
              <a:gd name="connsiteY6004" fmla="*/ 2376392 h 3505200"/>
              <a:gd name="connsiteX6005" fmla="*/ 1219391 w 3505200"/>
              <a:gd name="connsiteY6005" fmla="*/ 2377250 h 3505200"/>
              <a:gd name="connsiteX6006" fmla="*/ 1234154 w 3505200"/>
              <a:gd name="connsiteY6006" fmla="*/ 2362486 h 3505200"/>
              <a:gd name="connsiteX6007" fmla="*/ 1219391 w 3505200"/>
              <a:gd name="connsiteY6007" fmla="*/ 2347722 h 3505200"/>
              <a:gd name="connsiteX6008" fmla="*/ 1204627 w 3505200"/>
              <a:gd name="connsiteY6008" fmla="*/ 2362486 h 3505200"/>
              <a:gd name="connsiteX6009" fmla="*/ 1219391 w 3505200"/>
              <a:gd name="connsiteY6009" fmla="*/ 2377250 h 3505200"/>
              <a:gd name="connsiteX6010" fmla="*/ 1295591 w 3505200"/>
              <a:gd name="connsiteY6010" fmla="*/ 2377821 h 3505200"/>
              <a:gd name="connsiteX6011" fmla="*/ 1311021 w 3505200"/>
              <a:gd name="connsiteY6011" fmla="*/ 2362391 h 3505200"/>
              <a:gd name="connsiteX6012" fmla="*/ 1295591 w 3505200"/>
              <a:gd name="connsiteY6012" fmla="*/ 2346960 h 3505200"/>
              <a:gd name="connsiteX6013" fmla="*/ 1280160 w 3505200"/>
              <a:gd name="connsiteY6013" fmla="*/ 2362391 h 3505200"/>
              <a:gd name="connsiteX6014" fmla="*/ 1295591 w 3505200"/>
              <a:gd name="connsiteY6014" fmla="*/ 2377821 h 3505200"/>
              <a:gd name="connsiteX6015" fmla="*/ 1371791 w 3505200"/>
              <a:gd name="connsiteY6015" fmla="*/ 2378488 h 3505200"/>
              <a:gd name="connsiteX6016" fmla="*/ 1387888 w 3505200"/>
              <a:gd name="connsiteY6016" fmla="*/ 2362391 h 3505200"/>
              <a:gd name="connsiteX6017" fmla="*/ 1371791 w 3505200"/>
              <a:gd name="connsiteY6017" fmla="*/ 2346293 h 3505200"/>
              <a:gd name="connsiteX6018" fmla="*/ 1355693 w 3505200"/>
              <a:gd name="connsiteY6018" fmla="*/ 2362391 h 3505200"/>
              <a:gd name="connsiteX6019" fmla="*/ 1371791 w 3505200"/>
              <a:gd name="connsiteY6019" fmla="*/ 2378488 h 3505200"/>
              <a:gd name="connsiteX6020" fmla="*/ 1447991 w 3505200"/>
              <a:gd name="connsiteY6020" fmla="*/ 2379059 h 3505200"/>
              <a:gd name="connsiteX6021" fmla="*/ 1464659 w 3505200"/>
              <a:gd name="connsiteY6021" fmla="*/ 2362391 h 3505200"/>
              <a:gd name="connsiteX6022" fmla="*/ 1447991 w 3505200"/>
              <a:gd name="connsiteY6022" fmla="*/ 2345722 h 3505200"/>
              <a:gd name="connsiteX6023" fmla="*/ 1431322 w 3505200"/>
              <a:gd name="connsiteY6023" fmla="*/ 2362391 h 3505200"/>
              <a:gd name="connsiteX6024" fmla="*/ 1447991 w 3505200"/>
              <a:gd name="connsiteY6024" fmla="*/ 2379059 h 3505200"/>
              <a:gd name="connsiteX6025" fmla="*/ 1524191 w 3505200"/>
              <a:gd name="connsiteY6025" fmla="*/ 2379536 h 3505200"/>
              <a:gd name="connsiteX6026" fmla="*/ 1541336 w 3505200"/>
              <a:gd name="connsiteY6026" fmla="*/ 2362391 h 3505200"/>
              <a:gd name="connsiteX6027" fmla="*/ 1524191 w 3505200"/>
              <a:gd name="connsiteY6027" fmla="*/ 2345246 h 3505200"/>
              <a:gd name="connsiteX6028" fmla="*/ 1507046 w 3505200"/>
              <a:gd name="connsiteY6028" fmla="*/ 2362391 h 3505200"/>
              <a:gd name="connsiteX6029" fmla="*/ 1524191 w 3505200"/>
              <a:gd name="connsiteY6029" fmla="*/ 2379536 h 3505200"/>
              <a:gd name="connsiteX6030" fmla="*/ 1600391 w 3505200"/>
              <a:gd name="connsiteY6030" fmla="*/ 2379917 h 3505200"/>
              <a:gd name="connsiteX6031" fmla="*/ 1617917 w 3505200"/>
              <a:gd name="connsiteY6031" fmla="*/ 2362391 h 3505200"/>
              <a:gd name="connsiteX6032" fmla="*/ 1600391 w 3505200"/>
              <a:gd name="connsiteY6032" fmla="*/ 2344865 h 3505200"/>
              <a:gd name="connsiteX6033" fmla="*/ 1582864 w 3505200"/>
              <a:gd name="connsiteY6033" fmla="*/ 2362391 h 3505200"/>
              <a:gd name="connsiteX6034" fmla="*/ 1600391 w 3505200"/>
              <a:gd name="connsiteY6034" fmla="*/ 2379917 h 3505200"/>
              <a:gd name="connsiteX6035" fmla="*/ 1676591 w 3505200"/>
              <a:gd name="connsiteY6035" fmla="*/ 2380202 h 3505200"/>
              <a:gd name="connsiteX6036" fmla="*/ 1694307 w 3505200"/>
              <a:gd name="connsiteY6036" fmla="*/ 2362486 h 3505200"/>
              <a:gd name="connsiteX6037" fmla="*/ 1676591 w 3505200"/>
              <a:gd name="connsiteY6037" fmla="*/ 2344769 h 3505200"/>
              <a:gd name="connsiteX6038" fmla="*/ 1658874 w 3505200"/>
              <a:gd name="connsiteY6038" fmla="*/ 2362486 h 3505200"/>
              <a:gd name="connsiteX6039" fmla="*/ 1676591 w 3505200"/>
              <a:gd name="connsiteY6039" fmla="*/ 2380202 h 3505200"/>
              <a:gd name="connsiteX6040" fmla="*/ 1752791 w 3505200"/>
              <a:gd name="connsiteY6040" fmla="*/ 2380393 h 3505200"/>
              <a:gd name="connsiteX6041" fmla="*/ 1770793 w 3505200"/>
              <a:gd name="connsiteY6041" fmla="*/ 2362391 h 3505200"/>
              <a:gd name="connsiteX6042" fmla="*/ 1752791 w 3505200"/>
              <a:gd name="connsiteY6042" fmla="*/ 2344388 h 3505200"/>
              <a:gd name="connsiteX6043" fmla="*/ 1734788 w 3505200"/>
              <a:gd name="connsiteY6043" fmla="*/ 2362391 h 3505200"/>
              <a:gd name="connsiteX6044" fmla="*/ 1752791 w 3505200"/>
              <a:gd name="connsiteY6044" fmla="*/ 2380393 h 3505200"/>
              <a:gd name="connsiteX6045" fmla="*/ 1828991 w 3505200"/>
              <a:gd name="connsiteY6045" fmla="*/ 2380202 h 3505200"/>
              <a:gd name="connsiteX6046" fmla="*/ 1846707 w 3505200"/>
              <a:gd name="connsiteY6046" fmla="*/ 2362486 h 3505200"/>
              <a:gd name="connsiteX6047" fmla="*/ 1828991 w 3505200"/>
              <a:gd name="connsiteY6047" fmla="*/ 2344769 h 3505200"/>
              <a:gd name="connsiteX6048" fmla="*/ 1811274 w 3505200"/>
              <a:gd name="connsiteY6048" fmla="*/ 2362486 h 3505200"/>
              <a:gd name="connsiteX6049" fmla="*/ 1828991 w 3505200"/>
              <a:gd name="connsiteY6049" fmla="*/ 2380202 h 3505200"/>
              <a:gd name="connsiteX6050" fmla="*/ 1905191 w 3505200"/>
              <a:gd name="connsiteY6050" fmla="*/ 2379917 h 3505200"/>
              <a:gd name="connsiteX6051" fmla="*/ 1922717 w 3505200"/>
              <a:gd name="connsiteY6051" fmla="*/ 2362391 h 3505200"/>
              <a:gd name="connsiteX6052" fmla="*/ 1905191 w 3505200"/>
              <a:gd name="connsiteY6052" fmla="*/ 2344865 h 3505200"/>
              <a:gd name="connsiteX6053" fmla="*/ 1887664 w 3505200"/>
              <a:gd name="connsiteY6053" fmla="*/ 2362391 h 3505200"/>
              <a:gd name="connsiteX6054" fmla="*/ 1905191 w 3505200"/>
              <a:gd name="connsiteY6054" fmla="*/ 2379917 h 3505200"/>
              <a:gd name="connsiteX6055" fmla="*/ 1981391 w 3505200"/>
              <a:gd name="connsiteY6055" fmla="*/ 2379536 h 3505200"/>
              <a:gd name="connsiteX6056" fmla="*/ 1998536 w 3505200"/>
              <a:gd name="connsiteY6056" fmla="*/ 2362391 h 3505200"/>
              <a:gd name="connsiteX6057" fmla="*/ 1981391 w 3505200"/>
              <a:gd name="connsiteY6057" fmla="*/ 2345246 h 3505200"/>
              <a:gd name="connsiteX6058" fmla="*/ 1964246 w 3505200"/>
              <a:gd name="connsiteY6058" fmla="*/ 2362391 h 3505200"/>
              <a:gd name="connsiteX6059" fmla="*/ 1981391 w 3505200"/>
              <a:gd name="connsiteY6059" fmla="*/ 2379536 h 3505200"/>
              <a:gd name="connsiteX6060" fmla="*/ 2057591 w 3505200"/>
              <a:gd name="connsiteY6060" fmla="*/ 2379059 h 3505200"/>
              <a:gd name="connsiteX6061" fmla="*/ 2074259 w 3505200"/>
              <a:gd name="connsiteY6061" fmla="*/ 2362391 h 3505200"/>
              <a:gd name="connsiteX6062" fmla="*/ 2057591 w 3505200"/>
              <a:gd name="connsiteY6062" fmla="*/ 2345722 h 3505200"/>
              <a:gd name="connsiteX6063" fmla="*/ 2040922 w 3505200"/>
              <a:gd name="connsiteY6063" fmla="*/ 2362391 h 3505200"/>
              <a:gd name="connsiteX6064" fmla="*/ 2057591 w 3505200"/>
              <a:gd name="connsiteY6064" fmla="*/ 2379059 h 3505200"/>
              <a:gd name="connsiteX6065" fmla="*/ 2133791 w 3505200"/>
              <a:gd name="connsiteY6065" fmla="*/ 2378678 h 3505200"/>
              <a:gd name="connsiteX6066" fmla="*/ 2150078 w 3505200"/>
              <a:gd name="connsiteY6066" fmla="*/ 2362391 h 3505200"/>
              <a:gd name="connsiteX6067" fmla="*/ 2133791 w 3505200"/>
              <a:gd name="connsiteY6067" fmla="*/ 2346103 h 3505200"/>
              <a:gd name="connsiteX6068" fmla="*/ 2117503 w 3505200"/>
              <a:gd name="connsiteY6068" fmla="*/ 2362391 h 3505200"/>
              <a:gd name="connsiteX6069" fmla="*/ 2133791 w 3505200"/>
              <a:gd name="connsiteY6069" fmla="*/ 2378678 h 3505200"/>
              <a:gd name="connsiteX6070" fmla="*/ 2209991 w 3505200"/>
              <a:gd name="connsiteY6070" fmla="*/ 2377821 h 3505200"/>
              <a:gd name="connsiteX6071" fmla="*/ 2225421 w 3505200"/>
              <a:gd name="connsiteY6071" fmla="*/ 2362391 h 3505200"/>
              <a:gd name="connsiteX6072" fmla="*/ 2209991 w 3505200"/>
              <a:gd name="connsiteY6072" fmla="*/ 2346960 h 3505200"/>
              <a:gd name="connsiteX6073" fmla="*/ 2194560 w 3505200"/>
              <a:gd name="connsiteY6073" fmla="*/ 2362391 h 3505200"/>
              <a:gd name="connsiteX6074" fmla="*/ 2209991 w 3505200"/>
              <a:gd name="connsiteY6074" fmla="*/ 2377821 h 3505200"/>
              <a:gd name="connsiteX6075" fmla="*/ 2286191 w 3505200"/>
              <a:gd name="connsiteY6075" fmla="*/ 2377250 h 3505200"/>
              <a:gd name="connsiteX6076" fmla="*/ 2300954 w 3505200"/>
              <a:gd name="connsiteY6076" fmla="*/ 2362486 h 3505200"/>
              <a:gd name="connsiteX6077" fmla="*/ 2286191 w 3505200"/>
              <a:gd name="connsiteY6077" fmla="*/ 2347722 h 3505200"/>
              <a:gd name="connsiteX6078" fmla="*/ 2271427 w 3505200"/>
              <a:gd name="connsiteY6078" fmla="*/ 2362486 h 3505200"/>
              <a:gd name="connsiteX6079" fmla="*/ 2286191 w 3505200"/>
              <a:gd name="connsiteY6079" fmla="*/ 2377250 h 3505200"/>
              <a:gd name="connsiteX6080" fmla="*/ 2362391 w 3505200"/>
              <a:gd name="connsiteY6080" fmla="*/ 2376392 h 3505200"/>
              <a:gd name="connsiteX6081" fmla="*/ 2376297 w 3505200"/>
              <a:gd name="connsiteY6081" fmla="*/ 2362486 h 3505200"/>
              <a:gd name="connsiteX6082" fmla="*/ 2362391 w 3505200"/>
              <a:gd name="connsiteY6082" fmla="*/ 2348579 h 3505200"/>
              <a:gd name="connsiteX6083" fmla="*/ 2348484 w 3505200"/>
              <a:gd name="connsiteY6083" fmla="*/ 2362486 h 3505200"/>
              <a:gd name="connsiteX6084" fmla="*/ 2362391 w 3505200"/>
              <a:gd name="connsiteY6084" fmla="*/ 2376392 h 3505200"/>
              <a:gd name="connsiteX6085" fmla="*/ 2438591 w 3505200"/>
              <a:gd name="connsiteY6085" fmla="*/ 2375535 h 3505200"/>
              <a:gd name="connsiteX6086" fmla="*/ 2451735 w 3505200"/>
              <a:gd name="connsiteY6086" fmla="*/ 2362391 h 3505200"/>
              <a:gd name="connsiteX6087" fmla="*/ 2438591 w 3505200"/>
              <a:gd name="connsiteY6087" fmla="*/ 2349246 h 3505200"/>
              <a:gd name="connsiteX6088" fmla="*/ 2425446 w 3505200"/>
              <a:gd name="connsiteY6088" fmla="*/ 2362391 h 3505200"/>
              <a:gd name="connsiteX6089" fmla="*/ 2438591 w 3505200"/>
              <a:gd name="connsiteY6089" fmla="*/ 2375535 h 3505200"/>
              <a:gd name="connsiteX6090" fmla="*/ 2514791 w 3505200"/>
              <a:gd name="connsiteY6090" fmla="*/ 2374678 h 3505200"/>
              <a:gd name="connsiteX6091" fmla="*/ 2527078 w 3505200"/>
              <a:gd name="connsiteY6091" fmla="*/ 2362391 h 3505200"/>
              <a:gd name="connsiteX6092" fmla="*/ 2514791 w 3505200"/>
              <a:gd name="connsiteY6092" fmla="*/ 2350103 h 3505200"/>
              <a:gd name="connsiteX6093" fmla="*/ 2502503 w 3505200"/>
              <a:gd name="connsiteY6093" fmla="*/ 2362391 h 3505200"/>
              <a:gd name="connsiteX6094" fmla="*/ 2514791 w 3505200"/>
              <a:gd name="connsiteY6094" fmla="*/ 2374678 h 3505200"/>
              <a:gd name="connsiteX6095" fmla="*/ 2590991 w 3505200"/>
              <a:gd name="connsiteY6095" fmla="*/ 2373821 h 3505200"/>
              <a:gd name="connsiteX6096" fmla="*/ 2602421 w 3505200"/>
              <a:gd name="connsiteY6096" fmla="*/ 2362391 h 3505200"/>
              <a:gd name="connsiteX6097" fmla="*/ 2590991 w 3505200"/>
              <a:gd name="connsiteY6097" fmla="*/ 2350961 h 3505200"/>
              <a:gd name="connsiteX6098" fmla="*/ 2579561 w 3505200"/>
              <a:gd name="connsiteY6098" fmla="*/ 2362391 h 3505200"/>
              <a:gd name="connsiteX6099" fmla="*/ 2590991 w 3505200"/>
              <a:gd name="connsiteY6099" fmla="*/ 2373821 h 3505200"/>
              <a:gd name="connsiteX6100" fmla="*/ 2667191 w 3505200"/>
              <a:gd name="connsiteY6100" fmla="*/ 2372773 h 3505200"/>
              <a:gd name="connsiteX6101" fmla="*/ 2677573 w 3505200"/>
              <a:gd name="connsiteY6101" fmla="*/ 2362391 h 3505200"/>
              <a:gd name="connsiteX6102" fmla="*/ 2667191 w 3505200"/>
              <a:gd name="connsiteY6102" fmla="*/ 2352008 h 3505200"/>
              <a:gd name="connsiteX6103" fmla="*/ 2656808 w 3505200"/>
              <a:gd name="connsiteY6103" fmla="*/ 2362391 h 3505200"/>
              <a:gd name="connsiteX6104" fmla="*/ 2667191 w 3505200"/>
              <a:gd name="connsiteY6104" fmla="*/ 2372773 h 3505200"/>
              <a:gd name="connsiteX6105" fmla="*/ 2743391 w 3505200"/>
              <a:gd name="connsiteY6105" fmla="*/ 2371725 h 3505200"/>
              <a:gd name="connsiteX6106" fmla="*/ 2752725 w 3505200"/>
              <a:gd name="connsiteY6106" fmla="*/ 2362391 h 3505200"/>
              <a:gd name="connsiteX6107" fmla="*/ 2743391 w 3505200"/>
              <a:gd name="connsiteY6107" fmla="*/ 2353056 h 3505200"/>
              <a:gd name="connsiteX6108" fmla="*/ 2734056 w 3505200"/>
              <a:gd name="connsiteY6108" fmla="*/ 2362391 h 3505200"/>
              <a:gd name="connsiteX6109" fmla="*/ 2743391 w 3505200"/>
              <a:gd name="connsiteY6109" fmla="*/ 2371725 h 3505200"/>
              <a:gd name="connsiteX6110" fmla="*/ 2819591 w 3505200"/>
              <a:gd name="connsiteY6110" fmla="*/ 2370677 h 3505200"/>
              <a:gd name="connsiteX6111" fmla="*/ 2827878 w 3505200"/>
              <a:gd name="connsiteY6111" fmla="*/ 2362391 h 3505200"/>
              <a:gd name="connsiteX6112" fmla="*/ 2819591 w 3505200"/>
              <a:gd name="connsiteY6112" fmla="*/ 2354104 h 3505200"/>
              <a:gd name="connsiteX6113" fmla="*/ 2811304 w 3505200"/>
              <a:gd name="connsiteY6113" fmla="*/ 2362391 h 3505200"/>
              <a:gd name="connsiteX6114" fmla="*/ 2819591 w 3505200"/>
              <a:gd name="connsiteY6114" fmla="*/ 2370677 h 3505200"/>
              <a:gd name="connsiteX6115" fmla="*/ 2895791 w 3505200"/>
              <a:gd name="connsiteY6115" fmla="*/ 2369630 h 3505200"/>
              <a:gd name="connsiteX6116" fmla="*/ 2902934 w 3505200"/>
              <a:gd name="connsiteY6116" fmla="*/ 2362486 h 3505200"/>
              <a:gd name="connsiteX6117" fmla="*/ 2895791 w 3505200"/>
              <a:gd name="connsiteY6117" fmla="*/ 2355342 h 3505200"/>
              <a:gd name="connsiteX6118" fmla="*/ 2888647 w 3505200"/>
              <a:gd name="connsiteY6118" fmla="*/ 2362486 h 3505200"/>
              <a:gd name="connsiteX6119" fmla="*/ 2895791 w 3505200"/>
              <a:gd name="connsiteY6119" fmla="*/ 2369630 h 3505200"/>
              <a:gd name="connsiteX6120" fmla="*/ 2971991 w 3505200"/>
              <a:gd name="connsiteY6120" fmla="*/ 2368582 h 3505200"/>
              <a:gd name="connsiteX6121" fmla="*/ 2978087 w 3505200"/>
              <a:gd name="connsiteY6121" fmla="*/ 2362486 h 3505200"/>
              <a:gd name="connsiteX6122" fmla="*/ 2971991 w 3505200"/>
              <a:gd name="connsiteY6122" fmla="*/ 2356390 h 3505200"/>
              <a:gd name="connsiteX6123" fmla="*/ 2965895 w 3505200"/>
              <a:gd name="connsiteY6123" fmla="*/ 2362486 h 3505200"/>
              <a:gd name="connsiteX6124" fmla="*/ 2971991 w 3505200"/>
              <a:gd name="connsiteY6124" fmla="*/ 2368582 h 3505200"/>
              <a:gd name="connsiteX6125" fmla="*/ 3048191 w 3505200"/>
              <a:gd name="connsiteY6125" fmla="*/ 2367439 h 3505200"/>
              <a:gd name="connsiteX6126" fmla="*/ 3053239 w 3505200"/>
              <a:gd name="connsiteY6126" fmla="*/ 2362391 h 3505200"/>
              <a:gd name="connsiteX6127" fmla="*/ 3048191 w 3505200"/>
              <a:gd name="connsiteY6127" fmla="*/ 2357342 h 3505200"/>
              <a:gd name="connsiteX6128" fmla="*/ 3043142 w 3505200"/>
              <a:gd name="connsiteY6128" fmla="*/ 2362391 h 3505200"/>
              <a:gd name="connsiteX6129" fmla="*/ 3048191 w 3505200"/>
              <a:gd name="connsiteY6129" fmla="*/ 2367439 h 3505200"/>
              <a:gd name="connsiteX6130" fmla="*/ 3124391 w 3505200"/>
              <a:gd name="connsiteY6130" fmla="*/ 2366391 h 3505200"/>
              <a:gd name="connsiteX6131" fmla="*/ 3128391 w 3505200"/>
              <a:gd name="connsiteY6131" fmla="*/ 2362391 h 3505200"/>
              <a:gd name="connsiteX6132" fmla="*/ 3124391 w 3505200"/>
              <a:gd name="connsiteY6132" fmla="*/ 2358390 h 3505200"/>
              <a:gd name="connsiteX6133" fmla="*/ 3120390 w 3505200"/>
              <a:gd name="connsiteY6133" fmla="*/ 2362391 h 3505200"/>
              <a:gd name="connsiteX6134" fmla="*/ 3124391 w 3505200"/>
              <a:gd name="connsiteY6134" fmla="*/ 2366391 h 3505200"/>
              <a:gd name="connsiteX6135" fmla="*/ 3200591 w 3505200"/>
              <a:gd name="connsiteY6135" fmla="*/ 2365343 h 3505200"/>
              <a:gd name="connsiteX6136" fmla="*/ 3203543 w 3505200"/>
              <a:gd name="connsiteY6136" fmla="*/ 2362391 h 3505200"/>
              <a:gd name="connsiteX6137" fmla="*/ 3200591 w 3505200"/>
              <a:gd name="connsiteY6137" fmla="*/ 2359438 h 3505200"/>
              <a:gd name="connsiteX6138" fmla="*/ 3197638 w 3505200"/>
              <a:gd name="connsiteY6138" fmla="*/ 2362391 h 3505200"/>
              <a:gd name="connsiteX6139" fmla="*/ 3200591 w 3505200"/>
              <a:gd name="connsiteY6139" fmla="*/ 2365343 h 3505200"/>
              <a:gd name="connsiteX6140" fmla="*/ 3276791 w 3505200"/>
              <a:gd name="connsiteY6140" fmla="*/ 2364296 h 3505200"/>
              <a:gd name="connsiteX6141" fmla="*/ 3278696 w 3505200"/>
              <a:gd name="connsiteY6141" fmla="*/ 2362391 h 3505200"/>
              <a:gd name="connsiteX6142" fmla="*/ 3276791 w 3505200"/>
              <a:gd name="connsiteY6142" fmla="*/ 2360486 h 3505200"/>
              <a:gd name="connsiteX6143" fmla="*/ 3274886 w 3505200"/>
              <a:gd name="connsiteY6143" fmla="*/ 2362391 h 3505200"/>
              <a:gd name="connsiteX6144" fmla="*/ 3276791 w 3505200"/>
              <a:gd name="connsiteY6144" fmla="*/ 2364296 h 3505200"/>
              <a:gd name="connsiteX6145" fmla="*/ 3352991 w 3505200"/>
              <a:gd name="connsiteY6145" fmla="*/ 2363248 h 3505200"/>
              <a:gd name="connsiteX6146" fmla="*/ 3353848 w 3505200"/>
              <a:gd name="connsiteY6146" fmla="*/ 2362391 h 3505200"/>
              <a:gd name="connsiteX6147" fmla="*/ 3352991 w 3505200"/>
              <a:gd name="connsiteY6147" fmla="*/ 2361533 h 3505200"/>
              <a:gd name="connsiteX6148" fmla="*/ 3352133 w 3505200"/>
              <a:gd name="connsiteY6148" fmla="*/ 2362391 h 3505200"/>
              <a:gd name="connsiteX6149" fmla="*/ 3352991 w 3505200"/>
              <a:gd name="connsiteY6149" fmla="*/ 2363248 h 3505200"/>
              <a:gd name="connsiteX6150" fmla="*/ 152591 w 3505200"/>
              <a:gd name="connsiteY6150" fmla="*/ 2439067 h 3505200"/>
              <a:gd name="connsiteX6151" fmla="*/ 152972 w 3505200"/>
              <a:gd name="connsiteY6151" fmla="*/ 2438686 h 3505200"/>
              <a:gd name="connsiteX6152" fmla="*/ 152591 w 3505200"/>
              <a:gd name="connsiteY6152" fmla="*/ 2438305 h 3505200"/>
              <a:gd name="connsiteX6153" fmla="*/ 152210 w 3505200"/>
              <a:gd name="connsiteY6153" fmla="*/ 2438686 h 3505200"/>
              <a:gd name="connsiteX6154" fmla="*/ 152591 w 3505200"/>
              <a:gd name="connsiteY6154" fmla="*/ 2439067 h 3505200"/>
              <a:gd name="connsiteX6155" fmla="*/ 228791 w 3505200"/>
              <a:gd name="connsiteY6155" fmla="*/ 2440115 h 3505200"/>
              <a:gd name="connsiteX6156" fmla="*/ 230315 w 3505200"/>
              <a:gd name="connsiteY6156" fmla="*/ 2438591 h 3505200"/>
              <a:gd name="connsiteX6157" fmla="*/ 228791 w 3505200"/>
              <a:gd name="connsiteY6157" fmla="*/ 2437067 h 3505200"/>
              <a:gd name="connsiteX6158" fmla="*/ 227267 w 3505200"/>
              <a:gd name="connsiteY6158" fmla="*/ 2438591 h 3505200"/>
              <a:gd name="connsiteX6159" fmla="*/ 228791 w 3505200"/>
              <a:gd name="connsiteY6159" fmla="*/ 2440115 h 3505200"/>
              <a:gd name="connsiteX6160" fmla="*/ 304991 w 3505200"/>
              <a:gd name="connsiteY6160" fmla="*/ 2441162 h 3505200"/>
              <a:gd name="connsiteX6161" fmla="*/ 307562 w 3505200"/>
              <a:gd name="connsiteY6161" fmla="*/ 2438591 h 3505200"/>
              <a:gd name="connsiteX6162" fmla="*/ 304991 w 3505200"/>
              <a:gd name="connsiteY6162" fmla="*/ 2436019 h 3505200"/>
              <a:gd name="connsiteX6163" fmla="*/ 302419 w 3505200"/>
              <a:gd name="connsiteY6163" fmla="*/ 2438591 h 3505200"/>
              <a:gd name="connsiteX6164" fmla="*/ 304991 w 3505200"/>
              <a:gd name="connsiteY6164" fmla="*/ 2441162 h 3505200"/>
              <a:gd name="connsiteX6165" fmla="*/ 381191 w 3505200"/>
              <a:gd name="connsiteY6165" fmla="*/ 2442210 h 3505200"/>
              <a:gd name="connsiteX6166" fmla="*/ 384810 w 3505200"/>
              <a:gd name="connsiteY6166" fmla="*/ 2438591 h 3505200"/>
              <a:gd name="connsiteX6167" fmla="*/ 381191 w 3505200"/>
              <a:gd name="connsiteY6167" fmla="*/ 2434971 h 3505200"/>
              <a:gd name="connsiteX6168" fmla="*/ 377571 w 3505200"/>
              <a:gd name="connsiteY6168" fmla="*/ 2438591 h 3505200"/>
              <a:gd name="connsiteX6169" fmla="*/ 381191 w 3505200"/>
              <a:gd name="connsiteY6169" fmla="*/ 2442210 h 3505200"/>
              <a:gd name="connsiteX6170" fmla="*/ 457391 w 3505200"/>
              <a:gd name="connsiteY6170" fmla="*/ 2443067 h 3505200"/>
              <a:gd name="connsiteX6171" fmla="*/ 461867 w 3505200"/>
              <a:gd name="connsiteY6171" fmla="*/ 2438591 h 3505200"/>
              <a:gd name="connsiteX6172" fmla="*/ 457391 w 3505200"/>
              <a:gd name="connsiteY6172" fmla="*/ 2434114 h 3505200"/>
              <a:gd name="connsiteX6173" fmla="*/ 452914 w 3505200"/>
              <a:gd name="connsiteY6173" fmla="*/ 2438591 h 3505200"/>
              <a:gd name="connsiteX6174" fmla="*/ 457391 w 3505200"/>
              <a:gd name="connsiteY6174" fmla="*/ 2443067 h 3505200"/>
              <a:gd name="connsiteX6175" fmla="*/ 533591 w 3505200"/>
              <a:gd name="connsiteY6175" fmla="*/ 2444115 h 3505200"/>
              <a:gd name="connsiteX6176" fmla="*/ 539115 w 3505200"/>
              <a:gd name="connsiteY6176" fmla="*/ 2438591 h 3505200"/>
              <a:gd name="connsiteX6177" fmla="*/ 533591 w 3505200"/>
              <a:gd name="connsiteY6177" fmla="*/ 2433066 h 3505200"/>
              <a:gd name="connsiteX6178" fmla="*/ 528066 w 3505200"/>
              <a:gd name="connsiteY6178" fmla="*/ 2438591 h 3505200"/>
              <a:gd name="connsiteX6179" fmla="*/ 533591 w 3505200"/>
              <a:gd name="connsiteY6179" fmla="*/ 2444115 h 3505200"/>
              <a:gd name="connsiteX6180" fmla="*/ 609790 w 3505200"/>
              <a:gd name="connsiteY6180" fmla="*/ 2445163 h 3505200"/>
              <a:gd name="connsiteX6181" fmla="*/ 616363 w 3505200"/>
              <a:gd name="connsiteY6181" fmla="*/ 2438591 h 3505200"/>
              <a:gd name="connsiteX6182" fmla="*/ 609790 w 3505200"/>
              <a:gd name="connsiteY6182" fmla="*/ 2432018 h 3505200"/>
              <a:gd name="connsiteX6183" fmla="*/ 603218 w 3505200"/>
              <a:gd name="connsiteY6183" fmla="*/ 2438591 h 3505200"/>
              <a:gd name="connsiteX6184" fmla="*/ 609790 w 3505200"/>
              <a:gd name="connsiteY6184" fmla="*/ 2445163 h 3505200"/>
              <a:gd name="connsiteX6185" fmla="*/ 685990 w 3505200"/>
              <a:gd name="connsiteY6185" fmla="*/ 2446211 h 3505200"/>
              <a:gd name="connsiteX6186" fmla="*/ 693611 w 3505200"/>
              <a:gd name="connsiteY6186" fmla="*/ 2438591 h 3505200"/>
              <a:gd name="connsiteX6187" fmla="*/ 685990 w 3505200"/>
              <a:gd name="connsiteY6187" fmla="*/ 2430971 h 3505200"/>
              <a:gd name="connsiteX6188" fmla="*/ 678371 w 3505200"/>
              <a:gd name="connsiteY6188" fmla="*/ 2438591 h 3505200"/>
              <a:gd name="connsiteX6189" fmla="*/ 685990 w 3505200"/>
              <a:gd name="connsiteY6189" fmla="*/ 2446211 h 3505200"/>
              <a:gd name="connsiteX6190" fmla="*/ 762190 w 3505200"/>
              <a:gd name="connsiteY6190" fmla="*/ 2447258 h 3505200"/>
              <a:gd name="connsiteX6191" fmla="*/ 770858 w 3505200"/>
              <a:gd name="connsiteY6191" fmla="*/ 2438591 h 3505200"/>
              <a:gd name="connsiteX6192" fmla="*/ 762190 w 3505200"/>
              <a:gd name="connsiteY6192" fmla="*/ 2429923 h 3505200"/>
              <a:gd name="connsiteX6193" fmla="*/ 753523 w 3505200"/>
              <a:gd name="connsiteY6193" fmla="*/ 2438591 h 3505200"/>
              <a:gd name="connsiteX6194" fmla="*/ 762190 w 3505200"/>
              <a:gd name="connsiteY6194" fmla="*/ 2447258 h 3505200"/>
              <a:gd name="connsiteX6195" fmla="*/ 838390 w 3505200"/>
              <a:gd name="connsiteY6195" fmla="*/ 2448116 h 3505200"/>
              <a:gd name="connsiteX6196" fmla="*/ 847915 w 3505200"/>
              <a:gd name="connsiteY6196" fmla="*/ 2438591 h 3505200"/>
              <a:gd name="connsiteX6197" fmla="*/ 838390 w 3505200"/>
              <a:gd name="connsiteY6197" fmla="*/ 2429066 h 3505200"/>
              <a:gd name="connsiteX6198" fmla="*/ 828865 w 3505200"/>
              <a:gd name="connsiteY6198" fmla="*/ 2438591 h 3505200"/>
              <a:gd name="connsiteX6199" fmla="*/ 838390 w 3505200"/>
              <a:gd name="connsiteY6199" fmla="*/ 2448116 h 3505200"/>
              <a:gd name="connsiteX6200" fmla="*/ 914590 w 3505200"/>
              <a:gd name="connsiteY6200" fmla="*/ 2449163 h 3505200"/>
              <a:gd name="connsiteX6201" fmla="*/ 925163 w 3505200"/>
              <a:gd name="connsiteY6201" fmla="*/ 2438591 h 3505200"/>
              <a:gd name="connsiteX6202" fmla="*/ 914590 w 3505200"/>
              <a:gd name="connsiteY6202" fmla="*/ 2428018 h 3505200"/>
              <a:gd name="connsiteX6203" fmla="*/ 904018 w 3505200"/>
              <a:gd name="connsiteY6203" fmla="*/ 2438591 h 3505200"/>
              <a:gd name="connsiteX6204" fmla="*/ 914590 w 3505200"/>
              <a:gd name="connsiteY6204" fmla="*/ 2449163 h 3505200"/>
              <a:gd name="connsiteX6205" fmla="*/ 990790 w 3505200"/>
              <a:gd name="connsiteY6205" fmla="*/ 2450021 h 3505200"/>
              <a:gd name="connsiteX6206" fmla="*/ 1002221 w 3505200"/>
              <a:gd name="connsiteY6206" fmla="*/ 2438591 h 3505200"/>
              <a:gd name="connsiteX6207" fmla="*/ 990790 w 3505200"/>
              <a:gd name="connsiteY6207" fmla="*/ 2427161 h 3505200"/>
              <a:gd name="connsiteX6208" fmla="*/ 979361 w 3505200"/>
              <a:gd name="connsiteY6208" fmla="*/ 2438591 h 3505200"/>
              <a:gd name="connsiteX6209" fmla="*/ 990790 w 3505200"/>
              <a:gd name="connsiteY6209" fmla="*/ 2450021 h 3505200"/>
              <a:gd name="connsiteX6210" fmla="*/ 1066991 w 3505200"/>
              <a:gd name="connsiteY6210" fmla="*/ 2450878 h 3505200"/>
              <a:gd name="connsiteX6211" fmla="*/ 1079278 w 3505200"/>
              <a:gd name="connsiteY6211" fmla="*/ 2438591 h 3505200"/>
              <a:gd name="connsiteX6212" fmla="*/ 1066991 w 3505200"/>
              <a:gd name="connsiteY6212" fmla="*/ 2426303 h 3505200"/>
              <a:gd name="connsiteX6213" fmla="*/ 1054703 w 3505200"/>
              <a:gd name="connsiteY6213" fmla="*/ 2438591 h 3505200"/>
              <a:gd name="connsiteX6214" fmla="*/ 1066991 w 3505200"/>
              <a:gd name="connsiteY6214" fmla="*/ 2450878 h 3505200"/>
              <a:gd name="connsiteX6215" fmla="*/ 1143191 w 3505200"/>
              <a:gd name="connsiteY6215" fmla="*/ 2451735 h 3505200"/>
              <a:gd name="connsiteX6216" fmla="*/ 1156335 w 3505200"/>
              <a:gd name="connsiteY6216" fmla="*/ 2438591 h 3505200"/>
              <a:gd name="connsiteX6217" fmla="*/ 1143191 w 3505200"/>
              <a:gd name="connsiteY6217" fmla="*/ 2425446 h 3505200"/>
              <a:gd name="connsiteX6218" fmla="*/ 1130046 w 3505200"/>
              <a:gd name="connsiteY6218" fmla="*/ 2438591 h 3505200"/>
              <a:gd name="connsiteX6219" fmla="*/ 1143191 w 3505200"/>
              <a:gd name="connsiteY6219" fmla="*/ 2451735 h 3505200"/>
              <a:gd name="connsiteX6220" fmla="*/ 1219391 w 3505200"/>
              <a:gd name="connsiteY6220" fmla="*/ 2452307 h 3505200"/>
              <a:gd name="connsiteX6221" fmla="*/ 1233107 w 3505200"/>
              <a:gd name="connsiteY6221" fmla="*/ 2438591 h 3505200"/>
              <a:gd name="connsiteX6222" fmla="*/ 1219391 w 3505200"/>
              <a:gd name="connsiteY6222" fmla="*/ 2424875 h 3505200"/>
              <a:gd name="connsiteX6223" fmla="*/ 1205675 w 3505200"/>
              <a:gd name="connsiteY6223" fmla="*/ 2438591 h 3505200"/>
              <a:gd name="connsiteX6224" fmla="*/ 1219391 w 3505200"/>
              <a:gd name="connsiteY6224" fmla="*/ 2452307 h 3505200"/>
              <a:gd name="connsiteX6225" fmla="*/ 1295591 w 3505200"/>
              <a:gd name="connsiteY6225" fmla="*/ 2453164 h 3505200"/>
              <a:gd name="connsiteX6226" fmla="*/ 1310164 w 3505200"/>
              <a:gd name="connsiteY6226" fmla="*/ 2438591 h 3505200"/>
              <a:gd name="connsiteX6227" fmla="*/ 1295591 w 3505200"/>
              <a:gd name="connsiteY6227" fmla="*/ 2424017 h 3505200"/>
              <a:gd name="connsiteX6228" fmla="*/ 1281017 w 3505200"/>
              <a:gd name="connsiteY6228" fmla="*/ 2438591 h 3505200"/>
              <a:gd name="connsiteX6229" fmla="*/ 1295591 w 3505200"/>
              <a:gd name="connsiteY6229" fmla="*/ 2453164 h 3505200"/>
              <a:gd name="connsiteX6230" fmla="*/ 1371791 w 3505200"/>
              <a:gd name="connsiteY6230" fmla="*/ 2453831 h 3505200"/>
              <a:gd name="connsiteX6231" fmla="*/ 1387031 w 3505200"/>
              <a:gd name="connsiteY6231" fmla="*/ 2438591 h 3505200"/>
              <a:gd name="connsiteX6232" fmla="*/ 1371791 w 3505200"/>
              <a:gd name="connsiteY6232" fmla="*/ 2423351 h 3505200"/>
              <a:gd name="connsiteX6233" fmla="*/ 1356551 w 3505200"/>
              <a:gd name="connsiteY6233" fmla="*/ 2438591 h 3505200"/>
              <a:gd name="connsiteX6234" fmla="*/ 1371791 w 3505200"/>
              <a:gd name="connsiteY6234" fmla="*/ 2453831 h 3505200"/>
              <a:gd name="connsiteX6235" fmla="*/ 1447991 w 3505200"/>
              <a:gd name="connsiteY6235" fmla="*/ 2454212 h 3505200"/>
              <a:gd name="connsiteX6236" fmla="*/ 1463612 w 3505200"/>
              <a:gd name="connsiteY6236" fmla="*/ 2438591 h 3505200"/>
              <a:gd name="connsiteX6237" fmla="*/ 1447991 w 3505200"/>
              <a:gd name="connsiteY6237" fmla="*/ 2422970 h 3505200"/>
              <a:gd name="connsiteX6238" fmla="*/ 1432370 w 3505200"/>
              <a:gd name="connsiteY6238" fmla="*/ 2438591 h 3505200"/>
              <a:gd name="connsiteX6239" fmla="*/ 1447991 w 3505200"/>
              <a:gd name="connsiteY6239" fmla="*/ 2454212 h 3505200"/>
              <a:gd name="connsiteX6240" fmla="*/ 1524191 w 3505200"/>
              <a:gd name="connsiteY6240" fmla="*/ 2454688 h 3505200"/>
              <a:gd name="connsiteX6241" fmla="*/ 1540288 w 3505200"/>
              <a:gd name="connsiteY6241" fmla="*/ 2438591 h 3505200"/>
              <a:gd name="connsiteX6242" fmla="*/ 1524191 w 3505200"/>
              <a:gd name="connsiteY6242" fmla="*/ 2422493 h 3505200"/>
              <a:gd name="connsiteX6243" fmla="*/ 1508093 w 3505200"/>
              <a:gd name="connsiteY6243" fmla="*/ 2438591 h 3505200"/>
              <a:gd name="connsiteX6244" fmla="*/ 1524191 w 3505200"/>
              <a:gd name="connsiteY6244" fmla="*/ 2454688 h 3505200"/>
              <a:gd name="connsiteX6245" fmla="*/ 1600391 w 3505200"/>
              <a:gd name="connsiteY6245" fmla="*/ 2455069 h 3505200"/>
              <a:gd name="connsiteX6246" fmla="*/ 1616869 w 3505200"/>
              <a:gd name="connsiteY6246" fmla="*/ 2438591 h 3505200"/>
              <a:gd name="connsiteX6247" fmla="*/ 1600391 w 3505200"/>
              <a:gd name="connsiteY6247" fmla="*/ 2422112 h 3505200"/>
              <a:gd name="connsiteX6248" fmla="*/ 1583912 w 3505200"/>
              <a:gd name="connsiteY6248" fmla="*/ 2438591 h 3505200"/>
              <a:gd name="connsiteX6249" fmla="*/ 1600391 w 3505200"/>
              <a:gd name="connsiteY6249" fmla="*/ 2455069 h 3505200"/>
              <a:gd name="connsiteX6250" fmla="*/ 1676591 w 3505200"/>
              <a:gd name="connsiteY6250" fmla="*/ 2455259 h 3505200"/>
              <a:gd name="connsiteX6251" fmla="*/ 1693259 w 3505200"/>
              <a:gd name="connsiteY6251" fmla="*/ 2438591 h 3505200"/>
              <a:gd name="connsiteX6252" fmla="*/ 1676591 w 3505200"/>
              <a:gd name="connsiteY6252" fmla="*/ 2421922 h 3505200"/>
              <a:gd name="connsiteX6253" fmla="*/ 1659922 w 3505200"/>
              <a:gd name="connsiteY6253" fmla="*/ 2438591 h 3505200"/>
              <a:gd name="connsiteX6254" fmla="*/ 1676591 w 3505200"/>
              <a:gd name="connsiteY6254" fmla="*/ 2455259 h 3505200"/>
              <a:gd name="connsiteX6255" fmla="*/ 1752791 w 3505200"/>
              <a:gd name="connsiteY6255" fmla="*/ 2455259 h 3505200"/>
              <a:gd name="connsiteX6256" fmla="*/ 1769459 w 3505200"/>
              <a:gd name="connsiteY6256" fmla="*/ 2438591 h 3505200"/>
              <a:gd name="connsiteX6257" fmla="*/ 1752791 w 3505200"/>
              <a:gd name="connsiteY6257" fmla="*/ 2421922 h 3505200"/>
              <a:gd name="connsiteX6258" fmla="*/ 1736122 w 3505200"/>
              <a:gd name="connsiteY6258" fmla="*/ 2438591 h 3505200"/>
              <a:gd name="connsiteX6259" fmla="*/ 1752791 w 3505200"/>
              <a:gd name="connsiteY6259" fmla="*/ 2455259 h 3505200"/>
              <a:gd name="connsiteX6260" fmla="*/ 1828991 w 3505200"/>
              <a:gd name="connsiteY6260" fmla="*/ 2455259 h 3505200"/>
              <a:gd name="connsiteX6261" fmla="*/ 1845659 w 3505200"/>
              <a:gd name="connsiteY6261" fmla="*/ 2438591 h 3505200"/>
              <a:gd name="connsiteX6262" fmla="*/ 1828991 w 3505200"/>
              <a:gd name="connsiteY6262" fmla="*/ 2421922 h 3505200"/>
              <a:gd name="connsiteX6263" fmla="*/ 1812322 w 3505200"/>
              <a:gd name="connsiteY6263" fmla="*/ 2438591 h 3505200"/>
              <a:gd name="connsiteX6264" fmla="*/ 1828991 w 3505200"/>
              <a:gd name="connsiteY6264" fmla="*/ 2455259 h 3505200"/>
              <a:gd name="connsiteX6265" fmla="*/ 1905191 w 3505200"/>
              <a:gd name="connsiteY6265" fmla="*/ 2455069 h 3505200"/>
              <a:gd name="connsiteX6266" fmla="*/ 1921669 w 3505200"/>
              <a:gd name="connsiteY6266" fmla="*/ 2438591 h 3505200"/>
              <a:gd name="connsiteX6267" fmla="*/ 1905191 w 3505200"/>
              <a:gd name="connsiteY6267" fmla="*/ 2422112 h 3505200"/>
              <a:gd name="connsiteX6268" fmla="*/ 1888712 w 3505200"/>
              <a:gd name="connsiteY6268" fmla="*/ 2438591 h 3505200"/>
              <a:gd name="connsiteX6269" fmla="*/ 1905191 w 3505200"/>
              <a:gd name="connsiteY6269" fmla="*/ 2455069 h 3505200"/>
              <a:gd name="connsiteX6270" fmla="*/ 1981391 w 3505200"/>
              <a:gd name="connsiteY6270" fmla="*/ 2454688 h 3505200"/>
              <a:gd name="connsiteX6271" fmla="*/ 1997488 w 3505200"/>
              <a:gd name="connsiteY6271" fmla="*/ 2438591 h 3505200"/>
              <a:gd name="connsiteX6272" fmla="*/ 1981391 w 3505200"/>
              <a:gd name="connsiteY6272" fmla="*/ 2422493 h 3505200"/>
              <a:gd name="connsiteX6273" fmla="*/ 1965293 w 3505200"/>
              <a:gd name="connsiteY6273" fmla="*/ 2438591 h 3505200"/>
              <a:gd name="connsiteX6274" fmla="*/ 1981391 w 3505200"/>
              <a:gd name="connsiteY6274" fmla="*/ 2454688 h 3505200"/>
              <a:gd name="connsiteX6275" fmla="*/ 2057591 w 3505200"/>
              <a:gd name="connsiteY6275" fmla="*/ 2454212 h 3505200"/>
              <a:gd name="connsiteX6276" fmla="*/ 2073212 w 3505200"/>
              <a:gd name="connsiteY6276" fmla="*/ 2438591 h 3505200"/>
              <a:gd name="connsiteX6277" fmla="*/ 2057591 w 3505200"/>
              <a:gd name="connsiteY6277" fmla="*/ 2422970 h 3505200"/>
              <a:gd name="connsiteX6278" fmla="*/ 2041970 w 3505200"/>
              <a:gd name="connsiteY6278" fmla="*/ 2438591 h 3505200"/>
              <a:gd name="connsiteX6279" fmla="*/ 2057591 w 3505200"/>
              <a:gd name="connsiteY6279" fmla="*/ 2454212 h 3505200"/>
              <a:gd name="connsiteX6280" fmla="*/ 2133791 w 3505200"/>
              <a:gd name="connsiteY6280" fmla="*/ 2453831 h 3505200"/>
              <a:gd name="connsiteX6281" fmla="*/ 2149031 w 3505200"/>
              <a:gd name="connsiteY6281" fmla="*/ 2438591 h 3505200"/>
              <a:gd name="connsiteX6282" fmla="*/ 2133791 w 3505200"/>
              <a:gd name="connsiteY6282" fmla="*/ 2423351 h 3505200"/>
              <a:gd name="connsiteX6283" fmla="*/ 2118551 w 3505200"/>
              <a:gd name="connsiteY6283" fmla="*/ 2438591 h 3505200"/>
              <a:gd name="connsiteX6284" fmla="*/ 2133791 w 3505200"/>
              <a:gd name="connsiteY6284" fmla="*/ 2453831 h 3505200"/>
              <a:gd name="connsiteX6285" fmla="*/ 2209991 w 3505200"/>
              <a:gd name="connsiteY6285" fmla="*/ 2453164 h 3505200"/>
              <a:gd name="connsiteX6286" fmla="*/ 2224564 w 3505200"/>
              <a:gd name="connsiteY6286" fmla="*/ 2438591 h 3505200"/>
              <a:gd name="connsiteX6287" fmla="*/ 2209991 w 3505200"/>
              <a:gd name="connsiteY6287" fmla="*/ 2424017 h 3505200"/>
              <a:gd name="connsiteX6288" fmla="*/ 2195417 w 3505200"/>
              <a:gd name="connsiteY6288" fmla="*/ 2438591 h 3505200"/>
              <a:gd name="connsiteX6289" fmla="*/ 2209991 w 3505200"/>
              <a:gd name="connsiteY6289" fmla="*/ 2453164 h 3505200"/>
              <a:gd name="connsiteX6290" fmla="*/ 2286191 w 3505200"/>
              <a:gd name="connsiteY6290" fmla="*/ 2452592 h 3505200"/>
              <a:gd name="connsiteX6291" fmla="*/ 2300097 w 3505200"/>
              <a:gd name="connsiteY6291" fmla="*/ 2438686 h 3505200"/>
              <a:gd name="connsiteX6292" fmla="*/ 2286191 w 3505200"/>
              <a:gd name="connsiteY6292" fmla="*/ 2424779 h 3505200"/>
              <a:gd name="connsiteX6293" fmla="*/ 2272284 w 3505200"/>
              <a:gd name="connsiteY6293" fmla="*/ 2438686 h 3505200"/>
              <a:gd name="connsiteX6294" fmla="*/ 2286191 w 3505200"/>
              <a:gd name="connsiteY6294" fmla="*/ 2452592 h 3505200"/>
              <a:gd name="connsiteX6295" fmla="*/ 2362391 w 3505200"/>
              <a:gd name="connsiteY6295" fmla="*/ 2451735 h 3505200"/>
              <a:gd name="connsiteX6296" fmla="*/ 2375535 w 3505200"/>
              <a:gd name="connsiteY6296" fmla="*/ 2438591 h 3505200"/>
              <a:gd name="connsiteX6297" fmla="*/ 2362391 w 3505200"/>
              <a:gd name="connsiteY6297" fmla="*/ 2425446 h 3505200"/>
              <a:gd name="connsiteX6298" fmla="*/ 2349246 w 3505200"/>
              <a:gd name="connsiteY6298" fmla="*/ 2438591 h 3505200"/>
              <a:gd name="connsiteX6299" fmla="*/ 2362391 w 3505200"/>
              <a:gd name="connsiteY6299" fmla="*/ 2451735 h 3505200"/>
              <a:gd name="connsiteX6300" fmla="*/ 2438591 w 3505200"/>
              <a:gd name="connsiteY6300" fmla="*/ 2450878 h 3505200"/>
              <a:gd name="connsiteX6301" fmla="*/ 2450878 w 3505200"/>
              <a:gd name="connsiteY6301" fmla="*/ 2438591 h 3505200"/>
              <a:gd name="connsiteX6302" fmla="*/ 2438591 w 3505200"/>
              <a:gd name="connsiteY6302" fmla="*/ 2426303 h 3505200"/>
              <a:gd name="connsiteX6303" fmla="*/ 2426303 w 3505200"/>
              <a:gd name="connsiteY6303" fmla="*/ 2438591 h 3505200"/>
              <a:gd name="connsiteX6304" fmla="*/ 2438591 w 3505200"/>
              <a:gd name="connsiteY6304" fmla="*/ 2450878 h 3505200"/>
              <a:gd name="connsiteX6305" fmla="*/ 2514791 w 3505200"/>
              <a:gd name="connsiteY6305" fmla="*/ 2450021 h 3505200"/>
              <a:gd name="connsiteX6306" fmla="*/ 2526221 w 3505200"/>
              <a:gd name="connsiteY6306" fmla="*/ 2438591 h 3505200"/>
              <a:gd name="connsiteX6307" fmla="*/ 2514791 w 3505200"/>
              <a:gd name="connsiteY6307" fmla="*/ 2427161 h 3505200"/>
              <a:gd name="connsiteX6308" fmla="*/ 2503361 w 3505200"/>
              <a:gd name="connsiteY6308" fmla="*/ 2438591 h 3505200"/>
              <a:gd name="connsiteX6309" fmla="*/ 2514791 w 3505200"/>
              <a:gd name="connsiteY6309" fmla="*/ 2450021 h 3505200"/>
              <a:gd name="connsiteX6310" fmla="*/ 2590991 w 3505200"/>
              <a:gd name="connsiteY6310" fmla="*/ 2449163 h 3505200"/>
              <a:gd name="connsiteX6311" fmla="*/ 2601563 w 3505200"/>
              <a:gd name="connsiteY6311" fmla="*/ 2438591 h 3505200"/>
              <a:gd name="connsiteX6312" fmla="*/ 2590991 w 3505200"/>
              <a:gd name="connsiteY6312" fmla="*/ 2428018 h 3505200"/>
              <a:gd name="connsiteX6313" fmla="*/ 2580418 w 3505200"/>
              <a:gd name="connsiteY6313" fmla="*/ 2438591 h 3505200"/>
              <a:gd name="connsiteX6314" fmla="*/ 2590991 w 3505200"/>
              <a:gd name="connsiteY6314" fmla="*/ 2449163 h 3505200"/>
              <a:gd name="connsiteX6315" fmla="*/ 2667191 w 3505200"/>
              <a:gd name="connsiteY6315" fmla="*/ 2448306 h 3505200"/>
              <a:gd name="connsiteX6316" fmla="*/ 2676906 w 3505200"/>
              <a:gd name="connsiteY6316" fmla="*/ 2438591 h 3505200"/>
              <a:gd name="connsiteX6317" fmla="*/ 2667191 w 3505200"/>
              <a:gd name="connsiteY6317" fmla="*/ 2428875 h 3505200"/>
              <a:gd name="connsiteX6318" fmla="*/ 2657475 w 3505200"/>
              <a:gd name="connsiteY6318" fmla="*/ 2438591 h 3505200"/>
              <a:gd name="connsiteX6319" fmla="*/ 2667191 w 3505200"/>
              <a:gd name="connsiteY6319" fmla="*/ 2448306 h 3505200"/>
              <a:gd name="connsiteX6320" fmla="*/ 2743391 w 3505200"/>
              <a:gd name="connsiteY6320" fmla="*/ 2447258 h 3505200"/>
              <a:gd name="connsiteX6321" fmla="*/ 2752058 w 3505200"/>
              <a:gd name="connsiteY6321" fmla="*/ 2438591 h 3505200"/>
              <a:gd name="connsiteX6322" fmla="*/ 2743391 w 3505200"/>
              <a:gd name="connsiteY6322" fmla="*/ 2429923 h 3505200"/>
              <a:gd name="connsiteX6323" fmla="*/ 2734723 w 3505200"/>
              <a:gd name="connsiteY6323" fmla="*/ 2438591 h 3505200"/>
              <a:gd name="connsiteX6324" fmla="*/ 2743391 w 3505200"/>
              <a:gd name="connsiteY6324" fmla="*/ 2447258 h 3505200"/>
              <a:gd name="connsiteX6325" fmla="*/ 2819591 w 3505200"/>
              <a:gd name="connsiteY6325" fmla="*/ 2446211 h 3505200"/>
              <a:gd name="connsiteX6326" fmla="*/ 2827211 w 3505200"/>
              <a:gd name="connsiteY6326" fmla="*/ 2438591 h 3505200"/>
              <a:gd name="connsiteX6327" fmla="*/ 2819591 w 3505200"/>
              <a:gd name="connsiteY6327" fmla="*/ 2430971 h 3505200"/>
              <a:gd name="connsiteX6328" fmla="*/ 2811971 w 3505200"/>
              <a:gd name="connsiteY6328" fmla="*/ 2438591 h 3505200"/>
              <a:gd name="connsiteX6329" fmla="*/ 2819591 w 3505200"/>
              <a:gd name="connsiteY6329" fmla="*/ 2446211 h 3505200"/>
              <a:gd name="connsiteX6330" fmla="*/ 2895791 w 3505200"/>
              <a:gd name="connsiteY6330" fmla="*/ 2445353 h 3505200"/>
              <a:gd name="connsiteX6331" fmla="*/ 2902553 w 3505200"/>
              <a:gd name="connsiteY6331" fmla="*/ 2438591 h 3505200"/>
              <a:gd name="connsiteX6332" fmla="*/ 2895791 w 3505200"/>
              <a:gd name="connsiteY6332" fmla="*/ 2431828 h 3505200"/>
              <a:gd name="connsiteX6333" fmla="*/ 2889028 w 3505200"/>
              <a:gd name="connsiteY6333" fmla="*/ 2438591 h 3505200"/>
              <a:gd name="connsiteX6334" fmla="*/ 2895791 w 3505200"/>
              <a:gd name="connsiteY6334" fmla="*/ 2445353 h 3505200"/>
              <a:gd name="connsiteX6335" fmla="*/ 2971991 w 3505200"/>
              <a:gd name="connsiteY6335" fmla="*/ 2444306 h 3505200"/>
              <a:gd name="connsiteX6336" fmla="*/ 2977706 w 3505200"/>
              <a:gd name="connsiteY6336" fmla="*/ 2438591 h 3505200"/>
              <a:gd name="connsiteX6337" fmla="*/ 2971991 w 3505200"/>
              <a:gd name="connsiteY6337" fmla="*/ 2432876 h 3505200"/>
              <a:gd name="connsiteX6338" fmla="*/ 2966276 w 3505200"/>
              <a:gd name="connsiteY6338" fmla="*/ 2438591 h 3505200"/>
              <a:gd name="connsiteX6339" fmla="*/ 2971991 w 3505200"/>
              <a:gd name="connsiteY6339" fmla="*/ 2444306 h 3505200"/>
              <a:gd name="connsiteX6340" fmla="*/ 3048191 w 3505200"/>
              <a:gd name="connsiteY6340" fmla="*/ 2443258 h 3505200"/>
              <a:gd name="connsiteX6341" fmla="*/ 3052858 w 3505200"/>
              <a:gd name="connsiteY6341" fmla="*/ 2438591 h 3505200"/>
              <a:gd name="connsiteX6342" fmla="*/ 3048191 w 3505200"/>
              <a:gd name="connsiteY6342" fmla="*/ 2433923 h 3505200"/>
              <a:gd name="connsiteX6343" fmla="*/ 3043523 w 3505200"/>
              <a:gd name="connsiteY6343" fmla="*/ 2438591 h 3505200"/>
              <a:gd name="connsiteX6344" fmla="*/ 3048191 w 3505200"/>
              <a:gd name="connsiteY6344" fmla="*/ 2443258 h 3505200"/>
              <a:gd name="connsiteX6345" fmla="*/ 3124391 w 3505200"/>
              <a:gd name="connsiteY6345" fmla="*/ 2442210 h 3505200"/>
              <a:gd name="connsiteX6346" fmla="*/ 3128010 w 3505200"/>
              <a:gd name="connsiteY6346" fmla="*/ 2438591 h 3505200"/>
              <a:gd name="connsiteX6347" fmla="*/ 3124391 w 3505200"/>
              <a:gd name="connsiteY6347" fmla="*/ 2434971 h 3505200"/>
              <a:gd name="connsiteX6348" fmla="*/ 3120771 w 3505200"/>
              <a:gd name="connsiteY6348" fmla="*/ 2438591 h 3505200"/>
              <a:gd name="connsiteX6349" fmla="*/ 3124391 w 3505200"/>
              <a:gd name="connsiteY6349" fmla="*/ 2442210 h 3505200"/>
              <a:gd name="connsiteX6350" fmla="*/ 3200591 w 3505200"/>
              <a:gd name="connsiteY6350" fmla="*/ 2441162 h 3505200"/>
              <a:gd name="connsiteX6351" fmla="*/ 3203162 w 3505200"/>
              <a:gd name="connsiteY6351" fmla="*/ 2438591 h 3505200"/>
              <a:gd name="connsiteX6352" fmla="*/ 3200591 w 3505200"/>
              <a:gd name="connsiteY6352" fmla="*/ 2436019 h 3505200"/>
              <a:gd name="connsiteX6353" fmla="*/ 3198019 w 3505200"/>
              <a:gd name="connsiteY6353" fmla="*/ 2438591 h 3505200"/>
              <a:gd name="connsiteX6354" fmla="*/ 3200591 w 3505200"/>
              <a:gd name="connsiteY6354" fmla="*/ 2441162 h 3505200"/>
              <a:gd name="connsiteX6355" fmla="*/ 3276791 w 3505200"/>
              <a:gd name="connsiteY6355" fmla="*/ 2440115 h 3505200"/>
              <a:gd name="connsiteX6356" fmla="*/ 3278315 w 3505200"/>
              <a:gd name="connsiteY6356" fmla="*/ 2438591 h 3505200"/>
              <a:gd name="connsiteX6357" fmla="*/ 3276791 w 3505200"/>
              <a:gd name="connsiteY6357" fmla="*/ 2437067 h 3505200"/>
              <a:gd name="connsiteX6358" fmla="*/ 3275266 w 3505200"/>
              <a:gd name="connsiteY6358" fmla="*/ 2438591 h 3505200"/>
              <a:gd name="connsiteX6359" fmla="*/ 3276791 w 3505200"/>
              <a:gd name="connsiteY6359" fmla="*/ 2440115 h 3505200"/>
              <a:gd name="connsiteX6360" fmla="*/ 3352991 w 3505200"/>
              <a:gd name="connsiteY6360" fmla="*/ 2439067 h 3505200"/>
              <a:gd name="connsiteX6361" fmla="*/ 3353372 w 3505200"/>
              <a:gd name="connsiteY6361" fmla="*/ 2438686 h 3505200"/>
              <a:gd name="connsiteX6362" fmla="*/ 3352991 w 3505200"/>
              <a:gd name="connsiteY6362" fmla="*/ 2438305 h 3505200"/>
              <a:gd name="connsiteX6363" fmla="*/ 3352610 w 3505200"/>
              <a:gd name="connsiteY6363" fmla="*/ 2438686 h 3505200"/>
              <a:gd name="connsiteX6364" fmla="*/ 3352991 w 3505200"/>
              <a:gd name="connsiteY6364" fmla="*/ 2439067 h 3505200"/>
              <a:gd name="connsiteX6365" fmla="*/ 228791 w 3505200"/>
              <a:gd name="connsiteY6365" fmla="*/ 2515648 h 3505200"/>
              <a:gd name="connsiteX6366" fmla="*/ 229648 w 3505200"/>
              <a:gd name="connsiteY6366" fmla="*/ 2514791 h 3505200"/>
              <a:gd name="connsiteX6367" fmla="*/ 228791 w 3505200"/>
              <a:gd name="connsiteY6367" fmla="*/ 2513933 h 3505200"/>
              <a:gd name="connsiteX6368" fmla="*/ 227933 w 3505200"/>
              <a:gd name="connsiteY6368" fmla="*/ 2514791 h 3505200"/>
              <a:gd name="connsiteX6369" fmla="*/ 228791 w 3505200"/>
              <a:gd name="connsiteY6369" fmla="*/ 2515648 h 3505200"/>
              <a:gd name="connsiteX6370" fmla="*/ 304991 w 3505200"/>
              <a:gd name="connsiteY6370" fmla="*/ 2516696 h 3505200"/>
              <a:gd name="connsiteX6371" fmla="*/ 306896 w 3505200"/>
              <a:gd name="connsiteY6371" fmla="*/ 2514791 h 3505200"/>
              <a:gd name="connsiteX6372" fmla="*/ 304991 w 3505200"/>
              <a:gd name="connsiteY6372" fmla="*/ 2512886 h 3505200"/>
              <a:gd name="connsiteX6373" fmla="*/ 303086 w 3505200"/>
              <a:gd name="connsiteY6373" fmla="*/ 2514791 h 3505200"/>
              <a:gd name="connsiteX6374" fmla="*/ 304991 w 3505200"/>
              <a:gd name="connsiteY6374" fmla="*/ 2516696 h 3505200"/>
              <a:gd name="connsiteX6375" fmla="*/ 381191 w 3505200"/>
              <a:gd name="connsiteY6375" fmla="*/ 2517743 h 3505200"/>
              <a:gd name="connsiteX6376" fmla="*/ 384143 w 3505200"/>
              <a:gd name="connsiteY6376" fmla="*/ 2514791 h 3505200"/>
              <a:gd name="connsiteX6377" fmla="*/ 381191 w 3505200"/>
              <a:gd name="connsiteY6377" fmla="*/ 2511838 h 3505200"/>
              <a:gd name="connsiteX6378" fmla="*/ 378238 w 3505200"/>
              <a:gd name="connsiteY6378" fmla="*/ 2514791 h 3505200"/>
              <a:gd name="connsiteX6379" fmla="*/ 381191 w 3505200"/>
              <a:gd name="connsiteY6379" fmla="*/ 2517743 h 3505200"/>
              <a:gd name="connsiteX6380" fmla="*/ 457391 w 3505200"/>
              <a:gd name="connsiteY6380" fmla="*/ 2518791 h 3505200"/>
              <a:gd name="connsiteX6381" fmla="*/ 461391 w 3505200"/>
              <a:gd name="connsiteY6381" fmla="*/ 2514791 h 3505200"/>
              <a:gd name="connsiteX6382" fmla="*/ 457391 w 3505200"/>
              <a:gd name="connsiteY6382" fmla="*/ 2510790 h 3505200"/>
              <a:gd name="connsiteX6383" fmla="*/ 453390 w 3505200"/>
              <a:gd name="connsiteY6383" fmla="*/ 2514791 h 3505200"/>
              <a:gd name="connsiteX6384" fmla="*/ 457391 w 3505200"/>
              <a:gd name="connsiteY6384" fmla="*/ 2518791 h 3505200"/>
              <a:gd name="connsiteX6385" fmla="*/ 533591 w 3505200"/>
              <a:gd name="connsiteY6385" fmla="*/ 2519839 h 3505200"/>
              <a:gd name="connsiteX6386" fmla="*/ 538639 w 3505200"/>
              <a:gd name="connsiteY6386" fmla="*/ 2514791 h 3505200"/>
              <a:gd name="connsiteX6387" fmla="*/ 533591 w 3505200"/>
              <a:gd name="connsiteY6387" fmla="*/ 2509742 h 3505200"/>
              <a:gd name="connsiteX6388" fmla="*/ 528542 w 3505200"/>
              <a:gd name="connsiteY6388" fmla="*/ 2514791 h 3505200"/>
              <a:gd name="connsiteX6389" fmla="*/ 533591 w 3505200"/>
              <a:gd name="connsiteY6389" fmla="*/ 2519839 h 3505200"/>
              <a:gd name="connsiteX6390" fmla="*/ 609790 w 3505200"/>
              <a:gd name="connsiteY6390" fmla="*/ 2520696 h 3505200"/>
              <a:gd name="connsiteX6391" fmla="*/ 615696 w 3505200"/>
              <a:gd name="connsiteY6391" fmla="*/ 2514791 h 3505200"/>
              <a:gd name="connsiteX6392" fmla="*/ 609790 w 3505200"/>
              <a:gd name="connsiteY6392" fmla="*/ 2508885 h 3505200"/>
              <a:gd name="connsiteX6393" fmla="*/ 603885 w 3505200"/>
              <a:gd name="connsiteY6393" fmla="*/ 2514791 h 3505200"/>
              <a:gd name="connsiteX6394" fmla="*/ 609790 w 3505200"/>
              <a:gd name="connsiteY6394" fmla="*/ 2520696 h 3505200"/>
              <a:gd name="connsiteX6395" fmla="*/ 685990 w 3505200"/>
              <a:gd name="connsiteY6395" fmla="*/ 2521744 h 3505200"/>
              <a:gd name="connsiteX6396" fmla="*/ 692944 w 3505200"/>
              <a:gd name="connsiteY6396" fmla="*/ 2514791 h 3505200"/>
              <a:gd name="connsiteX6397" fmla="*/ 685990 w 3505200"/>
              <a:gd name="connsiteY6397" fmla="*/ 2507837 h 3505200"/>
              <a:gd name="connsiteX6398" fmla="*/ 679037 w 3505200"/>
              <a:gd name="connsiteY6398" fmla="*/ 2514791 h 3505200"/>
              <a:gd name="connsiteX6399" fmla="*/ 685990 w 3505200"/>
              <a:gd name="connsiteY6399" fmla="*/ 2521744 h 3505200"/>
              <a:gd name="connsiteX6400" fmla="*/ 762190 w 3505200"/>
              <a:gd name="connsiteY6400" fmla="*/ 2522601 h 3505200"/>
              <a:gd name="connsiteX6401" fmla="*/ 770001 w 3505200"/>
              <a:gd name="connsiteY6401" fmla="*/ 2514791 h 3505200"/>
              <a:gd name="connsiteX6402" fmla="*/ 762190 w 3505200"/>
              <a:gd name="connsiteY6402" fmla="*/ 2506980 h 3505200"/>
              <a:gd name="connsiteX6403" fmla="*/ 754380 w 3505200"/>
              <a:gd name="connsiteY6403" fmla="*/ 2514791 h 3505200"/>
              <a:gd name="connsiteX6404" fmla="*/ 762190 w 3505200"/>
              <a:gd name="connsiteY6404" fmla="*/ 2522601 h 3505200"/>
              <a:gd name="connsiteX6405" fmla="*/ 838390 w 3505200"/>
              <a:gd name="connsiteY6405" fmla="*/ 2523649 h 3505200"/>
              <a:gd name="connsiteX6406" fmla="*/ 847249 w 3505200"/>
              <a:gd name="connsiteY6406" fmla="*/ 2514791 h 3505200"/>
              <a:gd name="connsiteX6407" fmla="*/ 838390 w 3505200"/>
              <a:gd name="connsiteY6407" fmla="*/ 2505932 h 3505200"/>
              <a:gd name="connsiteX6408" fmla="*/ 829532 w 3505200"/>
              <a:gd name="connsiteY6408" fmla="*/ 2514791 h 3505200"/>
              <a:gd name="connsiteX6409" fmla="*/ 838390 w 3505200"/>
              <a:gd name="connsiteY6409" fmla="*/ 2523649 h 3505200"/>
              <a:gd name="connsiteX6410" fmla="*/ 914590 w 3505200"/>
              <a:gd name="connsiteY6410" fmla="*/ 2524506 h 3505200"/>
              <a:gd name="connsiteX6411" fmla="*/ 924306 w 3505200"/>
              <a:gd name="connsiteY6411" fmla="*/ 2514791 h 3505200"/>
              <a:gd name="connsiteX6412" fmla="*/ 914590 w 3505200"/>
              <a:gd name="connsiteY6412" fmla="*/ 2505075 h 3505200"/>
              <a:gd name="connsiteX6413" fmla="*/ 904875 w 3505200"/>
              <a:gd name="connsiteY6413" fmla="*/ 2514791 h 3505200"/>
              <a:gd name="connsiteX6414" fmla="*/ 914590 w 3505200"/>
              <a:gd name="connsiteY6414" fmla="*/ 2524506 h 3505200"/>
              <a:gd name="connsiteX6415" fmla="*/ 990790 w 3505200"/>
              <a:gd name="connsiteY6415" fmla="*/ 2525363 h 3505200"/>
              <a:gd name="connsiteX6416" fmla="*/ 1001363 w 3505200"/>
              <a:gd name="connsiteY6416" fmla="*/ 2514791 h 3505200"/>
              <a:gd name="connsiteX6417" fmla="*/ 990790 w 3505200"/>
              <a:gd name="connsiteY6417" fmla="*/ 2504218 h 3505200"/>
              <a:gd name="connsiteX6418" fmla="*/ 980218 w 3505200"/>
              <a:gd name="connsiteY6418" fmla="*/ 2514791 h 3505200"/>
              <a:gd name="connsiteX6419" fmla="*/ 990790 w 3505200"/>
              <a:gd name="connsiteY6419" fmla="*/ 2525363 h 3505200"/>
              <a:gd name="connsiteX6420" fmla="*/ 1066991 w 3505200"/>
              <a:gd name="connsiteY6420" fmla="*/ 2526221 h 3505200"/>
              <a:gd name="connsiteX6421" fmla="*/ 1078421 w 3505200"/>
              <a:gd name="connsiteY6421" fmla="*/ 2514791 h 3505200"/>
              <a:gd name="connsiteX6422" fmla="*/ 1066991 w 3505200"/>
              <a:gd name="connsiteY6422" fmla="*/ 2503361 h 3505200"/>
              <a:gd name="connsiteX6423" fmla="*/ 1055561 w 3505200"/>
              <a:gd name="connsiteY6423" fmla="*/ 2514791 h 3505200"/>
              <a:gd name="connsiteX6424" fmla="*/ 1066991 w 3505200"/>
              <a:gd name="connsiteY6424" fmla="*/ 2526221 h 3505200"/>
              <a:gd name="connsiteX6425" fmla="*/ 1143191 w 3505200"/>
              <a:gd name="connsiteY6425" fmla="*/ 2527078 h 3505200"/>
              <a:gd name="connsiteX6426" fmla="*/ 1155478 w 3505200"/>
              <a:gd name="connsiteY6426" fmla="*/ 2514791 h 3505200"/>
              <a:gd name="connsiteX6427" fmla="*/ 1143191 w 3505200"/>
              <a:gd name="connsiteY6427" fmla="*/ 2502503 h 3505200"/>
              <a:gd name="connsiteX6428" fmla="*/ 1130903 w 3505200"/>
              <a:gd name="connsiteY6428" fmla="*/ 2514791 h 3505200"/>
              <a:gd name="connsiteX6429" fmla="*/ 1143191 w 3505200"/>
              <a:gd name="connsiteY6429" fmla="*/ 2527078 h 3505200"/>
              <a:gd name="connsiteX6430" fmla="*/ 1219391 w 3505200"/>
              <a:gd name="connsiteY6430" fmla="*/ 2527745 h 3505200"/>
              <a:gd name="connsiteX6431" fmla="*/ 1232249 w 3505200"/>
              <a:gd name="connsiteY6431" fmla="*/ 2514886 h 3505200"/>
              <a:gd name="connsiteX6432" fmla="*/ 1219391 w 3505200"/>
              <a:gd name="connsiteY6432" fmla="*/ 2502027 h 3505200"/>
              <a:gd name="connsiteX6433" fmla="*/ 1206532 w 3505200"/>
              <a:gd name="connsiteY6433" fmla="*/ 2514886 h 3505200"/>
              <a:gd name="connsiteX6434" fmla="*/ 1219391 w 3505200"/>
              <a:gd name="connsiteY6434" fmla="*/ 2527745 h 3505200"/>
              <a:gd name="connsiteX6435" fmla="*/ 1295591 w 3505200"/>
              <a:gd name="connsiteY6435" fmla="*/ 2528316 h 3505200"/>
              <a:gd name="connsiteX6436" fmla="*/ 1309116 w 3505200"/>
              <a:gd name="connsiteY6436" fmla="*/ 2514791 h 3505200"/>
              <a:gd name="connsiteX6437" fmla="*/ 1295591 w 3505200"/>
              <a:gd name="connsiteY6437" fmla="*/ 2501265 h 3505200"/>
              <a:gd name="connsiteX6438" fmla="*/ 1282065 w 3505200"/>
              <a:gd name="connsiteY6438" fmla="*/ 2514791 h 3505200"/>
              <a:gd name="connsiteX6439" fmla="*/ 1295591 w 3505200"/>
              <a:gd name="connsiteY6439" fmla="*/ 2528316 h 3505200"/>
              <a:gd name="connsiteX6440" fmla="*/ 1371791 w 3505200"/>
              <a:gd name="connsiteY6440" fmla="*/ 2528983 h 3505200"/>
              <a:gd name="connsiteX6441" fmla="*/ 1385983 w 3505200"/>
              <a:gd name="connsiteY6441" fmla="*/ 2514791 h 3505200"/>
              <a:gd name="connsiteX6442" fmla="*/ 1371791 w 3505200"/>
              <a:gd name="connsiteY6442" fmla="*/ 2500598 h 3505200"/>
              <a:gd name="connsiteX6443" fmla="*/ 1357598 w 3505200"/>
              <a:gd name="connsiteY6443" fmla="*/ 2514791 h 3505200"/>
              <a:gd name="connsiteX6444" fmla="*/ 1371791 w 3505200"/>
              <a:gd name="connsiteY6444" fmla="*/ 2528983 h 3505200"/>
              <a:gd name="connsiteX6445" fmla="*/ 1447991 w 3505200"/>
              <a:gd name="connsiteY6445" fmla="*/ 2529364 h 3505200"/>
              <a:gd name="connsiteX6446" fmla="*/ 1462564 w 3505200"/>
              <a:gd name="connsiteY6446" fmla="*/ 2514791 h 3505200"/>
              <a:gd name="connsiteX6447" fmla="*/ 1447991 w 3505200"/>
              <a:gd name="connsiteY6447" fmla="*/ 2500217 h 3505200"/>
              <a:gd name="connsiteX6448" fmla="*/ 1433417 w 3505200"/>
              <a:gd name="connsiteY6448" fmla="*/ 2514791 h 3505200"/>
              <a:gd name="connsiteX6449" fmla="*/ 1447991 w 3505200"/>
              <a:gd name="connsiteY6449" fmla="*/ 2529364 h 3505200"/>
              <a:gd name="connsiteX6450" fmla="*/ 1524191 w 3505200"/>
              <a:gd name="connsiteY6450" fmla="*/ 2529840 h 3505200"/>
              <a:gd name="connsiteX6451" fmla="*/ 1539145 w 3505200"/>
              <a:gd name="connsiteY6451" fmla="*/ 2514791 h 3505200"/>
              <a:gd name="connsiteX6452" fmla="*/ 1524191 w 3505200"/>
              <a:gd name="connsiteY6452" fmla="*/ 2499741 h 3505200"/>
              <a:gd name="connsiteX6453" fmla="*/ 1509141 w 3505200"/>
              <a:gd name="connsiteY6453" fmla="*/ 2514791 h 3505200"/>
              <a:gd name="connsiteX6454" fmla="*/ 1524191 w 3505200"/>
              <a:gd name="connsiteY6454" fmla="*/ 2529840 h 3505200"/>
              <a:gd name="connsiteX6455" fmla="*/ 1600391 w 3505200"/>
              <a:gd name="connsiteY6455" fmla="*/ 2530031 h 3505200"/>
              <a:gd name="connsiteX6456" fmla="*/ 1615631 w 3505200"/>
              <a:gd name="connsiteY6456" fmla="*/ 2514791 h 3505200"/>
              <a:gd name="connsiteX6457" fmla="*/ 1600391 w 3505200"/>
              <a:gd name="connsiteY6457" fmla="*/ 2499551 h 3505200"/>
              <a:gd name="connsiteX6458" fmla="*/ 1585151 w 3505200"/>
              <a:gd name="connsiteY6458" fmla="*/ 2514791 h 3505200"/>
              <a:gd name="connsiteX6459" fmla="*/ 1600391 w 3505200"/>
              <a:gd name="connsiteY6459" fmla="*/ 2530031 h 3505200"/>
              <a:gd name="connsiteX6460" fmla="*/ 1676591 w 3505200"/>
              <a:gd name="connsiteY6460" fmla="*/ 2530221 h 3505200"/>
              <a:gd name="connsiteX6461" fmla="*/ 1692021 w 3505200"/>
              <a:gd name="connsiteY6461" fmla="*/ 2514791 h 3505200"/>
              <a:gd name="connsiteX6462" fmla="*/ 1676591 w 3505200"/>
              <a:gd name="connsiteY6462" fmla="*/ 2499360 h 3505200"/>
              <a:gd name="connsiteX6463" fmla="*/ 1661160 w 3505200"/>
              <a:gd name="connsiteY6463" fmla="*/ 2514791 h 3505200"/>
              <a:gd name="connsiteX6464" fmla="*/ 1676591 w 3505200"/>
              <a:gd name="connsiteY6464" fmla="*/ 2530221 h 3505200"/>
              <a:gd name="connsiteX6465" fmla="*/ 1752791 w 3505200"/>
              <a:gd name="connsiteY6465" fmla="*/ 2530221 h 3505200"/>
              <a:gd name="connsiteX6466" fmla="*/ 1768221 w 3505200"/>
              <a:gd name="connsiteY6466" fmla="*/ 2514791 h 3505200"/>
              <a:gd name="connsiteX6467" fmla="*/ 1752791 w 3505200"/>
              <a:gd name="connsiteY6467" fmla="*/ 2499360 h 3505200"/>
              <a:gd name="connsiteX6468" fmla="*/ 1737360 w 3505200"/>
              <a:gd name="connsiteY6468" fmla="*/ 2514791 h 3505200"/>
              <a:gd name="connsiteX6469" fmla="*/ 1752791 w 3505200"/>
              <a:gd name="connsiteY6469" fmla="*/ 2530221 h 3505200"/>
              <a:gd name="connsiteX6470" fmla="*/ 1828991 w 3505200"/>
              <a:gd name="connsiteY6470" fmla="*/ 2530221 h 3505200"/>
              <a:gd name="connsiteX6471" fmla="*/ 1844421 w 3505200"/>
              <a:gd name="connsiteY6471" fmla="*/ 2514791 h 3505200"/>
              <a:gd name="connsiteX6472" fmla="*/ 1828991 w 3505200"/>
              <a:gd name="connsiteY6472" fmla="*/ 2499360 h 3505200"/>
              <a:gd name="connsiteX6473" fmla="*/ 1813560 w 3505200"/>
              <a:gd name="connsiteY6473" fmla="*/ 2514791 h 3505200"/>
              <a:gd name="connsiteX6474" fmla="*/ 1828991 w 3505200"/>
              <a:gd name="connsiteY6474" fmla="*/ 2530221 h 3505200"/>
              <a:gd name="connsiteX6475" fmla="*/ 1905191 w 3505200"/>
              <a:gd name="connsiteY6475" fmla="*/ 2530031 h 3505200"/>
              <a:gd name="connsiteX6476" fmla="*/ 1920431 w 3505200"/>
              <a:gd name="connsiteY6476" fmla="*/ 2514791 h 3505200"/>
              <a:gd name="connsiteX6477" fmla="*/ 1905191 w 3505200"/>
              <a:gd name="connsiteY6477" fmla="*/ 2499551 h 3505200"/>
              <a:gd name="connsiteX6478" fmla="*/ 1889951 w 3505200"/>
              <a:gd name="connsiteY6478" fmla="*/ 2514791 h 3505200"/>
              <a:gd name="connsiteX6479" fmla="*/ 1905191 w 3505200"/>
              <a:gd name="connsiteY6479" fmla="*/ 2530031 h 3505200"/>
              <a:gd name="connsiteX6480" fmla="*/ 1981391 w 3505200"/>
              <a:gd name="connsiteY6480" fmla="*/ 2529840 h 3505200"/>
              <a:gd name="connsiteX6481" fmla="*/ 1996345 w 3505200"/>
              <a:gd name="connsiteY6481" fmla="*/ 2514791 h 3505200"/>
              <a:gd name="connsiteX6482" fmla="*/ 1981391 w 3505200"/>
              <a:gd name="connsiteY6482" fmla="*/ 2499741 h 3505200"/>
              <a:gd name="connsiteX6483" fmla="*/ 1966341 w 3505200"/>
              <a:gd name="connsiteY6483" fmla="*/ 2514791 h 3505200"/>
              <a:gd name="connsiteX6484" fmla="*/ 1981391 w 3505200"/>
              <a:gd name="connsiteY6484" fmla="*/ 2529840 h 3505200"/>
              <a:gd name="connsiteX6485" fmla="*/ 2057591 w 3505200"/>
              <a:gd name="connsiteY6485" fmla="*/ 2529364 h 3505200"/>
              <a:gd name="connsiteX6486" fmla="*/ 2072164 w 3505200"/>
              <a:gd name="connsiteY6486" fmla="*/ 2514791 h 3505200"/>
              <a:gd name="connsiteX6487" fmla="*/ 2057591 w 3505200"/>
              <a:gd name="connsiteY6487" fmla="*/ 2500217 h 3505200"/>
              <a:gd name="connsiteX6488" fmla="*/ 2043017 w 3505200"/>
              <a:gd name="connsiteY6488" fmla="*/ 2514791 h 3505200"/>
              <a:gd name="connsiteX6489" fmla="*/ 2057591 w 3505200"/>
              <a:gd name="connsiteY6489" fmla="*/ 2529364 h 3505200"/>
              <a:gd name="connsiteX6490" fmla="*/ 2133791 w 3505200"/>
              <a:gd name="connsiteY6490" fmla="*/ 2528983 h 3505200"/>
              <a:gd name="connsiteX6491" fmla="*/ 2147983 w 3505200"/>
              <a:gd name="connsiteY6491" fmla="*/ 2514791 h 3505200"/>
              <a:gd name="connsiteX6492" fmla="*/ 2133791 w 3505200"/>
              <a:gd name="connsiteY6492" fmla="*/ 2500598 h 3505200"/>
              <a:gd name="connsiteX6493" fmla="*/ 2119598 w 3505200"/>
              <a:gd name="connsiteY6493" fmla="*/ 2514791 h 3505200"/>
              <a:gd name="connsiteX6494" fmla="*/ 2133791 w 3505200"/>
              <a:gd name="connsiteY6494" fmla="*/ 2528983 h 3505200"/>
              <a:gd name="connsiteX6495" fmla="*/ 2209991 w 3505200"/>
              <a:gd name="connsiteY6495" fmla="*/ 2528316 h 3505200"/>
              <a:gd name="connsiteX6496" fmla="*/ 2223516 w 3505200"/>
              <a:gd name="connsiteY6496" fmla="*/ 2514791 h 3505200"/>
              <a:gd name="connsiteX6497" fmla="*/ 2209991 w 3505200"/>
              <a:gd name="connsiteY6497" fmla="*/ 2501265 h 3505200"/>
              <a:gd name="connsiteX6498" fmla="*/ 2196465 w 3505200"/>
              <a:gd name="connsiteY6498" fmla="*/ 2514791 h 3505200"/>
              <a:gd name="connsiteX6499" fmla="*/ 2209991 w 3505200"/>
              <a:gd name="connsiteY6499" fmla="*/ 2528316 h 3505200"/>
              <a:gd name="connsiteX6500" fmla="*/ 2286191 w 3505200"/>
              <a:gd name="connsiteY6500" fmla="*/ 2527745 h 3505200"/>
              <a:gd name="connsiteX6501" fmla="*/ 2299049 w 3505200"/>
              <a:gd name="connsiteY6501" fmla="*/ 2514886 h 3505200"/>
              <a:gd name="connsiteX6502" fmla="*/ 2286191 w 3505200"/>
              <a:gd name="connsiteY6502" fmla="*/ 2502027 h 3505200"/>
              <a:gd name="connsiteX6503" fmla="*/ 2273332 w 3505200"/>
              <a:gd name="connsiteY6503" fmla="*/ 2514886 h 3505200"/>
              <a:gd name="connsiteX6504" fmla="*/ 2286191 w 3505200"/>
              <a:gd name="connsiteY6504" fmla="*/ 2527745 h 3505200"/>
              <a:gd name="connsiteX6505" fmla="*/ 2362391 w 3505200"/>
              <a:gd name="connsiteY6505" fmla="*/ 2527078 h 3505200"/>
              <a:gd name="connsiteX6506" fmla="*/ 2374678 w 3505200"/>
              <a:gd name="connsiteY6506" fmla="*/ 2514791 h 3505200"/>
              <a:gd name="connsiteX6507" fmla="*/ 2362391 w 3505200"/>
              <a:gd name="connsiteY6507" fmla="*/ 2502503 h 3505200"/>
              <a:gd name="connsiteX6508" fmla="*/ 2350103 w 3505200"/>
              <a:gd name="connsiteY6508" fmla="*/ 2514791 h 3505200"/>
              <a:gd name="connsiteX6509" fmla="*/ 2362391 w 3505200"/>
              <a:gd name="connsiteY6509" fmla="*/ 2527078 h 3505200"/>
              <a:gd name="connsiteX6510" fmla="*/ 2438591 w 3505200"/>
              <a:gd name="connsiteY6510" fmla="*/ 2526221 h 3505200"/>
              <a:gd name="connsiteX6511" fmla="*/ 2450021 w 3505200"/>
              <a:gd name="connsiteY6511" fmla="*/ 2514791 h 3505200"/>
              <a:gd name="connsiteX6512" fmla="*/ 2438591 w 3505200"/>
              <a:gd name="connsiteY6512" fmla="*/ 2503361 h 3505200"/>
              <a:gd name="connsiteX6513" fmla="*/ 2427161 w 3505200"/>
              <a:gd name="connsiteY6513" fmla="*/ 2514791 h 3505200"/>
              <a:gd name="connsiteX6514" fmla="*/ 2438591 w 3505200"/>
              <a:gd name="connsiteY6514" fmla="*/ 2526221 h 3505200"/>
              <a:gd name="connsiteX6515" fmla="*/ 2514791 w 3505200"/>
              <a:gd name="connsiteY6515" fmla="*/ 2525363 h 3505200"/>
              <a:gd name="connsiteX6516" fmla="*/ 2525363 w 3505200"/>
              <a:gd name="connsiteY6516" fmla="*/ 2514791 h 3505200"/>
              <a:gd name="connsiteX6517" fmla="*/ 2514791 w 3505200"/>
              <a:gd name="connsiteY6517" fmla="*/ 2504218 h 3505200"/>
              <a:gd name="connsiteX6518" fmla="*/ 2504218 w 3505200"/>
              <a:gd name="connsiteY6518" fmla="*/ 2514791 h 3505200"/>
              <a:gd name="connsiteX6519" fmla="*/ 2514791 w 3505200"/>
              <a:gd name="connsiteY6519" fmla="*/ 2525363 h 3505200"/>
              <a:gd name="connsiteX6520" fmla="*/ 2590991 w 3505200"/>
              <a:gd name="connsiteY6520" fmla="*/ 2524697 h 3505200"/>
              <a:gd name="connsiteX6521" fmla="*/ 2600897 w 3505200"/>
              <a:gd name="connsiteY6521" fmla="*/ 2514791 h 3505200"/>
              <a:gd name="connsiteX6522" fmla="*/ 2590991 w 3505200"/>
              <a:gd name="connsiteY6522" fmla="*/ 2504885 h 3505200"/>
              <a:gd name="connsiteX6523" fmla="*/ 2581085 w 3505200"/>
              <a:gd name="connsiteY6523" fmla="*/ 2514791 h 3505200"/>
              <a:gd name="connsiteX6524" fmla="*/ 2590991 w 3505200"/>
              <a:gd name="connsiteY6524" fmla="*/ 2524697 h 3505200"/>
              <a:gd name="connsiteX6525" fmla="*/ 2667191 w 3505200"/>
              <a:gd name="connsiteY6525" fmla="*/ 2523649 h 3505200"/>
              <a:gd name="connsiteX6526" fmla="*/ 2676049 w 3505200"/>
              <a:gd name="connsiteY6526" fmla="*/ 2514791 h 3505200"/>
              <a:gd name="connsiteX6527" fmla="*/ 2667191 w 3505200"/>
              <a:gd name="connsiteY6527" fmla="*/ 2505932 h 3505200"/>
              <a:gd name="connsiteX6528" fmla="*/ 2658332 w 3505200"/>
              <a:gd name="connsiteY6528" fmla="*/ 2514791 h 3505200"/>
              <a:gd name="connsiteX6529" fmla="*/ 2667191 w 3505200"/>
              <a:gd name="connsiteY6529" fmla="*/ 2523649 h 3505200"/>
              <a:gd name="connsiteX6530" fmla="*/ 2743391 w 3505200"/>
              <a:gd name="connsiteY6530" fmla="*/ 2522887 h 3505200"/>
              <a:gd name="connsiteX6531" fmla="*/ 2751391 w 3505200"/>
              <a:gd name="connsiteY6531" fmla="*/ 2514886 h 3505200"/>
              <a:gd name="connsiteX6532" fmla="*/ 2743391 w 3505200"/>
              <a:gd name="connsiteY6532" fmla="*/ 2506885 h 3505200"/>
              <a:gd name="connsiteX6533" fmla="*/ 2735390 w 3505200"/>
              <a:gd name="connsiteY6533" fmla="*/ 2514886 h 3505200"/>
              <a:gd name="connsiteX6534" fmla="*/ 2743391 w 3505200"/>
              <a:gd name="connsiteY6534" fmla="*/ 2522887 h 3505200"/>
              <a:gd name="connsiteX6535" fmla="*/ 2819591 w 3505200"/>
              <a:gd name="connsiteY6535" fmla="*/ 2521744 h 3505200"/>
              <a:gd name="connsiteX6536" fmla="*/ 2826544 w 3505200"/>
              <a:gd name="connsiteY6536" fmla="*/ 2514791 h 3505200"/>
              <a:gd name="connsiteX6537" fmla="*/ 2819591 w 3505200"/>
              <a:gd name="connsiteY6537" fmla="*/ 2507837 h 3505200"/>
              <a:gd name="connsiteX6538" fmla="*/ 2812637 w 3505200"/>
              <a:gd name="connsiteY6538" fmla="*/ 2514791 h 3505200"/>
              <a:gd name="connsiteX6539" fmla="*/ 2819591 w 3505200"/>
              <a:gd name="connsiteY6539" fmla="*/ 2521744 h 3505200"/>
              <a:gd name="connsiteX6540" fmla="*/ 2895791 w 3505200"/>
              <a:gd name="connsiteY6540" fmla="*/ 2520982 h 3505200"/>
              <a:gd name="connsiteX6541" fmla="*/ 2901887 w 3505200"/>
              <a:gd name="connsiteY6541" fmla="*/ 2514886 h 3505200"/>
              <a:gd name="connsiteX6542" fmla="*/ 2895791 w 3505200"/>
              <a:gd name="connsiteY6542" fmla="*/ 2508790 h 3505200"/>
              <a:gd name="connsiteX6543" fmla="*/ 2889695 w 3505200"/>
              <a:gd name="connsiteY6543" fmla="*/ 2514886 h 3505200"/>
              <a:gd name="connsiteX6544" fmla="*/ 2895791 w 3505200"/>
              <a:gd name="connsiteY6544" fmla="*/ 2520982 h 3505200"/>
              <a:gd name="connsiteX6545" fmla="*/ 2971991 w 3505200"/>
              <a:gd name="connsiteY6545" fmla="*/ 2519839 h 3505200"/>
              <a:gd name="connsiteX6546" fmla="*/ 2977039 w 3505200"/>
              <a:gd name="connsiteY6546" fmla="*/ 2514791 h 3505200"/>
              <a:gd name="connsiteX6547" fmla="*/ 2971991 w 3505200"/>
              <a:gd name="connsiteY6547" fmla="*/ 2509742 h 3505200"/>
              <a:gd name="connsiteX6548" fmla="*/ 2966942 w 3505200"/>
              <a:gd name="connsiteY6548" fmla="*/ 2514791 h 3505200"/>
              <a:gd name="connsiteX6549" fmla="*/ 2971991 w 3505200"/>
              <a:gd name="connsiteY6549" fmla="*/ 2519839 h 3505200"/>
              <a:gd name="connsiteX6550" fmla="*/ 3048191 w 3505200"/>
              <a:gd name="connsiteY6550" fmla="*/ 2518791 h 3505200"/>
              <a:gd name="connsiteX6551" fmla="*/ 3052191 w 3505200"/>
              <a:gd name="connsiteY6551" fmla="*/ 2514791 h 3505200"/>
              <a:gd name="connsiteX6552" fmla="*/ 3048191 w 3505200"/>
              <a:gd name="connsiteY6552" fmla="*/ 2510790 h 3505200"/>
              <a:gd name="connsiteX6553" fmla="*/ 3044190 w 3505200"/>
              <a:gd name="connsiteY6553" fmla="*/ 2514791 h 3505200"/>
              <a:gd name="connsiteX6554" fmla="*/ 3048191 w 3505200"/>
              <a:gd name="connsiteY6554" fmla="*/ 2518791 h 3505200"/>
              <a:gd name="connsiteX6555" fmla="*/ 3124391 w 3505200"/>
              <a:gd name="connsiteY6555" fmla="*/ 2517934 h 3505200"/>
              <a:gd name="connsiteX6556" fmla="*/ 3127534 w 3505200"/>
              <a:gd name="connsiteY6556" fmla="*/ 2514791 h 3505200"/>
              <a:gd name="connsiteX6557" fmla="*/ 3124391 w 3505200"/>
              <a:gd name="connsiteY6557" fmla="*/ 2511647 h 3505200"/>
              <a:gd name="connsiteX6558" fmla="*/ 3121247 w 3505200"/>
              <a:gd name="connsiteY6558" fmla="*/ 2514791 h 3505200"/>
              <a:gd name="connsiteX6559" fmla="*/ 3124391 w 3505200"/>
              <a:gd name="connsiteY6559" fmla="*/ 2517934 h 3505200"/>
              <a:gd name="connsiteX6560" fmla="*/ 3200591 w 3505200"/>
              <a:gd name="connsiteY6560" fmla="*/ 2516886 h 3505200"/>
              <a:gd name="connsiteX6561" fmla="*/ 3202686 w 3505200"/>
              <a:gd name="connsiteY6561" fmla="*/ 2514791 h 3505200"/>
              <a:gd name="connsiteX6562" fmla="*/ 3200591 w 3505200"/>
              <a:gd name="connsiteY6562" fmla="*/ 2512695 h 3505200"/>
              <a:gd name="connsiteX6563" fmla="*/ 3198495 w 3505200"/>
              <a:gd name="connsiteY6563" fmla="*/ 2514791 h 3505200"/>
              <a:gd name="connsiteX6564" fmla="*/ 3200591 w 3505200"/>
              <a:gd name="connsiteY6564" fmla="*/ 2516886 h 3505200"/>
              <a:gd name="connsiteX6565" fmla="*/ 3276791 w 3505200"/>
              <a:gd name="connsiteY6565" fmla="*/ 2515838 h 3505200"/>
              <a:gd name="connsiteX6566" fmla="*/ 3277838 w 3505200"/>
              <a:gd name="connsiteY6566" fmla="*/ 2514791 h 3505200"/>
              <a:gd name="connsiteX6567" fmla="*/ 3276791 w 3505200"/>
              <a:gd name="connsiteY6567" fmla="*/ 2513743 h 3505200"/>
              <a:gd name="connsiteX6568" fmla="*/ 3275743 w 3505200"/>
              <a:gd name="connsiteY6568" fmla="*/ 2514791 h 3505200"/>
              <a:gd name="connsiteX6569" fmla="*/ 3276791 w 3505200"/>
              <a:gd name="connsiteY6569" fmla="*/ 2515838 h 3505200"/>
              <a:gd name="connsiteX6570" fmla="*/ 3352991 w 3505200"/>
              <a:gd name="connsiteY6570" fmla="*/ 2514981 h 3505200"/>
              <a:gd name="connsiteX6571" fmla="*/ 3353181 w 3505200"/>
              <a:gd name="connsiteY6571" fmla="*/ 2514791 h 3505200"/>
              <a:gd name="connsiteX6572" fmla="*/ 3352991 w 3505200"/>
              <a:gd name="connsiteY6572" fmla="*/ 2514600 h 3505200"/>
              <a:gd name="connsiteX6573" fmla="*/ 3352800 w 3505200"/>
              <a:gd name="connsiteY6573" fmla="*/ 2514791 h 3505200"/>
              <a:gd name="connsiteX6574" fmla="*/ 3352991 w 3505200"/>
              <a:gd name="connsiteY6574" fmla="*/ 2514981 h 3505200"/>
              <a:gd name="connsiteX6575" fmla="*/ 228791 w 3505200"/>
              <a:gd name="connsiteY6575" fmla="*/ 2591467 h 3505200"/>
              <a:gd name="connsiteX6576" fmla="*/ 229172 w 3505200"/>
              <a:gd name="connsiteY6576" fmla="*/ 2591086 h 3505200"/>
              <a:gd name="connsiteX6577" fmla="*/ 228791 w 3505200"/>
              <a:gd name="connsiteY6577" fmla="*/ 2590705 h 3505200"/>
              <a:gd name="connsiteX6578" fmla="*/ 228410 w 3505200"/>
              <a:gd name="connsiteY6578" fmla="*/ 2591086 h 3505200"/>
              <a:gd name="connsiteX6579" fmla="*/ 228791 w 3505200"/>
              <a:gd name="connsiteY6579" fmla="*/ 2591467 h 3505200"/>
              <a:gd name="connsiteX6580" fmla="*/ 304991 w 3505200"/>
              <a:gd name="connsiteY6580" fmla="*/ 2592324 h 3505200"/>
              <a:gd name="connsiteX6581" fmla="*/ 306229 w 3505200"/>
              <a:gd name="connsiteY6581" fmla="*/ 2591086 h 3505200"/>
              <a:gd name="connsiteX6582" fmla="*/ 304991 w 3505200"/>
              <a:gd name="connsiteY6582" fmla="*/ 2589848 h 3505200"/>
              <a:gd name="connsiteX6583" fmla="*/ 303752 w 3505200"/>
              <a:gd name="connsiteY6583" fmla="*/ 2591086 h 3505200"/>
              <a:gd name="connsiteX6584" fmla="*/ 304991 w 3505200"/>
              <a:gd name="connsiteY6584" fmla="*/ 2592324 h 3505200"/>
              <a:gd name="connsiteX6585" fmla="*/ 381191 w 3505200"/>
              <a:gd name="connsiteY6585" fmla="*/ 2593372 h 3505200"/>
              <a:gd name="connsiteX6586" fmla="*/ 383476 w 3505200"/>
              <a:gd name="connsiteY6586" fmla="*/ 2591086 h 3505200"/>
              <a:gd name="connsiteX6587" fmla="*/ 381191 w 3505200"/>
              <a:gd name="connsiteY6587" fmla="*/ 2588800 h 3505200"/>
              <a:gd name="connsiteX6588" fmla="*/ 378905 w 3505200"/>
              <a:gd name="connsiteY6588" fmla="*/ 2591086 h 3505200"/>
              <a:gd name="connsiteX6589" fmla="*/ 381191 w 3505200"/>
              <a:gd name="connsiteY6589" fmla="*/ 2593372 h 3505200"/>
              <a:gd name="connsiteX6590" fmla="*/ 457391 w 3505200"/>
              <a:gd name="connsiteY6590" fmla="*/ 2594420 h 3505200"/>
              <a:gd name="connsiteX6591" fmla="*/ 460724 w 3505200"/>
              <a:gd name="connsiteY6591" fmla="*/ 2591086 h 3505200"/>
              <a:gd name="connsiteX6592" fmla="*/ 457391 w 3505200"/>
              <a:gd name="connsiteY6592" fmla="*/ 2587752 h 3505200"/>
              <a:gd name="connsiteX6593" fmla="*/ 453962 w 3505200"/>
              <a:gd name="connsiteY6593" fmla="*/ 2591086 h 3505200"/>
              <a:gd name="connsiteX6594" fmla="*/ 457391 w 3505200"/>
              <a:gd name="connsiteY6594" fmla="*/ 2594420 h 3505200"/>
              <a:gd name="connsiteX6595" fmla="*/ 533591 w 3505200"/>
              <a:gd name="connsiteY6595" fmla="*/ 2595467 h 3505200"/>
              <a:gd name="connsiteX6596" fmla="*/ 538067 w 3505200"/>
              <a:gd name="connsiteY6596" fmla="*/ 2590991 h 3505200"/>
              <a:gd name="connsiteX6597" fmla="*/ 533591 w 3505200"/>
              <a:gd name="connsiteY6597" fmla="*/ 2586514 h 3505200"/>
              <a:gd name="connsiteX6598" fmla="*/ 529114 w 3505200"/>
              <a:gd name="connsiteY6598" fmla="*/ 2590991 h 3505200"/>
              <a:gd name="connsiteX6599" fmla="*/ 533591 w 3505200"/>
              <a:gd name="connsiteY6599" fmla="*/ 2595467 h 3505200"/>
              <a:gd name="connsiteX6600" fmla="*/ 609790 w 3505200"/>
              <a:gd name="connsiteY6600" fmla="*/ 2596324 h 3505200"/>
              <a:gd name="connsiteX6601" fmla="*/ 615029 w 3505200"/>
              <a:gd name="connsiteY6601" fmla="*/ 2591086 h 3505200"/>
              <a:gd name="connsiteX6602" fmla="*/ 609790 w 3505200"/>
              <a:gd name="connsiteY6602" fmla="*/ 2585847 h 3505200"/>
              <a:gd name="connsiteX6603" fmla="*/ 604552 w 3505200"/>
              <a:gd name="connsiteY6603" fmla="*/ 2591086 h 3505200"/>
              <a:gd name="connsiteX6604" fmla="*/ 609790 w 3505200"/>
              <a:gd name="connsiteY6604" fmla="*/ 2596324 h 3505200"/>
              <a:gd name="connsiteX6605" fmla="*/ 685990 w 3505200"/>
              <a:gd name="connsiteY6605" fmla="*/ 2597182 h 3505200"/>
              <a:gd name="connsiteX6606" fmla="*/ 692087 w 3505200"/>
              <a:gd name="connsiteY6606" fmla="*/ 2591086 h 3505200"/>
              <a:gd name="connsiteX6607" fmla="*/ 685990 w 3505200"/>
              <a:gd name="connsiteY6607" fmla="*/ 2584990 h 3505200"/>
              <a:gd name="connsiteX6608" fmla="*/ 679895 w 3505200"/>
              <a:gd name="connsiteY6608" fmla="*/ 2591086 h 3505200"/>
              <a:gd name="connsiteX6609" fmla="*/ 685990 w 3505200"/>
              <a:gd name="connsiteY6609" fmla="*/ 2597182 h 3505200"/>
              <a:gd name="connsiteX6610" fmla="*/ 762190 w 3505200"/>
              <a:gd name="connsiteY6610" fmla="*/ 2598230 h 3505200"/>
              <a:gd name="connsiteX6611" fmla="*/ 769334 w 3505200"/>
              <a:gd name="connsiteY6611" fmla="*/ 2591086 h 3505200"/>
              <a:gd name="connsiteX6612" fmla="*/ 762190 w 3505200"/>
              <a:gd name="connsiteY6612" fmla="*/ 2583942 h 3505200"/>
              <a:gd name="connsiteX6613" fmla="*/ 755047 w 3505200"/>
              <a:gd name="connsiteY6613" fmla="*/ 2591086 h 3505200"/>
              <a:gd name="connsiteX6614" fmla="*/ 762190 w 3505200"/>
              <a:gd name="connsiteY6614" fmla="*/ 2598230 h 3505200"/>
              <a:gd name="connsiteX6615" fmla="*/ 838390 w 3505200"/>
              <a:gd name="connsiteY6615" fmla="*/ 2599087 h 3505200"/>
              <a:gd name="connsiteX6616" fmla="*/ 846392 w 3505200"/>
              <a:gd name="connsiteY6616" fmla="*/ 2591086 h 3505200"/>
              <a:gd name="connsiteX6617" fmla="*/ 838390 w 3505200"/>
              <a:gd name="connsiteY6617" fmla="*/ 2583085 h 3505200"/>
              <a:gd name="connsiteX6618" fmla="*/ 830390 w 3505200"/>
              <a:gd name="connsiteY6618" fmla="*/ 2591086 h 3505200"/>
              <a:gd name="connsiteX6619" fmla="*/ 838390 w 3505200"/>
              <a:gd name="connsiteY6619" fmla="*/ 2599087 h 3505200"/>
              <a:gd name="connsiteX6620" fmla="*/ 914590 w 3505200"/>
              <a:gd name="connsiteY6620" fmla="*/ 2599849 h 3505200"/>
              <a:gd name="connsiteX6621" fmla="*/ 923449 w 3505200"/>
              <a:gd name="connsiteY6621" fmla="*/ 2590991 h 3505200"/>
              <a:gd name="connsiteX6622" fmla="*/ 914590 w 3505200"/>
              <a:gd name="connsiteY6622" fmla="*/ 2582132 h 3505200"/>
              <a:gd name="connsiteX6623" fmla="*/ 905732 w 3505200"/>
              <a:gd name="connsiteY6623" fmla="*/ 2590991 h 3505200"/>
              <a:gd name="connsiteX6624" fmla="*/ 914590 w 3505200"/>
              <a:gd name="connsiteY6624" fmla="*/ 2599849 h 3505200"/>
              <a:gd name="connsiteX6625" fmla="*/ 990790 w 3505200"/>
              <a:gd name="connsiteY6625" fmla="*/ 2600706 h 3505200"/>
              <a:gd name="connsiteX6626" fmla="*/ 1000506 w 3505200"/>
              <a:gd name="connsiteY6626" fmla="*/ 2590991 h 3505200"/>
              <a:gd name="connsiteX6627" fmla="*/ 990790 w 3505200"/>
              <a:gd name="connsiteY6627" fmla="*/ 2581275 h 3505200"/>
              <a:gd name="connsiteX6628" fmla="*/ 981075 w 3505200"/>
              <a:gd name="connsiteY6628" fmla="*/ 2590991 h 3505200"/>
              <a:gd name="connsiteX6629" fmla="*/ 990790 w 3505200"/>
              <a:gd name="connsiteY6629" fmla="*/ 2600706 h 3505200"/>
              <a:gd name="connsiteX6630" fmla="*/ 1066991 w 3505200"/>
              <a:gd name="connsiteY6630" fmla="*/ 2601563 h 3505200"/>
              <a:gd name="connsiteX6631" fmla="*/ 1077563 w 3505200"/>
              <a:gd name="connsiteY6631" fmla="*/ 2590991 h 3505200"/>
              <a:gd name="connsiteX6632" fmla="*/ 1066991 w 3505200"/>
              <a:gd name="connsiteY6632" fmla="*/ 2580418 h 3505200"/>
              <a:gd name="connsiteX6633" fmla="*/ 1056418 w 3505200"/>
              <a:gd name="connsiteY6633" fmla="*/ 2590991 h 3505200"/>
              <a:gd name="connsiteX6634" fmla="*/ 1066991 w 3505200"/>
              <a:gd name="connsiteY6634" fmla="*/ 2601563 h 3505200"/>
              <a:gd name="connsiteX6635" fmla="*/ 1143191 w 3505200"/>
              <a:gd name="connsiteY6635" fmla="*/ 2602230 h 3505200"/>
              <a:gd name="connsiteX6636" fmla="*/ 1154430 w 3505200"/>
              <a:gd name="connsiteY6636" fmla="*/ 2590991 h 3505200"/>
              <a:gd name="connsiteX6637" fmla="*/ 1143191 w 3505200"/>
              <a:gd name="connsiteY6637" fmla="*/ 2579751 h 3505200"/>
              <a:gd name="connsiteX6638" fmla="*/ 1131951 w 3505200"/>
              <a:gd name="connsiteY6638" fmla="*/ 2590991 h 3505200"/>
              <a:gd name="connsiteX6639" fmla="*/ 1143191 w 3505200"/>
              <a:gd name="connsiteY6639" fmla="*/ 2602230 h 3505200"/>
              <a:gd name="connsiteX6640" fmla="*/ 1219391 w 3505200"/>
              <a:gd name="connsiteY6640" fmla="*/ 2602802 h 3505200"/>
              <a:gd name="connsiteX6641" fmla="*/ 1231202 w 3505200"/>
              <a:gd name="connsiteY6641" fmla="*/ 2590991 h 3505200"/>
              <a:gd name="connsiteX6642" fmla="*/ 1219391 w 3505200"/>
              <a:gd name="connsiteY6642" fmla="*/ 2579180 h 3505200"/>
              <a:gd name="connsiteX6643" fmla="*/ 1207580 w 3505200"/>
              <a:gd name="connsiteY6643" fmla="*/ 2590991 h 3505200"/>
              <a:gd name="connsiteX6644" fmla="*/ 1219391 w 3505200"/>
              <a:gd name="connsiteY6644" fmla="*/ 2602802 h 3505200"/>
              <a:gd name="connsiteX6645" fmla="*/ 1295591 w 3505200"/>
              <a:gd name="connsiteY6645" fmla="*/ 2603468 h 3505200"/>
              <a:gd name="connsiteX6646" fmla="*/ 1308068 w 3505200"/>
              <a:gd name="connsiteY6646" fmla="*/ 2590991 h 3505200"/>
              <a:gd name="connsiteX6647" fmla="*/ 1295591 w 3505200"/>
              <a:gd name="connsiteY6647" fmla="*/ 2578513 h 3505200"/>
              <a:gd name="connsiteX6648" fmla="*/ 1283113 w 3505200"/>
              <a:gd name="connsiteY6648" fmla="*/ 2590991 h 3505200"/>
              <a:gd name="connsiteX6649" fmla="*/ 1295591 w 3505200"/>
              <a:gd name="connsiteY6649" fmla="*/ 2603468 h 3505200"/>
              <a:gd name="connsiteX6650" fmla="*/ 1371791 w 3505200"/>
              <a:gd name="connsiteY6650" fmla="*/ 2604135 h 3505200"/>
              <a:gd name="connsiteX6651" fmla="*/ 1384935 w 3505200"/>
              <a:gd name="connsiteY6651" fmla="*/ 2590991 h 3505200"/>
              <a:gd name="connsiteX6652" fmla="*/ 1371791 w 3505200"/>
              <a:gd name="connsiteY6652" fmla="*/ 2577846 h 3505200"/>
              <a:gd name="connsiteX6653" fmla="*/ 1358646 w 3505200"/>
              <a:gd name="connsiteY6653" fmla="*/ 2590991 h 3505200"/>
              <a:gd name="connsiteX6654" fmla="*/ 1371791 w 3505200"/>
              <a:gd name="connsiteY6654" fmla="*/ 2604135 h 3505200"/>
              <a:gd name="connsiteX6655" fmla="*/ 1447991 w 3505200"/>
              <a:gd name="connsiteY6655" fmla="*/ 2604516 h 3505200"/>
              <a:gd name="connsiteX6656" fmla="*/ 1461516 w 3505200"/>
              <a:gd name="connsiteY6656" fmla="*/ 2590991 h 3505200"/>
              <a:gd name="connsiteX6657" fmla="*/ 1447991 w 3505200"/>
              <a:gd name="connsiteY6657" fmla="*/ 2577465 h 3505200"/>
              <a:gd name="connsiteX6658" fmla="*/ 1434465 w 3505200"/>
              <a:gd name="connsiteY6658" fmla="*/ 2590991 h 3505200"/>
              <a:gd name="connsiteX6659" fmla="*/ 1447991 w 3505200"/>
              <a:gd name="connsiteY6659" fmla="*/ 2604516 h 3505200"/>
              <a:gd name="connsiteX6660" fmla="*/ 1524191 w 3505200"/>
              <a:gd name="connsiteY6660" fmla="*/ 2604707 h 3505200"/>
              <a:gd name="connsiteX6661" fmla="*/ 1537907 w 3505200"/>
              <a:gd name="connsiteY6661" fmla="*/ 2590991 h 3505200"/>
              <a:gd name="connsiteX6662" fmla="*/ 1524191 w 3505200"/>
              <a:gd name="connsiteY6662" fmla="*/ 2577274 h 3505200"/>
              <a:gd name="connsiteX6663" fmla="*/ 1510475 w 3505200"/>
              <a:gd name="connsiteY6663" fmla="*/ 2590991 h 3505200"/>
              <a:gd name="connsiteX6664" fmla="*/ 1524191 w 3505200"/>
              <a:gd name="connsiteY6664" fmla="*/ 2604707 h 3505200"/>
              <a:gd name="connsiteX6665" fmla="*/ 1600391 w 3505200"/>
              <a:gd name="connsiteY6665" fmla="*/ 2605183 h 3505200"/>
              <a:gd name="connsiteX6666" fmla="*/ 1614583 w 3505200"/>
              <a:gd name="connsiteY6666" fmla="*/ 2590991 h 3505200"/>
              <a:gd name="connsiteX6667" fmla="*/ 1600391 w 3505200"/>
              <a:gd name="connsiteY6667" fmla="*/ 2576798 h 3505200"/>
              <a:gd name="connsiteX6668" fmla="*/ 1586198 w 3505200"/>
              <a:gd name="connsiteY6668" fmla="*/ 2590991 h 3505200"/>
              <a:gd name="connsiteX6669" fmla="*/ 1600391 w 3505200"/>
              <a:gd name="connsiteY6669" fmla="*/ 2605183 h 3505200"/>
              <a:gd name="connsiteX6670" fmla="*/ 1676591 w 3505200"/>
              <a:gd name="connsiteY6670" fmla="*/ 2605373 h 3505200"/>
              <a:gd name="connsiteX6671" fmla="*/ 1690973 w 3505200"/>
              <a:gd name="connsiteY6671" fmla="*/ 2590991 h 3505200"/>
              <a:gd name="connsiteX6672" fmla="*/ 1676591 w 3505200"/>
              <a:gd name="connsiteY6672" fmla="*/ 2576608 h 3505200"/>
              <a:gd name="connsiteX6673" fmla="*/ 1662208 w 3505200"/>
              <a:gd name="connsiteY6673" fmla="*/ 2590991 h 3505200"/>
              <a:gd name="connsiteX6674" fmla="*/ 1676591 w 3505200"/>
              <a:gd name="connsiteY6674" fmla="*/ 2605373 h 3505200"/>
              <a:gd name="connsiteX6675" fmla="*/ 1752791 w 3505200"/>
              <a:gd name="connsiteY6675" fmla="*/ 2605373 h 3505200"/>
              <a:gd name="connsiteX6676" fmla="*/ 1767173 w 3505200"/>
              <a:gd name="connsiteY6676" fmla="*/ 2590991 h 3505200"/>
              <a:gd name="connsiteX6677" fmla="*/ 1752791 w 3505200"/>
              <a:gd name="connsiteY6677" fmla="*/ 2576608 h 3505200"/>
              <a:gd name="connsiteX6678" fmla="*/ 1738408 w 3505200"/>
              <a:gd name="connsiteY6678" fmla="*/ 2590991 h 3505200"/>
              <a:gd name="connsiteX6679" fmla="*/ 1752791 w 3505200"/>
              <a:gd name="connsiteY6679" fmla="*/ 2605373 h 3505200"/>
              <a:gd name="connsiteX6680" fmla="*/ 1828991 w 3505200"/>
              <a:gd name="connsiteY6680" fmla="*/ 2605373 h 3505200"/>
              <a:gd name="connsiteX6681" fmla="*/ 1843373 w 3505200"/>
              <a:gd name="connsiteY6681" fmla="*/ 2590991 h 3505200"/>
              <a:gd name="connsiteX6682" fmla="*/ 1828991 w 3505200"/>
              <a:gd name="connsiteY6682" fmla="*/ 2576608 h 3505200"/>
              <a:gd name="connsiteX6683" fmla="*/ 1814608 w 3505200"/>
              <a:gd name="connsiteY6683" fmla="*/ 2590991 h 3505200"/>
              <a:gd name="connsiteX6684" fmla="*/ 1828991 w 3505200"/>
              <a:gd name="connsiteY6684" fmla="*/ 2605373 h 3505200"/>
              <a:gd name="connsiteX6685" fmla="*/ 1905191 w 3505200"/>
              <a:gd name="connsiteY6685" fmla="*/ 2605183 h 3505200"/>
              <a:gd name="connsiteX6686" fmla="*/ 1919383 w 3505200"/>
              <a:gd name="connsiteY6686" fmla="*/ 2590991 h 3505200"/>
              <a:gd name="connsiteX6687" fmla="*/ 1905191 w 3505200"/>
              <a:gd name="connsiteY6687" fmla="*/ 2576798 h 3505200"/>
              <a:gd name="connsiteX6688" fmla="*/ 1890998 w 3505200"/>
              <a:gd name="connsiteY6688" fmla="*/ 2590991 h 3505200"/>
              <a:gd name="connsiteX6689" fmla="*/ 1905191 w 3505200"/>
              <a:gd name="connsiteY6689" fmla="*/ 2605183 h 3505200"/>
              <a:gd name="connsiteX6690" fmla="*/ 1981391 w 3505200"/>
              <a:gd name="connsiteY6690" fmla="*/ 2604992 h 3505200"/>
              <a:gd name="connsiteX6691" fmla="*/ 1995297 w 3505200"/>
              <a:gd name="connsiteY6691" fmla="*/ 2591086 h 3505200"/>
              <a:gd name="connsiteX6692" fmla="*/ 1981391 w 3505200"/>
              <a:gd name="connsiteY6692" fmla="*/ 2577179 h 3505200"/>
              <a:gd name="connsiteX6693" fmla="*/ 1967484 w 3505200"/>
              <a:gd name="connsiteY6693" fmla="*/ 2591086 h 3505200"/>
              <a:gd name="connsiteX6694" fmla="*/ 1981391 w 3505200"/>
              <a:gd name="connsiteY6694" fmla="*/ 2604992 h 3505200"/>
              <a:gd name="connsiteX6695" fmla="*/ 2057591 w 3505200"/>
              <a:gd name="connsiteY6695" fmla="*/ 2604516 h 3505200"/>
              <a:gd name="connsiteX6696" fmla="*/ 2071116 w 3505200"/>
              <a:gd name="connsiteY6696" fmla="*/ 2590991 h 3505200"/>
              <a:gd name="connsiteX6697" fmla="*/ 2057591 w 3505200"/>
              <a:gd name="connsiteY6697" fmla="*/ 2577465 h 3505200"/>
              <a:gd name="connsiteX6698" fmla="*/ 2044065 w 3505200"/>
              <a:gd name="connsiteY6698" fmla="*/ 2590991 h 3505200"/>
              <a:gd name="connsiteX6699" fmla="*/ 2057591 w 3505200"/>
              <a:gd name="connsiteY6699" fmla="*/ 2604516 h 3505200"/>
              <a:gd name="connsiteX6700" fmla="*/ 2133791 w 3505200"/>
              <a:gd name="connsiteY6700" fmla="*/ 2604135 h 3505200"/>
              <a:gd name="connsiteX6701" fmla="*/ 2146935 w 3505200"/>
              <a:gd name="connsiteY6701" fmla="*/ 2590991 h 3505200"/>
              <a:gd name="connsiteX6702" fmla="*/ 2133791 w 3505200"/>
              <a:gd name="connsiteY6702" fmla="*/ 2577846 h 3505200"/>
              <a:gd name="connsiteX6703" fmla="*/ 2120646 w 3505200"/>
              <a:gd name="connsiteY6703" fmla="*/ 2590991 h 3505200"/>
              <a:gd name="connsiteX6704" fmla="*/ 2133791 w 3505200"/>
              <a:gd name="connsiteY6704" fmla="*/ 2604135 h 3505200"/>
              <a:gd name="connsiteX6705" fmla="*/ 2209991 w 3505200"/>
              <a:gd name="connsiteY6705" fmla="*/ 2603659 h 3505200"/>
              <a:gd name="connsiteX6706" fmla="*/ 2222659 w 3505200"/>
              <a:gd name="connsiteY6706" fmla="*/ 2590991 h 3505200"/>
              <a:gd name="connsiteX6707" fmla="*/ 2209991 w 3505200"/>
              <a:gd name="connsiteY6707" fmla="*/ 2578322 h 3505200"/>
              <a:gd name="connsiteX6708" fmla="*/ 2197322 w 3505200"/>
              <a:gd name="connsiteY6708" fmla="*/ 2590991 h 3505200"/>
              <a:gd name="connsiteX6709" fmla="*/ 2209991 w 3505200"/>
              <a:gd name="connsiteY6709" fmla="*/ 2603659 h 3505200"/>
              <a:gd name="connsiteX6710" fmla="*/ 2286191 w 3505200"/>
              <a:gd name="connsiteY6710" fmla="*/ 2603087 h 3505200"/>
              <a:gd name="connsiteX6711" fmla="*/ 2298192 w 3505200"/>
              <a:gd name="connsiteY6711" fmla="*/ 2591086 h 3505200"/>
              <a:gd name="connsiteX6712" fmla="*/ 2286191 w 3505200"/>
              <a:gd name="connsiteY6712" fmla="*/ 2579084 h 3505200"/>
              <a:gd name="connsiteX6713" fmla="*/ 2274189 w 3505200"/>
              <a:gd name="connsiteY6713" fmla="*/ 2591086 h 3505200"/>
              <a:gd name="connsiteX6714" fmla="*/ 2286191 w 3505200"/>
              <a:gd name="connsiteY6714" fmla="*/ 2603087 h 3505200"/>
              <a:gd name="connsiteX6715" fmla="*/ 2362391 w 3505200"/>
              <a:gd name="connsiteY6715" fmla="*/ 2602421 h 3505200"/>
              <a:gd name="connsiteX6716" fmla="*/ 2373821 w 3505200"/>
              <a:gd name="connsiteY6716" fmla="*/ 2590991 h 3505200"/>
              <a:gd name="connsiteX6717" fmla="*/ 2362391 w 3505200"/>
              <a:gd name="connsiteY6717" fmla="*/ 2579561 h 3505200"/>
              <a:gd name="connsiteX6718" fmla="*/ 2350961 w 3505200"/>
              <a:gd name="connsiteY6718" fmla="*/ 2590991 h 3505200"/>
              <a:gd name="connsiteX6719" fmla="*/ 2362391 w 3505200"/>
              <a:gd name="connsiteY6719" fmla="*/ 2602421 h 3505200"/>
              <a:gd name="connsiteX6720" fmla="*/ 2438591 w 3505200"/>
              <a:gd name="connsiteY6720" fmla="*/ 2601563 h 3505200"/>
              <a:gd name="connsiteX6721" fmla="*/ 2449163 w 3505200"/>
              <a:gd name="connsiteY6721" fmla="*/ 2590991 h 3505200"/>
              <a:gd name="connsiteX6722" fmla="*/ 2438591 w 3505200"/>
              <a:gd name="connsiteY6722" fmla="*/ 2580418 h 3505200"/>
              <a:gd name="connsiteX6723" fmla="*/ 2428018 w 3505200"/>
              <a:gd name="connsiteY6723" fmla="*/ 2590991 h 3505200"/>
              <a:gd name="connsiteX6724" fmla="*/ 2438591 w 3505200"/>
              <a:gd name="connsiteY6724" fmla="*/ 2601563 h 3505200"/>
              <a:gd name="connsiteX6725" fmla="*/ 2514791 w 3505200"/>
              <a:gd name="connsiteY6725" fmla="*/ 2600897 h 3505200"/>
              <a:gd name="connsiteX6726" fmla="*/ 2524697 w 3505200"/>
              <a:gd name="connsiteY6726" fmla="*/ 2590991 h 3505200"/>
              <a:gd name="connsiteX6727" fmla="*/ 2514791 w 3505200"/>
              <a:gd name="connsiteY6727" fmla="*/ 2581085 h 3505200"/>
              <a:gd name="connsiteX6728" fmla="*/ 2504885 w 3505200"/>
              <a:gd name="connsiteY6728" fmla="*/ 2590991 h 3505200"/>
              <a:gd name="connsiteX6729" fmla="*/ 2514791 w 3505200"/>
              <a:gd name="connsiteY6729" fmla="*/ 2600897 h 3505200"/>
              <a:gd name="connsiteX6730" fmla="*/ 2590991 w 3505200"/>
              <a:gd name="connsiteY6730" fmla="*/ 2600135 h 3505200"/>
              <a:gd name="connsiteX6731" fmla="*/ 2600039 w 3505200"/>
              <a:gd name="connsiteY6731" fmla="*/ 2591086 h 3505200"/>
              <a:gd name="connsiteX6732" fmla="*/ 2590991 w 3505200"/>
              <a:gd name="connsiteY6732" fmla="*/ 2582037 h 3505200"/>
              <a:gd name="connsiteX6733" fmla="*/ 2581942 w 3505200"/>
              <a:gd name="connsiteY6733" fmla="*/ 2591086 h 3505200"/>
              <a:gd name="connsiteX6734" fmla="*/ 2590991 w 3505200"/>
              <a:gd name="connsiteY6734" fmla="*/ 2600135 h 3505200"/>
              <a:gd name="connsiteX6735" fmla="*/ 2667191 w 3505200"/>
              <a:gd name="connsiteY6735" fmla="*/ 2599087 h 3505200"/>
              <a:gd name="connsiteX6736" fmla="*/ 2675191 w 3505200"/>
              <a:gd name="connsiteY6736" fmla="*/ 2591086 h 3505200"/>
              <a:gd name="connsiteX6737" fmla="*/ 2667191 w 3505200"/>
              <a:gd name="connsiteY6737" fmla="*/ 2583085 h 3505200"/>
              <a:gd name="connsiteX6738" fmla="*/ 2659190 w 3505200"/>
              <a:gd name="connsiteY6738" fmla="*/ 2591086 h 3505200"/>
              <a:gd name="connsiteX6739" fmla="*/ 2667191 w 3505200"/>
              <a:gd name="connsiteY6739" fmla="*/ 2599087 h 3505200"/>
              <a:gd name="connsiteX6740" fmla="*/ 2743391 w 3505200"/>
              <a:gd name="connsiteY6740" fmla="*/ 2598230 h 3505200"/>
              <a:gd name="connsiteX6741" fmla="*/ 2750534 w 3505200"/>
              <a:gd name="connsiteY6741" fmla="*/ 2591086 h 3505200"/>
              <a:gd name="connsiteX6742" fmla="*/ 2743391 w 3505200"/>
              <a:gd name="connsiteY6742" fmla="*/ 2583942 h 3505200"/>
              <a:gd name="connsiteX6743" fmla="*/ 2736247 w 3505200"/>
              <a:gd name="connsiteY6743" fmla="*/ 2591086 h 3505200"/>
              <a:gd name="connsiteX6744" fmla="*/ 2743391 w 3505200"/>
              <a:gd name="connsiteY6744" fmla="*/ 2598230 h 3505200"/>
              <a:gd name="connsiteX6745" fmla="*/ 2819591 w 3505200"/>
              <a:gd name="connsiteY6745" fmla="*/ 2597372 h 3505200"/>
              <a:gd name="connsiteX6746" fmla="*/ 2825972 w 3505200"/>
              <a:gd name="connsiteY6746" fmla="*/ 2590991 h 3505200"/>
              <a:gd name="connsiteX6747" fmla="*/ 2819591 w 3505200"/>
              <a:gd name="connsiteY6747" fmla="*/ 2584609 h 3505200"/>
              <a:gd name="connsiteX6748" fmla="*/ 2813209 w 3505200"/>
              <a:gd name="connsiteY6748" fmla="*/ 2590991 h 3505200"/>
              <a:gd name="connsiteX6749" fmla="*/ 2819591 w 3505200"/>
              <a:gd name="connsiteY6749" fmla="*/ 2597372 h 3505200"/>
              <a:gd name="connsiteX6750" fmla="*/ 2895791 w 3505200"/>
              <a:gd name="connsiteY6750" fmla="*/ 2596324 h 3505200"/>
              <a:gd name="connsiteX6751" fmla="*/ 2901029 w 3505200"/>
              <a:gd name="connsiteY6751" fmla="*/ 2591086 h 3505200"/>
              <a:gd name="connsiteX6752" fmla="*/ 2895791 w 3505200"/>
              <a:gd name="connsiteY6752" fmla="*/ 2585847 h 3505200"/>
              <a:gd name="connsiteX6753" fmla="*/ 2890552 w 3505200"/>
              <a:gd name="connsiteY6753" fmla="*/ 2591086 h 3505200"/>
              <a:gd name="connsiteX6754" fmla="*/ 2895791 w 3505200"/>
              <a:gd name="connsiteY6754" fmla="*/ 2596324 h 3505200"/>
              <a:gd name="connsiteX6755" fmla="*/ 2971991 w 3505200"/>
              <a:gd name="connsiteY6755" fmla="*/ 2595467 h 3505200"/>
              <a:gd name="connsiteX6756" fmla="*/ 2976467 w 3505200"/>
              <a:gd name="connsiteY6756" fmla="*/ 2590991 h 3505200"/>
              <a:gd name="connsiteX6757" fmla="*/ 2971991 w 3505200"/>
              <a:gd name="connsiteY6757" fmla="*/ 2586514 h 3505200"/>
              <a:gd name="connsiteX6758" fmla="*/ 2967514 w 3505200"/>
              <a:gd name="connsiteY6758" fmla="*/ 2590991 h 3505200"/>
              <a:gd name="connsiteX6759" fmla="*/ 2971991 w 3505200"/>
              <a:gd name="connsiteY6759" fmla="*/ 2595467 h 3505200"/>
              <a:gd name="connsiteX6760" fmla="*/ 3048191 w 3505200"/>
              <a:gd name="connsiteY6760" fmla="*/ 2594420 h 3505200"/>
              <a:gd name="connsiteX6761" fmla="*/ 3051524 w 3505200"/>
              <a:gd name="connsiteY6761" fmla="*/ 2591086 h 3505200"/>
              <a:gd name="connsiteX6762" fmla="*/ 3048191 w 3505200"/>
              <a:gd name="connsiteY6762" fmla="*/ 2587752 h 3505200"/>
              <a:gd name="connsiteX6763" fmla="*/ 3044857 w 3505200"/>
              <a:gd name="connsiteY6763" fmla="*/ 2591086 h 3505200"/>
              <a:gd name="connsiteX6764" fmla="*/ 3048191 w 3505200"/>
              <a:gd name="connsiteY6764" fmla="*/ 2594420 h 3505200"/>
              <a:gd name="connsiteX6765" fmla="*/ 3124391 w 3505200"/>
              <a:gd name="connsiteY6765" fmla="*/ 2593562 h 3505200"/>
              <a:gd name="connsiteX6766" fmla="*/ 3126962 w 3505200"/>
              <a:gd name="connsiteY6766" fmla="*/ 2590991 h 3505200"/>
              <a:gd name="connsiteX6767" fmla="*/ 3124391 w 3505200"/>
              <a:gd name="connsiteY6767" fmla="*/ 2588419 h 3505200"/>
              <a:gd name="connsiteX6768" fmla="*/ 3121819 w 3505200"/>
              <a:gd name="connsiteY6768" fmla="*/ 2590991 h 3505200"/>
              <a:gd name="connsiteX6769" fmla="*/ 3124391 w 3505200"/>
              <a:gd name="connsiteY6769" fmla="*/ 2593562 h 3505200"/>
              <a:gd name="connsiteX6770" fmla="*/ 3200591 w 3505200"/>
              <a:gd name="connsiteY6770" fmla="*/ 2592515 h 3505200"/>
              <a:gd name="connsiteX6771" fmla="*/ 3202115 w 3505200"/>
              <a:gd name="connsiteY6771" fmla="*/ 2590991 h 3505200"/>
              <a:gd name="connsiteX6772" fmla="*/ 3200591 w 3505200"/>
              <a:gd name="connsiteY6772" fmla="*/ 2589466 h 3505200"/>
              <a:gd name="connsiteX6773" fmla="*/ 3199066 w 3505200"/>
              <a:gd name="connsiteY6773" fmla="*/ 2590991 h 3505200"/>
              <a:gd name="connsiteX6774" fmla="*/ 3200591 w 3505200"/>
              <a:gd name="connsiteY6774" fmla="*/ 2592515 h 3505200"/>
              <a:gd name="connsiteX6775" fmla="*/ 3276791 w 3505200"/>
              <a:gd name="connsiteY6775" fmla="*/ 2591467 h 3505200"/>
              <a:gd name="connsiteX6776" fmla="*/ 3277172 w 3505200"/>
              <a:gd name="connsiteY6776" fmla="*/ 2591086 h 3505200"/>
              <a:gd name="connsiteX6777" fmla="*/ 3276791 w 3505200"/>
              <a:gd name="connsiteY6777" fmla="*/ 2590705 h 3505200"/>
              <a:gd name="connsiteX6778" fmla="*/ 3276410 w 3505200"/>
              <a:gd name="connsiteY6778" fmla="*/ 2591086 h 3505200"/>
              <a:gd name="connsiteX6779" fmla="*/ 3276791 w 3505200"/>
              <a:gd name="connsiteY6779" fmla="*/ 2591467 h 3505200"/>
              <a:gd name="connsiteX6780" fmla="*/ 304991 w 3505200"/>
              <a:gd name="connsiteY6780" fmla="*/ 2668048 h 3505200"/>
              <a:gd name="connsiteX6781" fmla="*/ 305848 w 3505200"/>
              <a:gd name="connsiteY6781" fmla="*/ 2667191 h 3505200"/>
              <a:gd name="connsiteX6782" fmla="*/ 304991 w 3505200"/>
              <a:gd name="connsiteY6782" fmla="*/ 2666333 h 3505200"/>
              <a:gd name="connsiteX6783" fmla="*/ 304133 w 3505200"/>
              <a:gd name="connsiteY6783" fmla="*/ 2667191 h 3505200"/>
              <a:gd name="connsiteX6784" fmla="*/ 304991 w 3505200"/>
              <a:gd name="connsiteY6784" fmla="*/ 2668048 h 3505200"/>
              <a:gd name="connsiteX6785" fmla="*/ 381191 w 3505200"/>
              <a:gd name="connsiteY6785" fmla="*/ 2668905 h 3505200"/>
              <a:gd name="connsiteX6786" fmla="*/ 382905 w 3505200"/>
              <a:gd name="connsiteY6786" fmla="*/ 2667191 h 3505200"/>
              <a:gd name="connsiteX6787" fmla="*/ 381191 w 3505200"/>
              <a:gd name="connsiteY6787" fmla="*/ 2665476 h 3505200"/>
              <a:gd name="connsiteX6788" fmla="*/ 379476 w 3505200"/>
              <a:gd name="connsiteY6788" fmla="*/ 2667191 h 3505200"/>
              <a:gd name="connsiteX6789" fmla="*/ 381191 w 3505200"/>
              <a:gd name="connsiteY6789" fmla="*/ 2668905 h 3505200"/>
              <a:gd name="connsiteX6790" fmla="*/ 457391 w 3505200"/>
              <a:gd name="connsiteY6790" fmla="*/ 2669953 h 3505200"/>
              <a:gd name="connsiteX6791" fmla="*/ 460153 w 3505200"/>
              <a:gd name="connsiteY6791" fmla="*/ 2667191 h 3505200"/>
              <a:gd name="connsiteX6792" fmla="*/ 457391 w 3505200"/>
              <a:gd name="connsiteY6792" fmla="*/ 2664428 h 3505200"/>
              <a:gd name="connsiteX6793" fmla="*/ 454628 w 3505200"/>
              <a:gd name="connsiteY6793" fmla="*/ 2667191 h 3505200"/>
              <a:gd name="connsiteX6794" fmla="*/ 457391 w 3505200"/>
              <a:gd name="connsiteY6794" fmla="*/ 2669953 h 3505200"/>
              <a:gd name="connsiteX6795" fmla="*/ 533591 w 3505200"/>
              <a:gd name="connsiteY6795" fmla="*/ 2670810 h 3505200"/>
              <a:gd name="connsiteX6796" fmla="*/ 537210 w 3505200"/>
              <a:gd name="connsiteY6796" fmla="*/ 2667191 h 3505200"/>
              <a:gd name="connsiteX6797" fmla="*/ 533591 w 3505200"/>
              <a:gd name="connsiteY6797" fmla="*/ 2663571 h 3505200"/>
              <a:gd name="connsiteX6798" fmla="*/ 529971 w 3505200"/>
              <a:gd name="connsiteY6798" fmla="*/ 2667191 h 3505200"/>
              <a:gd name="connsiteX6799" fmla="*/ 533591 w 3505200"/>
              <a:gd name="connsiteY6799" fmla="*/ 2670810 h 3505200"/>
              <a:gd name="connsiteX6800" fmla="*/ 609790 w 3505200"/>
              <a:gd name="connsiteY6800" fmla="*/ 2671858 h 3505200"/>
              <a:gd name="connsiteX6801" fmla="*/ 614458 w 3505200"/>
              <a:gd name="connsiteY6801" fmla="*/ 2667191 h 3505200"/>
              <a:gd name="connsiteX6802" fmla="*/ 609790 w 3505200"/>
              <a:gd name="connsiteY6802" fmla="*/ 2662523 h 3505200"/>
              <a:gd name="connsiteX6803" fmla="*/ 605123 w 3505200"/>
              <a:gd name="connsiteY6803" fmla="*/ 2667191 h 3505200"/>
              <a:gd name="connsiteX6804" fmla="*/ 609790 w 3505200"/>
              <a:gd name="connsiteY6804" fmla="*/ 2671858 h 3505200"/>
              <a:gd name="connsiteX6805" fmla="*/ 685990 w 3505200"/>
              <a:gd name="connsiteY6805" fmla="*/ 2672715 h 3505200"/>
              <a:gd name="connsiteX6806" fmla="*/ 691515 w 3505200"/>
              <a:gd name="connsiteY6806" fmla="*/ 2667191 h 3505200"/>
              <a:gd name="connsiteX6807" fmla="*/ 685990 w 3505200"/>
              <a:gd name="connsiteY6807" fmla="*/ 2661666 h 3505200"/>
              <a:gd name="connsiteX6808" fmla="*/ 680466 w 3505200"/>
              <a:gd name="connsiteY6808" fmla="*/ 2667191 h 3505200"/>
              <a:gd name="connsiteX6809" fmla="*/ 685990 w 3505200"/>
              <a:gd name="connsiteY6809" fmla="*/ 2672715 h 3505200"/>
              <a:gd name="connsiteX6810" fmla="*/ 762190 w 3505200"/>
              <a:gd name="connsiteY6810" fmla="*/ 2673572 h 3505200"/>
              <a:gd name="connsiteX6811" fmla="*/ 768572 w 3505200"/>
              <a:gd name="connsiteY6811" fmla="*/ 2667191 h 3505200"/>
              <a:gd name="connsiteX6812" fmla="*/ 762190 w 3505200"/>
              <a:gd name="connsiteY6812" fmla="*/ 2660809 h 3505200"/>
              <a:gd name="connsiteX6813" fmla="*/ 755809 w 3505200"/>
              <a:gd name="connsiteY6813" fmla="*/ 2667191 h 3505200"/>
              <a:gd name="connsiteX6814" fmla="*/ 762190 w 3505200"/>
              <a:gd name="connsiteY6814" fmla="*/ 2673572 h 3505200"/>
              <a:gd name="connsiteX6815" fmla="*/ 838390 w 3505200"/>
              <a:gd name="connsiteY6815" fmla="*/ 2674430 h 3505200"/>
              <a:gd name="connsiteX6816" fmla="*/ 845534 w 3505200"/>
              <a:gd name="connsiteY6816" fmla="*/ 2667286 h 3505200"/>
              <a:gd name="connsiteX6817" fmla="*/ 838390 w 3505200"/>
              <a:gd name="connsiteY6817" fmla="*/ 2660142 h 3505200"/>
              <a:gd name="connsiteX6818" fmla="*/ 831247 w 3505200"/>
              <a:gd name="connsiteY6818" fmla="*/ 2667286 h 3505200"/>
              <a:gd name="connsiteX6819" fmla="*/ 838390 w 3505200"/>
              <a:gd name="connsiteY6819" fmla="*/ 2674430 h 3505200"/>
              <a:gd name="connsiteX6820" fmla="*/ 914590 w 3505200"/>
              <a:gd name="connsiteY6820" fmla="*/ 2675287 h 3505200"/>
              <a:gd name="connsiteX6821" fmla="*/ 922592 w 3505200"/>
              <a:gd name="connsiteY6821" fmla="*/ 2667286 h 3505200"/>
              <a:gd name="connsiteX6822" fmla="*/ 914590 w 3505200"/>
              <a:gd name="connsiteY6822" fmla="*/ 2659285 h 3505200"/>
              <a:gd name="connsiteX6823" fmla="*/ 906590 w 3505200"/>
              <a:gd name="connsiteY6823" fmla="*/ 2667286 h 3505200"/>
              <a:gd name="connsiteX6824" fmla="*/ 914590 w 3505200"/>
              <a:gd name="connsiteY6824" fmla="*/ 2675287 h 3505200"/>
              <a:gd name="connsiteX6825" fmla="*/ 990790 w 3505200"/>
              <a:gd name="connsiteY6825" fmla="*/ 2676049 h 3505200"/>
              <a:gd name="connsiteX6826" fmla="*/ 999649 w 3505200"/>
              <a:gd name="connsiteY6826" fmla="*/ 2667191 h 3505200"/>
              <a:gd name="connsiteX6827" fmla="*/ 990790 w 3505200"/>
              <a:gd name="connsiteY6827" fmla="*/ 2658332 h 3505200"/>
              <a:gd name="connsiteX6828" fmla="*/ 981932 w 3505200"/>
              <a:gd name="connsiteY6828" fmla="*/ 2667191 h 3505200"/>
              <a:gd name="connsiteX6829" fmla="*/ 990790 w 3505200"/>
              <a:gd name="connsiteY6829" fmla="*/ 2676049 h 3505200"/>
              <a:gd name="connsiteX6830" fmla="*/ 1066991 w 3505200"/>
              <a:gd name="connsiteY6830" fmla="*/ 2676906 h 3505200"/>
              <a:gd name="connsiteX6831" fmla="*/ 1076706 w 3505200"/>
              <a:gd name="connsiteY6831" fmla="*/ 2667191 h 3505200"/>
              <a:gd name="connsiteX6832" fmla="*/ 1066991 w 3505200"/>
              <a:gd name="connsiteY6832" fmla="*/ 2657475 h 3505200"/>
              <a:gd name="connsiteX6833" fmla="*/ 1057275 w 3505200"/>
              <a:gd name="connsiteY6833" fmla="*/ 2667191 h 3505200"/>
              <a:gd name="connsiteX6834" fmla="*/ 1066991 w 3505200"/>
              <a:gd name="connsiteY6834" fmla="*/ 2676906 h 3505200"/>
              <a:gd name="connsiteX6835" fmla="*/ 1143191 w 3505200"/>
              <a:gd name="connsiteY6835" fmla="*/ 2677573 h 3505200"/>
              <a:gd name="connsiteX6836" fmla="*/ 1153573 w 3505200"/>
              <a:gd name="connsiteY6836" fmla="*/ 2667191 h 3505200"/>
              <a:gd name="connsiteX6837" fmla="*/ 1143191 w 3505200"/>
              <a:gd name="connsiteY6837" fmla="*/ 2656808 h 3505200"/>
              <a:gd name="connsiteX6838" fmla="*/ 1132808 w 3505200"/>
              <a:gd name="connsiteY6838" fmla="*/ 2667191 h 3505200"/>
              <a:gd name="connsiteX6839" fmla="*/ 1143191 w 3505200"/>
              <a:gd name="connsiteY6839" fmla="*/ 2677573 h 3505200"/>
              <a:gd name="connsiteX6840" fmla="*/ 1219391 w 3505200"/>
              <a:gd name="connsiteY6840" fmla="*/ 2678240 h 3505200"/>
              <a:gd name="connsiteX6841" fmla="*/ 1230344 w 3505200"/>
              <a:gd name="connsiteY6841" fmla="*/ 2667286 h 3505200"/>
              <a:gd name="connsiteX6842" fmla="*/ 1219391 w 3505200"/>
              <a:gd name="connsiteY6842" fmla="*/ 2656332 h 3505200"/>
              <a:gd name="connsiteX6843" fmla="*/ 1208437 w 3505200"/>
              <a:gd name="connsiteY6843" fmla="*/ 2667286 h 3505200"/>
              <a:gd name="connsiteX6844" fmla="*/ 1219391 w 3505200"/>
              <a:gd name="connsiteY6844" fmla="*/ 2678240 h 3505200"/>
              <a:gd name="connsiteX6845" fmla="*/ 1295591 w 3505200"/>
              <a:gd name="connsiteY6845" fmla="*/ 2678621 h 3505200"/>
              <a:gd name="connsiteX6846" fmla="*/ 1307021 w 3505200"/>
              <a:gd name="connsiteY6846" fmla="*/ 2667191 h 3505200"/>
              <a:gd name="connsiteX6847" fmla="*/ 1295591 w 3505200"/>
              <a:gd name="connsiteY6847" fmla="*/ 2655761 h 3505200"/>
              <a:gd name="connsiteX6848" fmla="*/ 1284161 w 3505200"/>
              <a:gd name="connsiteY6848" fmla="*/ 2667191 h 3505200"/>
              <a:gd name="connsiteX6849" fmla="*/ 1295591 w 3505200"/>
              <a:gd name="connsiteY6849" fmla="*/ 2678621 h 3505200"/>
              <a:gd name="connsiteX6850" fmla="*/ 1371791 w 3505200"/>
              <a:gd name="connsiteY6850" fmla="*/ 2679287 h 3505200"/>
              <a:gd name="connsiteX6851" fmla="*/ 1383792 w 3505200"/>
              <a:gd name="connsiteY6851" fmla="*/ 2667286 h 3505200"/>
              <a:gd name="connsiteX6852" fmla="*/ 1371791 w 3505200"/>
              <a:gd name="connsiteY6852" fmla="*/ 2655284 h 3505200"/>
              <a:gd name="connsiteX6853" fmla="*/ 1359789 w 3505200"/>
              <a:gd name="connsiteY6853" fmla="*/ 2667286 h 3505200"/>
              <a:gd name="connsiteX6854" fmla="*/ 1371791 w 3505200"/>
              <a:gd name="connsiteY6854" fmla="*/ 2679287 h 3505200"/>
              <a:gd name="connsiteX6855" fmla="*/ 1447991 w 3505200"/>
              <a:gd name="connsiteY6855" fmla="*/ 2679668 h 3505200"/>
              <a:gd name="connsiteX6856" fmla="*/ 1460468 w 3505200"/>
              <a:gd name="connsiteY6856" fmla="*/ 2667191 h 3505200"/>
              <a:gd name="connsiteX6857" fmla="*/ 1447991 w 3505200"/>
              <a:gd name="connsiteY6857" fmla="*/ 2654713 h 3505200"/>
              <a:gd name="connsiteX6858" fmla="*/ 1435513 w 3505200"/>
              <a:gd name="connsiteY6858" fmla="*/ 2667191 h 3505200"/>
              <a:gd name="connsiteX6859" fmla="*/ 1447991 w 3505200"/>
              <a:gd name="connsiteY6859" fmla="*/ 2679668 h 3505200"/>
              <a:gd name="connsiteX6860" fmla="*/ 1524191 w 3505200"/>
              <a:gd name="connsiteY6860" fmla="*/ 2679859 h 3505200"/>
              <a:gd name="connsiteX6861" fmla="*/ 1536859 w 3505200"/>
              <a:gd name="connsiteY6861" fmla="*/ 2667191 h 3505200"/>
              <a:gd name="connsiteX6862" fmla="*/ 1524191 w 3505200"/>
              <a:gd name="connsiteY6862" fmla="*/ 2654522 h 3505200"/>
              <a:gd name="connsiteX6863" fmla="*/ 1511522 w 3505200"/>
              <a:gd name="connsiteY6863" fmla="*/ 2667191 h 3505200"/>
              <a:gd name="connsiteX6864" fmla="*/ 1524191 w 3505200"/>
              <a:gd name="connsiteY6864" fmla="*/ 2679859 h 3505200"/>
              <a:gd name="connsiteX6865" fmla="*/ 1600391 w 3505200"/>
              <a:gd name="connsiteY6865" fmla="*/ 2680145 h 3505200"/>
              <a:gd name="connsiteX6866" fmla="*/ 1613249 w 3505200"/>
              <a:gd name="connsiteY6866" fmla="*/ 2667286 h 3505200"/>
              <a:gd name="connsiteX6867" fmla="*/ 1600391 w 3505200"/>
              <a:gd name="connsiteY6867" fmla="*/ 2654427 h 3505200"/>
              <a:gd name="connsiteX6868" fmla="*/ 1587532 w 3505200"/>
              <a:gd name="connsiteY6868" fmla="*/ 2667286 h 3505200"/>
              <a:gd name="connsiteX6869" fmla="*/ 1600391 w 3505200"/>
              <a:gd name="connsiteY6869" fmla="*/ 2680145 h 3505200"/>
              <a:gd name="connsiteX6870" fmla="*/ 1676591 w 3505200"/>
              <a:gd name="connsiteY6870" fmla="*/ 2680335 h 3505200"/>
              <a:gd name="connsiteX6871" fmla="*/ 1689735 w 3505200"/>
              <a:gd name="connsiteY6871" fmla="*/ 2667191 h 3505200"/>
              <a:gd name="connsiteX6872" fmla="*/ 1676591 w 3505200"/>
              <a:gd name="connsiteY6872" fmla="*/ 2654046 h 3505200"/>
              <a:gd name="connsiteX6873" fmla="*/ 1663446 w 3505200"/>
              <a:gd name="connsiteY6873" fmla="*/ 2667191 h 3505200"/>
              <a:gd name="connsiteX6874" fmla="*/ 1676591 w 3505200"/>
              <a:gd name="connsiteY6874" fmla="*/ 2680335 h 3505200"/>
              <a:gd name="connsiteX6875" fmla="*/ 1752791 w 3505200"/>
              <a:gd name="connsiteY6875" fmla="*/ 2680335 h 3505200"/>
              <a:gd name="connsiteX6876" fmla="*/ 1765935 w 3505200"/>
              <a:gd name="connsiteY6876" fmla="*/ 2667191 h 3505200"/>
              <a:gd name="connsiteX6877" fmla="*/ 1752791 w 3505200"/>
              <a:gd name="connsiteY6877" fmla="*/ 2654046 h 3505200"/>
              <a:gd name="connsiteX6878" fmla="*/ 1739646 w 3505200"/>
              <a:gd name="connsiteY6878" fmla="*/ 2667191 h 3505200"/>
              <a:gd name="connsiteX6879" fmla="*/ 1752791 w 3505200"/>
              <a:gd name="connsiteY6879" fmla="*/ 2680335 h 3505200"/>
              <a:gd name="connsiteX6880" fmla="*/ 1828991 w 3505200"/>
              <a:gd name="connsiteY6880" fmla="*/ 2680335 h 3505200"/>
              <a:gd name="connsiteX6881" fmla="*/ 1842135 w 3505200"/>
              <a:gd name="connsiteY6881" fmla="*/ 2667191 h 3505200"/>
              <a:gd name="connsiteX6882" fmla="*/ 1828991 w 3505200"/>
              <a:gd name="connsiteY6882" fmla="*/ 2654046 h 3505200"/>
              <a:gd name="connsiteX6883" fmla="*/ 1815846 w 3505200"/>
              <a:gd name="connsiteY6883" fmla="*/ 2667191 h 3505200"/>
              <a:gd name="connsiteX6884" fmla="*/ 1828991 w 3505200"/>
              <a:gd name="connsiteY6884" fmla="*/ 2680335 h 3505200"/>
              <a:gd name="connsiteX6885" fmla="*/ 1905191 w 3505200"/>
              <a:gd name="connsiteY6885" fmla="*/ 2680145 h 3505200"/>
              <a:gd name="connsiteX6886" fmla="*/ 1918049 w 3505200"/>
              <a:gd name="connsiteY6886" fmla="*/ 2667286 h 3505200"/>
              <a:gd name="connsiteX6887" fmla="*/ 1905191 w 3505200"/>
              <a:gd name="connsiteY6887" fmla="*/ 2654427 h 3505200"/>
              <a:gd name="connsiteX6888" fmla="*/ 1892332 w 3505200"/>
              <a:gd name="connsiteY6888" fmla="*/ 2667286 h 3505200"/>
              <a:gd name="connsiteX6889" fmla="*/ 1905191 w 3505200"/>
              <a:gd name="connsiteY6889" fmla="*/ 2680145 h 3505200"/>
              <a:gd name="connsiteX6890" fmla="*/ 1981391 w 3505200"/>
              <a:gd name="connsiteY6890" fmla="*/ 2679859 h 3505200"/>
              <a:gd name="connsiteX6891" fmla="*/ 1994059 w 3505200"/>
              <a:gd name="connsiteY6891" fmla="*/ 2667191 h 3505200"/>
              <a:gd name="connsiteX6892" fmla="*/ 1981391 w 3505200"/>
              <a:gd name="connsiteY6892" fmla="*/ 2654522 h 3505200"/>
              <a:gd name="connsiteX6893" fmla="*/ 1968722 w 3505200"/>
              <a:gd name="connsiteY6893" fmla="*/ 2667191 h 3505200"/>
              <a:gd name="connsiteX6894" fmla="*/ 1981391 w 3505200"/>
              <a:gd name="connsiteY6894" fmla="*/ 2679859 h 3505200"/>
              <a:gd name="connsiteX6895" fmla="*/ 2057591 w 3505200"/>
              <a:gd name="connsiteY6895" fmla="*/ 2679668 h 3505200"/>
              <a:gd name="connsiteX6896" fmla="*/ 2070068 w 3505200"/>
              <a:gd name="connsiteY6896" fmla="*/ 2667191 h 3505200"/>
              <a:gd name="connsiteX6897" fmla="*/ 2057591 w 3505200"/>
              <a:gd name="connsiteY6897" fmla="*/ 2654713 h 3505200"/>
              <a:gd name="connsiteX6898" fmla="*/ 2045113 w 3505200"/>
              <a:gd name="connsiteY6898" fmla="*/ 2667191 h 3505200"/>
              <a:gd name="connsiteX6899" fmla="*/ 2057591 w 3505200"/>
              <a:gd name="connsiteY6899" fmla="*/ 2679668 h 3505200"/>
              <a:gd name="connsiteX6900" fmla="*/ 2133791 w 3505200"/>
              <a:gd name="connsiteY6900" fmla="*/ 2679287 h 3505200"/>
              <a:gd name="connsiteX6901" fmla="*/ 2145792 w 3505200"/>
              <a:gd name="connsiteY6901" fmla="*/ 2667286 h 3505200"/>
              <a:gd name="connsiteX6902" fmla="*/ 2133791 w 3505200"/>
              <a:gd name="connsiteY6902" fmla="*/ 2655284 h 3505200"/>
              <a:gd name="connsiteX6903" fmla="*/ 2121789 w 3505200"/>
              <a:gd name="connsiteY6903" fmla="*/ 2667286 h 3505200"/>
              <a:gd name="connsiteX6904" fmla="*/ 2133791 w 3505200"/>
              <a:gd name="connsiteY6904" fmla="*/ 2679287 h 3505200"/>
              <a:gd name="connsiteX6905" fmla="*/ 2209991 w 3505200"/>
              <a:gd name="connsiteY6905" fmla="*/ 2678811 h 3505200"/>
              <a:gd name="connsiteX6906" fmla="*/ 2221611 w 3505200"/>
              <a:gd name="connsiteY6906" fmla="*/ 2667191 h 3505200"/>
              <a:gd name="connsiteX6907" fmla="*/ 2209991 w 3505200"/>
              <a:gd name="connsiteY6907" fmla="*/ 2655570 h 3505200"/>
              <a:gd name="connsiteX6908" fmla="*/ 2198370 w 3505200"/>
              <a:gd name="connsiteY6908" fmla="*/ 2667191 h 3505200"/>
              <a:gd name="connsiteX6909" fmla="*/ 2209991 w 3505200"/>
              <a:gd name="connsiteY6909" fmla="*/ 2678811 h 3505200"/>
              <a:gd name="connsiteX6910" fmla="*/ 2286191 w 3505200"/>
              <a:gd name="connsiteY6910" fmla="*/ 2678240 h 3505200"/>
              <a:gd name="connsiteX6911" fmla="*/ 2297144 w 3505200"/>
              <a:gd name="connsiteY6911" fmla="*/ 2667286 h 3505200"/>
              <a:gd name="connsiteX6912" fmla="*/ 2286191 w 3505200"/>
              <a:gd name="connsiteY6912" fmla="*/ 2656332 h 3505200"/>
              <a:gd name="connsiteX6913" fmla="*/ 2275237 w 3505200"/>
              <a:gd name="connsiteY6913" fmla="*/ 2667286 h 3505200"/>
              <a:gd name="connsiteX6914" fmla="*/ 2286191 w 3505200"/>
              <a:gd name="connsiteY6914" fmla="*/ 2678240 h 3505200"/>
              <a:gd name="connsiteX6915" fmla="*/ 2362391 w 3505200"/>
              <a:gd name="connsiteY6915" fmla="*/ 2677573 h 3505200"/>
              <a:gd name="connsiteX6916" fmla="*/ 2372773 w 3505200"/>
              <a:gd name="connsiteY6916" fmla="*/ 2667191 h 3505200"/>
              <a:gd name="connsiteX6917" fmla="*/ 2362391 w 3505200"/>
              <a:gd name="connsiteY6917" fmla="*/ 2656808 h 3505200"/>
              <a:gd name="connsiteX6918" fmla="*/ 2352008 w 3505200"/>
              <a:gd name="connsiteY6918" fmla="*/ 2667191 h 3505200"/>
              <a:gd name="connsiteX6919" fmla="*/ 2362391 w 3505200"/>
              <a:gd name="connsiteY6919" fmla="*/ 2677573 h 3505200"/>
              <a:gd name="connsiteX6920" fmla="*/ 2438591 w 3505200"/>
              <a:gd name="connsiteY6920" fmla="*/ 2676906 h 3505200"/>
              <a:gd name="connsiteX6921" fmla="*/ 2448306 w 3505200"/>
              <a:gd name="connsiteY6921" fmla="*/ 2667191 h 3505200"/>
              <a:gd name="connsiteX6922" fmla="*/ 2438591 w 3505200"/>
              <a:gd name="connsiteY6922" fmla="*/ 2657475 h 3505200"/>
              <a:gd name="connsiteX6923" fmla="*/ 2428875 w 3505200"/>
              <a:gd name="connsiteY6923" fmla="*/ 2667191 h 3505200"/>
              <a:gd name="connsiteX6924" fmla="*/ 2438591 w 3505200"/>
              <a:gd name="connsiteY6924" fmla="*/ 2676906 h 3505200"/>
              <a:gd name="connsiteX6925" fmla="*/ 2514791 w 3505200"/>
              <a:gd name="connsiteY6925" fmla="*/ 2676049 h 3505200"/>
              <a:gd name="connsiteX6926" fmla="*/ 2523649 w 3505200"/>
              <a:gd name="connsiteY6926" fmla="*/ 2667191 h 3505200"/>
              <a:gd name="connsiteX6927" fmla="*/ 2514791 w 3505200"/>
              <a:gd name="connsiteY6927" fmla="*/ 2658332 h 3505200"/>
              <a:gd name="connsiteX6928" fmla="*/ 2505932 w 3505200"/>
              <a:gd name="connsiteY6928" fmla="*/ 2667191 h 3505200"/>
              <a:gd name="connsiteX6929" fmla="*/ 2514791 w 3505200"/>
              <a:gd name="connsiteY6929" fmla="*/ 2676049 h 3505200"/>
              <a:gd name="connsiteX6930" fmla="*/ 2590991 w 3505200"/>
              <a:gd name="connsiteY6930" fmla="*/ 2675287 h 3505200"/>
              <a:gd name="connsiteX6931" fmla="*/ 2598991 w 3505200"/>
              <a:gd name="connsiteY6931" fmla="*/ 2667286 h 3505200"/>
              <a:gd name="connsiteX6932" fmla="*/ 2590991 w 3505200"/>
              <a:gd name="connsiteY6932" fmla="*/ 2659285 h 3505200"/>
              <a:gd name="connsiteX6933" fmla="*/ 2582990 w 3505200"/>
              <a:gd name="connsiteY6933" fmla="*/ 2667286 h 3505200"/>
              <a:gd name="connsiteX6934" fmla="*/ 2590991 w 3505200"/>
              <a:gd name="connsiteY6934" fmla="*/ 2675287 h 3505200"/>
              <a:gd name="connsiteX6935" fmla="*/ 2667191 w 3505200"/>
              <a:gd name="connsiteY6935" fmla="*/ 2674430 h 3505200"/>
              <a:gd name="connsiteX6936" fmla="*/ 2674334 w 3505200"/>
              <a:gd name="connsiteY6936" fmla="*/ 2667286 h 3505200"/>
              <a:gd name="connsiteX6937" fmla="*/ 2667191 w 3505200"/>
              <a:gd name="connsiteY6937" fmla="*/ 2660142 h 3505200"/>
              <a:gd name="connsiteX6938" fmla="*/ 2660047 w 3505200"/>
              <a:gd name="connsiteY6938" fmla="*/ 2667286 h 3505200"/>
              <a:gd name="connsiteX6939" fmla="*/ 2667191 w 3505200"/>
              <a:gd name="connsiteY6939" fmla="*/ 2674430 h 3505200"/>
              <a:gd name="connsiteX6940" fmla="*/ 2743391 w 3505200"/>
              <a:gd name="connsiteY6940" fmla="*/ 2673572 h 3505200"/>
              <a:gd name="connsiteX6941" fmla="*/ 2749772 w 3505200"/>
              <a:gd name="connsiteY6941" fmla="*/ 2667191 h 3505200"/>
              <a:gd name="connsiteX6942" fmla="*/ 2743391 w 3505200"/>
              <a:gd name="connsiteY6942" fmla="*/ 2660809 h 3505200"/>
              <a:gd name="connsiteX6943" fmla="*/ 2737009 w 3505200"/>
              <a:gd name="connsiteY6943" fmla="*/ 2667191 h 3505200"/>
              <a:gd name="connsiteX6944" fmla="*/ 2743391 w 3505200"/>
              <a:gd name="connsiteY6944" fmla="*/ 2673572 h 3505200"/>
              <a:gd name="connsiteX6945" fmla="*/ 2819591 w 3505200"/>
              <a:gd name="connsiteY6945" fmla="*/ 2672715 h 3505200"/>
              <a:gd name="connsiteX6946" fmla="*/ 2825115 w 3505200"/>
              <a:gd name="connsiteY6946" fmla="*/ 2667191 h 3505200"/>
              <a:gd name="connsiteX6947" fmla="*/ 2819591 w 3505200"/>
              <a:gd name="connsiteY6947" fmla="*/ 2661666 h 3505200"/>
              <a:gd name="connsiteX6948" fmla="*/ 2814066 w 3505200"/>
              <a:gd name="connsiteY6948" fmla="*/ 2667191 h 3505200"/>
              <a:gd name="connsiteX6949" fmla="*/ 2819591 w 3505200"/>
              <a:gd name="connsiteY6949" fmla="*/ 2672715 h 3505200"/>
              <a:gd name="connsiteX6950" fmla="*/ 2895791 w 3505200"/>
              <a:gd name="connsiteY6950" fmla="*/ 2671858 h 3505200"/>
              <a:gd name="connsiteX6951" fmla="*/ 2900458 w 3505200"/>
              <a:gd name="connsiteY6951" fmla="*/ 2667191 h 3505200"/>
              <a:gd name="connsiteX6952" fmla="*/ 2895791 w 3505200"/>
              <a:gd name="connsiteY6952" fmla="*/ 2662523 h 3505200"/>
              <a:gd name="connsiteX6953" fmla="*/ 2891123 w 3505200"/>
              <a:gd name="connsiteY6953" fmla="*/ 2667191 h 3505200"/>
              <a:gd name="connsiteX6954" fmla="*/ 2895791 w 3505200"/>
              <a:gd name="connsiteY6954" fmla="*/ 2671858 h 3505200"/>
              <a:gd name="connsiteX6955" fmla="*/ 2971991 w 3505200"/>
              <a:gd name="connsiteY6955" fmla="*/ 2671001 h 3505200"/>
              <a:gd name="connsiteX6956" fmla="*/ 2975801 w 3505200"/>
              <a:gd name="connsiteY6956" fmla="*/ 2667191 h 3505200"/>
              <a:gd name="connsiteX6957" fmla="*/ 2971991 w 3505200"/>
              <a:gd name="connsiteY6957" fmla="*/ 2663381 h 3505200"/>
              <a:gd name="connsiteX6958" fmla="*/ 2968181 w 3505200"/>
              <a:gd name="connsiteY6958" fmla="*/ 2667191 h 3505200"/>
              <a:gd name="connsiteX6959" fmla="*/ 2971991 w 3505200"/>
              <a:gd name="connsiteY6959" fmla="*/ 2671001 h 3505200"/>
              <a:gd name="connsiteX6960" fmla="*/ 3048191 w 3505200"/>
              <a:gd name="connsiteY6960" fmla="*/ 2669953 h 3505200"/>
              <a:gd name="connsiteX6961" fmla="*/ 3050953 w 3505200"/>
              <a:gd name="connsiteY6961" fmla="*/ 2667191 h 3505200"/>
              <a:gd name="connsiteX6962" fmla="*/ 3048191 w 3505200"/>
              <a:gd name="connsiteY6962" fmla="*/ 2664428 h 3505200"/>
              <a:gd name="connsiteX6963" fmla="*/ 3045428 w 3505200"/>
              <a:gd name="connsiteY6963" fmla="*/ 2667191 h 3505200"/>
              <a:gd name="connsiteX6964" fmla="*/ 3048191 w 3505200"/>
              <a:gd name="connsiteY6964" fmla="*/ 2669953 h 3505200"/>
              <a:gd name="connsiteX6965" fmla="*/ 3124391 w 3505200"/>
              <a:gd name="connsiteY6965" fmla="*/ 2669096 h 3505200"/>
              <a:gd name="connsiteX6966" fmla="*/ 3126296 w 3505200"/>
              <a:gd name="connsiteY6966" fmla="*/ 2667191 h 3505200"/>
              <a:gd name="connsiteX6967" fmla="*/ 3124391 w 3505200"/>
              <a:gd name="connsiteY6967" fmla="*/ 2665286 h 3505200"/>
              <a:gd name="connsiteX6968" fmla="*/ 3122486 w 3505200"/>
              <a:gd name="connsiteY6968" fmla="*/ 2667191 h 3505200"/>
              <a:gd name="connsiteX6969" fmla="*/ 3124391 w 3505200"/>
              <a:gd name="connsiteY6969" fmla="*/ 2669096 h 3505200"/>
              <a:gd name="connsiteX6970" fmla="*/ 3200591 w 3505200"/>
              <a:gd name="connsiteY6970" fmla="*/ 2668048 h 3505200"/>
              <a:gd name="connsiteX6971" fmla="*/ 3201448 w 3505200"/>
              <a:gd name="connsiteY6971" fmla="*/ 2667191 h 3505200"/>
              <a:gd name="connsiteX6972" fmla="*/ 3200591 w 3505200"/>
              <a:gd name="connsiteY6972" fmla="*/ 2666333 h 3505200"/>
              <a:gd name="connsiteX6973" fmla="*/ 3199733 w 3505200"/>
              <a:gd name="connsiteY6973" fmla="*/ 2667191 h 3505200"/>
              <a:gd name="connsiteX6974" fmla="*/ 3200591 w 3505200"/>
              <a:gd name="connsiteY6974" fmla="*/ 2668048 h 3505200"/>
              <a:gd name="connsiteX6975" fmla="*/ 304991 w 3505200"/>
              <a:gd name="connsiteY6975" fmla="*/ 2743581 h 3505200"/>
              <a:gd name="connsiteX6976" fmla="*/ 305181 w 3505200"/>
              <a:gd name="connsiteY6976" fmla="*/ 2743391 h 3505200"/>
              <a:gd name="connsiteX6977" fmla="*/ 304991 w 3505200"/>
              <a:gd name="connsiteY6977" fmla="*/ 2743200 h 3505200"/>
              <a:gd name="connsiteX6978" fmla="*/ 304800 w 3505200"/>
              <a:gd name="connsiteY6978" fmla="*/ 2743391 h 3505200"/>
              <a:gd name="connsiteX6979" fmla="*/ 304991 w 3505200"/>
              <a:gd name="connsiteY6979" fmla="*/ 2743581 h 3505200"/>
              <a:gd name="connsiteX6980" fmla="*/ 381191 w 3505200"/>
              <a:gd name="connsiteY6980" fmla="*/ 2744438 h 3505200"/>
              <a:gd name="connsiteX6981" fmla="*/ 382238 w 3505200"/>
              <a:gd name="connsiteY6981" fmla="*/ 2743391 h 3505200"/>
              <a:gd name="connsiteX6982" fmla="*/ 381191 w 3505200"/>
              <a:gd name="connsiteY6982" fmla="*/ 2742343 h 3505200"/>
              <a:gd name="connsiteX6983" fmla="*/ 380143 w 3505200"/>
              <a:gd name="connsiteY6983" fmla="*/ 2743391 h 3505200"/>
              <a:gd name="connsiteX6984" fmla="*/ 381191 w 3505200"/>
              <a:gd name="connsiteY6984" fmla="*/ 2744438 h 3505200"/>
              <a:gd name="connsiteX6985" fmla="*/ 457391 w 3505200"/>
              <a:gd name="connsiteY6985" fmla="*/ 2745486 h 3505200"/>
              <a:gd name="connsiteX6986" fmla="*/ 459486 w 3505200"/>
              <a:gd name="connsiteY6986" fmla="*/ 2743391 h 3505200"/>
              <a:gd name="connsiteX6987" fmla="*/ 457391 w 3505200"/>
              <a:gd name="connsiteY6987" fmla="*/ 2741295 h 3505200"/>
              <a:gd name="connsiteX6988" fmla="*/ 455295 w 3505200"/>
              <a:gd name="connsiteY6988" fmla="*/ 2743391 h 3505200"/>
              <a:gd name="connsiteX6989" fmla="*/ 457391 w 3505200"/>
              <a:gd name="connsiteY6989" fmla="*/ 2745486 h 3505200"/>
              <a:gd name="connsiteX6990" fmla="*/ 533591 w 3505200"/>
              <a:gd name="connsiteY6990" fmla="*/ 2746343 h 3505200"/>
              <a:gd name="connsiteX6991" fmla="*/ 536543 w 3505200"/>
              <a:gd name="connsiteY6991" fmla="*/ 2743391 h 3505200"/>
              <a:gd name="connsiteX6992" fmla="*/ 533591 w 3505200"/>
              <a:gd name="connsiteY6992" fmla="*/ 2740438 h 3505200"/>
              <a:gd name="connsiteX6993" fmla="*/ 530638 w 3505200"/>
              <a:gd name="connsiteY6993" fmla="*/ 2743391 h 3505200"/>
              <a:gd name="connsiteX6994" fmla="*/ 533591 w 3505200"/>
              <a:gd name="connsiteY6994" fmla="*/ 2746343 h 3505200"/>
              <a:gd name="connsiteX6995" fmla="*/ 609790 w 3505200"/>
              <a:gd name="connsiteY6995" fmla="*/ 2747201 h 3505200"/>
              <a:gd name="connsiteX6996" fmla="*/ 613601 w 3505200"/>
              <a:gd name="connsiteY6996" fmla="*/ 2743391 h 3505200"/>
              <a:gd name="connsiteX6997" fmla="*/ 609790 w 3505200"/>
              <a:gd name="connsiteY6997" fmla="*/ 2739581 h 3505200"/>
              <a:gd name="connsiteX6998" fmla="*/ 605981 w 3505200"/>
              <a:gd name="connsiteY6998" fmla="*/ 2743391 h 3505200"/>
              <a:gd name="connsiteX6999" fmla="*/ 609790 w 3505200"/>
              <a:gd name="connsiteY6999" fmla="*/ 2747201 h 3505200"/>
              <a:gd name="connsiteX7000" fmla="*/ 685990 w 3505200"/>
              <a:gd name="connsiteY7000" fmla="*/ 2748058 h 3505200"/>
              <a:gd name="connsiteX7001" fmla="*/ 690658 w 3505200"/>
              <a:gd name="connsiteY7001" fmla="*/ 2743391 h 3505200"/>
              <a:gd name="connsiteX7002" fmla="*/ 685990 w 3505200"/>
              <a:gd name="connsiteY7002" fmla="*/ 2738723 h 3505200"/>
              <a:gd name="connsiteX7003" fmla="*/ 681323 w 3505200"/>
              <a:gd name="connsiteY7003" fmla="*/ 2743391 h 3505200"/>
              <a:gd name="connsiteX7004" fmla="*/ 685990 w 3505200"/>
              <a:gd name="connsiteY7004" fmla="*/ 2748058 h 3505200"/>
              <a:gd name="connsiteX7005" fmla="*/ 762190 w 3505200"/>
              <a:gd name="connsiteY7005" fmla="*/ 2748915 h 3505200"/>
              <a:gd name="connsiteX7006" fmla="*/ 767715 w 3505200"/>
              <a:gd name="connsiteY7006" fmla="*/ 2743391 h 3505200"/>
              <a:gd name="connsiteX7007" fmla="*/ 762190 w 3505200"/>
              <a:gd name="connsiteY7007" fmla="*/ 2737866 h 3505200"/>
              <a:gd name="connsiteX7008" fmla="*/ 756666 w 3505200"/>
              <a:gd name="connsiteY7008" fmla="*/ 2743391 h 3505200"/>
              <a:gd name="connsiteX7009" fmla="*/ 762190 w 3505200"/>
              <a:gd name="connsiteY7009" fmla="*/ 2748915 h 3505200"/>
              <a:gd name="connsiteX7010" fmla="*/ 838390 w 3505200"/>
              <a:gd name="connsiteY7010" fmla="*/ 2749772 h 3505200"/>
              <a:gd name="connsiteX7011" fmla="*/ 844772 w 3505200"/>
              <a:gd name="connsiteY7011" fmla="*/ 2743391 h 3505200"/>
              <a:gd name="connsiteX7012" fmla="*/ 838390 w 3505200"/>
              <a:gd name="connsiteY7012" fmla="*/ 2737009 h 3505200"/>
              <a:gd name="connsiteX7013" fmla="*/ 832009 w 3505200"/>
              <a:gd name="connsiteY7013" fmla="*/ 2743391 h 3505200"/>
              <a:gd name="connsiteX7014" fmla="*/ 838390 w 3505200"/>
              <a:gd name="connsiteY7014" fmla="*/ 2749772 h 3505200"/>
              <a:gd name="connsiteX7015" fmla="*/ 914590 w 3505200"/>
              <a:gd name="connsiteY7015" fmla="*/ 2750630 h 3505200"/>
              <a:gd name="connsiteX7016" fmla="*/ 921734 w 3505200"/>
              <a:gd name="connsiteY7016" fmla="*/ 2743486 h 3505200"/>
              <a:gd name="connsiteX7017" fmla="*/ 914590 w 3505200"/>
              <a:gd name="connsiteY7017" fmla="*/ 2736342 h 3505200"/>
              <a:gd name="connsiteX7018" fmla="*/ 907447 w 3505200"/>
              <a:gd name="connsiteY7018" fmla="*/ 2743486 h 3505200"/>
              <a:gd name="connsiteX7019" fmla="*/ 914590 w 3505200"/>
              <a:gd name="connsiteY7019" fmla="*/ 2750630 h 3505200"/>
              <a:gd name="connsiteX7020" fmla="*/ 990790 w 3505200"/>
              <a:gd name="connsiteY7020" fmla="*/ 2751201 h 3505200"/>
              <a:gd name="connsiteX7021" fmla="*/ 998601 w 3505200"/>
              <a:gd name="connsiteY7021" fmla="*/ 2743391 h 3505200"/>
              <a:gd name="connsiteX7022" fmla="*/ 990790 w 3505200"/>
              <a:gd name="connsiteY7022" fmla="*/ 2735580 h 3505200"/>
              <a:gd name="connsiteX7023" fmla="*/ 982980 w 3505200"/>
              <a:gd name="connsiteY7023" fmla="*/ 2743391 h 3505200"/>
              <a:gd name="connsiteX7024" fmla="*/ 990790 w 3505200"/>
              <a:gd name="connsiteY7024" fmla="*/ 2751201 h 3505200"/>
              <a:gd name="connsiteX7025" fmla="*/ 1066991 w 3505200"/>
              <a:gd name="connsiteY7025" fmla="*/ 2752058 h 3505200"/>
              <a:gd name="connsiteX7026" fmla="*/ 1075658 w 3505200"/>
              <a:gd name="connsiteY7026" fmla="*/ 2743391 h 3505200"/>
              <a:gd name="connsiteX7027" fmla="*/ 1066991 w 3505200"/>
              <a:gd name="connsiteY7027" fmla="*/ 2734723 h 3505200"/>
              <a:gd name="connsiteX7028" fmla="*/ 1058323 w 3505200"/>
              <a:gd name="connsiteY7028" fmla="*/ 2743391 h 3505200"/>
              <a:gd name="connsiteX7029" fmla="*/ 1066991 w 3505200"/>
              <a:gd name="connsiteY7029" fmla="*/ 2752058 h 3505200"/>
              <a:gd name="connsiteX7030" fmla="*/ 1143191 w 3505200"/>
              <a:gd name="connsiteY7030" fmla="*/ 2752725 h 3505200"/>
              <a:gd name="connsiteX7031" fmla="*/ 1152525 w 3505200"/>
              <a:gd name="connsiteY7031" fmla="*/ 2743391 h 3505200"/>
              <a:gd name="connsiteX7032" fmla="*/ 1143191 w 3505200"/>
              <a:gd name="connsiteY7032" fmla="*/ 2734056 h 3505200"/>
              <a:gd name="connsiteX7033" fmla="*/ 1133856 w 3505200"/>
              <a:gd name="connsiteY7033" fmla="*/ 2743391 h 3505200"/>
              <a:gd name="connsiteX7034" fmla="*/ 1143191 w 3505200"/>
              <a:gd name="connsiteY7034" fmla="*/ 2752725 h 3505200"/>
              <a:gd name="connsiteX7035" fmla="*/ 1219391 w 3505200"/>
              <a:gd name="connsiteY7035" fmla="*/ 2753297 h 3505200"/>
              <a:gd name="connsiteX7036" fmla="*/ 1229297 w 3505200"/>
              <a:gd name="connsiteY7036" fmla="*/ 2743391 h 3505200"/>
              <a:gd name="connsiteX7037" fmla="*/ 1219391 w 3505200"/>
              <a:gd name="connsiteY7037" fmla="*/ 2733485 h 3505200"/>
              <a:gd name="connsiteX7038" fmla="*/ 1209485 w 3505200"/>
              <a:gd name="connsiteY7038" fmla="*/ 2743391 h 3505200"/>
              <a:gd name="connsiteX7039" fmla="*/ 1219391 w 3505200"/>
              <a:gd name="connsiteY7039" fmla="*/ 2753297 h 3505200"/>
              <a:gd name="connsiteX7040" fmla="*/ 1295591 w 3505200"/>
              <a:gd name="connsiteY7040" fmla="*/ 2753773 h 3505200"/>
              <a:gd name="connsiteX7041" fmla="*/ 1305973 w 3505200"/>
              <a:gd name="connsiteY7041" fmla="*/ 2743391 h 3505200"/>
              <a:gd name="connsiteX7042" fmla="*/ 1295591 w 3505200"/>
              <a:gd name="connsiteY7042" fmla="*/ 2733008 h 3505200"/>
              <a:gd name="connsiteX7043" fmla="*/ 1285208 w 3505200"/>
              <a:gd name="connsiteY7043" fmla="*/ 2743391 h 3505200"/>
              <a:gd name="connsiteX7044" fmla="*/ 1295591 w 3505200"/>
              <a:gd name="connsiteY7044" fmla="*/ 2753773 h 3505200"/>
              <a:gd name="connsiteX7045" fmla="*/ 1371791 w 3505200"/>
              <a:gd name="connsiteY7045" fmla="*/ 2754440 h 3505200"/>
              <a:gd name="connsiteX7046" fmla="*/ 1382744 w 3505200"/>
              <a:gd name="connsiteY7046" fmla="*/ 2743486 h 3505200"/>
              <a:gd name="connsiteX7047" fmla="*/ 1371791 w 3505200"/>
              <a:gd name="connsiteY7047" fmla="*/ 2732532 h 3505200"/>
              <a:gd name="connsiteX7048" fmla="*/ 1360837 w 3505200"/>
              <a:gd name="connsiteY7048" fmla="*/ 2743486 h 3505200"/>
              <a:gd name="connsiteX7049" fmla="*/ 1371791 w 3505200"/>
              <a:gd name="connsiteY7049" fmla="*/ 2754440 h 3505200"/>
              <a:gd name="connsiteX7050" fmla="*/ 1447991 w 3505200"/>
              <a:gd name="connsiteY7050" fmla="*/ 2754630 h 3505200"/>
              <a:gd name="connsiteX7051" fmla="*/ 1459230 w 3505200"/>
              <a:gd name="connsiteY7051" fmla="*/ 2743391 h 3505200"/>
              <a:gd name="connsiteX7052" fmla="*/ 1447991 w 3505200"/>
              <a:gd name="connsiteY7052" fmla="*/ 2732151 h 3505200"/>
              <a:gd name="connsiteX7053" fmla="*/ 1436751 w 3505200"/>
              <a:gd name="connsiteY7053" fmla="*/ 2743391 h 3505200"/>
              <a:gd name="connsiteX7054" fmla="*/ 1447991 w 3505200"/>
              <a:gd name="connsiteY7054" fmla="*/ 2754630 h 3505200"/>
              <a:gd name="connsiteX7055" fmla="*/ 1524191 w 3505200"/>
              <a:gd name="connsiteY7055" fmla="*/ 2755011 h 3505200"/>
              <a:gd name="connsiteX7056" fmla="*/ 1535811 w 3505200"/>
              <a:gd name="connsiteY7056" fmla="*/ 2743391 h 3505200"/>
              <a:gd name="connsiteX7057" fmla="*/ 1524191 w 3505200"/>
              <a:gd name="connsiteY7057" fmla="*/ 2731770 h 3505200"/>
              <a:gd name="connsiteX7058" fmla="*/ 1512570 w 3505200"/>
              <a:gd name="connsiteY7058" fmla="*/ 2743391 h 3505200"/>
              <a:gd name="connsiteX7059" fmla="*/ 1524191 w 3505200"/>
              <a:gd name="connsiteY7059" fmla="*/ 2755011 h 3505200"/>
              <a:gd name="connsiteX7060" fmla="*/ 1600391 w 3505200"/>
              <a:gd name="connsiteY7060" fmla="*/ 2755202 h 3505200"/>
              <a:gd name="connsiteX7061" fmla="*/ 1612202 w 3505200"/>
              <a:gd name="connsiteY7061" fmla="*/ 2743391 h 3505200"/>
              <a:gd name="connsiteX7062" fmla="*/ 1600391 w 3505200"/>
              <a:gd name="connsiteY7062" fmla="*/ 2731580 h 3505200"/>
              <a:gd name="connsiteX7063" fmla="*/ 1588580 w 3505200"/>
              <a:gd name="connsiteY7063" fmla="*/ 2743391 h 3505200"/>
              <a:gd name="connsiteX7064" fmla="*/ 1600391 w 3505200"/>
              <a:gd name="connsiteY7064" fmla="*/ 2755202 h 3505200"/>
              <a:gd name="connsiteX7065" fmla="*/ 1676591 w 3505200"/>
              <a:gd name="connsiteY7065" fmla="*/ 2755487 h 3505200"/>
              <a:gd name="connsiteX7066" fmla="*/ 1688592 w 3505200"/>
              <a:gd name="connsiteY7066" fmla="*/ 2743486 h 3505200"/>
              <a:gd name="connsiteX7067" fmla="*/ 1676591 w 3505200"/>
              <a:gd name="connsiteY7067" fmla="*/ 2731484 h 3505200"/>
              <a:gd name="connsiteX7068" fmla="*/ 1664589 w 3505200"/>
              <a:gd name="connsiteY7068" fmla="*/ 2743486 h 3505200"/>
              <a:gd name="connsiteX7069" fmla="*/ 1676591 w 3505200"/>
              <a:gd name="connsiteY7069" fmla="*/ 2755487 h 3505200"/>
              <a:gd name="connsiteX7070" fmla="*/ 1752791 w 3505200"/>
              <a:gd name="connsiteY7070" fmla="*/ 2755487 h 3505200"/>
              <a:gd name="connsiteX7071" fmla="*/ 1764792 w 3505200"/>
              <a:gd name="connsiteY7071" fmla="*/ 2743486 h 3505200"/>
              <a:gd name="connsiteX7072" fmla="*/ 1752791 w 3505200"/>
              <a:gd name="connsiteY7072" fmla="*/ 2731484 h 3505200"/>
              <a:gd name="connsiteX7073" fmla="*/ 1740789 w 3505200"/>
              <a:gd name="connsiteY7073" fmla="*/ 2743486 h 3505200"/>
              <a:gd name="connsiteX7074" fmla="*/ 1752791 w 3505200"/>
              <a:gd name="connsiteY7074" fmla="*/ 2755487 h 3505200"/>
              <a:gd name="connsiteX7075" fmla="*/ 1828991 w 3505200"/>
              <a:gd name="connsiteY7075" fmla="*/ 2755487 h 3505200"/>
              <a:gd name="connsiteX7076" fmla="*/ 1840992 w 3505200"/>
              <a:gd name="connsiteY7076" fmla="*/ 2743486 h 3505200"/>
              <a:gd name="connsiteX7077" fmla="*/ 1828991 w 3505200"/>
              <a:gd name="connsiteY7077" fmla="*/ 2731484 h 3505200"/>
              <a:gd name="connsiteX7078" fmla="*/ 1816989 w 3505200"/>
              <a:gd name="connsiteY7078" fmla="*/ 2743486 h 3505200"/>
              <a:gd name="connsiteX7079" fmla="*/ 1828991 w 3505200"/>
              <a:gd name="connsiteY7079" fmla="*/ 2755487 h 3505200"/>
              <a:gd name="connsiteX7080" fmla="*/ 1905191 w 3505200"/>
              <a:gd name="connsiteY7080" fmla="*/ 2755202 h 3505200"/>
              <a:gd name="connsiteX7081" fmla="*/ 1917002 w 3505200"/>
              <a:gd name="connsiteY7081" fmla="*/ 2743391 h 3505200"/>
              <a:gd name="connsiteX7082" fmla="*/ 1905191 w 3505200"/>
              <a:gd name="connsiteY7082" fmla="*/ 2731580 h 3505200"/>
              <a:gd name="connsiteX7083" fmla="*/ 1893380 w 3505200"/>
              <a:gd name="connsiteY7083" fmla="*/ 2743391 h 3505200"/>
              <a:gd name="connsiteX7084" fmla="*/ 1905191 w 3505200"/>
              <a:gd name="connsiteY7084" fmla="*/ 2755202 h 3505200"/>
              <a:gd name="connsiteX7085" fmla="*/ 1981391 w 3505200"/>
              <a:gd name="connsiteY7085" fmla="*/ 2755011 h 3505200"/>
              <a:gd name="connsiteX7086" fmla="*/ 1993011 w 3505200"/>
              <a:gd name="connsiteY7086" fmla="*/ 2743391 h 3505200"/>
              <a:gd name="connsiteX7087" fmla="*/ 1981391 w 3505200"/>
              <a:gd name="connsiteY7087" fmla="*/ 2731770 h 3505200"/>
              <a:gd name="connsiteX7088" fmla="*/ 1969770 w 3505200"/>
              <a:gd name="connsiteY7088" fmla="*/ 2743391 h 3505200"/>
              <a:gd name="connsiteX7089" fmla="*/ 1981391 w 3505200"/>
              <a:gd name="connsiteY7089" fmla="*/ 2755011 h 3505200"/>
              <a:gd name="connsiteX7090" fmla="*/ 2057591 w 3505200"/>
              <a:gd name="connsiteY7090" fmla="*/ 2754630 h 3505200"/>
              <a:gd name="connsiteX7091" fmla="*/ 2068830 w 3505200"/>
              <a:gd name="connsiteY7091" fmla="*/ 2743391 h 3505200"/>
              <a:gd name="connsiteX7092" fmla="*/ 2057591 w 3505200"/>
              <a:gd name="connsiteY7092" fmla="*/ 2732151 h 3505200"/>
              <a:gd name="connsiteX7093" fmla="*/ 2046351 w 3505200"/>
              <a:gd name="connsiteY7093" fmla="*/ 2743391 h 3505200"/>
              <a:gd name="connsiteX7094" fmla="*/ 2057591 w 3505200"/>
              <a:gd name="connsiteY7094" fmla="*/ 2754630 h 3505200"/>
              <a:gd name="connsiteX7095" fmla="*/ 2133791 w 3505200"/>
              <a:gd name="connsiteY7095" fmla="*/ 2754440 h 3505200"/>
              <a:gd name="connsiteX7096" fmla="*/ 2144744 w 3505200"/>
              <a:gd name="connsiteY7096" fmla="*/ 2743486 h 3505200"/>
              <a:gd name="connsiteX7097" fmla="*/ 2133791 w 3505200"/>
              <a:gd name="connsiteY7097" fmla="*/ 2732532 h 3505200"/>
              <a:gd name="connsiteX7098" fmla="*/ 2122837 w 3505200"/>
              <a:gd name="connsiteY7098" fmla="*/ 2743486 h 3505200"/>
              <a:gd name="connsiteX7099" fmla="*/ 2133791 w 3505200"/>
              <a:gd name="connsiteY7099" fmla="*/ 2754440 h 3505200"/>
              <a:gd name="connsiteX7100" fmla="*/ 2209991 w 3505200"/>
              <a:gd name="connsiteY7100" fmla="*/ 2753963 h 3505200"/>
              <a:gd name="connsiteX7101" fmla="*/ 2220563 w 3505200"/>
              <a:gd name="connsiteY7101" fmla="*/ 2743391 h 3505200"/>
              <a:gd name="connsiteX7102" fmla="*/ 2209991 w 3505200"/>
              <a:gd name="connsiteY7102" fmla="*/ 2732818 h 3505200"/>
              <a:gd name="connsiteX7103" fmla="*/ 2199418 w 3505200"/>
              <a:gd name="connsiteY7103" fmla="*/ 2743391 h 3505200"/>
              <a:gd name="connsiteX7104" fmla="*/ 2209991 w 3505200"/>
              <a:gd name="connsiteY7104" fmla="*/ 2753963 h 3505200"/>
              <a:gd name="connsiteX7105" fmla="*/ 2286191 w 3505200"/>
              <a:gd name="connsiteY7105" fmla="*/ 2753297 h 3505200"/>
              <a:gd name="connsiteX7106" fmla="*/ 2296097 w 3505200"/>
              <a:gd name="connsiteY7106" fmla="*/ 2743391 h 3505200"/>
              <a:gd name="connsiteX7107" fmla="*/ 2286191 w 3505200"/>
              <a:gd name="connsiteY7107" fmla="*/ 2733485 h 3505200"/>
              <a:gd name="connsiteX7108" fmla="*/ 2276285 w 3505200"/>
              <a:gd name="connsiteY7108" fmla="*/ 2743391 h 3505200"/>
              <a:gd name="connsiteX7109" fmla="*/ 2286191 w 3505200"/>
              <a:gd name="connsiteY7109" fmla="*/ 2753297 h 3505200"/>
              <a:gd name="connsiteX7110" fmla="*/ 2362391 w 3505200"/>
              <a:gd name="connsiteY7110" fmla="*/ 2752725 h 3505200"/>
              <a:gd name="connsiteX7111" fmla="*/ 2371725 w 3505200"/>
              <a:gd name="connsiteY7111" fmla="*/ 2743391 h 3505200"/>
              <a:gd name="connsiteX7112" fmla="*/ 2362391 w 3505200"/>
              <a:gd name="connsiteY7112" fmla="*/ 2734056 h 3505200"/>
              <a:gd name="connsiteX7113" fmla="*/ 2353056 w 3505200"/>
              <a:gd name="connsiteY7113" fmla="*/ 2743391 h 3505200"/>
              <a:gd name="connsiteX7114" fmla="*/ 2362391 w 3505200"/>
              <a:gd name="connsiteY7114" fmla="*/ 2752725 h 3505200"/>
              <a:gd name="connsiteX7115" fmla="*/ 2438591 w 3505200"/>
              <a:gd name="connsiteY7115" fmla="*/ 2752058 h 3505200"/>
              <a:gd name="connsiteX7116" fmla="*/ 2447258 w 3505200"/>
              <a:gd name="connsiteY7116" fmla="*/ 2743391 h 3505200"/>
              <a:gd name="connsiteX7117" fmla="*/ 2438591 w 3505200"/>
              <a:gd name="connsiteY7117" fmla="*/ 2734723 h 3505200"/>
              <a:gd name="connsiteX7118" fmla="*/ 2429923 w 3505200"/>
              <a:gd name="connsiteY7118" fmla="*/ 2743391 h 3505200"/>
              <a:gd name="connsiteX7119" fmla="*/ 2438591 w 3505200"/>
              <a:gd name="connsiteY7119" fmla="*/ 2752058 h 3505200"/>
              <a:gd name="connsiteX7120" fmla="*/ 2514791 w 3505200"/>
              <a:gd name="connsiteY7120" fmla="*/ 2751487 h 3505200"/>
              <a:gd name="connsiteX7121" fmla="*/ 2522791 w 3505200"/>
              <a:gd name="connsiteY7121" fmla="*/ 2743486 h 3505200"/>
              <a:gd name="connsiteX7122" fmla="*/ 2514791 w 3505200"/>
              <a:gd name="connsiteY7122" fmla="*/ 2735485 h 3505200"/>
              <a:gd name="connsiteX7123" fmla="*/ 2506790 w 3505200"/>
              <a:gd name="connsiteY7123" fmla="*/ 2743486 h 3505200"/>
              <a:gd name="connsiteX7124" fmla="*/ 2514791 w 3505200"/>
              <a:gd name="connsiteY7124" fmla="*/ 2751487 h 3505200"/>
              <a:gd name="connsiteX7125" fmla="*/ 2590991 w 3505200"/>
              <a:gd name="connsiteY7125" fmla="*/ 2750630 h 3505200"/>
              <a:gd name="connsiteX7126" fmla="*/ 2598134 w 3505200"/>
              <a:gd name="connsiteY7126" fmla="*/ 2743486 h 3505200"/>
              <a:gd name="connsiteX7127" fmla="*/ 2590991 w 3505200"/>
              <a:gd name="connsiteY7127" fmla="*/ 2736342 h 3505200"/>
              <a:gd name="connsiteX7128" fmla="*/ 2583847 w 3505200"/>
              <a:gd name="connsiteY7128" fmla="*/ 2743486 h 3505200"/>
              <a:gd name="connsiteX7129" fmla="*/ 2590991 w 3505200"/>
              <a:gd name="connsiteY7129" fmla="*/ 2750630 h 3505200"/>
              <a:gd name="connsiteX7130" fmla="*/ 2667191 w 3505200"/>
              <a:gd name="connsiteY7130" fmla="*/ 2749772 h 3505200"/>
              <a:gd name="connsiteX7131" fmla="*/ 2673572 w 3505200"/>
              <a:gd name="connsiteY7131" fmla="*/ 2743391 h 3505200"/>
              <a:gd name="connsiteX7132" fmla="*/ 2667191 w 3505200"/>
              <a:gd name="connsiteY7132" fmla="*/ 2737009 h 3505200"/>
              <a:gd name="connsiteX7133" fmla="*/ 2660809 w 3505200"/>
              <a:gd name="connsiteY7133" fmla="*/ 2743391 h 3505200"/>
              <a:gd name="connsiteX7134" fmla="*/ 2667191 w 3505200"/>
              <a:gd name="connsiteY7134" fmla="*/ 2749772 h 3505200"/>
              <a:gd name="connsiteX7135" fmla="*/ 2743391 w 3505200"/>
              <a:gd name="connsiteY7135" fmla="*/ 2749106 h 3505200"/>
              <a:gd name="connsiteX7136" fmla="*/ 2749106 w 3505200"/>
              <a:gd name="connsiteY7136" fmla="*/ 2743391 h 3505200"/>
              <a:gd name="connsiteX7137" fmla="*/ 2743391 w 3505200"/>
              <a:gd name="connsiteY7137" fmla="*/ 2737676 h 3505200"/>
              <a:gd name="connsiteX7138" fmla="*/ 2737676 w 3505200"/>
              <a:gd name="connsiteY7138" fmla="*/ 2743391 h 3505200"/>
              <a:gd name="connsiteX7139" fmla="*/ 2743391 w 3505200"/>
              <a:gd name="connsiteY7139" fmla="*/ 2749106 h 3505200"/>
              <a:gd name="connsiteX7140" fmla="*/ 2819591 w 3505200"/>
              <a:gd name="connsiteY7140" fmla="*/ 2748248 h 3505200"/>
              <a:gd name="connsiteX7141" fmla="*/ 2824448 w 3505200"/>
              <a:gd name="connsiteY7141" fmla="*/ 2743391 h 3505200"/>
              <a:gd name="connsiteX7142" fmla="*/ 2819591 w 3505200"/>
              <a:gd name="connsiteY7142" fmla="*/ 2738533 h 3505200"/>
              <a:gd name="connsiteX7143" fmla="*/ 2814733 w 3505200"/>
              <a:gd name="connsiteY7143" fmla="*/ 2743391 h 3505200"/>
              <a:gd name="connsiteX7144" fmla="*/ 2819591 w 3505200"/>
              <a:gd name="connsiteY7144" fmla="*/ 2748248 h 3505200"/>
              <a:gd name="connsiteX7145" fmla="*/ 2895791 w 3505200"/>
              <a:gd name="connsiteY7145" fmla="*/ 2747391 h 3505200"/>
              <a:gd name="connsiteX7146" fmla="*/ 2899791 w 3505200"/>
              <a:gd name="connsiteY7146" fmla="*/ 2743391 h 3505200"/>
              <a:gd name="connsiteX7147" fmla="*/ 2895791 w 3505200"/>
              <a:gd name="connsiteY7147" fmla="*/ 2739390 h 3505200"/>
              <a:gd name="connsiteX7148" fmla="*/ 2891790 w 3505200"/>
              <a:gd name="connsiteY7148" fmla="*/ 2743391 h 3505200"/>
              <a:gd name="connsiteX7149" fmla="*/ 2895791 w 3505200"/>
              <a:gd name="connsiteY7149" fmla="*/ 2747391 h 3505200"/>
              <a:gd name="connsiteX7150" fmla="*/ 2971991 w 3505200"/>
              <a:gd name="connsiteY7150" fmla="*/ 2746343 h 3505200"/>
              <a:gd name="connsiteX7151" fmla="*/ 2974943 w 3505200"/>
              <a:gd name="connsiteY7151" fmla="*/ 2743391 h 3505200"/>
              <a:gd name="connsiteX7152" fmla="*/ 2971991 w 3505200"/>
              <a:gd name="connsiteY7152" fmla="*/ 2740438 h 3505200"/>
              <a:gd name="connsiteX7153" fmla="*/ 2969038 w 3505200"/>
              <a:gd name="connsiteY7153" fmla="*/ 2743391 h 3505200"/>
              <a:gd name="connsiteX7154" fmla="*/ 2971991 w 3505200"/>
              <a:gd name="connsiteY7154" fmla="*/ 2746343 h 3505200"/>
              <a:gd name="connsiteX7155" fmla="*/ 3048191 w 3505200"/>
              <a:gd name="connsiteY7155" fmla="*/ 2745486 h 3505200"/>
              <a:gd name="connsiteX7156" fmla="*/ 3050286 w 3505200"/>
              <a:gd name="connsiteY7156" fmla="*/ 2743391 h 3505200"/>
              <a:gd name="connsiteX7157" fmla="*/ 3048191 w 3505200"/>
              <a:gd name="connsiteY7157" fmla="*/ 2741295 h 3505200"/>
              <a:gd name="connsiteX7158" fmla="*/ 3046095 w 3505200"/>
              <a:gd name="connsiteY7158" fmla="*/ 2743391 h 3505200"/>
              <a:gd name="connsiteX7159" fmla="*/ 3048191 w 3505200"/>
              <a:gd name="connsiteY7159" fmla="*/ 2745486 h 3505200"/>
              <a:gd name="connsiteX7160" fmla="*/ 3124391 w 3505200"/>
              <a:gd name="connsiteY7160" fmla="*/ 2744724 h 3505200"/>
              <a:gd name="connsiteX7161" fmla="*/ 3125629 w 3505200"/>
              <a:gd name="connsiteY7161" fmla="*/ 2743486 h 3505200"/>
              <a:gd name="connsiteX7162" fmla="*/ 3124391 w 3505200"/>
              <a:gd name="connsiteY7162" fmla="*/ 2742248 h 3505200"/>
              <a:gd name="connsiteX7163" fmla="*/ 3123153 w 3505200"/>
              <a:gd name="connsiteY7163" fmla="*/ 2743486 h 3505200"/>
              <a:gd name="connsiteX7164" fmla="*/ 3124391 w 3505200"/>
              <a:gd name="connsiteY7164" fmla="*/ 2744724 h 3505200"/>
              <a:gd name="connsiteX7165" fmla="*/ 3200591 w 3505200"/>
              <a:gd name="connsiteY7165" fmla="*/ 2743581 h 3505200"/>
              <a:gd name="connsiteX7166" fmla="*/ 3200781 w 3505200"/>
              <a:gd name="connsiteY7166" fmla="*/ 2743391 h 3505200"/>
              <a:gd name="connsiteX7167" fmla="*/ 3200591 w 3505200"/>
              <a:gd name="connsiteY7167" fmla="*/ 2743200 h 3505200"/>
              <a:gd name="connsiteX7168" fmla="*/ 3200400 w 3505200"/>
              <a:gd name="connsiteY7168" fmla="*/ 2743391 h 3505200"/>
              <a:gd name="connsiteX7169" fmla="*/ 3200591 w 3505200"/>
              <a:gd name="connsiteY7169" fmla="*/ 2743581 h 3505200"/>
              <a:gd name="connsiteX7170" fmla="*/ 381191 w 3505200"/>
              <a:gd name="connsiteY7170" fmla="*/ 2820067 h 3505200"/>
              <a:gd name="connsiteX7171" fmla="*/ 381572 w 3505200"/>
              <a:gd name="connsiteY7171" fmla="*/ 2819686 h 3505200"/>
              <a:gd name="connsiteX7172" fmla="*/ 381191 w 3505200"/>
              <a:gd name="connsiteY7172" fmla="*/ 2819305 h 3505200"/>
              <a:gd name="connsiteX7173" fmla="*/ 380810 w 3505200"/>
              <a:gd name="connsiteY7173" fmla="*/ 2819686 h 3505200"/>
              <a:gd name="connsiteX7174" fmla="*/ 381191 w 3505200"/>
              <a:gd name="connsiteY7174" fmla="*/ 2820067 h 3505200"/>
              <a:gd name="connsiteX7175" fmla="*/ 457391 w 3505200"/>
              <a:gd name="connsiteY7175" fmla="*/ 2820924 h 3505200"/>
              <a:gd name="connsiteX7176" fmla="*/ 458629 w 3505200"/>
              <a:gd name="connsiteY7176" fmla="*/ 2819686 h 3505200"/>
              <a:gd name="connsiteX7177" fmla="*/ 457391 w 3505200"/>
              <a:gd name="connsiteY7177" fmla="*/ 2818448 h 3505200"/>
              <a:gd name="connsiteX7178" fmla="*/ 456152 w 3505200"/>
              <a:gd name="connsiteY7178" fmla="*/ 2819686 h 3505200"/>
              <a:gd name="connsiteX7179" fmla="*/ 457391 w 3505200"/>
              <a:gd name="connsiteY7179" fmla="*/ 2820924 h 3505200"/>
              <a:gd name="connsiteX7180" fmla="*/ 533591 w 3505200"/>
              <a:gd name="connsiteY7180" fmla="*/ 2821686 h 3505200"/>
              <a:gd name="connsiteX7181" fmla="*/ 535686 w 3505200"/>
              <a:gd name="connsiteY7181" fmla="*/ 2819591 h 3505200"/>
              <a:gd name="connsiteX7182" fmla="*/ 533591 w 3505200"/>
              <a:gd name="connsiteY7182" fmla="*/ 2817495 h 3505200"/>
              <a:gd name="connsiteX7183" fmla="*/ 531495 w 3505200"/>
              <a:gd name="connsiteY7183" fmla="*/ 2819591 h 3505200"/>
              <a:gd name="connsiteX7184" fmla="*/ 533591 w 3505200"/>
              <a:gd name="connsiteY7184" fmla="*/ 2821686 h 3505200"/>
              <a:gd name="connsiteX7185" fmla="*/ 609790 w 3505200"/>
              <a:gd name="connsiteY7185" fmla="*/ 2822734 h 3505200"/>
              <a:gd name="connsiteX7186" fmla="*/ 612934 w 3505200"/>
              <a:gd name="connsiteY7186" fmla="*/ 2819591 h 3505200"/>
              <a:gd name="connsiteX7187" fmla="*/ 609790 w 3505200"/>
              <a:gd name="connsiteY7187" fmla="*/ 2816447 h 3505200"/>
              <a:gd name="connsiteX7188" fmla="*/ 606647 w 3505200"/>
              <a:gd name="connsiteY7188" fmla="*/ 2819591 h 3505200"/>
              <a:gd name="connsiteX7189" fmla="*/ 609790 w 3505200"/>
              <a:gd name="connsiteY7189" fmla="*/ 2822734 h 3505200"/>
              <a:gd name="connsiteX7190" fmla="*/ 685990 w 3505200"/>
              <a:gd name="connsiteY7190" fmla="*/ 2823591 h 3505200"/>
              <a:gd name="connsiteX7191" fmla="*/ 689991 w 3505200"/>
              <a:gd name="connsiteY7191" fmla="*/ 2819591 h 3505200"/>
              <a:gd name="connsiteX7192" fmla="*/ 685990 w 3505200"/>
              <a:gd name="connsiteY7192" fmla="*/ 2815590 h 3505200"/>
              <a:gd name="connsiteX7193" fmla="*/ 681990 w 3505200"/>
              <a:gd name="connsiteY7193" fmla="*/ 2819591 h 3505200"/>
              <a:gd name="connsiteX7194" fmla="*/ 685990 w 3505200"/>
              <a:gd name="connsiteY7194" fmla="*/ 2823591 h 3505200"/>
              <a:gd name="connsiteX7195" fmla="*/ 762190 w 3505200"/>
              <a:gd name="connsiteY7195" fmla="*/ 2824258 h 3505200"/>
              <a:gd name="connsiteX7196" fmla="*/ 766858 w 3505200"/>
              <a:gd name="connsiteY7196" fmla="*/ 2819591 h 3505200"/>
              <a:gd name="connsiteX7197" fmla="*/ 762190 w 3505200"/>
              <a:gd name="connsiteY7197" fmla="*/ 2814923 h 3505200"/>
              <a:gd name="connsiteX7198" fmla="*/ 757523 w 3505200"/>
              <a:gd name="connsiteY7198" fmla="*/ 2819591 h 3505200"/>
              <a:gd name="connsiteX7199" fmla="*/ 762190 w 3505200"/>
              <a:gd name="connsiteY7199" fmla="*/ 2824258 h 3505200"/>
              <a:gd name="connsiteX7200" fmla="*/ 838390 w 3505200"/>
              <a:gd name="connsiteY7200" fmla="*/ 2825115 h 3505200"/>
              <a:gd name="connsiteX7201" fmla="*/ 843915 w 3505200"/>
              <a:gd name="connsiteY7201" fmla="*/ 2819591 h 3505200"/>
              <a:gd name="connsiteX7202" fmla="*/ 838390 w 3505200"/>
              <a:gd name="connsiteY7202" fmla="*/ 2814066 h 3505200"/>
              <a:gd name="connsiteX7203" fmla="*/ 832866 w 3505200"/>
              <a:gd name="connsiteY7203" fmla="*/ 2819591 h 3505200"/>
              <a:gd name="connsiteX7204" fmla="*/ 838390 w 3505200"/>
              <a:gd name="connsiteY7204" fmla="*/ 2825115 h 3505200"/>
              <a:gd name="connsiteX7205" fmla="*/ 914590 w 3505200"/>
              <a:gd name="connsiteY7205" fmla="*/ 2825972 h 3505200"/>
              <a:gd name="connsiteX7206" fmla="*/ 920972 w 3505200"/>
              <a:gd name="connsiteY7206" fmla="*/ 2819591 h 3505200"/>
              <a:gd name="connsiteX7207" fmla="*/ 914590 w 3505200"/>
              <a:gd name="connsiteY7207" fmla="*/ 2813209 h 3505200"/>
              <a:gd name="connsiteX7208" fmla="*/ 908209 w 3505200"/>
              <a:gd name="connsiteY7208" fmla="*/ 2819591 h 3505200"/>
              <a:gd name="connsiteX7209" fmla="*/ 914590 w 3505200"/>
              <a:gd name="connsiteY7209" fmla="*/ 2825972 h 3505200"/>
              <a:gd name="connsiteX7210" fmla="*/ 990790 w 3505200"/>
              <a:gd name="connsiteY7210" fmla="*/ 2826544 h 3505200"/>
              <a:gd name="connsiteX7211" fmla="*/ 997744 w 3505200"/>
              <a:gd name="connsiteY7211" fmla="*/ 2819591 h 3505200"/>
              <a:gd name="connsiteX7212" fmla="*/ 990790 w 3505200"/>
              <a:gd name="connsiteY7212" fmla="*/ 2812637 h 3505200"/>
              <a:gd name="connsiteX7213" fmla="*/ 983837 w 3505200"/>
              <a:gd name="connsiteY7213" fmla="*/ 2819591 h 3505200"/>
              <a:gd name="connsiteX7214" fmla="*/ 990790 w 3505200"/>
              <a:gd name="connsiteY7214" fmla="*/ 2826544 h 3505200"/>
              <a:gd name="connsiteX7215" fmla="*/ 1066991 w 3505200"/>
              <a:gd name="connsiteY7215" fmla="*/ 2827211 h 3505200"/>
              <a:gd name="connsiteX7216" fmla="*/ 1074611 w 3505200"/>
              <a:gd name="connsiteY7216" fmla="*/ 2819591 h 3505200"/>
              <a:gd name="connsiteX7217" fmla="*/ 1066991 w 3505200"/>
              <a:gd name="connsiteY7217" fmla="*/ 2811971 h 3505200"/>
              <a:gd name="connsiteX7218" fmla="*/ 1059371 w 3505200"/>
              <a:gd name="connsiteY7218" fmla="*/ 2819591 h 3505200"/>
              <a:gd name="connsiteX7219" fmla="*/ 1066991 w 3505200"/>
              <a:gd name="connsiteY7219" fmla="*/ 2827211 h 3505200"/>
              <a:gd name="connsiteX7220" fmla="*/ 1143191 w 3505200"/>
              <a:gd name="connsiteY7220" fmla="*/ 2827878 h 3505200"/>
              <a:gd name="connsiteX7221" fmla="*/ 1151477 w 3505200"/>
              <a:gd name="connsiteY7221" fmla="*/ 2819591 h 3505200"/>
              <a:gd name="connsiteX7222" fmla="*/ 1143191 w 3505200"/>
              <a:gd name="connsiteY7222" fmla="*/ 2811304 h 3505200"/>
              <a:gd name="connsiteX7223" fmla="*/ 1134904 w 3505200"/>
              <a:gd name="connsiteY7223" fmla="*/ 2819591 h 3505200"/>
              <a:gd name="connsiteX7224" fmla="*/ 1143191 w 3505200"/>
              <a:gd name="connsiteY7224" fmla="*/ 2827878 h 3505200"/>
              <a:gd name="connsiteX7225" fmla="*/ 1219391 w 3505200"/>
              <a:gd name="connsiteY7225" fmla="*/ 2828449 h 3505200"/>
              <a:gd name="connsiteX7226" fmla="*/ 1228249 w 3505200"/>
              <a:gd name="connsiteY7226" fmla="*/ 2819591 h 3505200"/>
              <a:gd name="connsiteX7227" fmla="*/ 1219391 w 3505200"/>
              <a:gd name="connsiteY7227" fmla="*/ 2810732 h 3505200"/>
              <a:gd name="connsiteX7228" fmla="*/ 1210532 w 3505200"/>
              <a:gd name="connsiteY7228" fmla="*/ 2819591 h 3505200"/>
              <a:gd name="connsiteX7229" fmla="*/ 1219391 w 3505200"/>
              <a:gd name="connsiteY7229" fmla="*/ 2828449 h 3505200"/>
              <a:gd name="connsiteX7230" fmla="*/ 1295591 w 3505200"/>
              <a:gd name="connsiteY7230" fmla="*/ 2828925 h 3505200"/>
              <a:gd name="connsiteX7231" fmla="*/ 1304925 w 3505200"/>
              <a:gd name="connsiteY7231" fmla="*/ 2819591 h 3505200"/>
              <a:gd name="connsiteX7232" fmla="*/ 1295591 w 3505200"/>
              <a:gd name="connsiteY7232" fmla="*/ 2810256 h 3505200"/>
              <a:gd name="connsiteX7233" fmla="*/ 1286256 w 3505200"/>
              <a:gd name="connsiteY7233" fmla="*/ 2819591 h 3505200"/>
              <a:gd name="connsiteX7234" fmla="*/ 1295591 w 3505200"/>
              <a:gd name="connsiteY7234" fmla="*/ 2828925 h 3505200"/>
              <a:gd name="connsiteX7235" fmla="*/ 1371791 w 3505200"/>
              <a:gd name="connsiteY7235" fmla="*/ 2829306 h 3505200"/>
              <a:gd name="connsiteX7236" fmla="*/ 1381506 w 3505200"/>
              <a:gd name="connsiteY7236" fmla="*/ 2819591 h 3505200"/>
              <a:gd name="connsiteX7237" fmla="*/ 1371791 w 3505200"/>
              <a:gd name="connsiteY7237" fmla="*/ 2809875 h 3505200"/>
              <a:gd name="connsiteX7238" fmla="*/ 1362075 w 3505200"/>
              <a:gd name="connsiteY7238" fmla="*/ 2819591 h 3505200"/>
              <a:gd name="connsiteX7239" fmla="*/ 1371791 w 3505200"/>
              <a:gd name="connsiteY7239" fmla="*/ 2829306 h 3505200"/>
              <a:gd name="connsiteX7240" fmla="*/ 1447991 w 3505200"/>
              <a:gd name="connsiteY7240" fmla="*/ 2829782 h 3505200"/>
              <a:gd name="connsiteX7241" fmla="*/ 1458087 w 3505200"/>
              <a:gd name="connsiteY7241" fmla="*/ 2819686 h 3505200"/>
              <a:gd name="connsiteX7242" fmla="*/ 1447991 w 3505200"/>
              <a:gd name="connsiteY7242" fmla="*/ 2809589 h 3505200"/>
              <a:gd name="connsiteX7243" fmla="*/ 1437894 w 3505200"/>
              <a:gd name="connsiteY7243" fmla="*/ 2819686 h 3505200"/>
              <a:gd name="connsiteX7244" fmla="*/ 1447991 w 3505200"/>
              <a:gd name="connsiteY7244" fmla="*/ 2829782 h 3505200"/>
              <a:gd name="connsiteX7245" fmla="*/ 1524191 w 3505200"/>
              <a:gd name="connsiteY7245" fmla="*/ 2829973 h 3505200"/>
              <a:gd name="connsiteX7246" fmla="*/ 1534573 w 3505200"/>
              <a:gd name="connsiteY7246" fmla="*/ 2819591 h 3505200"/>
              <a:gd name="connsiteX7247" fmla="*/ 1524191 w 3505200"/>
              <a:gd name="connsiteY7247" fmla="*/ 2809208 h 3505200"/>
              <a:gd name="connsiteX7248" fmla="*/ 1513808 w 3505200"/>
              <a:gd name="connsiteY7248" fmla="*/ 2819591 h 3505200"/>
              <a:gd name="connsiteX7249" fmla="*/ 1524191 w 3505200"/>
              <a:gd name="connsiteY7249" fmla="*/ 2829973 h 3505200"/>
              <a:gd name="connsiteX7250" fmla="*/ 1600391 w 3505200"/>
              <a:gd name="connsiteY7250" fmla="*/ 2830354 h 3505200"/>
              <a:gd name="connsiteX7251" fmla="*/ 1611154 w 3505200"/>
              <a:gd name="connsiteY7251" fmla="*/ 2819591 h 3505200"/>
              <a:gd name="connsiteX7252" fmla="*/ 1600391 w 3505200"/>
              <a:gd name="connsiteY7252" fmla="*/ 2808828 h 3505200"/>
              <a:gd name="connsiteX7253" fmla="*/ 1589627 w 3505200"/>
              <a:gd name="connsiteY7253" fmla="*/ 2819591 h 3505200"/>
              <a:gd name="connsiteX7254" fmla="*/ 1600391 w 3505200"/>
              <a:gd name="connsiteY7254" fmla="*/ 2830354 h 3505200"/>
              <a:gd name="connsiteX7255" fmla="*/ 1676591 w 3505200"/>
              <a:gd name="connsiteY7255" fmla="*/ 2830354 h 3505200"/>
              <a:gd name="connsiteX7256" fmla="*/ 1687354 w 3505200"/>
              <a:gd name="connsiteY7256" fmla="*/ 2819591 h 3505200"/>
              <a:gd name="connsiteX7257" fmla="*/ 1676591 w 3505200"/>
              <a:gd name="connsiteY7257" fmla="*/ 2808828 h 3505200"/>
              <a:gd name="connsiteX7258" fmla="*/ 1665827 w 3505200"/>
              <a:gd name="connsiteY7258" fmla="*/ 2819591 h 3505200"/>
              <a:gd name="connsiteX7259" fmla="*/ 1676591 w 3505200"/>
              <a:gd name="connsiteY7259" fmla="*/ 2830354 h 3505200"/>
              <a:gd name="connsiteX7260" fmla="*/ 1752791 w 3505200"/>
              <a:gd name="connsiteY7260" fmla="*/ 2830354 h 3505200"/>
              <a:gd name="connsiteX7261" fmla="*/ 1763554 w 3505200"/>
              <a:gd name="connsiteY7261" fmla="*/ 2819591 h 3505200"/>
              <a:gd name="connsiteX7262" fmla="*/ 1752791 w 3505200"/>
              <a:gd name="connsiteY7262" fmla="*/ 2808828 h 3505200"/>
              <a:gd name="connsiteX7263" fmla="*/ 1742027 w 3505200"/>
              <a:gd name="connsiteY7263" fmla="*/ 2819591 h 3505200"/>
              <a:gd name="connsiteX7264" fmla="*/ 1752791 w 3505200"/>
              <a:gd name="connsiteY7264" fmla="*/ 2830354 h 3505200"/>
              <a:gd name="connsiteX7265" fmla="*/ 1828991 w 3505200"/>
              <a:gd name="connsiteY7265" fmla="*/ 2830354 h 3505200"/>
              <a:gd name="connsiteX7266" fmla="*/ 1839754 w 3505200"/>
              <a:gd name="connsiteY7266" fmla="*/ 2819591 h 3505200"/>
              <a:gd name="connsiteX7267" fmla="*/ 1828991 w 3505200"/>
              <a:gd name="connsiteY7267" fmla="*/ 2808828 h 3505200"/>
              <a:gd name="connsiteX7268" fmla="*/ 1818227 w 3505200"/>
              <a:gd name="connsiteY7268" fmla="*/ 2819591 h 3505200"/>
              <a:gd name="connsiteX7269" fmla="*/ 1828991 w 3505200"/>
              <a:gd name="connsiteY7269" fmla="*/ 2830354 h 3505200"/>
              <a:gd name="connsiteX7270" fmla="*/ 1905191 w 3505200"/>
              <a:gd name="connsiteY7270" fmla="*/ 2830354 h 3505200"/>
              <a:gd name="connsiteX7271" fmla="*/ 1915954 w 3505200"/>
              <a:gd name="connsiteY7271" fmla="*/ 2819591 h 3505200"/>
              <a:gd name="connsiteX7272" fmla="*/ 1905191 w 3505200"/>
              <a:gd name="connsiteY7272" fmla="*/ 2808828 h 3505200"/>
              <a:gd name="connsiteX7273" fmla="*/ 1894427 w 3505200"/>
              <a:gd name="connsiteY7273" fmla="*/ 2819591 h 3505200"/>
              <a:gd name="connsiteX7274" fmla="*/ 1905191 w 3505200"/>
              <a:gd name="connsiteY7274" fmla="*/ 2830354 h 3505200"/>
              <a:gd name="connsiteX7275" fmla="*/ 1981391 w 3505200"/>
              <a:gd name="connsiteY7275" fmla="*/ 2829973 h 3505200"/>
              <a:gd name="connsiteX7276" fmla="*/ 1991773 w 3505200"/>
              <a:gd name="connsiteY7276" fmla="*/ 2819591 h 3505200"/>
              <a:gd name="connsiteX7277" fmla="*/ 1981391 w 3505200"/>
              <a:gd name="connsiteY7277" fmla="*/ 2809208 h 3505200"/>
              <a:gd name="connsiteX7278" fmla="*/ 1971008 w 3505200"/>
              <a:gd name="connsiteY7278" fmla="*/ 2819591 h 3505200"/>
              <a:gd name="connsiteX7279" fmla="*/ 1981391 w 3505200"/>
              <a:gd name="connsiteY7279" fmla="*/ 2829973 h 3505200"/>
              <a:gd name="connsiteX7280" fmla="*/ 2057591 w 3505200"/>
              <a:gd name="connsiteY7280" fmla="*/ 2829782 h 3505200"/>
              <a:gd name="connsiteX7281" fmla="*/ 2067687 w 3505200"/>
              <a:gd name="connsiteY7281" fmla="*/ 2819686 h 3505200"/>
              <a:gd name="connsiteX7282" fmla="*/ 2057591 w 3505200"/>
              <a:gd name="connsiteY7282" fmla="*/ 2809589 h 3505200"/>
              <a:gd name="connsiteX7283" fmla="*/ 2047494 w 3505200"/>
              <a:gd name="connsiteY7283" fmla="*/ 2819686 h 3505200"/>
              <a:gd name="connsiteX7284" fmla="*/ 2057591 w 3505200"/>
              <a:gd name="connsiteY7284" fmla="*/ 2829782 h 3505200"/>
              <a:gd name="connsiteX7285" fmla="*/ 2133791 w 3505200"/>
              <a:gd name="connsiteY7285" fmla="*/ 2829497 h 3505200"/>
              <a:gd name="connsiteX7286" fmla="*/ 2143697 w 3505200"/>
              <a:gd name="connsiteY7286" fmla="*/ 2819591 h 3505200"/>
              <a:gd name="connsiteX7287" fmla="*/ 2133791 w 3505200"/>
              <a:gd name="connsiteY7287" fmla="*/ 2809685 h 3505200"/>
              <a:gd name="connsiteX7288" fmla="*/ 2123885 w 3505200"/>
              <a:gd name="connsiteY7288" fmla="*/ 2819591 h 3505200"/>
              <a:gd name="connsiteX7289" fmla="*/ 2133791 w 3505200"/>
              <a:gd name="connsiteY7289" fmla="*/ 2829497 h 3505200"/>
              <a:gd name="connsiteX7290" fmla="*/ 2209991 w 3505200"/>
              <a:gd name="connsiteY7290" fmla="*/ 2828925 h 3505200"/>
              <a:gd name="connsiteX7291" fmla="*/ 2219325 w 3505200"/>
              <a:gd name="connsiteY7291" fmla="*/ 2819591 h 3505200"/>
              <a:gd name="connsiteX7292" fmla="*/ 2209991 w 3505200"/>
              <a:gd name="connsiteY7292" fmla="*/ 2810256 h 3505200"/>
              <a:gd name="connsiteX7293" fmla="*/ 2200656 w 3505200"/>
              <a:gd name="connsiteY7293" fmla="*/ 2819591 h 3505200"/>
              <a:gd name="connsiteX7294" fmla="*/ 2209991 w 3505200"/>
              <a:gd name="connsiteY7294" fmla="*/ 2828925 h 3505200"/>
              <a:gd name="connsiteX7295" fmla="*/ 2286191 w 3505200"/>
              <a:gd name="connsiteY7295" fmla="*/ 2828449 h 3505200"/>
              <a:gd name="connsiteX7296" fmla="*/ 2295049 w 3505200"/>
              <a:gd name="connsiteY7296" fmla="*/ 2819591 h 3505200"/>
              <a:gd name="connsiteX7297" fmla="*/ 2286191 w 3505200"/>
              <a:gd name="connsiteY7297" fmla="*/ 2810732 h 3505200"/>
              <a:gd name="connsiteX7298" fmla="*/ 2277332 w 3505200"/>
              <a:gd name="connsiteY7298" fmla="*/ 2819591 h 3505200"/>
              <a:gd name="connsiteX7299" fmla="*/ 2286191 w 3505200"/>
              <a:gd name="connsiteY7299" fmla="*/ 2828449 h 3505200"/>
              <a:gd name="connsiteX7300" fmla="*/ 2362391 w 3505200"/>
              <a:gd name="connsiteY7300" fmla="*/ 2827878 h 3505200"/>
              <a:gd name="connsiteX7301" fmla="*/ 2370677 w 3505200"/>
              <a:gd name="connsiteY7301" fmla="*/ 2819591 h 3505200"/>
              <a:gd name="connsiteX7302" fmla="*/ 2362391 w 3505200"/>
              <a:gd name="connsiteY7302" fmla="*/ 2811304 h 3505200"/>
              <a:gd name="connsiteX7303" fmla="*/ 2354104 w 3505200"/>
              <a:gd name="connsiteY7303" fmla="*/ 2819591 h 3505200"/>
              <a:gd name="connsiteX7304" fmla="*/ 2362391 w 3505200"/>
              <a:gd name="connsiteY7304" fmla="*/ 2827878 h 3505200"/>
              <a:gd name="connsiteX7305" fmla="*/ 2438591 w 3505200"/>
              <a:gd name="connsiteY7305" fmla="*/ 2827211 h 3505200"/>
              <a:gd name="connsiteX7306" fmla="*/ 2446211 w 3505200"/>
              <a:gd name="connsiteY7306" fmla="*/ 2819591 h 3505200"/>
              <a:gd name="connsiteX7307" fmla="*/ 2438591 w 3505200"/>
              <a:gd name="connsiteY7307" fmla="*/ 2811971 h 3505200"/>
              <a:gd name="connsiteX7308" fmla="*/ 2430971 w 3505200"/>
              <a:gd name="connsiteY7308" fmla="*/ 2819591 h 3505200"/>
              <a:gd name="connsiteX7309" fmla="*/ 2438591 w 3505200"/>
              <a:gd name="connsiteY7309" fmla="*/ 2827211 h 3505200"/>
              <a:gd name="connsiteX7310" fmla="*/ 2514791 w 3505200"/>
              <a:gd name="connsiteY7310" fmla="*/ 2826544 h 3505200"/>
              <a:gd name="connsiteX7311" fmla="*/ 2521744 w 3505200"/>
              <a:gd name="connsiteY7311" fmla="*/ 2819591 h 3505200"/>
              <a:gd name="connsiteX7312" fmla="*/ 2514791 w 3505200"/>
              <a:gd name="connsiteY7312" fmla="*/ 2812637 h 3505200"/>
              <a:gd name="connsiteX7313" fmla="*/ 2507837 w 3505200"/>
              <a:gd name="connsiteY7313" fmla="*/ 2819591 h 3505200"/>
              <a:gd name="connsiteX7314" fmla="*/ 2514791 w 3505200"/>
              <a:gd name="connsiteY7314" fmla="*/ 2826544 h 3505200"/>
              <a:gd name="connsiteX7315" fmla="*/ 2590991 w 3505200"/>
              <a:gd name="connsiteY7315" fmla="*/ 2825972 h 3505200"/>
              <a:gd name="connsiteX7316" fmla="*/ 2597372 w 3505200"/>
              <a:gd name="connsiteY7316" fmla="*/ 2819591 h 3505200"/>
              <a:gd name="connsiteX7317" fmla="*/ 2590991 w 3505200"/>
              <a:gd name="connsiteY7317" fmla="*/ 2813209 h 3505200"/>
              <a:gd name="connsiteX7318" fmla="*/ 2584609 w 3505200"/>
              <a:gd name="connsiteY7318" fmla="*/ 2819591 h 3505200"/>
              <a:gd name="connsiteX7319" fmla="*/ 2590991 w 3505200"/>
              <a:gd name="connsiteY7319" fmla="*/ 2825972 h 3505200"/>
              <a:gd name="connsiteX7320" fmla="*/ 2667191 w 3505200"/>
              <a:gd name="connsiteY7320" fmla="*/ 2825115 h 3505200"/>
              <a:gd name="connsiteX7321" fmla="*/ 2672715 w 3505200"/>
              <a:gd name="connsiteY7321" fmla="*/ 2819591 h 3505200"/>
              <a:gd name="connsiteX7322" fmla="*/ 2667191 w 3505200"/>
              <a:gd name="connsiteY7322" fmla="*/ 2814066 h 3505200"/>
              <a:gd name="connsiteX7323" fmla="*/ 2661666 w 3505200"/>
              <a:gd name="connsiteY7323" fmla="*/ 2819591 h 3505200"/>
              <a:gd name="connsiteX7324" fmla="*/ 2667191 w 3505200"/>
              <a:gd name="connsiteY7324" fmla="*/ 2825115 h 3505200"/>
              <a:gd name="connsiteX7325" fmla="*/ 2743391 w 3505200"/>
              <a:gd name="connsiteY7325" fmla="*/ 2824448 h 3505200"/>
              <a:gd name="connsiteX7326" fmla="*/ 2748248 w 3505200"/>
              <a:gd name="connsiteY7326" fmla="*/ 2819591 h 3505200"/>
              <a:gd name="connsiteX7327" fmla="*/ 2743391 w 3505200"/>
              <a:gd name="connsiteY7327" fmla="*/ 2814733 h 3505200"/>
              <a:gd name="connsiteX7328" fmla="*/ 2738533 w 3505200"/>
              <a:gd name="connsiteY7328" fmla="*/ 2819591 h 3505200"/>
              <a:gd name="connsiteX7329" fmla="*/ 2743391 w 3505200"/>
              <a:gd name="connsiteY7329" fmla="*/ 2824448 h 3505200"/>
              <a:gd name="connsiteX7330" fmla="*/ 2819591 w 3505200"/>
              <a:gd name="connsiteY7330" fmla="*/ 2823591 h 3505200"/>
              <a:gd name="connsiteX7331" fmla="*/ 2823591 w 3505200"/>
              <a:gd name="connsiteY7331" fmla="*/ 2819591 h 3505200"/>
              <a:gd name="connsiteX7332" fmla="*/ 2819591 w 3505200"/>
              <a:gd name="connsiteY7332" fmla="*/ 2815590 h 3505200"/>
              <a:gd name="connsiteX7333" fmla="*/ 2815590 w 3505200"/>
              <a:gd name="connsiteY7333" fmla="*/ 2819591 h 3505200"/>
              <a:gd name="connsiteX7334" fmla="*/ 2819591 w 3505200"/>
              <a:gd name="connsiteY7334" fmla="*/ 2823591 h 3505200"/>
              <a:gd name="connsiteX7335" fmla="*/ 2895791 w 3505200"/>
              <a:gd name="connsiteY7335" fmla="*/ 2822734 h 3505200"/>
              <a:gd name="connsiteX7336" fmla="*/ 2898934 w 3505200"/>
              <a:gd name="connsiteY7336" fmla="*/ 2819591 h 3505200"/>
              <a:gd name="connsiteX7337" fmla="*/ 2895791 w 3505200"/>
              <a:gd name="connsiteY7337" fmla="*/ 2816447 h 3505200"/>
              <a:gd name="connsiteX7338" fmla="*/ 2892647 w 3505200"/>
              <a:gd name="connsiteY7338" fmla="*/ 2819591 h 3505200"/>
              <a:gd name="connsiteX7339" fmla="*/ 2895791 w 3505200"/>
              <a:gd name="connsiteY7339" fmla="*/ 2822734 h 3505200"/>
              <a:gd name="connsiteX7340" fmla="*/ 2971991 w 3505200"/>
              <a:gd name="connsiteY7340" fmla="*/ 2821972 h 3505200"/>
              <a:gd name="connsiteX7341" fmla="*/ 2974277 w 3505200"/>
              <a:gd name="connsiteY7341" fmla="*/ 2819686 h 3505200"/>
              <a:gd name="connsiteX7342" fmla="*/ 2971991 w 3505200"/>
              <a:gd name="connsiteY7342" fmla="*/ 2817400 h 3505200"/>
              <a:gd name="connsiteX7343" fmla="*/ 2969705 w 3505200"/>
              <a:gd name="connsiteY7343" fmla="*/ 2819686 h 3505200"/>
              <a:gd name="connsiteX7344" fmla="*/ 2971991 w 3505200"/>
              <a:gd name="connsiteY7344" fmla="*/ 2821972 h 3505200"/>
              <a:gd name="connsiteX7345" fmla="*/ 3048191 w 3505200"/>
              <a:gd name="connsiteY7345" fmla="*/ 2821115 h 3505200"/>
              <a:gd name="connsiteX7346" fmla="*/ 3049715 w 3505200"/>
              <a:gd name="connsiteY7346" fmla="*/ 2819591 h 3505200"/>
              <a:gd name="connsiteX7347" fmla="*/ 3048191 w 3505200"/>
              <a:gd name="connsiteY7347" fmla="*/ 2818066 h 3505200"/>
              <a:gd name="connsiteX7348" fmla="*/ 3046666 w 3505200"/>
              <a:gd name="connsiteY7348" fmla="*/ 2819591 h 3505200"/>
              <a:gd name="connsiteX7349" fmla="*/ 3048191 w 3505200"/>
              <a:gd name="connsiteY7349" fmla="*/ 2821115 h 3505200"/>
              <a:gd name="connsiteX7350" fmla="*/ 3124391 w 3505200"/>
              <a:gd name="connsiteY7350" fmla="*/ 2820067 h 3505200"/>
              <a:gd name="connsiteX7351" fmla="*/ 3124772 w 3505200"/>
              <a:gd name="connsiteY7351" fmla="*/ 2819686 h 3505200"/>
              <a:gd name="connsiteX7352" fmla="*/ 3124391 w 3505200"/>
              <a:gd name="connsiteY7352" fmla="*/ 2819305 h 3505200"/>
              <a:gd name="connsiteX7353" fmla="*/ 3124010 w 3505200"/>
              <a:gd name="connsiteY7353" fmla="*/ 2819686 h 3505200"/>
              <a:gd name="connsiteX7354" fmla="*/ 3124391 w 3505200"/>
              <a:gd name="connsiteY7354" fmla="*/ 2820067 h 3505200"/>
              <a:gd name="connsiteX7355" fmla="*/ 457391 w 3505200"/>
              <a:gd name="connsiteY7355" fmla="*/ 2896457 h 3505200"/>
              <a:gd name="connsiteX7356" fmla="*/ 458057 w 3505200"/>
              <a:gd name="connsiteY7356" fmla="*/ 2895791 h 3505200"/>
              <a:gd name="connsiteX7357" fmla="*/ 457391 w 3505200"/>
              <a:gd name="connsiteY7357" fmla="*/ 2895124 h 3505200"/>
              <a:gd name="connsiteX7358" fmla="*/ 456724 w 3505200"/>
              <a:gd name="connsiteY7358" fmla="*/ 2895791 h 3505200"/>
              <a:gd name="connsiteX7359" fmla="*/ 457391 w 3505200"/>
              <a:gd name="connsiteY7359" fmla="*/ 2896457 h 3505200"/>
              <a:gd name="connsiteX7360" fmla="*/ 533591 w 3505200"/>
              <a:gd name="connsiteY7360" fmla="*/ 2897315 h 3505200"/>
              <a:gd name="connsiteX7361" fmla="*/ 535115 w 3505200"/>
              <a:gd name="connsiteY7361" fmla="*/ 2895791 h 3505200"/>
              <a:gd name="connsiteX7362" fmla="*/ 533591 w 3505200"/>
              <a:gd name="connsiteY7362" fmla="*/ 2894266 h 3505200"/>
              <a:gd name="connsiteX7363" fmla="*/ 532067 w 3505200"/>
              <a:gd name="connsiteY7363" fmla="*/ 2895791 h 3505200"/>
              <a:gd name="connsiteX7364" fmla="*/ 533591 w 3505200"/>
              <a:gd name="connsiteY7364" fmla="*/ 2897315 h 3505200"/>
              <a:gd name="connsiteX7365" fmla="*/ 609790 w 3505200"/>
              <a:gd name="connsiteY7365" fmla="*/ 2898172 h 3505200"/>
              <a:gd name="connsiteX7366" fmla="*/ 612077 w 3505200"/>
              <a:gd name="connsiteY7366" fmla="*/ 2895886 h 3505200"/>
              <a:gd name="connsiteX7367" fmla="*/ 609790 w 3505200"/>
              <a:gd name="connsiteY7367" fmla="*/ 2893600 h 3505200"/>
              <a:gd name="connsiteX7368" fmla="*/ 607505 w 3505200"/>
              <a:gd name="connsiteY7368" fmla="*/ 2895886 h 3505200"/>
              <a:gd name="connsiteX7369" fmla="*/ 609790 w 3505200"/>
              <a:gd name="connsiteY7369" fmla="*/ 2898172 h 3505200"/>
              <a:gd name="connsiteX7370" fmla="*/ 685990 w 3505200"/>
              <a:gd name="connsiteY7370" fmla="*/ 2898934 h 3505200"/>
              <a:gd name="connsiteX7371" fmla="*/ 689134 w 3505200"/>
              <a:gd name="connsiteY7371" fmla="*/ 2895791 h 3505200"/>
              <a:gd name="connsiteX7372" fmla="*/ 685990 w 3505200"/>
              <a:gd name="connsiteY7372" fmla="*/ 2892647 h 3505200"/>
              <a:gd name="connsiteX7373" fmla="*/ 682847 w 3505200"/>
              <a:gd name="connsiteY7373" fmla="*/ 2895791 h 3505200"/>
              <a:gd name="connsiteX7374" fmla="*/ 685990 w 3505200"/>
              <a:gd name="connsiteY7374" fmla="*/ 2898934 h 3505200"/>
              <a:gd name="connsiteX7375" fmla="*/ 762190 w 3505200"/>
              <a:gd name="connsiteY7375" fmla="*/ 2899601 h 3505200"/>
              <a:gd name="connsiteX7376" fmla="*/ 766001 w 3505200"/>
              <a:gd name="connsiteY7376" fmla="*/ 2895791 h 3505200"/>
              <a:gd name="connsiteX7377" fmla="*/ 762190 w 3505200"/>
              <a:gd name="connsiteY7377" fmla="*/ 2891981 h 3505200"/>
              <a:gd name="connsiteX7378" fmla="*/ 758381 w 3505200"/>
              <a:gd name="connsiteY7378" fmla="*/ 2895791 h 3505200"/>
              <a:gd name="connsiteX7379" fmla="*/ 762190 w 3505200"/>
              <a:gd name="connsiteY7379" fmla="*/ 2899601 h 3505200"/>
              <a:gd name="connsiteX7380" fmla="*/ 838390 w 3505200"/>
              <a:gd name="connsiteY7380" fmla="*/ 2900458 h 3505200"/>
              <a:gd name="connsiteX7381" fmla="*/ 843058 w 3505200"/>
              <a:gd name="connsiteY7381" fmla="*/ 2895791 h 3505200"/>
              <a:gd name="connsiteX7382" fmla="*/ 838390 w 3505200"/>
              <a:gd name="connsiteY7382" fmla="*/ 2891123 h 3505200"/>
              <a:gd name="connsiteX7383" fmla="*/ 833723 w 3505200"/>
              <a:gd name="connsiteY7383" fmla="*/ 2895791 h 3505200"/>
              <a:gd name="connsiteX7384" fmla="*/ 838390 w 3505200"/>
              <a:gd name="connsiteY7384" fmla="*/ 2900458 h 3505200"/>
              <a:gd name="connsiteX7385" fmla="*/ 914590 w 3505200"/>
              <a:gd name="connsiteY7385" fmla="*/ 2901124 h 3505200"/>
              <a:gd name="connsiteX7386" fmla="*/ 919829 w 3505200"/>
              <a:gd name="connsiteY7386" fmla="*/ 2895886 h 3505200"/>
              <a:gd name="connsiteX7387" fmla="*/ 914590 w 3505200"/>
              <a:gd name="connsiteY7387" fmla="*/ 2890647 h 3505200"/>
              <a:gd name="connsiteX7388" fmla="*/ 909352 w 3505200"/>
              <a:gd name="connsiteY7388" fmla="*/ 2895886 h 3505200"/>
              <a:gd name="connsiteX7389" fmla="*/ 914590 w 3505200"/>
              <a:gd name="connsiteY7389" fmla="*/ 2901124 h 3505200"/>
              <a:gd name="connsiteX7390" fmla="*/ 990790 w 3505200"/>
              <a:gd name="connsiteY7390" fmla="*/ 2901696 h 3505200"/>
              <a:gd name="connsiteX7391" fmla="*/ 996696 w 3505200"/>
              <a:gd name="connsiteY7391" fmla="*/ 2895791 h 3505200"/>
              <a:gd name="connsiteX7392" fmla="*/ 990790 w 3505200"/>
              <a:gd name="connsiteY7392" fmla="*/ 2889885 h 3505200"/>
              <a:gd name="connsiteX7393" fmla="*/ 984885 w 3505200"/>
              <a:gd name="connsiteY7393" fmla="*/ 2895791 h 3505200"/>
              <a:gd name="connsiteX7394" fmla="*/ 990790 w 3505200"/>
              <a:gd name="connsiteY7394" fmla="*/ 2901696 h 3505200"/>
              <a:gd name="connsiteX7395" fmla="*/ 1066991 w 3505200"/>
              <a:gd name="connsiteY7395" fmla="*/ 2902363 h 3505200"/>
              <a:gd name="connsiteX7396" fmla="*/ 1073563 w 3505200"/>
              <a:gd name="connsiteY7396" fmla="*/ 2895791 h 3505200"/>
              <a:gd name="connsiteX7397" fmla="*/ 1066991 w 3505200"/>
              <a:gd name="connsiteY7397" fmla="*/ 2889218 h 3505200"/>
              <a:gd name="connsiteX7398" fmla="*/ 1060418 w 3505200"/>
              <a:gd name="connsiteY7398" fmla="*/ 2895791 h 3505200"/>
              <a:gd name="connsiteX7399" fmla="*/ 1066991 w 3505200"/>
              <a:gd name="connsiteY7399" fmla="*/ 2902363 h 3505200"/>
              <a:gd name="connsiteX7400" fmla="*/ 1143191 w 3505200"/>
              <a:gd name="connsiteY7400" fmla="*/ 2903030 h 3505200"/>
              <a:gd name="connsiteX7401" fmla="*/ 1150334 w 3505200"/>
              <a:gd name="connsiteY7401" fmla="*/ 2895886 h 3505200"/>
              <a:gd name="connsiteX7402" fmla="*/ 1143191 w 3505200"/>
              <a:gd name="connsiteY7402" fmla="*/ 2888742 h 3505200"/>
              <a:gd name="connsiteX7403" fmla="*/ 1136047 w 3505200"/>
              <a:gd name="connsiteY7403" fmla="*/ 2895886 h 3505200"/>
              <a:gd name="connsiteX7404" fmla="*/ 1143191 w 3505200"/>
              <a:gd name="connsiteY7404" fmla="*/ 2903030 h 3505200"/>
              <a:gd name="connsiteX7405" fmla="*/ 1219391 w 3505200"/>
              <a:gd name="connsiteY7405" fmla="*/ 2903601 h 3505200"/>
              <a:gd name="connsiteX7406" fmla="*/ 1227201 w 3505200"/>
              <a:gd name="connsiteY7406" fmla="*/ 2895791 h 3505200"/>
              <a:gd name="connsiteX7407" fmla="*/ 1219391 w 3505200"/>
              <a:gd name="connsiteY7407" fmla="*/ 2887980 h 3505200"/>
              <a:gd name="connsiteX7408" fmla="*/ 1211580 w 3505200"/>
              <a:gd name="connsiteY7408" fmla="*/ 2895791 h 3505200"/>
              <a:gd name="connsiteX7409" fmla="*/ 1219391 w 3505200"/>
              <a:gd name="connsiteY7409" fmla="*/ 2903601 h 3505200"/>
              <a:gd name="connsiteX7410" fmla="*/ 1295591 w 3505200"/>
              <a:gd name="connsiteY7410" fmla="*/ 2904078 h 3505200"/>
              <a:gd name="connsiteX7411" fmla="*/ 1303877 w 3505200"/>
              <a:gd name="connsiteY7411" fmla="*/ 2895791 h 3505200"/>
              <a:gd name="connsiteX7412" fmla="*/ 1295591 w 3505200"/>
              <a:gd name="connsiteY7412" fmla="*/ 2887504 h 3505200"/>
              <a:gd name="connsiteX7413" fmla="*/ 1287304 w 3505200"/>
              <a:gd name="connsiteY7413" fmla="*/ 2895791 h 3505200"/>
              <a:gd name="connsiteX7414" fmla="*/ 1295591 w 3505200"/>
              <a:gd name="connsiteY7414" fmla="*/ 2904078 h 3505200"/>
              <a:gd name="connsiteX7415" fmla="*/ 1371791 w 3505200"/>
              <a:gd name="connsiteY7415" fmla="*/ 2904458 h 3505200"/>
              <a:gd name="connsiteX7416" fmla="*/ 1380458 w 3505200"/>
              <a:gd name="connsiteY7416" fmla="*/ 2895791 h 3505200"/>
              <a:gd name="connsiteX7417" fmla="*/ 1371791 w 3505200"/>
              <a:gd name="connsiteY7417" fmla="*/ 2887123 h 3505200"/>
              <a:gd name="connsiteX7418" fmla="*/ 1363123 w 3505200"/>
              <a:gd name="connsiteY7418" fmla="*/ 2895791 h 3505200"/>
              <a:gd name="connsiteX7419" fmla="*/ 1371791 w 3505200"/>
              <a:gd name="connsiteY7419" fmla="*/ 2904458 h 3505200"/>
              <a:gd name="connsiteX7420" fmla="*/ 1447991 w 3505200"/>
              <a:gd name="connsiteY7420" fmla="*/ 2904935 h 3505200"/>
              <a:gd name="connsiteX7421" fmla="*/ 1457039 w 3505200"/>
              <a:gd name="connsiteY7421" fmla="*/ 2895886 h 3505200"/>
              <a:gd name="connsiteX7422" fmla="*/ 1447991 w 3505200"/>
              <a:gd name="connsiteY7422" fmla="*/ 2886837 h 3505200"/>
              <a:gd name="connsiteX7423" fmla="*/ 1438942 w 3505200"/>
              <a:gd name="connsiteY7423" fmla="*/ 2895886 h 3505200"/>
              <a:gd name="connsiteX7424" fmla="*/ 1447991 w 3505200"/>
              <a:gd name="connsiteY7424" fmla="*/ 2904935 h 3505200"/>
              <a:gd name="connsiteX7425" fmla="*/ 1524191 w 3505200"/>
              <a:gd name="connsiteY7425" fmla="*/ 2905125 h 3505200"/>
              <a:gd name="connsiteX7426" fmla="*/ 1533525 w 3505200"/>
              <a:gd name="connsiteY7426" fmla="*/ 2895791 h 3505200"/>
              <a:gd name="connsiteX7427" fmla="*/ 1524191 w 3505200"/>
              <a:gd name="connsiteY7427" fmla="*/ 2886456 h 3505200"/>
              <a:gd name="connsiteX7428" fmla="*/ 1514856 w 3505200"/>
              <a:gd name="connsiteY7428" fmla="*/ 2895791 h 3505200"/>
              <a:gd name="connsiteX7429" fmla="*/ 1524191 w 3505200"/>
              <a:gd name="connsiteY7429" fmla="*/ 2905125 h 3505200"/>
              <a:gd name="connsiteX7430" fmla="*/ 1600391 w 3505200"/>
              <a:gd name="connsiteY7430" fmla="*/ 2905316 h 3505200"/>
              <a:gd name="connsiteX7431" fmla="*/ 1609916 w 3505200"/>
              <a:gd name="connsiteY7431" fmla="*/ 2895791 h 3505200"/>
              <a:gd name="connsiteX7432" fmla="*/ 1600391 w 3505200"/>
              <a:gd name="connsiteY7432" fmla="*/ 2886266 h 3505200"/>
              <a:gd name="connsiteX7433" fmla="*/ 1590866 w 3505200"/>
              <a:gd name="connsiteY7433" fmla="*/ 2895791 h 3505200"/>
              <a:gd name="connsiteX7434" fmla="*/ 1600391 w 3505200"/>
              <a:gd name="connsiteY7434" fmla="*/ 2905316 h 3505200"/>
              <a:gd name="connsiteX7435" fmla="*/ 1676591 w 3505200"/>
              <a:gd name="connsiteY7435" fmla="*/ 2905316 h 3505200"/>
              <a:gd name="connsiteX7436" fmla="*/ 1686116 w 3505200"/>
              <a:gd name="connsiteY7436" fmla="*/ 2895791 h 3505200"/>
              <a:gd name="connsiteX7437" fmla="*/ 1676591 w 3505200"/>
              <a:gd name="connsiteY7437" fmla="*/ 2886266 h 3505200"/>
              <a:gd name="connsiteX7438" fmla="*/ 1667066 w 3505200"/>
              <a:gd name="connsiteY7438" fmla="*/ 2895791 h 3505200"/>
              <a:gd name="connsiteX7439" fmla="*/ 1676591 w 3505200"/>
              <a:gd name="connsiteY7439" fmla="*/ 2905316 h 3505200"/>
              <a:gd name="connsiteX7440" fmla="*/ 1752791 w 3505200"/>
              <a:gd name="connsiteY7440" fmla="*/ 2905506 h 3505200"/>
              <a:gd name="connsiteX7441" fmla="*/ 1762506 w 3505200"/>
              <a:gd name="connsiteY7441" fmla="*/ 2895791 h 3505200"/>
              <a:gd name="connsiteX7442" fmla="*/ 1752791 w 3505200"/>
              <a:gd name="connsiteY7442" fmla="*/ 2886075 h 3505200"/>
              <a:gd name="connsiteX7443" fmla="*/ 1743075 w 3505200"/>
              <a:gd name="connsiteY7443" fmla="*/ 2895791 h 3505200"/>
              <a:gd name="connsiteX7444" fmla="*/ 1752791 w 3505200"/>
              <a:gd name="connsiteY7444" fmla="*/ 2905506 h 3505200"/>
              <a:gd name="connsiteX7445" fmla="*/ 1828991 w 3505200"/>
              <a:gd name="connsiteY7445" fmla="*/ 2905506 h 3505200"/>
              <a:gd name="connsiteX7446" fmla="*/ 1838706 w 3505200"/>
              <a:gd name="connsiteY7446" fmla="*/ 2895791 h 3505200"/>
              <a:gd name="connsiteX7447" fmla="*/ 1828991 w 3505200"/>
              <a:gd name="connsiteY7447" fmla="*/ 2886075 h 3505200"/>
              <a:gd name="connsiteX7448" fmla="*/ 1819275 w 3505200"/>
              <a:gd name="connsiteY7448" fmla="*/ 2895791 h 3505200"/>
              <a:gd name="connsiteX7449" fmla="*/ 1828991 w 3505200"/>
              <a:gd name="connsiteY7449" fmla="*/ 2905506 h 3505200"/>
              <a:gd name="connsiteX7450" fmla="*/ 1905191 w 3505200"/>
              <a:gd name="connsiteY7450" fmla="*/ 2905316 h 3505200"/>
              <a:gd name="connsiteX7451" fmla="*/ 1914716 w 3505200"/>
              <a:gd name="connsiteY7451" fmla="*/ 2895791 h 3505200"/>
              <a:gd name="connsiteX7452" fmla="*/ 1905191 w 3505200"/>
              <a:gd name="connsiteY7452" fmla="*/ 2886266 h 3505200"/>
              <a:gd name="connsiteX7453" fmla="*/ 1895666 w 3505200"/>
              <a:gd name="connsiteY7453" fmla="*/ 2895791 h 3505200"/>
              <a:gd name="connsiteX7454" fmla="*/ 1905191 w 3505200"/>
              <a:gd name="connsiteY7454" fmla="*/ 2905316 h 3505200"/>
              <a:gd name="connsiteX7455" fmla="*/ 1981391 w 3505200"/>
              <a:gd name="connsiteY7455" fmla="*/ 2905125 h 3505200"/>
              <a:gd name="connsiteX7456" fmla="*/ 1990725 w 3505200"/>
              <a:gd name="connsiteY7456" fmla="*/ 2895791 h 3505200"/>
              <a:gd name="connsiteX7457" fmla="*/ 1981391 w 3505200"/>
              <a:gd name="connsiteY7457" fmla="*/ 2886456 h 3505200"/>
              <a:gd name="connsiteX7458" fmla="*/ 1972056 w 3505200"/>
              <a:gd name="connsiteY7458" fmla="*/ 2895791 h 3505200"/>
              <a:gd name="connsiteX7459" fmla="*/ 1981391 w 3505200"/>
              <a:gd name="connsiteY7459" fmla="*/ 2905125 h 3505200"/>
              <a:gd name="connsiteX7460" fmla="*/ 2057591 w 3505200"/>
              <a:gd name="connsiteY7460" fmla="*/ 2904935 h 3505200"/>
              <a:gd name="connsiteX7461" fmla="*/ 2066639 w 3505200"/>
              <a:gd name="connsiteY7461" fmla="*/ 2895886 h 3505200"/>
              <a:gd name="connsiteX7462" fmla="*/ 2057591 w 3505200"/>
              <a:gd name="connsiteY7462" fmla="*/ 2886837 h 3505200"/>
              <a:gd name="connsiteX7463" fmla="*/ 2048542 w 3505200"/>
              <a:gd name="connsiteY7463" fmla="*/ 2895886 h 3505200"/>
              <a:gd name="connsiteX7464" fmla="*/ 2057591 w 3505200"/>
              <a:gd name="connsiteY7464" fmla="*/ 2904935 h 3505200"/>
              <a:gd name="connsiteX7465" fmla="*/ 2133791 w 3505200"/>
              <a:gd name="connsiteY7465" fmla="*/ 2904458 h 3505200"/>
              <a:gd name="connsiteX7466" fmla="*/ 2142458 w 3505200"/>
              <a:gd name="connsiteY7466" fmla="*/ 2895791 h 3505200"/>
              <a:gd name="connsiteX7467" fmla="*/ 2133791 w 3505200"/>
              <a:gd name="connsiteY7467" fmla="*/ 2887123 h 3505200"/>
              <a:gd name="connsiteX7468" fmla="*/ 2125123 w 3505200"/>
              <a:gd name="connsiteY7468" fmla="*/ 2895791 h 3505200"/>
              <a:gd name="connsiteX7469" fmla="*/ 2133791 w 3505200"/>
              <a:gd name="connsiteY7469" fmla="*/ 2904458 h 3505200"/>
              <a:gd name="connsiteX7470" fmla="*/ 2209991 w 3505200"/>
              <a:gd name="connsiteY7470" fmla="*/ 2904078 h 3505200"/>
              <a:gd name="connsiteX7471" fmla="*/ 2218277 w 3505200"/>
              <a:gd name="connsiteY7471" fmla="*/ 2895791 h 3505200"/>
              <a:gd name="connsiteX7472" fmla="*/ 2209991 w 3505200"/>
              <a:gd name="connsiteY7472" fmla="*/ 2887504 h 3505200"/>
              <a:gd name="connsiteX7473" fmla="*/ 2201704 w 3505200"/>
              <a:gd name="connsiteY7473" fmla="*/ 2895791 h 3505200"/>
              <a:gd name="connsiteX7474" fmla="*/ 2209991 w 3505200"/>
              <a:gd name="connsiteY7474" fmla="*/ 2904078 h 3505200"/>
              <a:gd name="connsiteX7475" fmla="*/ 2286191 w 3505200"/>
              <a:gd name="connsiteY7475" fmla="*/ 2903601 h 3505200"/>
              <a:gd name="connsiteX7476" fmla="*/ 2294001 w 3505200"/>
              <a:gd name="connsiteY7476" fmla="*/ 2895791 h 3505200"/>
              <a:gd name="connsiteX7477" fmla="*/ 2286191 w 3505200"/>
              <a:gd name="connsiteY7477" fmla="*/ 2887980 h 3505200"/>
              <a:gd name="connsiteX7478" fmla="*/ 2278380 w 3505200"/>
              <a:gd name="connsiteY7478" fmla="*/ 2895791 h 3505200"/>
              <a:gd name="connsiteX7479" fmla="*/ 2286191 w 3505200"/>
              <a:gd name="connsiteY7479" fmla="*/ 2903601 h 3505200"/>
              <a:gd name="connsiteX7480" fmla="*/ 2362391 w 3505200"/>
              <a:gd name="connsiteY7480" fmla="*/ 2903030 h 3505200"/>
              <a:gd name="connsiteX7481" fmla="*/ 2369534 w 3505200"/>
              <a:gd name="connsiteY7481" fmla="*/ 2895886 h 3505200"/>
              <a:gd name="connsiteX7482" fmla="*/ 2362391 w 3505200"/>
              <a:gd name="connsiteY7482" fmla="*/ 2888742 h 3505200"/>
              <a:gd name="connsiteX7483" fmla="*/ 2355247 w 3505200"/>
              <a:gd name="connsiteY7483" fmla="*/ 2895886 h 3505200"/>
              <a:gd name="connsiteX7484" fmla="*/ 2362391 w 3505200"/>
              <a:gd name="connsiteY7484" fmla="*/ 2903030 h 3505200"/>
              <a:gd name="connsiteX7485" fmla="*/ 2438591 w 3505200"/>
              <a:gd name="connsiteY7485" fmla="*/ 2902553 h 3505200"/>
              <a:gd name="connsiteX7486" fmla="*/ 2445353 w 3505200"/>
              <a:gd name="connsiteY7486" fmla="*/ 2895791 h 3505200"/>
              <a:gd name="connsiteX7487" fmla="*/ 2438591 w 3505200"/>
              <a:gd name="connsiteY7487" fmla="*/ 2889028 h 3505200"/>
              <a:gd name="connsiteX7488" fmla="*/ 2431828 w 3505200"/>
              <a:gd name="connsiteY7488" fmla="*/ 2895791 h 3505200"/>
              <a:gd name="connsiteX7489" fmla="*/ 2438591 w 3505200"/>
              <a:gd name="connsiteY7489" fmla="*/ 2902553 h 3505200"/>
              <a:gd name="connsiteX7490" fmla="*/ 2514791 w 3505200"/>
              <a:gd name="connsiteY7490" fmla="*/ 2901982 h 3505200"/>
              <a:gd name="connsiteX7491" fmla="*/ 2520887 w 3505200"/>
              <a:gd name="connsiteY7491" fmla="*/ 2895886 h 3505200"/>
              <a:gd name="connsiteX7492" fmla="*/ 2514791 w 3505200"/>
              <a:gd name="connsiteY7492" fmla="*/ 2889790 h 3505200"/>
              <a:gd name="connsiteX7493" fmla="*/ 2508695 w 3505200"/>
              <a:gd name="connsiteY7493" fmla="*/ 2895886 h 3505200"/>
              <a:gd name="connsiteX7494" fmla="*/ 2514791 w 3505200"/>
              <a:gd name="connsiteY7494" fmla="*/ 2901982 h 3505200"/>
              <a:gd name="connsiteX7495" fmla="*/ 2590991 w 3505200"/>
              <a:gd name="connsiteY7495" fmla="*/ 2901124 h 3505200"/>
              <a:gd name="connsiteX7496" fmla="*/ 2596229 w 3505200"/>
              <a:gd name="connsiteY7496" fmla="*/ 2895886 h 3505200"/>
              <a:gd name="connsiteX7497" fmla="*/ 2590991 w 3505200"/>
              <a:gd name="connsiteY7497" fmla="*/ 2890647 h 3505200"/>
              <a:gd name="connsiteX7498" fmla="*/ 2585752 w 3505200"/>
              <a:gd name="connsiteY7498" fmla="*/ 2895886 h 3505200"/>
              <a:gd name="connsiteX7499" fmla="*/ 2590991 w 3505200"/>
              <a:gd name="connsiteY7499" fmla="*/ 2901124 h 3505200"/>
              <a:gd name="connsiteX7500" fmla="*/ 2667191 w 3505200"/>
              <a:gd name="connsiteY7500" fmla="*/ 2900458 h 3505200"/>
              <a:gd name="connsiteX7501" fmla="*/ 2671858 w 3505200"/>
              <a:gd name="connsiteY7501" fmla="*/ 2895791 h 3505200"/>
              <a:gd name="connsiteX7502" fmla="*/ 2667191 w 3505200"/>
              <a:gd name="connsiteY7502" fmla="*/ 2891123 h 3505200"/>
              <a:gd name="connsiteX7503" fmla="*/ 2662523 w 3505200"/>
              <a:gd name="connsiteY7503" fmla="*/ 2895791 h 3505200"/>
              <a:gd name="connsiteX7504" fmla="*/ 2667191 w 3505200"/>
              <a:gd name="connsiteY7504" fmla="*/ 2900458 h 3505200"/>
              <a:gd name="connsiteX7505" fmla="*/ 2743391 w 3505200"/>
              <a:gd name="connsiteY7505" fmla="*/ 2899791 h 3505200"/>
              <a:gd name="connsiteX7506" fmla="*/ 2747391 w 3505200"/>
              <a:gd name="connsiteY7506" fmla="*/ 2895791 h 3505200"/>
              <a:gd name="connsiteX7507" fmla="*/ 2743391 w 3505200"/>
              <a:gd name="connsiteY7507" fmla="*/ 2891790 h 3505200"/>
              <a:gd name="connsiteX7508" fmla="*/ 2739390 w 3505200"/>
              <a:gd name="connsiteY7508" fmla="*/ 2895791 h 3505200"/>
              <a:gd name="connsiteX7509" fmla="*/ 2743391 w 3505200"/>
              <a:gd name="connsiteY7509" fmla="*/ 2899791 h 3505200"/>
              <a:gd name="connsiteX7510" fmla="*/ 2819591 w 3505200"/>
              <a:gd name="connsiteY7510" fmla="*/ 2898934 h 3505200"/>
              <a:gd name="connsiteX7511" fmla="*/ 2822734 w 3505200"/>
              <a:gd name="connsiteY7511" fmla="*/ 2895791 h 3505200"/>
              <a:gd name="connsiteX7512" fmla="*/ 2819591 w 3505200"/>
              <a:gd name="connsiteY7512" fmla="*/ 2892647 h 3505200"/>
              <a:gd name="connsiteX7513" fmla="*/ 2816447 w 3505200"/>
              <a:gd name="connsiteY7513" fmla="*/ 2895791 h 3505200"/>
              <a:gd name="connsiteX7514" fmla="*/ 2819591 w 3505200"/>
              <a:gd name="connsiteY7514" fmla="*/ 2898934 h 3505200"/>
              <a:gd name="connsiteX7515" fmla="*/ 2895791 w 3505200"/>
              <a:gd name="connsiteY7515" fmla="*/ 2898172 h 3505200"/>
              <a:gd name="connsiteX7516" fmla="*/ 2898077 w 3505200"/>
              <a:gd name="connsiteY7516" fmla="*/ 2895886 h 3505200"/>
              <a:gd name="connsiteX7517" fmla="*/ 2895791 w 3505200"/>
              <a:gd name="connsiteY7517" fmla="*/ 2893600 h 3505200"/>
              <a:gd name="connsiteX7518" fmla="*/ 2893505 w 3505200"/>
              <a:gd name="connsiteY7518" fmla="*/ 2895886 h 3505200"/>
              <a:gd name="connsiteX7519" fmla="*/ 2895791 w 3505200"/>
              <a:gd name="connsiteY7519" fmla="*/ 2898172 h 3505200"/>
              <a:gd name="connsiteX7520" fmla="*/ 2971991 w 3505200"/>
              <a:gd name="connsiteY7520" fmla="*/ 2897315 h 3505200"/>
              <a:gd name="connsiteX7521" fmla="*/ 2973515 w 3505200"/>
              <a:gd name="connsiteY7521" fmla="*/ 2895791 h 3505200"/>
              <a:gd name="connsiteX7522" fmla="*/ 2971991 w 3505200"/>
              <a:gd name="connsiteY7522" fmla="*/ 2894266 h 3505200"/>
              <a:gd name="connsiteX7523" fmla="*/ 2970466 w 3505200"/>
              <a:gd name="connsiteY7523" fmla="*/ 2895791 h 3505200"/>
              <a:gd name="connsiteX7524" fmla="*/ 2971991 w 3505200"/>
              <a:gd name="connsiteY7524" fmla="*/ 2897315 h 3505200"/>
              <a:gd name="connsiteX7525" fmla="*/ 3048191 w 3505200"/>
              <a:gd name="connsiteY7525" fmla="*/ 2896457 h 3505200"/>
              <a:gd name="connsiteX7526" fmla="*/ 3048857 w 3505200"/>
              <a:gd name="connsiteY7526" fmla="*/ 2895791 h 3505200"/>
              <a:gd name="connsiteX7527" fmla="*/ 3048191 w 3505200"/>
              <a:gd name="connsiteY7527" fmla="*/ 2895124 h 3505200"/>
              <a:gd name="connsiteX7528" fmla="*/ 3047524 w 3505200"/>
              <a:gd name="connsiteY7528" fmla="*/ 2895791 h 3505200"/>
              <a:gd name="connsiteX7529" fmla="*/ 3048191 w 3505200"/>
              <a:gd name="connsiteY7529" fmla="*/ 2896457 h 3505200"/>
              <a:gd name="connsiteX7530" fmla="*/ 533591 w 3505200"/>
              <a:gd name="connsiteY7530" fmla="*/ 2972657 h 3505200"/>
              <a:gd name="connsiteX7531" fmla="*/ 534257 w 3505200"/>
              <a:gd name="connsiteY7531" fmla="*/ 2971991 h 3505200"/>
              <a:gd name="connsiteX7532" fmla="*/ 533591 w 3505200"/>
              <a:gd name="connsiteY7532" fmla="*/ 2971324 h 3505200"/>
              <a:gd name="connsiteX7533" fmla="*/ 532924 w 3505200"/>
              <a:gd name="connsiteY7533" fmla="*/ 2971991 h 3505200"/>
              <a:gd name="connsiteX7534" fmla="*/ 533591 w 3505200"/>
              <a:gd name="connsiteY7534" fmla="*/ 2972657 h 3505200"/>
              <a:gd name="connsiteX7535" fmla="*/ 609790 w 3505200"/>
              <a:gd name="connsiteY7535" fmla="*/ 2973515 h 3505200"/>
              <a:gd name="connsiteX7536" fmla="*/ 611315 w 3505200"/>
              <a:gd name="connsiteY7536" fmla="*/ 2971991 h 3505200"/>
              <a:gd name="connsiteX7537" fmla="*/ 609790 w 3505200"/>
              <a:gd name="connsiteY7537" fmla="*/ 2970466 h 3505200"/>
              <a:gd name="connsiteX7538" fmla="*/ 608267 w 3505200"/>
              <a:gd name="connsiteY7538" fmla="*/ 2971991 h 3505200"/>
              <a:gd name="connsiteX7539" fmla="*/ 609790 w 3505200"/>
              <a:gd name="connsiteY7539" fmla="*/ 2973515 h 3505200"/>
              <a:gd name="connsiteX7540" fmla="*/ 685990 w 3505200"/>
              <a:gd name="connsiteY7540" fmla="*/ 2974086 h 3505200"/>
              <a:gd name="connsiteX7541" fmla="*/ 688086 w 3505200"/>
              <a:gd name="connsiteY7541" fmla="*/ 2971991 h 3505200"/>
              <a:gd name="connsiteX7542" fmla="*/ 685990 w 3505200"/>
              <a:gd name="connsiteY7542" fmla="*/ 2969895 h 3505200"/>
              <a:gd name="connsiteX7543" fmla="*/ 683895 w 3505200"/>
              <a:gd name="connsiteY7543" fmla="*/ 2971991 h 3505200"/>
              <a:gd name="connsiteX7544" fmla="*/ 685990 w 3505200"/>
              <a:gd name="connsiteY7544" fmla="*/ 2974086 h 3505200"/>
              <a:gd name="connsiteX7545" fmla="*/ 762190 w 3505200"/>
              <a:gd name="connsiteY7545" fmla="*/ 2974943 h 3505200"/>
              <a:gd name="connsiteX7546" fmla="*/ 765143 w 3505200"/>
              <a:gd name="connsiteY7546" fmla="*/ 2971991 h 3505200"/>
              <a:gd name="connsiteX7547" fmla="*/ 762190 w 3505200"/>
              <a:gd name="connsiteY7547" fmla="*/ 2969038 h 3505200"/>
              <a:gd name="connsiteX7548" fmla="*/ 759238 w 3505200"/>
              <a:gd name="connsiteY7548" fmla="*/ 2971991 h 3505200"/>
              <a:gd name="connsiteX7549" fmla="*/ 762190 w 3505200"/>
              <a:gd name="connsiteY7549" fmla="*/ 2974943 h 3505200"/>
              <a:gd name="connsiteX7550" fmla="*/ 838390 w 3505200"/>
              <a:gd name="connsiteY7550" fmla="*/ 2975610 h 3505200"/>
              <a:gd name="connsiteX7551" fmla="*/ 842010 w 3505200"/>
              <a:gd name="connsiteY7551" fmla="*/ 2971991 h 3505200"/>
              <a:gd name="connsiteX7552" fmla="*/ 838390 w 3505200"/>
              <a:gd name="connsiteY7552" fmla="*/ 2968371 h 3505200"/>
              <a:gd name="connsiteX7553" fmla="*/ 834771 w 3505200"/>
              <a:gd name="connsiteY7553" fmla="*/ 2971991 h 3505200"/>
              <a:gd name="connsiteX7554" fmla="*/ 838390 w 3505200"/>
              <a:gd name="connsiteY7554" fmla="*/ 2975610 h 3505200"/>
              <a:gd name="connsiteX7555" fmla="*/ 914590 w 3505200"/>
              <a:gd name="connsiteY7555" fmla="*/ 2976467 h 3505200"/>
              <a:gd name="connsiteX7556" fmla="*/ 919067 w 3505200"/>
              <a:gd name="connsiteY7556" fmla="*/ 2971991 h 3505200"/>
              <a:gd name="connsiteX7557" fmla="*/ 914590 w 3505200"/>
              <a:gd name="connsiteY7557" fmla="*/ 2967514 h 3505200"/>
              <a:gd name="connsiteX7558" fmla="*/ 910114 w 3505200"/>
              <a:gd name="connsiteY7558" fmla="*/ 2971991 h 3505200"/>
              <a:gd name="connsiteX7559" fmla="*/ 914590 w 3505200"/>
              <a:gd name="connsiteY7559" fmla="*/ 2976467 h 3505200"/>
              <a:gd name="connsiteX7560" fmla="*/ 990790 w 3505200"/>
              <a:gd name="connsiteY7560" fmla="*/ 2977039 h 3505200"/>
              <a:gd name="connsiteX7561" fmla="*/ 995839 w 3505200"/>
              <a:gd name="connsiteY7561" fmla="*/ 2971991 h 3505200"/>
              <a:gd name="connsiteX7562" fmla="*/ 990790 w 3505200"/>
              <a:gd name="connsiteY7562" fmla="*/ 2966942 h 3505200"/>
              <a:gd name="connsiteX7563" fmla="*/ 985742 w 3505200"/>
              <a:gd name="connsiteY7563" fmla="*/ 2971991 h 3505200"/>
              <a:gd name="connsiteX7564" fmla="*/ 990790 w 3505200"/>
              <a:gd name="connsiteY7564" fmla="*/ 2977039 h 3505200"/>
              <a:gd name="connsiteX7565" fmla="*/ 1066991 w 3505200"/>
              <a:gd name="connsiteY7565" fmla="*/ 2977706 h 3505200"/>
              <a:gd name="connsiteX7566" fmla="*/ 1072706 w 3505200"/>
              <a:gd name="connsiteY7566" fmla="*/ 2971991 h 3505200"/>
              <a:gd name="connsiteX7567" fmla="*/ 1066991 w 3505200"/>
              <a:gd name="connsiteY7567" fmla="*/ 2966276 h 3505200"/>
              <a:gd name="connsiteX7568" fmla="*/ 1061276 w 3505200"/>
              <a:gd name="connsiteY7568" fmla="*/ 2971991 h 3505200"/>
              <a:gd name="connsiteX7569" fmla="*/ 1066991 w 3505200"/>
              <a:gd name="connsiteY7569" fmla="*/ 2977706 h 3505200"/>
              <a:gd name="connsiteX7570" fmla="*/ 1143191 w 3505200"/>
              <a:gd name="connsiteY7570" fmla="*/ 2978182 h 3505200"/>
              <a:gd name="connsiteX7571" fmla="*/ 1149287 w 3505200"/>
              <a:gd name="connsiteY7571" fmla="*/ 2972086 h 3505200"/>
              <a:gd name="connsiteX7572" fmla="*/ 1143191 w 3505200"/>
              <a:gd name="connsiteY7572" fmla="*/ 2965990 h 3505200"/>
              <a:gd name="connsiteX7573" fmla="*/ 1137095 w 3505200"/>
              <a:gd name="connsiteY7573" fmla="*/ 2972086 h 3505200"/>
              <a:gd name="connsiteX7574" fmla="*/ 1143191 w 3505200"/>
              <a:gd name="connsiteY7574" fmla="*/ 2978182 h 3505200"/>
              <a:gd name="connsiteX7575" fmla="*/ 1219391 w 3505200"/>
              <a:gd name="connsiteY7575" fmla="*/ 2978753 h 3505200"/>
              <a:gd name="connsiteX7576" fmla="*/ 1226153 w 3505200"/>
              <a:gd name="connsiteY7576" fmla="*/ 2971991 h 3505200"/>
              <a:gd name="connsiteX7577" fmla="*/ 1219391 w 3505200"/>
              <a:gd name="connsiteY7577" fmla="*/ 2965228 h 3505200"/>
              <a:gd name="connsiteX7578" fmla="*/ 1212628 w 3505200"/>
              <a:gd name="connsiteY7578" fmla="*/ 2971991 h 3505200"/>
              <a:gd name="connsiteX7579" fmla="*/ 1219391 w 3505200"/>
              <a:gd name="connsiteY7579" fmla="*/ 2978753 h 3505200"/>
              <a:gd name="connsiteX7580" fmla="*/ 1295591 w 3505200"/>
              <a:gd name="connsiteY7580" fmla="*/ 2979230 h 3505200"/>
              <a:gd name="connsiteX7581" fmla="*/ 1302734 w 3505200"/>
              <a:gd name="connsiteY7581" fmla="*/ 2972086 h 3505200"/>
              <a:gd name="connsiteX7582" fmla="*/ 1295591 w 3505200"/>
              <a:gd name="connsiteY7582" fmla="*/ 2964942 h 3505200"/>
              <a:gd name="connsiteX7583" fmla="*/ 1288447 w 3505200"/>
              <a:gd name="connsiteY7583" fmla="*/ 2972086 h 3505200"/>
              <a:gd name="connsiteX7584" fmla="*/ 1295591 w 3505200"/>
              <a:gd name="connsiteY7584" fmla="*/ 2979230 h 3505200"/>
              <a:gd name="connsiteX7585" fmla="*/ 1371791 w 3505200"/>
              <a:gd name="connsiteY7585" fmla="*/ 2979420 h 3505200"/>
              <a:gd name="connsiteX7586" fmla="*/ 1379220 w 3505200"/>
              <a:gd name="connsiteY7586" fmla="*/ 2971991 h 3505200"/>
              <a:gd name="connsiteX7587" fmla="*/ 1371791 w 3505200"/>
              <a:gd name="connsiteY7587" fmla="*/ 2964561 h 3505200"/>
              <a:gd name="connsiteX7588" fmla="*/ 1364361 w 3505200"/>
              <a:gd name="connsiteY7588" fmla="*/ 2971991 h 3505200"/>
              <a:gd name="connsiteX7589" fmla="*/ 1371791 w 3505200"/>
              <a:gd name="connsiteY7589" fmla="*/ 2979420 h 3505200"/>
              <a:gd name="connsiteX7590" fmla="*/ 1447991 w 3505200"/>
              <a:gd name="connsiteY7590" fmla="*/ 2979801 h 3505200"/>
              <a:gd name="connsiteX7591" fmla="*/ 1455801 w 3505200"/>
              <a:gd name="connsiteY7591" fmla="*/ 2971991 h 3505200"/>
              <a:gd name="connsiteX7592" fmla="*/ 1447991 w 3505200"/>
              <a:gd name="connsiteY7592" fmla="*/ 2964180 h 3505200"/>
              <a:gd name="connsiteX7593" fmla="*/ 1440180 w 3505200"/>
              <a:gd name="connsiteY7593" fmla="*/ 2971991 h 3505200"/>
              <a:gd name="connsiteX7594" fmla="*/ 1447991 w 3505200"/>
              <a:gd name="connsiteY7594" fmla="*/ 2979801 h 3505200"/>
              <a:gd name="connsiteX7595" fmla="*/ 1524191 w 3505200"/>
              <a:gd name="connsiteY7595" fmla="*/ 2980087 h 3505200"/>
              <a:gd name="connsiteX7596" fmla="*/ 1532192 w 3505200"/>
              <a:gd name="connsiteY7596" fmla="*/ 2972086 h 3505200"/>
              <a:gd name="connsiteX7597" fmla="*/ 1524191 w 3505200"/>
              <a:gd name="connsiteY7597" fmla="*/ 2964085 h 3505200"/>
              <a:gd name="connsiteX7598" fmla="*/ 1516189 w 3505200"/>
              <a:gd name="connsiteY7598" fmla="*/ 2972086 h 3505200"/>
              <a:gd name="connsiteX7599" fmla="*/ 1524191 w 3505200"/>
              <a:gd name="connsiteY7599" fmla="*/ 2980087 h 3505200"/>
              <a:gd name="connsiteX7600" fmla="*/ 1600391 w 3505200"/>
              <a:gd name="connsiteY7600" fmla="*/ 2980278 h 3505200"/>
              <a:gd name="connsiteX7601" fmla="*/ 1608677 w 3505200"/>
              <a:gd name="connsiteY7601" fmla="*/ 2971991 h 3505200"/>
              <a:gd name="connsiteX7602" fmla="*/ 1600391 w 3505200"/>
              <a:gd name="connsiteY7602" fmla="*/ 2963704 h 3505200"/>
              <a:gd name="connsiteX7603" fmla="*/ 1592104 w 3505200"/>
              <a:gd name="connsiteY7603" fmla="*/ 2971991 h 3505200"/>
              <a:gd name="connsiteX7604" fmla="*/ 1600391 w 3505200"/>
              <a:gd name="connsiteY7604" fmla="*/ 2980278 h 3505200"/>
              <a:gd name="connsiteX7605" fmla="*/ 1676591 w 3505200"/>
              <a:gd name="connsiteY7605" fmla="*/ 2980468 h 3505200"/>
              <a:gd name="connsiteX7606" fmla="*/ 1685068 w 3505200"/>
              <a:gd name="connsiteY7606" fmla="*/ 2971991 h 3505200"/>
              <a:gd name="connsiteX7607" fmla="*/ 1676591 w 3505200"/>
              <a:gd name="connsiteY7607" fmla="*/ 2963513 h 3505200"/>
              <a:gd name="connsiteX7608" fmla="*/ 1668113 w 3505200"/>
              <a:gd name="connsiteY7608" fmla="*/ 2971991 h 3505200"/>
              <a:gd name="connsiteX7609" fmla="*/ 1676591 w 3505200"/>
              <a:gd name="connsiteY7609" fmla="*/ 2980468 h 3505200"/>
              <a:gd name="connsiteX7610" fmla="*/ 1752791 w 3505200"/>
              <a:gd name="connsiteY7610" fmla="*/ 2980468 h 3505200"/>
              <a:gd name="connsiteX7611" fmla="*/ 1761268 w 3505200"/>
              <a:gd name="connsiteY7611" fmla="*/ 2971991 h 3505200"/>
              <a:gd name="connsiteX7612" fmla="*/ 1752791 w 3505200"/>
              <a:gd name="connsiteY7612" fmla="*/ 2963513 h 3505200"/>
              <a:gd name="connsiteX7613" fmla="*/ 1744313 w 3505200"/>
              <a:gd name="connsiteY7613" fmla="*/ 2971991 h 3505200"/>
              <a:gd name="connsiteX7614" fmla="*/ 1752791 w 3505200"/>
              <a:gd name="connsiteY7614" fmla="*/ 2980468 h 3505200"/>
              <a:gd name="connsiteX7615" fmla="*/ 1828991 w 3505200"/>
              <a:gd name="connsiteY7615" fmla="*/ 2980468 h 3505200"/>
              <a:gd name="connsiteX7616" fmla="*/ 1837468 w 3505200"/>
              <a:gd name="connsiteY7616" fmla="*/ 2971991 h 3505200"/>
              <a:gd name="connsiteX7617" fmla="*/ 1828991 w 3505200"/>
              <a:gd name="connsiteY7617" fmla="*/ 2963513 h 3505200"/>
              <a:gd name="connsiteX7618" fmla="*/ 1820513 w 3505200"/>
              <a:gd name="connsiteY7618" fmla="*/ 2971991 h 3505200"/>
              <a:gd name="connsiteX7619" fmla="*/ 1828991 w 3505200"/>
              <a:gd name="connsiteY7619" fmla="*/ 2980468 h 3505200"/>
              <a:gd name="connsiteX7620" fmla="*/ 1905191 w 3505200"/>
              <a:gd name="connsiteY7620" fmla="*/ 2980278 h 3505200"/>
              <a:gd name="connsiteX7621" fmla="*/ 1913477 w 3505200"/>
              <a:gd name="connsiteY7621" fmla="*/ 2971991 h 3505200"/>
              <a:gd name="connsiteX7622" fmla="*/ 1905191 w 3505200"/>
              <a:gd name="connsiteY7622" fmla="*/ 2963704 h 3505200"/>
              <a:gd name="connsiteX7623" fmla="*/ 1896904 w 3505200"/>
              <a:gd name="connsiteY7623" fmla="*/ 2971991 h 3505200"/>
              <a:gd name="connsiteX7624" fmla="*/ 1905191 w 3505200"/>
              <a:gd name="connsiteY7624" fmla="*/ 2980278 h 3505200"/>
              <a:gd name="connsiteX7625" fmla="*/ 1981391 w 3505200"/>
              <a:gd name="connsiteY7625" fmla="*/ 2980087 h 3505200"/>
              <a:gd name="connsiteX7626" fmla="*/ 1989392 w 3505200"/>
              <a:gd name="connsiteY7626" fmla="*/ 2972086 h 3505200"/>
              <a:gd name="connsiteX7627" fmla="*/ 1981391 w 3505200"/>
              <a:gd name="connsiteY7627" fmla="*/ 2964085 h 3505200"/>
              <a:gd name="connsiteX7628" fmla="*/ 1973389 w 3505200"/>
              <a:gd name="connsiteY7628" fmla="*/ 2972086 h 3505200"/>
              <a:gd name="connsiteX7629" fmla="*/ 1981391 w 3505200"/>
              <a:gd name="connsiteY7629" fmla="*/ 2980087 h 3505200"/>
              <a:gd name="connsiteX7630" fmla="*/ 2057591 w 3505200"/>
              <a:gd name="connsiteY7630" fmla="*/ 2979801 h 3505200"/>
              <a:gd name="connsiteX7631" fmla="*/ 2065401 w 3505200"/>
              <a:gd name="connsiteY7631" fmla="*/ 2971991 h 3505200"/>
              <a:gd name="connsiteX7632" fmla="*/ 2057591 w 3505200"/>
              <a:gd name="connsiteY7632" fmla="*/ 2964180 h 3505200"/>
              <a:gd name="connsiteX7633" fmla="*/ 2049780 w 3505200"/>
              <a:gd name="connsiteY7633" fmla="*/ 2971991 h 3505200"/>
              <a:gd name="connsiteX7634" fmla="*/ 2057591 w 3505200"/>
              <a:gd name="connsiteY7634" fmla="*/ 2979801 h 3505200"/>
              <a:gd name="connsiteX7635" fmla="*/ 2133791 w 3505200"/>
              <a:gd name="connsiteY7635" fmla="*/ 2979611 h 3505200"/>
              <a:gd name="connsiteX7636" fmla="*/ 2141411 w 3505200"/>
              <a:gd name="connsiteY7636" fmla="*/ 2971991 h 3505200"/>
              <a:gd name="connsiteX7637" fmla="*/ 2133791 w 3505200"/>
              <a:gd name="connsiteY7637" fmla="*/ 2964371 h 3505200"/>
              <a:gd name="connsiteX7638" fmla="*/ 2126171 w 3505200"/>
              <a:gd name="connsiteY7638" fmla="*/ 2971991 h 3505200"/>
              <a:gd name="connsiteX7639" fmla="*/ 2133791 w 3505200"/>
              <a:gd name="connsiteY7639" fmla="*/ 2979611 h 3505200"/>
              <a:gd name="connsiteX7640" fmla="*/ 2209991 w 3505200"/>
              <a:gd name="connsiteY7640" fmla="*/ 2979230 h 3505200"/>
              <a:gd name="connsiteX7641" fmla="*/ 2217134 w 3505200"/>
              <a:gd name="connsiteY7641" fmla="*/ 2972086 h 3505200"/>
              <a:gd name="connsiteX7642" fmla="*/ 2209991 w 3505200"/>
              <a:gd name="connsiteY7642" fmla="*/ 2964942 h 3505200"/>
              <a:gd name="connsiteX7643" fmla="*/ 2202847 w 3505200"/>
              <a:gd name="connsiteY7643" fmla="*/ 2972086 h 3505200"/>
              <a:gd name="connsiteX7644" fmla="*/ 2209991 w 3505200"/>
              <a:gd name="connsiteY7644" fmla="*/ 2979230 h 3505200"/>
              <a:gd name="connsiteX7645" fmla="*/ 2286191 w 3505200"/>
              <a:gd name="connsiteY7645" fmla="*/ 2978753 h 3505200"/>
              <a:gd name="connsiteX7646" fmla="*/ 2292953 w 3505200"/>
              <a:gd name="connsiteY7646" fmla="*/ 2971991 h 3505200"/>
              <a:gd name="connsiteX7647" fmla="*/ 2286191 w 3505200"/>
              <a:gd name="connsiteY7647" fmla="*/ 2965228 h 3505200"/>
              <a:gd name="connsiteX7648" fmla="*/ 2279428 w 3505200"/>
              <a:gd name="connsiteY7648" fmla="*/ 2971991 h 3505200"/>
              <a:gd name="connsiteX7649" fmla="*/ 2286191 w 3505200"/>
              <a:gd name="connsiteY7649" fmla="*/ 2978753 h 3505200"/>
              <a:gd name="connsiteX7650" fmla="*/ 2362391 w 3505200"/>
              <a:gd name="connsiteY7650" fmla="*/ 2978182 h 3505200"/>
              <a:gd name="connsiteX7651" fmla="*/ 2368487 w 3505200"/>
              <a:gd name="connsiteY7651" fmla="*/ 2972086 h 3505200"/>
              <a:gd name="connsiteX7652" fmla="*/ 2362391 w 3505200"/>
              <a:gd name="connsiteY7652" fmla="*/ 2965990 h 3505200"/>
              <a:gd name="connsiteX7653" fmla="*/ 2356295 w 3505200"/>
              <a:gd name="connsiteY7653" fmla="*/ 2972086 h 3505200"/>
              <a:gd name="connsiteX7654" fmla="*/ 2362391 w 3505200"/>
              <a:gd name="connsiteY7654" fmla="*/ 2978182 h 3505200"/>
              <a:gd name="connsiteX7655" fmla="*/ 2438591 w 3505200"/>
              <a:gd name="connsiteY7655" fmla="*/ 2977706 h 3505200"/>
              <a:gd name="connsiteX7656" fmla="*/ 2444306 w 3505200"/>
              <a:gd name="connsiteY7656" fmla="*/ 2971991 h 3505200"/>
              <a:gd name="connsiteX7657" fmla="*/ 2438591 w 3505200"/>
              <a:gd name="connsiteY7657" fmla="*/ 2966276 h 3505200"/>
              <a:gd name="connsiteX7658" fmla="*/ 2432876 w 3505200"/>
              <a:gd name="connsiteY7658" fmla="*/ 2971991 h 3505200"/>
              <a:gd name="connsiteX7659" fmla="*/ 2438591 w 3505200"/>
              <a:gd name="connsiteY7659" fmla="*/ 2977706 h 3505200"/>
              <a:gd name="connsiteX7660" fmla="*/ 2514791 w 3505200"/>
              <a:gd name="connsiteY7660" fmla="*/ 2977039 h 3505200"/>
              <a:gd name="connsiteX7661" fmla="*/ 2519839 w 3505200"/>
              <a:gd name="connsiteY7661" fmla="*/ 2971991 h 3505200"/>
              <a:gd name="connsiteX7662" fmla="*/ 2514791 w 3505200"/>
              <a:gd name="connsiteY7662" fmla="*/ 2966942 h 3505200"/>
              <a:gd name="connsiteX7663" fmla="*/ 2509742 w 3505200"/>
              <a:gd name="connsiteY7663" fmla="*/ 2971991 h 3505200"/>
              <a:gd name="connsiteX7664" fmla="*/ 2514791 w 3505200"/>
              <a:gd name="connsiteY7664" fmla="*/ 2977039 h 3505200"/>
              <a:gd name="connsiteX7665" fmla="*/ 2590991 w 3505200"/>
              <a:gd name="connsiteY7665" fmla="*/ 2976467 h 3505200"/>
              <a:gd name="connsiteX7666" fmla="*/ 2595467 w 3505200"/>
              <a:gd name="connsiteY7666" fmla="*/ 2971991 h 3505200"/>
              <a:gd name="connsiteX7667" fmla="*/ 2590991 w 3505200"/>
              <a:gd name="connsiteY7667" fmla="*/ 2967514 h 3505200"/>
              <a:gd name="connsiteX7668" fmla="*/ 2586514 w 3505200"/>
              <a:gd name="connsiteY7668" fmla="*/ 2971991 h 3505200"/>
              <a:gd name="connsiteX7669" fmla="*/ 2590991 w 3505200"/>
              <a:gd name="connsiteY7669" fmla="*/ 2976467 h 3505200"/>
              <a:gd name="connsiteX7670" fmla="*/ 2667191 w 3505200"/>
              <a:gd name="connsiteY7670" fmla="*/ 2975801 h 3505200"/>
              <a:gd name="connsiteX7671" fmla="*/ 2671001 w 3505200"/>
              <a:gd name="connsiteY7671" fmla="*/ 2971991 h 3505200"/>
              <a:gd name="connsiteX7672" fmla="*/ 2667191 w 3505200"/>
              <a:gd name="connsiteY7672" fmla="*/ 2968181 h 3505200"/>
              <a:gd name="connsiteX7673" fmla="*/ 2663381 w 3505200"/>
              <a:gd name="connsiteY7673" fmla="*/ 2971991 h 3505200"/>
              <a:gd name="connsiteX7674" fmla="*/ 2667191 w 3505200"/>
              <a:gd name="connsiteY7674" fmla="*/ 2975801 h 3505200"/>
              <a:gd name="connsiteX7675" fmla="*/ 2743391 w 3505200"/>
              <a:gd name="connsiteY7675" fmla="*/ 2974943 h 3505200"/>
              <a:gd name="connsiteX7676" fmla="*/ 2746343 w 3505200"/>
              <a:gd name="connsiteY7676" fmla="*/ 2971991 h 3505200"/>
              <a:gd name="connsiteX7677" fmla="*/ 2743391 w 3505200"/>
              <a:gd name="connsiteY7677" fmla="*/ 2969038 h 3505200"/>
              <a:gd name="connsiteX7678" fmla="*/ 2740438 w 3505200"/>
              <a:gd name="connsiteY7678" fmla="*/ 2971991 h 3505200"/>
              <a:gd name="connsiteX7679" fmla="*/ 2743391 w 3505200"/>
              <a:gd name="connsiteY7679" fmla="*/ 2974943 h 3505200"/>
              <a:gd name="connsiteX7680" fmla="*/ 2819591 w 3505200"/>
              <a:gd name="connsiteY7680" fmla="*/ 2974372 h 3505200"/>
              <a:gd name="connsiteX7681" fmla="*/ 2821877 w 3505200"/>
              <a:gd name="connsiteY7681" fmla="*/ 2972086 h 3505200"/>
              <a:gd name="connsiteX7682" fmla="*/ 2819591 w 3505200"/>
              <a:gd name="connsiteY7682" fmla="*/ 2969800 h 3505200"/>
              <a:gd name="connsiteX7683" fmla="*/ 2817305 w 3505200"/>
              <a:gd name="connsiteY7683" fmla="*/ 2972086 h 3505200"/>
              <a:gd name="connsiteX7684" fmla="*/ 2819591 w 3505200"/>
              <a:gd name="connsiteY7684" fmla="*/ 2974372 h 3505200"/>
              <a:gd name="connsiteX7685" fmla="*/ 2895791 w 3505200"/>
              <a:gd name="connsiteY7685" fmla="*/ 2973515 h 3505200"/>
              <a:gd name="connsiteX7686" fmla="*/ 2897315 w 3505200"/>
              <a:gd name="connsiteY7686" fmla="*/ 2971991 h 3505200"/>
              <a:gd name="connsiteX7687" fmla="*/ 2895791 w 3505200"/>
              <a:gd name="connsiteY7687" fmla="*/ 2970466 h 3505200"/>
              <a:gd name="connsiteX7688" fmla="*/ 2894266 w 3505200"/>
              <a:gd name="connsiteY7688" fmla="*/ 2971991 h 3505200"/>
              <a:gd name="connsiteX7689" fmla="*/ 2895791 w 3505200"/>
              <a:gd name="connsiteY7689" fmla="*/ 2973515 h 3505200"/>
              <a:gd name="connsiteX7690" fmla="*/ 2971991 w 3505200"/>
              <a:gd name="connsiteY7690" fmla="*/ 2972657 h 3505200"/>
              <a:gd name="connsiteX7691" fmla="*/ 2972657 w 3505200"/>
              <a:gd name="connsiteY7691" fmla="*/ 2971991 h 3505200"/>
              <a:gd name="connsiteX7692" fmla="*/ 2971991 w 3505200"/>
              <a:gd name="connsiteY7692" fmla="*/ 2971324 h 3505200"/>
              <a:gd name="connsiteX7693" fmla="*/ 2971324 w 3505200"/>
              <a:gd name="connsiteY7693" fmla="*/ 2971991 h 3505200"/>
              <a:gd name="connsiteX7694" fmla="*/ 2971991 w 3505200"/>
              <a:gd name="connsiteY7694" fmla="*/ 2972657 h 3505200"/>
              <a:gd name="connsiteX7695" fmla="*/ 609790 w 3505200"/>
              <a:gd name="connsiteY7695" fmla="*/ 3048857 h 3505200"/>
              <a:gd name="connsiteX7696" fmla="*/ 610457 w 3505200"/>
              <a:gd name="connsiteY7696" fmla="*/ 3048191 h 3505200"/>
              <a:gd name="connsiteX7697" fmla="*/ 609790 w 3505200"/>
              <a:gd name="connsiteY7697" fmla="*/ 3047524 h 3505200"/>
              <a:gd name="connsiteX7698" fmla="*/ 609124 w 3505200"/>
              <a:gd name="connsiteY7698" fmla="*/ 3048191 h 3505200"/>
              <a:gd name="connsiteX7699" fmla="*/ 609790 w 3505200"/>
              <a:gd name="connsiteY7699" fmla="*/ 3048857 h 3505200"/>
              <a:gd name="connsiteX7700" fmla="*/ 685990 w 3505200"/>
              <a:gd name="connsiteY7700" fmla="*/ 3049524 h 3505200"/>
              <a:gd name="connsiteX7701" fmla="*/ 687229 w 3505200"/>
              <a:gd name="connsiteY7701" fmla="*/ 3048286 h 3505200"/>
              <a:gd name="connsiteX7702" fmla="*/ 685990 w 3505200"/>
              <a:gd name="connsiteY7702" fmla="*/ 3047048 h 3505200"/>
              <a:gd name="connsiteX7703" fmla="*/ 684752 w 3505200"/>
              <a:gd name="connsiteY7703" fmla="*/ 3048286 h 3505200"/>
              <a:gd name="connsiteX7704" fmla="*/ 685990 w 3505200"/>
              <a:gd name="connsiteY7704" fmla="*/ 3049524 h 3505200"/>
              <a:gd name="connsiteX7705" fmla="*/ 762190 w 3505200"/>
              <a:gd name="connsiteY7705" fmla="*/ 3050286 h 3505200"/>
              <a:gd name="connsiteX7706" fmla="*/ 764286 w 3505200"/>
              <a:gd name="connsiteY7706" fmla="*/ 3048191 h 3505200"/>
              <a:gd name="connsiteX7707" fmla="*/ 762190 w 3505200"/>
              <a:gd name="connsiteY7707" fmla="*/ 3046095 h 3505200"/>
              <a:gd name="connsiteX7708" fmla="*/ 760095 w 3505200"/>
              <a:gd name="connsiteY7708" fmla="*/ 3048191 h 3505200"/>
              <a:gd name="connsiteX7709" fmla="*/ 762190 w 3505200"/>
              <a:gd name="connsiteY7709" fmla="*/ 3050286 h 3505200"/>
              <a:gd name="connsiteX7710" fmla="*/ 838390 w 3505200"/>
              <a:gd name="connsiteY7710" fmla="*/ 3050953 h 3505200"/>
              <a:gd name="connsiteX7711" fmla="*/ 841153 w 3505200"/>
              <a:gd name="connsiteY7711" fmla="*/ 3048191 h 3505200"/>
              <a:gd name="connsiteX7712" fmla="*/ 838390 w 3505200"/>
              <a:gd name="connsiteY7712" fmla="*/ 3045428 h 3505200"/>
              <a:gd name="connsiteX7713" fmla="*/ 835628 w 3505200"/>
              <a:gd name="connsiteY7713" fmla="*/ 3048191 h 3505200"/>
              <a:gd name="connsiteX7714" fmla="*/ 838390 w 3505200"/>
              <a:gd name="connsiteY7714" fmla="*/ 3050953 h 3505200"/>
              <a:gd name="connsiteX7715" fmla="*/ 914590 w 3505200"/>
              <a:gd name="connsiteY7715" fmla="*/ 3051620 h 3505200"/>
              <a:gd name="connsiteX7716" fmla="*/ 917924 w 3505200"/>
              <a:gd name="connsiteY7716" fmla="*/ 3048286 h 3505200"/>
              <a:gd name="connsiteX7717" fmla="*/ 914590 w 3505200"/>
              <a:gd name="connsiteY7717" fmla="*/ 3044952 h 3505200"/>
              <a:gd name="connsiteX7718" fmla="*/ 911162 w 3505200"/>
              <a:gd name="connsiteY7718" fmla="*/ 3048286 h 3505200"/>
              <a:gd name="connsiteX7719" fmla="*/ 914590 w 3505200"/>
              <a:gd name="connsiteY7719" fmla="*/ 3051620 h 3505200"/>
              <a:gd name="connsiteX7720" fmla="*/ 990790 w 3505200"/>
              <a:gd name="connsiteY7720" fmla="*/ 3052191 h 3505200"/>
              <a:gd name="connsiteX7721" fmla="*/ 994791 w 3505200"/>
              <a:gd name="connsiteY7721" fmla="*/ 3048191 h 3505200"/>
              <a:gd name="connsiteX7722" fmla="*/ 990790 w 3505200"/>
              <a:gd name="connsiteY7722" fmla="*/ 3044190 h 3505200"/>
              <a:gd name="connsiteX7723" fmla="*/ 986790 w 3505200"/>
              <a:gd name="connsiteY7723" fmla="*/ 3048191 h 3505200"/>
              <a:gd name="connsiteX7724" fmla="*/ 990790 w 3505200"/>
              <a:gd name="connsiteY7724" fmla="*/ 3052191 h 3505200"/>
              <a:gd name="connsiteX7725" fmla="*/ 1066991 w 3505200"/>
              <a:gd name="connsiteY7725" fmla="*/ 3052858 h 3505200"/>
              <a:gd name="connsiteX7726" fmla="*/ 1071658 w 3505200"/>
              <a:gd name="connsiteY7726" fmla="*/ 3048191 h 3505200"/>
              <a:gd name="connsiteX7727" fmla="*/ 1066991 w 3505200"/>
              <a:gd name="connsiteY7727" fmla="*/ 3043523 h 3505200"/>
              <a:gd name="connsiteX7728" fmla="*/ 1062323 w 3505200"/>
              <a:gd name="connsiteY7728" fmla="*/ 3048191 h 3505200"/>
              <a:gd name="connsiteX7729" fmla="*/ 1066991 w 3505200"/>
              <a:gd name="connsiteY7729" fmla="*/ 3052858 h 3505200"/>
              <a:gd name="connsiteX7730" fmla="*/ 1143191 w 3505200"/>
              <a:gd name="connsiteY7730" fmla="*/ 3053239 h 3505200"/>
              <a:gd name="connsiteX7731" fmla="*/ 1148239 w 3505200"/>
              <a:gd name="connsiteY7731" fmla="*/ 3048191 h 3505200"/>
              <a:gd name="connsiteX7732" fmla="*/ 1143191 w 3505200"/>
              <a:gd name="connsiteY7732" fmla="*/ 3043142 h 3505200"/>
              <a:gd name="connsiteX7733" fmla="*/ 1138142 w 3505200"/>
              <a:gd name="connsiteY7733" fmla="*/ 3048191 h 3505200"/>
              <a:gd name="connsiteX7734" fmla="*/ 1143191 w 3505200"/>
              <a:gd name="connsiteY7734" fmla="*/ 3053239 h 3505200"/>
              <a:gd name="connsiteX7735" fmla="*/ 1219391 w 3505200"/>
              <a:gd name="connsiteY7735" fmla="*/ 3053715 h 3505200"/>
              <a:gd name="connsiteX7736" fmla="*/ 1224915 w 3505200"/>
              <a:gd name="connsiteY7736" fmla="*/ 3048191 h 3505200"/>
              <a:gd name="connsiteX7737" fmla="*/ 1219391 w 3505200"/>
              <a:gd name="connsiteY7737" fmla="*/ 3042666 h 3505200"/>
              <a:gd name="connsiteX7738" fmla="*/ 1213866 w 3505200"/>
              <a:gd name="connsiteY7738" fmla="*/ 3048191 h 3505200"/>
              <a:gd name="connsiteX7739" fmla="*/ 1219391 w 3505200"/>
              <a:gd name="connsiteY7739" fmla="*/ 3053715 h 3505200"/>
              <a:gd name="connsiteX7740" fmla="*/ 1295591 w 3505200"/>
              <a:gd name="connsiteY7740" fmla="*/ 3054096 h 3505200"/>
              <a:gd name="connsiteX7741" fmla="*/ 1301496 w 3505200"/>
              <a:gd name="connsiteY7741" fmla="*/ 3048191 h 3505200"/>
              <a:gd name="connsiteX7742" fmla="*/ 1295591 w 3505200"/>
              <a:gd name="connsiteY7742" fmla="*/ 3042285 h 3505200"/>
              <a:gd name="connsiteX7743" fmla="*/ 1289685 w 3505200"/>
              <a:gd name="connsiteY7743" fmla="*/ 3048191 h 3505200"/>
              <a:gd name="connsiteX7744" fmla="*/ 1295591 w 3505200"/>
              <a:gd name="connsiteY7744" fmla="*/ 3054096 h 3505200"/>
              <a:gd name="connsiteX7745" fmla="*/ 1371791 w 3505200"/>
              <a:gd name="connsiteY7745" fmla="*/ 3054572 h 3505200"/>
              <a:gd name="connsiteX7746" fmla="*/ 1378172 w 3505200"/>
              <a:gd name="connsiteY7746" fmla="*/ 3048191 h 3505200"/>
              <a:gd name="connsiteX7747" fmla="*/ 1371791 w 3505200"/>
              <a:gd name="connsiteY7747" fmla="*/ 3041809 h 3505200"/>
              <a:gd name="connsiteX7748" fmla="*/ 1365409 w 3505200"/>
              <a:gd name="connsiteY7748" fmla="*/ 3048191 h 3505200"/>
              <a:gd name="connsiteX7749" fmla="*/ 1371791 w 3505200"/>
              <a:gd name="connsiteY7749" fmla="*/ 3054572 h 3505200"/>
              <a:gd name="connsiteX7750" fmla="*/ 1447991 w 3505200"/>
              <a:gd name="connsiteY7750" fmla="*/ 3054953 h 3505200"/>
              <a:gd name="connsiteX7751" fmla="*/ 1454753 w 3505200"/>
              <a:gd name="connsiteY7751" fmla="*/ 3048191 h 3505200"/>
              <a:gd name="connsiteX7752" fmla="*/ 1447991 w 3505200"/>
              <a:gd name="connsiteY7752" fmla="*/ 3041428 h 3505200"/>
              <a:gd name="connsiteX7753" fmla="*/ 1441228 w 3505200"/>
              <a:gd name="connsiteY7753" fmla="*/ 3048191 h 3505200"/>
              <a:gd name="connsiteX7754" fmla="*/ 1447991 w 3505200"/>
              <a:gd name="connsiteY7754" fmla="*/ 3054953 h 3505200"/>
              <a:gd name="connsiteX7755" fmla="*/ 1524191 w 3505200"/>
              <a:gd name="connsiteY7755" fmla="*/ 3055144 h 3505200"/>
              <a:gd name="connsiteX7756" fmla="*/ 1531144 w 3505200"/>
              <a:gd name="connsiteY7756" fmla="*/ 3048191 h 3505200"/>
              <a:gd name="connsiteX7757" fmla="*/ 1524191 w 3505200"/>
              <a:gd name="connsiteY7757" fmla="*/ 3041237 h 3505200"/>
              <a:gd name="connsiteX7758" fmla="*/ 1517237 w 3505200"/>
              <a:gd name="connsiteY7758" fmla="*/ 3048191 h 3505200"/>
              <a:gd name="connsiteX7759" fmla="*/ 1524191 w 3505200"/>
              <a:gd name="connsiteY7759" fmla="*/ 3055144 h 3505200"/>
              <a:gd name="connsiteX7760" fmla="*/ 1600391 w 3505200"/>
              <a:gd name="connsiteY7760" fmla="*/ 3055430 h 3505200"/>
              <a:gd name="connsiteX7761" fmla="*/ 1607534 w 3505200"/>
              <a:gd name="connsiteY7761" fmla="*/ 3048286 h 3505200"/>
              <a:gd name="connsiteX7762" fmla="*/ 1600391 w 3505200"/>
              <a:gd name="connsiteY7762" fmla="*/ 3041142 h 3505200"/>
              <a:gd name="connsiteX7763" fmla="*/ 1593247 w 3505200"/>
              <a:gd name="connsiteY7763" fmla="*/ 3048286 h 3505200"/>
              <a:gd name="connsiteX7764" fmla="*/ 1600391 w 3505200"/>
              <a:gd name="connsiteY7764" fmla="*/ 3055430 h 3505200"/>
              <a:gd name="connsiteX7765" fmla="*/ 1676591 w 3505200"/>
              <a:gd name="connsiteY7765" fmla="*/ 3055430 h 3505200"/>
              <a:gd name="connsiteX7766" fmla="*/ 1683734 w 3505200"/>
              <a:gd name="connsiteY7766" fmla="*/ 3048286 h 3505200"/>
              <a:gd name="connsiteX7767" fmla="*/ 1676591 w 3505200"/>
              <a:gd name="connsiteY7767" fmla="*/ 3041142 h 3505200"/>
              <a:gd name="connsiteX7768" fmla="*/ 1669447 w 3505200"/>
              <a:gd name="connsiteY7768" fmla="*/ 3048286 h 3505200"/>
              <a:gd name="connsiteX7769" fmla="*/ 1676591 w 3505200"/>
              <a:gd name="connsiteY7769" fmla="*/ 3055430 h 3505200"/>
              <a:gd name="connsiteX7770" fmla="*/ 1752791 w 3505200"/>
              <a:gd name="connsiteY7770" fmla="*/ 3055430 h 3505200"/>
              <a:gd name="connsiteX7771" fmla="*/ 1759934 w 3505200"/>
              <a:gd name="connsiteY7771" fmla="*/ 3048286 h 3505200"/>
              <a:gd name="connsiteX7772" fmla="*/ 1752791 w 3505200"/>
              <a:gd name="connsiteY7772" fmla="*/ 3041142 h 3505200"/>
              <a:gd name="connsiteX7773" fmla="*/ 1745647 w 3505200"/>
              <a:gd name="connsiteY7773" fmla="*/ 3048286 h 3505200"/>
              <a:gd name="connsiteX7774" fmla="*/ 1752791 w 3505200"/>
              <a:gd name="connsiteY7774" fmla="*/ 3055430 h 3505200"/>
              <a:gd name="connsiteX7775" fmla="*/ 1828991 w 3505200"/>
              <a:gd name="connsiteY7775" fmla="*/ 3055430 h 3505200"/>
              <a:gd name="connsiteX7776" fmla="*/ 1836134 w 3505200"/>
              <a:gd name="connsiteY7776" fmla="*/ 3048286 h 3505200"/>
              <a:gd name="connsiteX7777" fmla="*/ 1828991 w 3505200"/>
              <a:gd name="connsiteY7777" fmla="*/ 3041142 h 3505200"/>
              <a:gd name="connsiteX7778" fmla="*/ 1821847 w 3505200"/>
              <a:gd name="connsiteY7778" fmla="*/ 3048286 h 3505200"/>
              <a:gd name="connsiteX7779" fmla="*/ 1828991 w 3505200"/>
              <a:gd name="connsiteY7779" fmla="*/ 3055430 h 3505200"/>
              <a:gd name="connsiteX7780" fmla="*/ 1905191 w 3505200"/>
              <a:gd name="connsiteY7780" fmla="*/ 3055430 h 3505200"/>
              <a:gd name="connsiteX7781" fmla="*/ 1912334 w 3505200"/>
              <a:gd name="connsiteY7781" fmla="*/ 3048286 h 3505200"/>
              <a:gd name="connsiteX7782" fmla="*/ 1905191 w 3505200"/>
              <a:gd name="connsiteY7782" fmla="*/ 3041142 h 3505200"/>
              <a:gd name="connsiteX7783" fmla="*/ 1898047 w 3505200"/>
              <a:gd name="connsiteY7783" fmla="*/ 3048286 h 3505200"/>
              <a:gd name="connsiteX7784" fmla="*/ 1905191 w 3505200"/>
              <a:gd name="connsiteY7784" fmla="*/ 3055430 h 3505200"/>
              <a:gd name="connsiteX7785" fmla="*/ 1981391 w 3505200"/>
              <a:gd name="connsiteY7785" fmla="*/ 3055144 h 3505200"/>
              <a:gd name="connsiteX7786" fmla="*/ 1988344 w 3505200"/>
              <a:gd name="connsiteY7786" fmla="*/ 3048191 h 3505200"/>
              <a:gd name="connsiteX7787" fmla="*/ 1981391 w 3505200"/>
              <a:gd name="connsiteY7787" fmla="*/ 3041237 h 3505200"/>
              <a:gd name="connsiteX7788" fmla="*/ 1974437 w 3505200"/>
              <a:gd name="connsiteY7788" fmla="*/ 3048191 h 3505200"/>
              <a:gd name="connsiteX7789" fmla="*/ 1981391 w 3505200"/>
              <a:gd name="connsiteY7789" fmla="*/ 3055144 h 3505200"/>
              <a:gd name="connsiteX7790" fmla="*/ 2057591 w 3505200"/>
              <a:gd name="connsiteY7790" fmla="*/ 3054953 h 3505200"/>
              <a:gd name="connsiteX7791" fmla="*/ 2064353 w 3505200"/>
              <a:gd name="connsiteY7791" fmla="*/ 3048191 h 3505200"/>
              <a:gd name="connsiteX7792" fmla="*/ 2057591 w 3505200"/>
              <a:gd name="connsiteY7792" fmla="*/ 3041428 h 3505200"/>
              <a:gd name="connsiteX7793" fmla="*/ 2050828 w 3505200"/>
              <a:gd name="connsiteY7793" fmla="*/ 3048191 h 3505200"/>
              <a:gd name="connsiteX7794" fmla="*/ 2057591 w 3505200"/>
              <a:gd name="connsiteY7794" fmla="*/ 3054953 h 3505200"/>
              <a:gd name="connsiteX7795" fmla="*/ 2133791 w 3505200"/>
              <a:gd name="connsiteY7795" fmla="*/ 3054572 h 3505200"/>
              <a:gd name="connsiteX7796" fmla="*/ 2140172 w 3505200"/>
              <a:gd name="connsiteY7796" fmla="*/ 3048191 h 3505200"/>
              <a:gd name="connsiteX7797" fmla="*/ 2133791 w 3505200"/>
              <a:gd name="connsiteY7797" fmla="*/ 3041809 h 3505200"/>
              <a:gd name="connsiteX7798" fmla="*/ 2127409 w 3505200"/>
              <a:gd name="connsiteY7798" fmla="*/ 3048191 h 3505200"/>
              <a:gd name="connsiteX7799" fmla="*/ 2133791 w 3505200"/>
              <a:gd name="connsiteY7799" fmla="*/ 3054572 h 3505200"/>
              <a:gd name="connsiteX7800" fmla="*/ 2209991 w 3505200"/>
              <a:gd name="connsiteY7800" fmla="*/ 3054382 h 3505200"/>
              <a:gd name="connsiteX7801" fmla="*/ 2216087 w 3505200"/>
              <a:gd name="connsiteY7801" fmla="*/ 3048286 h 3505200"/>
              <a:gd name="connsiteX7802" fmla="*/ 2209991 w 3505200"/>
              <a:gd name="connsiteY7802" fmla="*/ 3042190 h 3505200"/>
              <a:gd name="connsiteX7803" fmla="*/ 2203895 w 3505200"/>
              <a:gd name="connsiteY7803" fmla="*/ 3048286 h 3505200"/>
              <a:gd name="connsiteX7804" fmla="*/ 2209991 w 3505200"/>
              <a:gd name="connsiteY7804" fmla="*/ 3054382 h 3505200"/>
              <a:gd name="connsiteX7805" fmla="*/ 2286191 w 3505200"/>
              <a:gd name="connsiteY7805" fmla="*/ 3053906 h 3505200"/>
              <a:gd name="connsiteX7806" fmla="*/ 2291906 w 3505200"/>
              <a:gd name="connsiteY7806" fmla="*/ 3048191 h 3505200"/>
              <a:gd name="connsiteX7807" fmla="*/ 2286191 w 3505200"/>
              <a:gd name="connsiteY7807" fmla="*/ 3042476 h 3505200"/>
              <a:gd name="connsiteX7808" fmla="*/ 2280476 w 3505200"/>
              <a:gd name="connsiteY7808" fmla="*/ 3048191 h 3505200"/>
              <a:gd name="connsiteX7809" fmla="*/ 2286191 w 3505200"/>
              <a:gd name="connsiteY7809" fmla="*/ 3053906 h 3505200"/>
              <a:gd name="connsiteX7810" fmla="*/ 2362391 w 3505200"/>
              <a:gd name="connsiteY7810" fmla="*/ 3053239 h 3505200"/>
              <a:gd name="connsiteX7811" fmla="*/ 2367439 w 3505200"/>
              <a:gd name="connsiteY7811" fmla="*/ 3048191 h 3505200"/>
              <a:gd name="connsiteX7812" fmla="*/ 2362391 w 3505200"/>
              <a:gd name="connsiteY7812" fmla="*/ 3043142 h 3505200"/>
              <a:gd name="connsiteX7813" fmla="*/ 2357342 w 3505200"/>
              <a:gd name="connsiteY7813" fmla="*/ 3048191 h 3505200"/>
              <a:gd name="connsiteX7814" fmla="*/ 2362391 w 3505200"/>
              <a:gd name="connsiteY7814" fmla="*/ 3053239 h 3505200"/>
              <a:gd name="connsiteX7815" fmla="*/ 2438591 w 3505200"/>
              <a:gd name="connsiteY7815" fmla="*/ 3052858 h 3505200"/>
              <a:gd name="connsiteX7816" fmla="*/ 2443258 w 3505200"/>
              <a:gd name="connsiteY7816" fmla="*/ 3048191 h 3505200"/>
              <a:gd name="connsiteX7817" fmla="*/ 2438591 w 3505200"/>
              <a:gd name="connsiteY7817" fmla="*/ 3043523 h 3505200"/>
              <a:gd name="connsiteX7818" fmla="*/ 2433923 w 3505200"/>
              <a:gd name="connsiteY7818" fmla="*/ 3048191 h 3505200"/>
              <a:gd name="connsiteX7819" fmla="*/ 2438591 w 3505200"/>
              <a:gd name="connsiteY7819" fmla="*/ 3052858 h 3505200"/>
              <a:gd name="connsiteX7820" fmla="*/ 2514791 w 3505200"/>
              <a:gd name="connsiteY7820" fmla="*/ 3052191 h 3505200"/>
              <a:gd name="connsiteX7821" fmla="*/ 2518791 w 3505200"/>
              <a:gd name="connsiteY7821" fmla="*/ 3048191 h 3505200"/>
              <a:gd name="connsiteX7822" fmla="*/ 2514791 w 3505200"/>
              <a:gd name="connsiteY7822" fmla="*/ 3044190 h 3505200"/>
              <a:gd name="connsiteX7823" fmla="*/ 2510790 w 3505200"/>
              <a:gd name="connsiteY7823" fmla="*/ 3048191 h 3505200"/>
              <a:gd name="connsiteX7824" fmla="*/ 2514791 w 3505200"/>
              <a:gd name="connsiteY7824" fmla="*/ 3052191 h 3505200"/>
              <a:gd name="connsiteX7825" fmla="*/ 2590991 w 3505200"/>
              <a:gd name="connsiteY7825" fmla="*/ 3051620 h 3505200"/>
              <a:gd name="connsiteX7826" fmla="*/ 2594324 w 3505200"/>
              <a:gd name="connsiteY7826" fmla="*/ 3048286 h 3505200"/>
              <a:gd name="connsiteX7827" fmla="*/ 2590991 w 3505200"/>
              <a:gd name="connsiteY7827" fmla="*/ 3044952 h 3505200"/>
              <a:gd name="connsiteX7828" fmla="*/ 2587657 w 3505200"/>
              <a:gd name="connsiteY7828" fmla="*/ 3048286 h 3505200"/>
              <a:gd name="connsiteX7829" fmla="*/ 2590991 w 3505200"/>
              <a:gd name="connsiteY7829" fmla="*/ 3051620 h 3505200"/>
              <a:gd name="connsiteX7830" fmla="*/ 2667191 w 3505200"/>
              <a:gd name="connsiteY7830" fmla="*/ 3050953 h 3505200"/>
              <a:gd name="connsiteX7831" fmla="*/ 2669953 w 3505200"/>
              <a:gd name="connsiteY7831" fmla="*/ 3048191 h 3505200"/>
              <a:gd name="connsiteX7832" fmla="*/ 2667191 w 3505200"/>
              <a:gd name="connsiteY7832" fmla="*/ 3045428 h 3505200"/>
              <a:gd name="connsiteX7833" fmla="*/ 2664428 w 3505200"/>
              <a:gd name="connsiteY7833" fmla="*/ 3048191 h 3505200"/>
              <a:gd name="connsiteX7834" fmla="*/ 2667191 w 3505200"/>
              <a:gd name="connsiteY7834" fmla="*/ 3050953 h 3505200"/>
              <a:gd name="connsiteX7835" fmla="*/ 2743391 w 3505200"/>
              <a:gd name="connsiteY7835" fmla="*/ 3050286 h 3505200"/>
              <a:gd name="connsiteX7836" fmla="*/ 2745486 w 3505200"/>
              <a:gd name="connsiteY7836" fmla="*/ 3048191 h 3505200"/>
              <a:gd name="connsiteX7837" fmla="*/ 2743391 w 3505200"/>
              <a:gd name="connsiteY7837" fmla="*/ 3046095 h 3505200"/>
              <a:gd name="connsiteX7838" fmla="*/ 2741295 w 3505200"/>
              <a:gd name="connsiteY7838" fmla="*/ 3048191 h 3505200"/>
              <a:gd name="connsiteX7839" fmla="*/ 2743391 w 3505200"/>
              <a:gd name="connsiteY7839" fmla="*/ 3050286 h 3505200"/>
              <a:gd name="connsiteX7840" fmla="*/ 2819591 w 3505200"/>
              <a:gd name="connsiteY7840" fmla="*/ 3049715 h 3505200"/>
              <a:gd name="connsiteX7841" fmla="*/ 2821115 w 3505200"/>
              <a:gd name="connsiteY7841" fmla="*/ 3048191 h 3505200"/>
              <a:gd name="connsiteX7842" fmla="*/ 2819591 w 3505200"/>
              <a:gd name="connsiteY7842" fmla="*/ 3046666 h 3505200"/>
              <a:gd name="connsiteX7843" fmla="*/ 2818066 w 3505200"/>
              <a:gd name="connsiteY7843" fmla="*/ 3048191 h 3505200"/>
              <a:gd name="connsiteX7844" fmla="*/ 2819591 w 3505200"/>
              <a:gd name="connsiteY7844" fmla="*/ 3049715 h 3505200"/>
              <a:gd name="connsiteX7845" fmla="*/ 2895791 w 3505200"/>
              <a:gd name="connsiteY7845" fmla="*/ 3048857 h 3505200"/>
              <a:gd name="connsiteX7846" fmla="*/ 2896457 w 3505200"/>
              <a:gd name="connsiteY7846" fmla="*/ 3048191 h 3505200"/>
              <a:gd name="connsiteX7847" fmla="*/ 2895791 w 3505200"/>
              <a:gd name="connsiteY7847" fmla="*/ 3047524 h 3505200"/>
              <a:gd name="connsiteX7848" fmla="*/ 2895124 w 3505200"/>
              <a:gd name="connsiteY7848" fmla="*/ 3048191 h 3505200"/>
              <a:gd name="connsiteX7849" fmla="*/ 2895791 w 3505200"/>
              <a:gd name="connsiteY7849" fmla="*/ 3048857 h 3505200"/>
              <a:gd name="connsiteX7850" fmla="*/ 685990 w 3505200"/>
              <a:gd name="connsiteY7850" fmla="*/ 3124867 h 3505200"/>
              <a:gd name="connsiteX7851" fmla="*/ 686372 w 3505200"/>
              <a:gd name="connsiteY7851" fmla="*/ 3124486 h 3505200"/>
              <a:gd name="connsiteX7852" fmla="*/ 685990 w 3505200"/>
              <a:gd name="connsiteY7852" fmla="*/ 3124105 h 3505200"/>
              <a:gd name="connsiteX7853" fmla="*/ 685610 w 3505200"/>
              <a:gd name="connsiteY7853" fmla="*/ 3124486 h 3505200"/>
              <a:gd name="connsiteX7854" fmla="*/ 685990 w 3505200"/>
              <a:gd name="connsiteY7854" fmla="*/ 3124867 h 3505200"/>
              <a:gd name="connsiteX7855" fmla="*/ 762190 w 3505200"/>
              <a:gd name="connsiteY7855" fmla="*/ 3125438 h 3505200"/>
              <a:gd name="connsiteX7856" fmla="*/ 763238 w 3505200"/>
              <a:gd name="connsiteY7856" fmla="*/ 3124391 h 3505200"/>
              <a:gd name="connsiteX7857" fmla="*/ 762190 w 3505200"/>
              <a:gd name="connsiteY7857" fmla="*/ 3123343 h 3505200"/>
              <a:gd name="connsiteX7858" fmla="*/ 761143 w 3505200"/>
              <a:gd name="connsiteY7858" fmla="*/ 3124391 h 3505200"/>
              <a:gd name="connsiteX7859" fmla="*/ 762190 w 3505200"/>
              <a:gd name="connsiteY7859" fmla="*/ 3125438 h 3505200"/>
              <a:gd name="connsiteX7860" fmla="*/ 838390 w 3505200"/>
              <a:gd name="connsiteY7860" fmla="*/ 3126296 h 3505200"/>
              <a:gd name="connsiteX7861" fmla="*/ 840296 w 3505200"/>
              <a:gd name="connsiteY7861" fmla="*/ 3124391 h 3505200"/>
              <a:gd name="connsiteX7862" fmla="*/ 838390 w 3505200"/>
              <a:gd name="connsiteY7862" fmla="*/ 3122486 h 3505200"/>
              <a:gd name="connsiteX7863" fmla="*/ 836486 w 3505200"/>
              <a:gd name="connsiteY7863" fmla="*/ 3124391 h 3505200"/>
              <a:gd name="connsiteX7864" fmla="*/ 838390 w 3505200"/>
              <a:gd name="connsiteY7864" fmla="*/ 3126296 h 3505200"/>
              <a:gd name="connsiteX7865" fmla="*/ 914590 w 3505200"/>
              <a:gd name="connsiteY7865" fmla="*/ 3126772 h 3505200"/>
              <a:gd name="connsiteX7866" fmla="*/ 916877 w 3505200"/>
              <a:gd name="connsiteY7866" fmla="*/ 3124486 h 3505200"/>
              <a:gd name="connsiteX7867" fmla="*/ 914590 w 3505200"/>
              <a:gd name="connsiteY7867" fmla="*/ 3122200 h 3505200"/>
              <a:gd name="connsiteX7868" fmla="*/ 912305 w 3505200"/>
              <a:gd name="connsiteY7868" fmla="*/ 3124486 h 3505200"/>
              <a:gd name="connsiteX7869" fmla="*/ 914590 w 3505200"/>
              <a:gd name="connsiteY7869" fmla="*/ 3126772 h 3505200"/>
              <a:gd name="connsiteX7870" fmla="*/ 990790 w 3505200"/>
              <a:gd name="connsiteY7870" fmla="*/ 3127343 h 3505200"/>
              <a:gd name="connsiteX7871" fmla="*/ 993743 w 3505200"/>
              <a:gd name="connsiteY7871" fmla="*/ 3124391 h 3505200"/>
              <a:gd name="connsiteX7872" fmla="*/ 990790 w 3505200"/>
              <a:gd name="connsiteY7872" fmla="*/ 3121438 h 3505200"/>
              <a:gd name="connsiteX7873" fmla="*/ 987838 w 3505200"/>
              <a:gd name="connsiteY7873" fmla="*/ 3124391 h 3505200"/>
              <a:gd name="connsiteX7874" fmla="*/ 990790 w 3505200"/>
              <a:gd name="connsiteY7874" fmla="*/ 3127343 h 3505200"/>
              <a:gd name="connsiteX7875" fmla="*/ 1066991 w 3505200"/>
              <a:gd name="connsiteY7875" fmla="*/ 3128010 h 3505200"/>
              <a:gd name="connsiteX7876" fmla="*/ 1070610 w 3505200"/>
              <a:gd name="connsiteY7876" fmla="*/ 3124391 h 3505200"/>
              <a:gd name="connsiteX7877" fmla="*/ 1066991 w 3505200"/>
              <a:gd name="connsiteY7877" fmla="*/ 3120771 h 3505200"/>
              <a:gd name="connsiteX7878" fmla="*/ 1063371 w 3505200"/>
              <a:gd name="connsiteY7878" fmla="*/ 3124391 h 3505200"/>
              <a:gd name="connsiteX7879" fmla="*/ 1066991 w 3505200"/>
              <a:gd name="connsiteY7879" fmla="*/ 3128010 h 3505200"/>
              <a:gd name="connsiteX7880" fmla="*/ 1143191 w 3505200"/>
              <a:gd name="connsiteY7880" fmla="*/ 3128391 h 3505200"/>
              <a:gd name="connsiteX7881" fmla="*/ 1147191 w 3505200"/>
              <a:gd name="connsiteY7881" fmla="*/ 3124391 h 3505200"/>
              <a:gd name="connsiteX7882" fmla="*/ 1143191 w 3505200"/>
              <a:gd name="connsiteY7882" fmla="*/ 3120390 h 3505200"/>
              <a:gd name="connsiteX7883" fmla="*/ 1139190 w 3505200"/>
              <a:gd name="connsiteY7883" fmla="*/ 3124391 h 3505200"/>
              <a:gd name="connsiteX7884" fmla="*/ 1143191 w 3505200"/>
              <a:gd name="connsiteY7884" fmla="*/ 3128391 h 3505200"/>
              <a:gd name="connsiteX7885" fmla="*/ 1219391 w 3505200"/>
              <a:gd name="connsiteY7885" fmla="*/ 3128867 h 3505200"/>
              <a:gd name="connsiteX7886" fmla="*/ 1223867 w 3505200"/>
              <a:gd name="connsiteY7886" fmla="*/ 3124391 h 3505200"/>
              <a:gd name="connsiteX7887" fmla="*/ 1219391 w 3505200"/>
              <a:gd name="connsiteY7887" fmla="*/ 3119914 h 3505200"/>
              <a:gd name="connsiteX7888" fmla="*/ 1214914 w 3505200"/>
              <a:gd name="connsiteY7888" fmla="*/ 3124391 h 3505200"/>
              <a:gd name="connsiteX7889" fmla="*/ 1219391 w 3505200"/>
              <a:gd name="connsiteY7889" fmla="*/ 3128867 h 3505200"/>
              <a:gd name="connsiteX7890" fmla="*/ 1295591 w 3505200"/>
              <a:gd name="connsiteY7890" fmla="*/ 3129248 h 3505200"/>
              <a:gd name="connsiteX7891" fmla="*/ 1300448 w 3505200"/>
              <a:gd name="connsiteY7891" fmla="*/ 3124391 h 3505200"/>
              <a:gd name="connsiteX7892" fmla="*/ 1295591 w 3505200"/>
              <a:gd name="connsiteY7892" fmla="*/ 3119533 h 3505200"/>
              <a:gd name="connsiteX7893" fmla="*/ 1290733 w 3505200"/>
              <a:gd name="connsiteY7893" fmla="*/ 3124391 h 3505200"/>
              <a:gd name="connsiteX7894" fmla="*/ 1295591 w 3505200"/>
              <a:gd name="connsiteY7894" fmla="*/ 3129248 h 3505200"/>
              <a:gd name="connsiteX7895" fmla="*/ 1371791 w 3505200"/>
              <a:gd name="connsiteY7895" fmla="*/ 3129724 h 3505200"/>
              <a:gd name="connsiteX7896" fmla="*/ 1377029 w 3505200"/>
              <a:gd name="connsiteY7896" fmla="*/ 3124486 h 3505200"/>
              <a:gd name="connsiteX7897" fmla="*/ 1371791 w 3505200"/>
              <a:gd name="connsiteY7897" fmla="*/ 3119247 h 3505200"/>
              <a:gd name="connsiteX7898" fmla="*/ 1366552 w 3505200"/>
              <a:gd name="connsiteY7898" fmla="*/ 3124486 h 3505200"/>
              <a:gd name="connsiteX7899" fmla="*/ 1371791 w 3505200"/>
              <a:gd name="connsiteY7899" fmla="*/ 3129724 h 3505200"/>
              <a:gd name="connsiteX7900" fmla="*/ 1447991 w 3505200"/>
              <a:gd name="connsiteY7900" fmla="*/ 3129915 h 3505200"/>
              <a:gd name="connsiteX7901" fmla="*/ 1453515 w 3505200"/>
              <a:gd name="connsiteY7901" fmla="*/ 3124391 h 3505200"/>
              <a:gd name="connsiteX7902" fmla="*/ 1447991 w 3505200"/>
              <a:gd name="connsiteY7902" fmla="*/ 3118866 h 3505200"/>
              <a:gd name="connsiteX7903" fmla="*/ 1442466 w 3505200"/>
              <a:gd name="connsiteY7903" fmla="*/ 3124391 h 3505200"/>
              <a:gd name="connsiteX7904" fmla="*/ 1447991 w 3505200"/>
              <a:gd name="connsiteY7904" fmla="*/ 3129915 h 3505200"/>
              <a:gd name="connsiteX7905" fmla="*/ 1524191 w 3505200"/>
              <a:gd name="connsiteY7905" fmla="*/ 3130106 h 3505200"/>
              <a:gd name="connsiteX7906" fmla="*/ 1529906 w 3505200"/>
              <a:gd name="connsiteY7906" fmla="*/ 3124391 h 3505200"/>
              <a:gd name="connsiteX7907" fmla="*/ 1524191 w 3505200"/>
              <a:gd name="connsiteY7907" fmla="*/ 3118676 h 3505200"/>
              <a:gd name="connsiteX7908" fmla="*/ 1518476 w 3505200"/>
              <a:gd name="connsiteY7908" fmla="*/ 3124391 h 3505200"/>
              <a:gd name="connsiteX7909" fmla="*/ 1524191 w 3505200"/>
              <a:gd name="connsiteY7909" fmla="*/ 3130106 h 3505200"/>
              <a:gd name="connsiteX7910" fmla="*/ 1600391 w 3505200"/>
              <a:gd name="connsiteY7910" fmla="*/ 3130296 h 3505200"/>
              <a:gd name="connsiteX7911" fmla="*/ 1606296 w 3505200"/>
              <a:gd name="connsiteY7911" fmla="*/ 3124391 h 3505200"/>
              <a:gd name="connsiteX7912" fmla="*/ 1600391 w 3505200"/>
              <a:gd name="connsiteY7912" fmla="*/ 3118485 h 3505200"/>
              <a:gd name="connsiteX7913" fmla="*/ 1594485 w 3505200"/>
              <a:gd name="connsiteY7913" fmla="*/ 3124391 h 3505200"/>
              <a:gd name="connsiteX7914" fmla="*/ 1600391 w 3505200"/>
              <a:gd name="connsiteY7914" fmla="*/ 3130296 h 3505200"/>
              <a:gd name="connsiteX7915" fmla="*/ 1676591 w 3505200"/>
              <a:gd name="connsiteY7915" fmla="*/ 3130582 h 3505200"/>
              <a:gd name="connsiteX7916" fmla="*/ 1682687 w 3505200"/>
              <a:gd name="connsiteY7916" fmla="*/ 3124486 h 3505200"/>
              <a:gd name="connsiteX7917" fmla="*/ 1676591 w 3505200"/>
              <a:gd name="connsiteY7917" fmla="*/ 3118390 h 3505200"/>
              <a:gd name="connsiteX7918" fmla="*/ 1670495 w 3505200"/>
              <a:gd name="connsiteY7918" fmla="*/ 3124486 h 3505200"/>
              <a:gd name="connsiteX7919" fmla="*/ 1676591 w 3505200"/>
              <a:gd name="connsiteY7919" fmla="*/ 3130582 h 3505200"/>
              <a:gd name="connsiteX7920" fmla="*/ 1752791 w 3505200"/>
              <a:gd name="connsiteY7920" fmla="*/ 3130582 h 3505200"/>
              <a:gd name="connsiteX7921" fmla="*/ 1758887 w 3505200"/>
              <a:gd name="connsiteY7921" fmla="*/ 3124486 h 3505200"/>
              <a:gd name="connsiteX7922" fmla="*/ 1752791 w 3505200"/>
              <a:gd name="connsiteY7922" fmla="*/ 3118390 h 3505200"/>
              <a:gd name="connsiteX7923" fmla="*/ 1746695 w 3505200"/>
              <a:gd name="connsiteY7923" fmla="*/ 3124486 h 3505200"/>
              <a:gd name="connsiteX7924" fmla="*/ 1752791 w 3505200"/>
              <a:gd name="connsiteY7924" fmla="*/ 3130582 h 3505200"/>
              <a:gd name="connsiteX7925" fmla="*/ 1828991 w 3505200"/>
              <a:gd name="connsiteY7925" fmla="*/ 3130582 h 3505200"/>
              <a:gd name="connsiteX7926" fmla="*/ 1835087 w 3505200"/>
              <a:gd name="connsiteY7926" fmla="*/ 3124486 h 3505200"/>
              <a:gd name="connsiteX7927" fmla="*/ 1828991 w 3505200"/>
              <a:gd name="connsiteY7927" fmla="*/ 3118390 h 3505200"/>
              <a:gd name="connsiteX7928" fmla="*/ 1822895 w 3505200"/>
              <a:gd name="connsiteY7928" fmla="*/ 3124486 h 3505200"/>
              <a:gd name="connsiteX7929" fmla="*/ 1828991 w 3505200"/>
              <a:gd name="connsiteY7929" fmla="*/ 3130582 h 3505200"/>
              <a:gd name="connsiteX7930" fmla="*/ 1905191 w 3505200"/>
              <a:gd name="connsiteY7930" fmla="*/ 3130296 h 3505200"/>
              <a:gd name="connsiteX7931" fmla="*/ 1911096 w 3505200"/>
              <a:gd name="connsiteY7931" fmla="*/ 3124391 h 3505200"/>
              <a:gd name="connsiteX7932" fmla="*/ 1905191 w 3505200"/>
              <a:gd name="connsiteY7932" fmla="*/ 3118485 h 3505200"/>
              <a:gd name="connsiteX7933" fmla="*/ 1899285 w 3505200"/>
              <a:gd name="connsiteY7933" fmla="*/ 3124391 h 3505200"/>
              <a:gd name="connsiteX7934" fmla="*/ 1905191 w 3505200"/>
              <a:gd name="connsiteY7934" fmla="*/ 3130296 h 3505200"/>
              <a:gd name="connsiteX7935" fmla="*/ 1981391 w 3505200"/>
              <a:gd name="connsiteY7935" fmla="*/ 3130106 h 3505200"/>
              <a:gd name="connsiteX7936" fmla="*/ 1987106 w 3505200"/>
              <a:gd name="connsiteY7936" fmla="*/ 3124391 h 3505200"/>
              <a:gd name="connsiteX7937" fmla="*/ 1981391 w 3505200"/>
              <a:gd name="connsiteY7937" fmla="*/ 3118676 h 3505200"/>
              <a:gd name="connsiteX7938" fmla="*/ 1975676 w 3505200"/>
              <a:gd name="connsiteY7938" fmla="*/ 3124391 h 3505200"/>
              <a:gd name="connsiteX7939" fmla="*/ 1981391 w 3505200"/>
              <a:gd name="connsiteY7939" fmla="*/ 3130106 h 3505200"/>
              <a:gd name="connsiteX7940" fmla="*/ 2057591 w 3505200"/>
              <a:gd name="connsiteY7940" fmla="*/ 3129915 h 3505200"/>
              <a:gd name="connsiteX7941" fmla="*/ 2063115 w 3505200"/>
              <a:gd name="connsiteY7941" fmla="*/ 3124391 h 3505200"/>
              <a:gd name="connsiteX7942" fmla="*/ 2057591 w 3505200"/>
              <a:gd name="connsiteY7942" fmla="*/ 3118866 h 3505200"/>
              <a:gd name="connsiteX7943" fmla="*/ 2052066 w 3505200"/>
              <a:gd name="connsiteY7943" fmla="*/ 3124391 h 3505200"/>
              <a:gd name="connsiteX7944" fmla="*/ 2057591 w 3505200"/>
              <a:gd name="connsiteY7944" fmla="*/ 3129915 h 3505200"/>
              <a:gd name="connsiteX7945" fmla="*/ 2133791 w 3505200"/>
              <a:gd name="connsiteY7945" fmla="*/ 3129724 h 3505200"/>
              <a:gd name="connsiteX7946" fmla="*/ 2139029 w 3505200"/>
              <a:gd name="connsiteY7946" fmla="*/ 3124486 h 3505200"/>
              <a:gd name="connsiteX7947" fmla="*/ 2133791 w 3505200"/>
              <a:gd name="connsiteY7947" fmla="*/ 3119247 h 3505200"/>
              <a:gd name="connsiteX7948" fmla="*/ 2128552 w 3505200"/>
              <a:gd name="connsiteY7948" fmla="*/ 3124486 h 3505200"/>
              <a:gd name="connsiteX7949" fmla="*/ 2133791 w 3505200"/>
              <a:gd name="connsiteY7949" fmla="*/ 3129724 h 3505200"/>
              <a:gd name="connsiteX7950" fmla="*/ 2209991 w 3505200"/>
              <a:gd name="connsiteY7950" fmla="*/ 3129248 h 3505200"/>
              <a:gd name="connsiteX7951" fmla="*/ 2214848 w 3505200"/>
              <a:gd name="connsiteY7951" fmla="*/ 3124391 h 3505200"/>
              <a:gd name="connsiteX7952" fmla="*/ 2209991 w 3505200"/>
              <a:gd name="connsiteY7952" fmla="*/ 3119533 h 3505200"/>
              <a:gd name="connsiteX7953" fmla="*/ 2205133 w 3505200"/>
              <a:gd name="connsiteY7953" fmla="*/ 3124391 h 3505200"/>
              <a:gd name="connsiteX7954" fmla="*/ 2209991 w 3505200"/>
              <a:gd name="connsiteY7954" fmla="*/ 3129248 h 3505200"/>
              <a:gd name="connsiteX7955" fmla="*/ 2286191 w 3505200"/>
              <a:gd name="connsiteY7955" fmla="*/ 3129058 h 3505200"/>
              <a:gd name="connsiteX7956" fmla="*/ 2290858 w 3505200"/>
              <a:gd name="connsiteY7956" fmla="*/ 3124391 h 3505200"/>
              <a:gd name="connsiteX7957" fmla="*/ 2286191 w 3505200"/>
              <a:gd name="connsiteY7957" fmla="*/ 3119723 h 3505200"/>
              <a:gd name="connsiteX7958" fmla="*/ 2281523 w 3505200"/>
              <a:gd name="connsiteY7958" fmla="*/ 3124391 h 3505200"/>
              <a:gd name="connsiteX7959" fmla="*/ 2286191 w 3505200"/>
              <a:gd name="connsiteY7959" fmla="*/ 3129058 h 3505200"/>
              <a:gd name="connsiteX7960" fmla="*/ 2362391 w 3505200"/>
              <a:gd name="connsiteY7960" fmla="*/ 3128391 h 3505200"/>
              <a:gd name="connsiteX7961" fmla="*/ 2366391 w 3505200"/>
              <a:gd name="connsiteY7961" fmla="*/ 3124391 h 3505200"/>
              <a:gd name="connsiteX7962" fmla="*/ 2362391 w 3505200"/>
              <a:gd name="connsiteY7962" fmla="*/ 3120390 h 3505200"/>
              <a:gd name="connsiteX7963" fmla="*/ 2358390 w 3505200"/>
              <a:gd name="connsiteY7963" fmla="*/ 3124391 h 3505200"/>
              <a:gd name="connsiteX7964" fmla="*/ 2362391 w 3505200"/>
              <a:gd name="connsiteY7964" fmla="*/ 3128391 h 3505200"/>
              <a:gd name="connsiteX7965" fmla="*/ 2438591 w 3505200"/>
              <a:gd name="connsiteY7965" fmla="*/ 3128010 h 3505200"/>
              <a:gd name="connsiteX7966" fmla="*/ 2442210 w 3505200"/>
              <a:gd name="connsiteY7966" fmla="*/ 3124391 h 3505200"/>
              <a:gd name="connsiteX7967" fmla="*/ 2438591 w 3505200"/>
              <a:gd name="connsiteY7967" fmla="*/ 3120771 h 3505200"/>
              <a:gd name="connsiteX7968" fmla="*/ 2434971 w 3505200"/>
              <a:gd name="connsiteY7968" fmla="*/ 3124391 h 3505200"/>
              <a:gd name="connsiteX7969" fmla="*/ 2438591 w 3505200"/>
              <a:gd name="connsiteY7969" fmla="*/ 3128010 h 3505200"/>
              <a:gd name="connsiteX7970" fmla="*/ 2514791 w 3505200"/>
              <a:gd name="connsiteY7970" fmla="*/ 3127534 h 3505200"/>
              <a:gd name="connsiteX7971" fmla="*/ 2517934 w 3505200"/>
              <a:gd name="connsiteY7971" fmla="*/ 3124391 h 3505200"/>
              <a:gd name="connsiteX7972" fmla="*/ 2514791 w 3505200"/>
              <a:gd name="connsiteY7972" fmla="*/ 3121247 h 3505200"/>
              <a:gd name="connsiteX7973" fmla="*/ 2511647 w 3505200"/>
              <a:gd name="connsiteY7973" fmla="*/ 3124391 h 3505200"/>
              <a:gd name="connsiteX7974" fmla="*/ 2514791 w 3505200"/>
              <a:gd name="connsiteY7974" fmla="*/ 3127534 h 3505200"/>
              <a:gd name="connsiteX7975" fmla="*/ 2590991 w 3505200"/>
              <a:gd name="connsiteY7975" fmla="*/ 3126962 h 3505200"/>
              <a:gd name="connsiteX7976" fmla="*/ 2593562 w 3505200"/>
              <a:gd name="connsiteY7976" fmla="*/ 3124391 h 3505200"/>
              <a:gd name="connsiteX7977" fmla="*/ 2590991 w 3505200"/>
              <a:gd name="connsiteY7977" fmla="*/ 3121819 h 3505200"/>
              <a:gd name="connsiteX7978" fmla="*/ 2588419 w 3505200"/>
              <a:gd name="connsiteY7978" fmla="*/ 3124391 h 3505200"/>
              <a:gd name="connsiteX7979" fmla="*/ 2590991 w 3505200"/>
              <a:gd name="connsiteY7979" fmla="*/ 3126962 h 3505200"/>
              <a:gd name="connsiteX7980" fmla="*/ 2667191 w 3505200"/>
              <a:gd name="connsiteY7980" fmla="*/ 3126296 h 3505200"/>
              <a:gd name="connsiteX7981" fmla="*/ 2669096 w 3505200"/>
              <a:gd name="connsiteY7981" fmla="*/ 3124391 h 3505200"/>
              <a:gd name="connsiteX7982" fmla="*/ 2667191 w 3505200"/>
              <a:gd name="connsiteY7982" fmla="*/ 3122486 h 3505200"/>
              <a:gd name="connsiteX7983" fmla="*/ 2665286 w 3505200"/>
              <a:gd name="connsiteY7983" fmla="*/ 3124391 h 3505200"/>
              <a:gd name="connsiteX7984" fmla="*/ 2667191 w 3505200"/>
              <a:gd name="connsiteY7984" fmla="*/ 3126296 h 3505200"/>
              <a:gd name="connsiteX7985" fmla="*/ 2743391 w 3505200"/>
              <a:gd name="connsiteY7985" fmla="*/ 3125724 h 3505200"/>
              <a:gd name="connsiteX7986" fmla="*/ 2744629 w 3505200"/>
              <a:gd name="connsiteY7986" fmla="*/ 3124486 h 3505200"/>
              <a:gd name="connsiteX7987" fmla="*/ 2743391 w 3505200"/>
              <a:gd name="connsiteY7987" fmla="*/ 3123248 h 3505200"/>
              <a:gd name="connsiteX7988" fmla="*/ 2742153 w 3505200"/>
              <a:gd name="connsiteY7988" fmla="*/ 3124486 h 3505200"/>
              <a:gd name="connsiteX7989" fmla="*/ 2743391 w 3505200"/>
              <a:gd name="connsiteY7989" fmla="*/ 3125724 h 3505200"/>
              <a:gd name="connsiteX7990" fmla="*/ 2819591 w 3505200"/>
              <a:gd name="connsiteY7990" fmla="*/ 3124867 h 3505200"/>
              <a:gd name="connsiteX7991" fmla="*/ 2819972 w 3505200"/>
              <a:gd name="connsiteY7991" fmla="*/ 3124486 h 3505200"/>
              <a:gd name="connsiteX7992" fmla="*/ 2819591 w 3505200"/>
              <a:gd name="connsiteY7992" fmla="*/ 3124105 h 3505200"/>
              <a:gd name="connsiteX7993" fmla="*/ 2819210 w 3505200"/>
              <a:gd name="connsiteY7993" fmla="*/ 3124486 h 3505200"/>
              <a:gd name="connsiteX7994" fmla="*/ 2819591 w 3505200"/>
              <a:gd name="connsiteY7994" fmla="*/ 3124867 h 3505200"/>
              <a:gd name="connsiteX7995" fmla="*/ 762190 w 3505200"/>
              <a:gd name="connsiteY7995" fmla="*/ 3200781 h 3505200"/>
              <a:gd name="connsiteX7996" fmla="*/ 762381 w 3505200"/>
              <a:gd name="connsiteY7996" fmla="*/ 3200591 h 3505200"/>
              <a:gd name="connsiteX7997" fmla="*/ 762190 w 3505200"/>
              <a:gd name="connsiteY7997" fmla="*/ 3200400 h 3505200"/>
              <a:gd name="connsiteX7998" fmla="*/ 762000 w 3505200"/>
              <a:gd name="connsiteY7998" fmla="*/ 3200591 h 3505200"/>
              <a:gd name="connsiteX7999" fmla="*/ 762190 w 3505200"/>
              <a:gd name="connsiteY7999" fmla="*/ 3200781 h 3505200"/>
              <a:gd name="connsiteX8000" fmla="*/ 838390 w 3505200"/>
              <a:gd name="connsiteY8000" fmla="*/ 3201448 h 3505200"/>
              <a:gd name="connsiteX8001" fmla="*/ 839248 w 3505200"/>
              <a:gd name="connsiteY8001" fmla="*/ 3200591 h 3505200"/>
              <a:gd name="connsiteX8002" fmla="*/ 838390 w 3505200"/>
              <a:gd name="connsiteY8002" fmla="*/ 3199733 h 3505200"/>
              <a:gd name="connsiteX8003" fmla="*/ 837533 w 3505200"/>
              <a:gd name="connsiteY8003" fmla="*/ 3200591 h 3505200"/>
              <a:gd name="connsiteX8004" fmla="*/ 838390 w 3505200"/>
              <a:gd name="connsiteY8004" fmla="*/ 3201448 h 3505200"/>
              <a:gd name="connsiteX8005" fmla="*/ 914590 w 3505200"/>
              <a:gd name="connsiteY8005" fmla="*/ 3202115 h 3505200"/>
              <a:gd name="connsiteX8006" fmla="*/ 916115 w 3505200"/>
              <a:gd name="connsiteY8006" fmla="*/ 3200591 h 3505200"/>
              <a:gd name="connsiteX8007" fmla="*/ 914590 w 3505200"/>
              <a:gd name="connsiteY8007" fmla="*/ 3199066 h 3505200"/>
              <a:gd name="connsiteX8008" fmla="*/ 913067 w 3505200"/>
              <a:gd name="connsiteY8008" fmla="*/ 3200591 h 3505200"/>
              <a:gd name="connsiteX8009" fmla="*/ 914590 w 3505200"/>
              <a:gd name="connsiteY8009" fmla="*/ 3202115 h 3505200"/>
              <a:gd name="connsiteX8010" fmla="*/ 990790 w 3505200"/>
              <a:gd name="connsiteY8010" fmla="*/ 3202496 h 3505200"/>
              <a:gd name="connsiteX8011" fmla="*/ 992696 w 3505200"/>
              <a:gd name="connsiteY8011" fmla="*/ 3200591 h 3505200"/>
              <a:gd name="connsiteX8012" fmla="*/ 990790 w 3505200"/>
              <a:gd name="connsiteY8012" fmla="*/ 3198686 h 3505200"/>
              <a:gd name="connsiteX8013" fmla="*/ 988886 w 3505200"/>
              <a:gd name="connsiteY8013" fmla="*/ 3200591 h 3505200"/>
              <a:gd name="connsiteX8014" fmla="*/ 990790 w 3505200"/>
              <a:gd name="connsiteY8014" fmla="*/ 3202496 h 3505200"/>
              <a:gd name="connsiteX8015" fmla="*/ 1066991 w 3505200"/>
              <a:gd name="connsiteY8015" fmla="*/ 3203162 h 3505200"/>
              <a:gd name="connsiteX8016" fmla="*/ 1069562 w 3505200"/>
              <a:gd name="connsiteY8016" fmla="*/ 3200591 h 3505200"/>
              <a:gd name="connsiteX8017" fmla="*/ 1066991 w 3505200"/>
              <a:gd name="connsiteY8017" fmla="*/ 3198019 h 3505200"/>
              <a:gd name="connsiteX8018" fmla="*/ 1064419 w 3505200"/>
              <a:gd name="connsiteY8018" fmla="*/ 3200591 h 3505200"/>
              <a:gd name="connsiteX8019" fmla="*/ 1066991 w 3505200"/>
              <a:gd name="connsiteY8019" fmla="*/ 3203162 h 3505200"/>
              <a:gd name="connsiteX8020" fmla="*/ 1143191 w 3505200"/>
              <a:gd name="connsiteY8020" fmla="*/ 3203543 h 3505200"/>
              <a:gd name="connsiteX8021" fmla="*/ 1146143 w 3505200"/>
              <a:gd name="connsiteY8021" fmla="*/ 3200591 h 3505200"/>
              <a:gd name="connsiteX8022" fmla="*/ 1143191 w 3505200"/>
              <a:gd name="connsiteY8022" fmla="*/ 3197638 h 3505200"/>
              <a:gd name="connsiteX8023" fmla="*/ 1140238 w 3505200"/>
              <a:gd name="connsiteY8023" fmla="*/ 3200591 h 3505200"/>
              <a:gd name="connsiteX8024" fmla="*/ 1143191 w 3505200"/>
              <a:gd name="connsiteY8024" fmla="*/ 3203543 h 3505200"/>
              <a:gd name="connsiteX8025" fmla="*/ 1219391 w 3505200"/>
              <a:gd name="connsiteY8025" fmla="*/ 3204020 h 3505200"/>
              <a:gd name="connsiteX8026" fmla="*/ 1222724 w 3505200"/>
              <a:gd name="connsiteY8026" fmla="*/ 3200686 h 3505200"/>
              <a:gd name="connsiteX8027" fmla="*/ 1219391 w 3505200"/>
              <a:gd name="connsiteY8027" fmla="*/ 3197352 h 3505200"/>
              <a:gd name="connsiteX8028" fmla="*/ 1215962 w 3505200"/>
              <a:gd name="connsiteY8028" fmla="*/ 3200686 h 3505200"/>
              <a:gd name="connsiteX8029" fmla="*/ 1219391 w 3505200"/>
              <a:gd name="connsiteY8029" fmla="*/ 3204020 h 3505200"/>
              <a:gd name="connsiteX8030" fmla="*/ 1295591 w 3505200"/>
              <a:gd name="connsiteY8030" fmla="*/ 3204401 h 3505200"/>
              <a:gd name="connsiteX8031" fmla="*/ 1299401 w 3505200"/>
              <a:gd name="connsiteY8031" fmla="*/ 3200591 h 3505200"/>
              <a:gd name="connsiteX8032" fmla="*/ 1295591 w 3505200"/>
              <a:gd name="connsiteY8032" fmla="*/ 3196781 h 3505200"/>
              <a:gd name="connsiteX8033" fmla="*/ 1291781 w 3505200"/>
              <a:gd name="connsiteY8033" fmla="*/ 3200591 h 3505200"/>
              <a:gd name="connsiteX8034" fmla="*/ 1295591 w 3505200"/>
              <a:gd name="connsiteY8034" fmla="*/ 3204401 h 3505200"/>
              <a:gd name="connsiteX8035" fmla="*/ 1371791 w 3505200"/>
              <a:gd name="connsiteY8035" fmla="*/ 3204591 h 3505200"/>
              <a:gd name="connsiteX8036" fmla="*/ 1375791 w 3505200"/>
              <a:gd name="connsiteY8036" fmla="*/ 3200591 h 3505200"/>
              <a:gd name="connsiteX8037" fmla="*/ 1371791 w 3505200"/>
              <a:gd name="connsiteY8037" fmla="*/ 3196590 h 3505200"/>
              <a:gd name="connsiteX8038" fmla="*/ 1367790 w 3505200"/>
              <a:gd name="connsiteY8038" fmla="*/ 3200591 h 3505200"/>
              <a:gd name="connsiteX8039" fmla="*/ 1371791 w 3505200"/>
              <a:gd name="connsiteY8039" fmla="*/ 3204591 h 3505200"/>
              <a:gd name="connsiteX8040" fmla="*/ 1447991 w 3505200"/>
              <a:gd name="connsiteY8040" fmla="*/ 3205067 h 3505200"/>
              <a:gd name="connsiteX8041" fmla="*/ 1452467 w 3505200"/>
              <a:gd name="connsiteY8041" fmla="*/ 3200591 h 3505200"/>
              <a:gd name="connsiteX8042" fmla="*/ 1447991 w 3505200"/>
              <a:gd name="connsiteY8042" fmla="*/ 3196114 h 3505200"/>
              <a:gd name="connsiteX8043" fmla="*/ 1443514 w 3505200"/>
              <a:gd name="connsiteY8043" fmla="*/ 3200591 h 3505200"/>
              <a:gd name="connsiteX8044" fmla="*/ 1447991 w 3505200"/>
              <a:gd name="connsiteY8044" fmla="*/ 3205067 h 3505200"/>
              <a:gd name="connsiteX8045" fmla="*/ 1524191 w 3505200"/>
              <a:gd name="connsiteY8045" fmla="*/ 3205258 h 3505200"/>
              <a:gd name="connsiteX8046" fmla="*/ 1528858 w 3505200"/>
              <a:gd name="connsiteY8046" fmla="*/ 3200591 h 3505200"/>
              <a:gd name="connsiteX8047" fmla="*/ 1524191 w 3505200"/>
              <a:gd name="connsiteY8047" fmla="*/ 3195923 h 3505200"/>
              <a:gd name="connsiteX8048" fmla="*/ 1519523 w 3505200"/>
              <a:gd name="connsiteY8048" fmla="*/ 3200591 h 3505200"/>
              <a:gd name="connsiteX8049" fmla="*/ 1524191 w 3505200"/>
              <a:gd name="connsiteY8049" fmla="*/ 3205258 h 3505200"/>
              <a:gd name="connsiteX8050" fmla="*/ 1600391 w 3505200"/>
              <a:gd name="connsiteY8050" fmla="*/ 3205448 h 3505200"/>
              <a:gd name="connsiteX8051" fmla="*/ 1605248 w 3505200"/>
              <a:gd name="connsiteY8051" fmla="*/ 3200591 h 3505200"/>
              <a:gd name="connsiteX8052" fmla="*/ 1600391 w 3505200"/>
              <a:gd name="connsiteY8052" fmla="*/ 3195733 h 3505200"/>
              <a:gd name="connsiteX8053" fmla="*/ 1595533 w 3505200"/>
              <a:gd name="connsiteY8053" fmla="*/ 3200591 h 3505200"/>
              <a:gd name="connsiteX8054" fmla="*/ 1600391 w 3505200"/>
              <a:gd name="connsiteY8054" fmla="*/ 3205448 h 3505200"/>
              <a:gd name="connsiteX8055" fmla="*/ 1676591 w 3505200"/>
              <a:gd name="connsiteY8055" fmla="*/ 3205448 h 3505200"/>
              <a:gd name="connsiteX8056" fmla="*/ 1681448 w 3505200"/>
              <a:gd name="connsiteY8056" fmla="*/ 3200591 h 3505200"/>
              <a:gd name="connsiteX8057" fmla="*/ 1676591 w 3505200"/>
              <a:gd name="connsiteY8057" fmla="*/ 3195733 h 3505200"/>
              <a:gd name="connsiteX8058" fmla="*/ 1671733 w 3505200"/>
              <a:gd name="connsiteY8058" fmla="*/ 3200591 h 3505200"/>
              <a:gd name="connsiteX8059" fmla="*/ 1676591 w 3505200"/>
              <a:gd name="connsiteY8059" fmla="*/ 3205448 h 3505200"/>
              <a:gd name="connsiteX8060" fmla="*/ 1752791 w 3505200"/>
              <a:gd name="connsiteY8060" fmla="*/ 3205448 h 3505200"/>
              <a:gd name="connsiteX8061" fmla="*/ 1757648 w 3505200"/>
              <a:gd name="connsiteY8061" fmla="*/ 3200591 h 3505200"/>
              <a:gd name="connsiteX8062" fmla="*/ 1752791 w 3505200"/>
              <a:gd name="connsiteY8062" fmla="*/ 3195733 h 3505200"/>
              <a:gd name="connsiteX8063" fmla="*/ 1747933 w 3505200"/>
              <a:gd name="connsiteY8063" fmla="*/ 3200591 h 3505200"/>
              <a:gd name="connsiteX8064" fmla="*/ 1752791 w 3505200"/>
              <a:gd name="connsiteY8064" fmla="*/ 3205448 h 3505200"/>
              <a:gd name="connsiteX8065" fmla="*/ 1828991 w 3505200"/>
              <a:gd name="connsiteY8065" fmla="*/ 3205448 h 3505200"/>
              <a:gd name="connsiteX8066" fmla="*/ 1833848 w 3505200"/>
              <a:gd name="connsiteY8066" fmla="*/ 3200591 h 3505200"/>
              <a:gd name="connsiteX8067" fmla="*/ 1828991 w 3505200"/>
              <a:gd name="connsiteY8067" fmla="*/ 3195733 h 3505200"/>
              <a:gd name="connsiteX8068" fmla="*/ 1824133 w 3505200"/>
              <a:gd name="connsiteY8068" fmla="*/ 3200591 h 3505200"/>
              <a:gd name="connsiteX8069" fmla="*/ 1828991 w 3505200"/>
              <a:gd name="connsiteY8069" fmla="*/ 3205448 h 3505200"/>
              <a:gd name="connsiteX8070" fmla="*/ 1905191 w 3505200"/>
              <a:gd name="connsiteY8070" fmla="*/ 3205448 h 3505200"/>
              <a:gd name="connsiteX8071" fmla="*/ 1910048 w 3505200"/>
              <a:gd name="connsiteY8071" fmla="*/ 3200591 h 3505200"/>
              <a:gd name="connsiteX8072" fmla="*/ 1905191 w 3505200"/>
              <a:gd name="connsiteY8072" fmla="*/ 3195733 h 3505200"/>
              <a:gd name="connsiteX8073" fmla="*/ 1900333 w 3505200"/>
              <a:gd name="connsiteY8073" fmla="*/ 3200591 h 3505200"/>
              <a:gd name="connsiteX8074" fmla="*/ 1905191 w 3505200"/>
              <a:gd name="connsiteY8074" fmla="*/ 3205448 h 3505200"/>
              <a:gd name="connsiteX8075" fmla="*/ 1981391 w 3505200"/>
              <a:gd name="connsiteY8075" fmla="*/ 3205258 h 3505200"/>
              <a:gd name="connsiteX8076" fmla="*/ 1986058 w 3505200"/>
              <a:gd name="connsiteY8076" fmla="*/ 3200591 h 3505200"/>
              <a:gd name="connsiteX8077" fmla="*/ 1981391 w 3505200"/>
              <a:gd name="connsiteY8077" fmla="*/ 3195923 h 3505200"/>
              <a:gd name="connsiteX8078" fmla="*/ 1976723 w 3505200"/>
              <a:gd name="connsiteY8078" fmla="*/ 3200591 h 3505200"/>
              <a:gd name="connsiteX8079" fmla="*/ 1981391 w 3505200"/>
              <a:gd name="connsiteY8079" fmla="*/ 3205258 h 3505200"/>
              <a:gd name="connsiteX8080" fmla="*/ 2057591 w 3505200"/>
              <a:gd name="connsiteY8080" fmla="*/ 3205067 h 3505200"/>
              <a:gd name="connsiteX8081" fmla="*/ 2062067 w 3505200"/>
              <a:gd name="connsiteY8081" fmla="*/ 3200591 h 3505200"/>
              <a:gd name="connsiteX8082" fmla="*/ 2057591 w 3505200"/>
              <a:gd name="connsiteY8082" fmla="*/ 3196114 h 3505200"/>
              <a:gd name="connsiteX8083" fmla="*/ 2053114 w 3505200"/>
              <a:gd name="connsiteY8083" fmla="*/ 3200591 h 3505200"/>
              <a:gd name="connsiteX8084" fmla="*/ 2057591 w 3505200"/>
              <a:gd name="connsiteY8084" fmla="*/ 3205067 h 3505200"/>
              <a:gd name="connsiteX8085" fmla="*/ 2133791 w 3505200"/>
              <a:gd name="connsiteY8085" fmla="*/ 3204877 h 3505200"/>
              <a:gd name="connsiteX8086" fmla="*/ 2137982 w 3505200"/>
              <a:gd name="connsiteY8086" fmla="*/ 3200686 h 3505200"/>
              <a:gd name="connsiteX8087" fmla="*/ 2133791 w 3505200"/>
              <a:gd name="connsiteY8087" fmla="*/ 3196495 h 3505200"/>
              <a:gd name="connsiteX8088" fmla="*/ 2129600 w 3505200"/>
              <a:gd name="connsiteY8088" fmla="*/ 3200686 h 3505200"/>
              <a:gd name="connsiteX8089" fmla="*/ 2133791 w 3505200"/>
              <a:gd name="connsiteY8089" fmla="*/ 3204877 h 3505200"/>
              <a:gd name="connsiteX8090" fmla="*/ 2209991 w 3505200"/>
              <a:gd name="connsiteY8090" fmla="*/ 3204401 h 3505200"/>
              <a:gd name="connsiteX8091" fmla="*/ 2213801 w 3505200"/>
              <a:gd name="connsiteY8091" fmla="*/ 3200591 h 3505200"/>
              <a:gd name="connsiteX8092" fmla="*/ 2209991 w 3505200"/>
              <a:gd name="connsiteY8092" fmla="*/ 3196781 h 3505200"/>
              <a:gd name="connsiteX8093" fmla="*/ 2206181 w 3505200"/>
              <a:gd name="connsiteY8093" fmla="*/ 3200591 h 3505200"/>
              <a:gd name="connsiteX8094" fmla="*/ 2209991 w 3505200"/>
              <a:gd name="connsiteY8094" fmla="*/ 3204401 h 3505200"/>
              <a:gd name="connsiteX8095" fmla="*/ 2286191 w 3505200"/>
              <a:gd name="connsiteY8095" fmla="*/ 3204020 h 3505200"/>
              <a:gd name="connsiteX8096" fmla="*/ 2289524 w 3505200"/>
              <a:gd name="connsiteY8096" fmla="*/ 3200686 h 3505200"/>
              <a:gd name="connsiteX8097" fmla="*/ 2286191 w 3505200"/>
              <a:gd name="connsiteY8097" fmla="*/ 3197352 h 3505200"/>
              <a:gd name="connsiteX8098" fmla="*/ 2282857 w 3505200"/>
              <a:gd name="connsiteY8098" fmla="*/ 3200686 h 3505200"/>
              <a:gd name="connsiteX8099" fmla="*/ 2286191 w 3505200"/>
              <a:gd name="connsiteY8099" fmla="*/ 3204020 h 3505200"/>
              <a:gd name="connsiteX8100" fmla="*/ 2362391 w 3505200"/>
              <a:gd name="connsiteY8100" fmla="*/ 3203543 h 3505200"/>
              <a:gd name="connsiteX8101" fmla="*/ 2365343 w 3505200"/>
              <a:gd name="connsiteY8101" fmla="*/ 3200591 h 3505200"/>
              <a:gd name="connsiteX8102" fmla="*/ 2362391 w 3505200"/>
              <a:gd name="connsiteY8102" fmla="*/ 3197638 h 3505200"/>
              <a:gd name="connsiteX8103" fmla="*/ 2359438 w 3505200"/>
              <a:gd name="connsiteY8103" fmla="*/ 3200591 h 3505200"/>
              <a:gd name="connsiteX8104" fmla="*/ 2362391 w 3505200"/>
              <a:gd name="connsiteY8104" fmla="*/ 3203543 h 3505200"/>
              <a:gd name="connsiteX8105" fmla="*/ 2438591 w 3505200"/>
              <a:gd name="connsiteY8105" fmla="*/ 3203162 h 3505200"/>
              <a:gd name="connsiteX8106" fmla="*/ 2441162 w 3505200"/>
              <a:gd name="connsiteY8106" fmla="*/ 3200591 h 3505200"/>
              <a:gd name="connsiteX8107" fmla="*/ 2438591 w 3505200"/>
              <a:gd name="connsiteY8107" fmla="*/ 3198019 h 3505200"/>
              <a:gd name="connsiteX8108" fmla="*/ 2436019 w 3505200"/>
              <a:gd name="connsiteY8108" fmla="*/ 3200591 h 3505200"/>
              <a:gd name="connsiteX8109" fmla="*/ 2438591 w 3505200"/>
              <a:gd name="connsiteY8109" fmla="*/ 3203162 h 3505200"/>
              <a:gd name="connsiteX8110" fmla="*/ 2514791 w 3505200"/>
              <a:gd name="connsiteY8110" fmla="*/ 3202686 h 3505200"/>
              <a:gd name="connsiteX8111" fmla="*/ 2516886 w 3505200"/>
              <a:gd name="connsiteY8111" fmla="*/ 3200591 h 3505200"/>
              <a:gd name="connsiteX8112" fmla="*/ 2514791 w 3505200"/>
              <a:gd name="connsiteY8112" fmla="*/ 3198495 h 3505200"/>
              <a:gd name="connsiteX8113" fmla="*/ 2512695 w 3505200"/>
              <a:gd name="connsiteY8113" fmla="*/ 3200591 h 3505200"/>
              <a:gd name="connsiteX8114" fmla="*/ 2514791 w 3505200"/>
              <a:gd name="connsiteY8114" fmla="*/ 3202686 h 3505200"/>
              <a:gd name="connsiteX8115" fmla="*/ 2590991 w 3505200"/>
              <a:gd name="connsiteY8115" fmla="*/ 3202115 h 3505200"/>
              <a:gd name="connsiteX8116" fmla="*/ 2592515 w 3505200"/>
              <a:gd name="connsiteY8116" fmla="*/ 3200591 h 3505200"/>
              <a:gd name="connsiteX8117" fmla="*/ 2590991 w 3505200"/>
              <a:gd name="connsiteY8117" fmla="*/ 3199066 h 3505200"/>
              <a:gd name="connsiteX8118" fmla="*/ 2589466 w 3505200"/>
              <a:gd name="connsiteY8118" fmla="*/ 3200591 h 3505200"/>
              <a:gd name="connsiteX8119" fmla="*/ 2590991 w 3505200"/>
              <a:gd name="connsiteY8119" fmla="*/ 3202115 h 3505200"/>
              <a:gd name="connsiteX8120" fmla="*/ 2667191 w 3505200"/>
              <a:gd name="connsiteY8120" fmla="*/ 3201448 h 3505200"/>
              <a:gd name="connsiteX8121" fmla="*/ 2668048 w 3505200"/>
              <a:gd name="connsiteY8121" fmla="*/ 3200591 h 3505200"/>
              <a:gd name="connsiteX8122" fmla="*/ 2667191 w 3505200"/>
              <a:gd name="connsiteY8122" fmla="*/ 3199733 h 3505200"/>
              <a:gd name="connsiteX8123" fmla="*/ 2666333 w 3505200"/>
              <a:gd name="connsiteY8123" fmla="*/ 3200591 h 3505200"/>
              <a:gd name="connsiteX8124" fmla="*/ 2667191 w 3505200"/>
              <a:gd name="connsiteY8124" fmla="*/ 3201448 h 3505200"/>
              <a:gd name="connsiteX8125" fmla="*/ 2743391 w 3505200"/>
              <a:gd name="connsiteY8125" fmla="*/ 3200781 h 3505200"/>
              <a:gd name="connsiteX8126" fmla="*/ 2743581 w 3505200"/>
              <a:gd name="connsiteY8126" fmla="*/ 3200591 h 3505200"/>
              <a:gd name="connsiteX8127" fmla="*/ 2743391 w 3505200"/>
              <a:gd name="connsiteY8127" fmla="*/ 3200400 h 3505200"/>
              <a:gd name="connsiteX8128" fmla="*/ 2743200 w 3505200"/>
              <a:gd name="connsiteY8128" fmla="*/ 3200591 h 3505200"/>
              <a:gd name="connsiteX8129" fmla="*/ 2743391 w 3505200"/>
              <a:gd name="connsiteY8129" fmla="*/ 3200781 h 3505200"/>
              <a:gd name="connsiteX8130" fmla="*/ 914590 w 3505200"/>
              <a:gd name="connsiteY8130" fmla="*/ 3277267 h 3505200"/>
              <a:gd name="connsiteX8131" fmla="*/ 914972 w 3505200"/>
              <a:gd name="connsiteY8131" fmla="*/ 3276886 h 3505200"/>
              <a:gd name="connsiteX8132" fmla="*/ 914590 w 3505200"/>
              <a:gd name="connsiteY8132" fmla="*/ 3276505 h 3505200"/>
              <a:gd name="connsiteX8133" fmla="*/ 914210 w 3505200"/>
              <a:gd name="connsiteY8133" fmla="*/ 3276886 h 3505200"/>
              <a:gd name="connsiteX8134" fmla="*/ 914590 w 3505200"/>
              <a:gd name="connsiteY8134" fmla="*/ 3277267 h 3505200"/>
              <a:gd name="connsiteX8135" fmla="*/ 990790 w 3505200"/>
              <a:gd name="connsiteY8135" fmla="*/ 3277838 h 3505200"/>
              <a:gd name="connsiteX8136" fmla="*/ 991838 w 3505200"/>
              <a:gd name="connsiteY8136" fmla="*/ 3276791 h 3505200"/>
              <a:gd name="connsiteX8137" fmla="*/ 990790 w 3505200"/>
              <a:gd name="connsiteY8137" fmla="*/ 3275743 h 3505200"/>
              <a:gd name="connsiteX8138" fmla="*/ 989743 w 3505200"/>
              <a:gd name="connsiteY8138" fmla="*/ 3276791 h 3505200"/>
              <a:gd name="connsiteX8139" fmla="*/ 990790 w 3505200"/>
              <a:gd name="connsiteY8139" fmla="*/ 3277838 h 3505200"/>
              <a:gd name="connsiteX8140" fmla="*/ 1066991 w 3505200"/>
              <a:gd name="connsiteY8140" fmla="*/ 3278315 h 3505200"/>
              <a:gd name="connsiteX8141" fmla="*/ 1068515 w 3505200"/>
              <a:gd name="connsiteY8141" fmla="*/ 3276791 h 3505200"/>
              <a:gd name="connsiteX8142" fmla="*/ 1066991 w 3505200"/>
              <a:gd name="connsiteY8142" fmla="*/ 3275266 h 3505200"/>
              <a:gd name="connsiteX8143" fmla="*/ 1065467 w 3505200"/>
              <a:gd name="connsiteY8143" fmla="*/ 3276791 h 3505200"/>
              <a:gd name="connsiteX8144" fmla="*/ 1066991 w 3505200"/>
              <a:gd name="connsiteY8144" fmla="*/ 3278315 h 3505200"/>
              <a:gd name="connsiteX8145" fmla="*/ 1143191 w 3505200"/>
              <a:gd name="connsiteY8145" fmla="*/ 3278696 h 3505200"/>
              <a:gd name="connsiteX8146" fmla="*/ 1145096 w 3505200"/>
              <a:gd name="connsiteY8146" fmla="*/ 3276791 h 3505200"/>
              <a:gd name="connsiteX8147" fmla="*/ 1143191 w 3505200"/>
              <a:gd name="connsiteY8147" fmla="*/ 3274886 h 3505200"/>
              <a:gd name="connsiteX8148" fmla="*/ 1141286 w 3505200"/>
              <a:gd name="connsiteY8148" fmla="*/ 3276791 h 3505200"/>
              <a:gd name="connsiteX8149" fmla="*/ 1143191 w 3505200"/>
              <a:gd name="connsiteY8149" fmla="*/ 3278696 h 3505200"/>
              <a:gd name="connsiteX8150" fmla="*/ 1219391 w 3505200"/>
              <a:gd name="connsiteY8150" fmla="*/ 3279172 h 3505200"/>
              <a:gd name="connsiteX8151" fmla="*/ 1221677 w 3505200"/>
              <a:gd name="connsiteY8151" fmla="*/ 3276886 h 3505200"/>
              <a:gd name="connsiteX8152" fmla="*/ 1219391 w 3505200"/>
              <a:gd name="connsiteY8152" fmla="*/ 3274600 h 3505200"/>
              <a:gd name="connsiteX8153" fmla="*/ 1217105 w 3505200"/>
              <a:gd name="connsiteY8153" fmla="*/ 3276886 h 3505200"/>
              <a:gd name="connsiteX8154" fmla="*/ 1219391 w 3505200"/>
              <a:gd name="connsiteY8154" fmla="*/ 3279172 h 3505200"/>
              <a:gd name="connsiteX8155" fmla="*/ 1295591 w 3505200"/>
              <a:gd name="connsiteY8155" fmla="*/ 3279553 h 3505200"/>
              <a:gd name="connsiteX8156" fmla="*/ 1298353 w 3505200"/>
              <a:gd name="connsiteY8156" fmla="*/ 3276791 h 3505200"/>
              <a:gd name="connsiteX8157" fmla="*/ 1295591 w 3505200"/>
              <a:gd name="connsiteY8157" fmla="*/ 3274028 h 3505200"/>
              <a:gd name="connsiteX8158" fmla="*/ 1292828 w 3505200"/>
              <a:gd name="connsiteY8158" fmla="*/ 3276791 h 3505200"/>
              <a:gd name="connsiteX8159" fmla="*/ 1295591 w 3505200"/>
              <a:gd name="connsiteY8159" fmla="*/ 3279553 h 3505200"/>
              <a:gd name="connsiteX8160" fmla="*/ 1371791 w 3505200"/>
              <a:gd name="connsiteY8160" fmla="*/ 3279743 h 3505200"/>
              <a:gd name="connsiteX8161" fmla="*/ 1374743 w 3505200"/>
              <a:gd name="connsiteY8161" fmla="*/ 3276791 h 3505200"/>
              <a:gd name="connsiteX8162" fmla="*/ 1371791 w 3505200"/>
              <a:gd name="connsiteY8162" fmla="*/ 3273838 h 3505200"/>
              <a:gd name="connsiteX8163" fmla="*/ 1368838 w 3505200"/>
              <a:gd name="connsiteY8163" fmla="*/ 3276791 h 3505200"/>
              <a:gd name="connsiteX8164" fmla="*/ 1371791 w 3505200"/>
              <a:gd name="connsiteY8164" fmla="*/ 3279743 h 3505200"/>
              <a:gd name="connsiteX8165" fmla="*/ 1447991 w 3505200"/>
              <a:gd name="connsiteY8165" fmla="*/ 3279934 h 3505200"/>
              <a:gd name="connsiteX8166" fmla="*/ 1451134 w 3505200"/>
              <a:gd name="connsiteY8166" fmla="*/ 3276791 h 3505200"/>
              <a:gd name="connsiteX8167" fmla="*/ 1447991 w 3505200"/>
              <a:gd name="connsiteY8167" fmla="*/ 3273647 h 3505200"/>
              <a:gd name="connsiteX8168" fmla="*/ 1444847 w 3505200"/>
              <a:gd name="connsiteY8168" fmla="*/ 3276791 h 3505200"/>
              <a:gd name="connsiteX8169" fmla="*/ 1447991 w 3505200"/>
              <a:gd name="connsiteY8169" fmla="*/ 3279934 h 3505200"/>
              <a:gd name="connsiteX8170" fmla="*/ 1524191 w 3505200"/>
              <a:gd name="connsiteY8170" fmla="*/ 3280220 h 3505200"/>
              <a:gd name="connsiteX8171" fmla="*/ 1527524 w 3505200"/>
              <a:gd name="connsiteY8171" fmla="*/ 3276886 h 3505200"/>
              <a:gd name="connsiteX8172" fmla="*/ 1524191 w 3505200"/>
              <a:gd name="connsiteY8172" fmla="*/ 3273552 h 3505200"/>
              <a:gd name="connsiteX8173" fmla="*/ 1520857 w 3505200"/>
              <a:gd name="connsiteY8173" fmla="*/ 3276886 h 3505200"/>
              <a:gd name="connsiteX8174" fmla="*/ 1524191 w 3505200"/>
              <a:gd name="connsiteY8174" fmla="*/ 3280220 h 3505200"/>
              <a:gd name="connsiteX8175" fmla="*/ 1600391 w 3505200"/>
              <a:gd name="connsiteY8175" fmla="*/ 3280410 h 3505200"/>
              <a:gd name="connsiteX8176" fmla="*/ 1604010 w 3505200"/>
              <a:gd name="connsiteY8176" fmla="*/ 3276791 h 3505200"/>
              <a:gd name="connsiteX8177" fmla="*/ 1600391 w 3505200"/>
              <a:gd name="connsiteY8177" fmla="*/ 3273171 h 3505200"/>
              <a:gd name="connsiteX8178" fmla="*/ 1596771 w 3505200"/>
              <a:gd name="connsiteY8178" fmla="*/ 3276791 h 3505200"/>
              <a:gd name="connsiteX8179" fmla="*/ 1600391 w 3505200"/>
              <a:gd name="connsiteY8179" fmla="*/ 3280410 h 3505200"/>
              <a:gd name="connsiteX8180" fmla="*/ 1676591 w 3505200"/>
              <a:gd name="connsiteY8180" fmla="*/ 3280601 h 3505200"/>
              <a:gd name="connsiteX8181" fmla="*/ 1680401 w 3505200"/>
              <a:gd name="connsiteY8181" fmla="*/ 3276791 h 3505200"/>
              <a:gd name="connsiteX8182" fmla="*/ 1676591 w 3505200"/>
              <a:gd name="connsiteY8182" fmla="*/ 3272981 h 3505200"/>
              <a:gd name="connsiteX8183" fmla="*/ 1672781 w 3505200"/>
              <a:gd name="connsiteY8183" fmla="*/ 3276791 h 3505200"/>
              <a:gd name="connsiteX8184" fmla="*/ 1676591 w 3505200"/>
              <a:gd name="connsiteY8184" fmla="*/ 3280601 h 3505200"/>
              <a:gd name="connsiteX8185" fmla="*/ 1752791 w 3505200"/>
              <a:gd name="connsiteY8185" fmla="*/ 3280601 h 3505200"/>
              <a:gd name="connsiteX8186" fmla="*/ 1756601 w 3505200"/>
              <a:gd name="connsiteY8186" fmla="*/ 3276791 h 3505200"/>
              <a:gd name="connsiteX8187" fmla="*/ 1752791 w 3505200"/>
              <a:gd name="connsiteY8187" fmla="*/ 3272981 h 3505200"/>
              <a:gd name="connsiteX8188" fmla="*/ 1748981 w 3505200"/>
              <a:gd name="connsiteY8188" fmla="*/ 3276791 h 3505200"/>
              <a:gd name="connsiteX8189" fmla="*/ 1752791 w 3505200"/>
              <a:gd name="connsiteY8189" fmla="*/ 3280601 h 3505200"/>
              <a:gd name="connsiteX8190" fmla="*/ 1828991 w 3505200"/>
              <a:gd name="connsiteY8190" fmla="*/ 3280601 h 3505200"/>
              <a:gd name="connsiteX8191" fmla="*/ 1832801 w 3505200"/>
              <a:gd name="connsiteY8191" fmla="*/ 3276791 h 3505200"/>
              <a:gd name="connsiteX8192" fmla="*/ 1828991 w 3505200"/>
              <a:gd name="connsiteY8192" fmla="*/ 3272981 h 3505200"/>
              <a:gd name="connsiteX8193" fmla="*/ 1825181 w 3505200"/>
              <a:gd name="connsiteY8193" fmla="*/ 3276791 h 3505200"/>
              <a:gd name="connsiteX8194" fmla="*/ 1828991 w 3505200"/>
              <a:gd name="connsiteY8194" fmla="*/ 3280601 h 3505200"/>
              <a:gd name="connsiteX8195" fmla="*/ 1905191 w 3505200"/>
              <a:gd name="connsiteY8195" fmla="*/ 3280410 h 3505200"/>
              <a:gd name="connsiteX8196" fmla="*/ 1908810 w 3505200"/>
              <a:gd name="connsiteY8196" fmla="*/ 3276791 h 3505200"/>
              <a:gd name="connsiteX8197" fmla="*/ 1905191 w 3505200"/>
              <a:gd name="connsiteY8197" fmla="*/ 3273171 h 3505200"/>
              <a:gd name="connsiteX8198" fmla="*/ 1901571 w 3505200"/>
              <a:gd name="connsiteY8198" fmla="*/ 3276791 h 3505200"/>
              <a:gd name="connsiteX8199" fmla="*/ 1905191 w 3505200"/>
              <a:gd name="connsiteY8199" fmla="*/ 3280410 h 3505200"/>
              <a:gd name="connsiteX8200" fmla="*/ 1981391 w 3505200"/>
              <a:gd name="connsiteY8200" fmla="*/ 3280410 h 3505200"/>
              <a:gd name="connsiteX8201" fmla="*/ 1985010 w 3505200"/>
              <a:gd name="connsiteY8201" fmla="*/ 3276791 h 3505200"/>
              <a:gd name="connsiteX8202" fmla="*/ 1981391 w 3505200"/>
              <a:gd name="connsiteY8202" fmla="*/ 3273171 h 3505200"/>
              <a:gd name="connsiteX8203" fmla="*/ 1977771 w 3505200"/>
              <a:gd name="connsiteY8203" fmla="*/ 3276791 h 3505200"/>
              <a:gd name="connsiteX8204" fmla="*/ 1981391 w 3505200"/>
              <a:gd name="connsiteY8204" fmla="*/ 3280410 h 3505200"/>
              <a:gd name="connsiteX8205" fmla="*/ 2057591 w 3505200"/>
              <a:gd name="connsiteY8205" fmla="*/ 3280220 h 3505200"/>
              <a:gd name="connsiteX8206" fmla="*/ 2060924 w 3505200"/>
              <a:gd name="connsiteY8206" fmla="*/ 3276886 h 3505200"/>
              <a:gd name="connsiteX8207" fmla="*/ 2057591 w 3505200"/>
              <a:gd name="connsiteY8207" fmla="*/ 3273552 h 3505200"/>
              <a:gd name="connsiteX8208" fmla="*/ 2054257 w 3505200"/>
              <a:gd name="connsiteY8208" fmla="*/ 3276886 h 3505200"/>
              <a:gd name="connsiteX8209" fmla="*/ 2057591 w 3505200"/>
              <a:gd name="connsiteY8209" fmla="*/ 3280220 h 3505200"/>
              <a:gd name="connsiteX8210" fmla="*/ 2133791 w 3505200"/>
              <a:gd name="connsiteY8210" fmla="*/ 3279743 h 3505200"/>
              <a:gd name="connsiteX8211" fmla="*/ 2136743 w 3505200"/>
              <a:gd name="connsiteY8211" fmla="*/ 3276791 h 3505200"/>
              <a:gd name="connsiteX8212" fmla="*/ 2133791 w 3505200"/>
              <a:gd name="connsiteY8212" fmla="*/ 3273838 h 3505200"/>
              <a:gd name="connsiteX8213" fmla="*/ 2130838 w 3505200"/>
              <a:gd name="connsiteY8213" fmla="*/ 3276791 h 3505200"/>
              <a:gd name="connsiteX8214" fmla="*/ 2133791 w 3505200"/>
              <a:gd name="connsiteY8214" fmla="*/ 3279743 h 3505200"/>
              <a:gd name="connsiteX8215" fmla="*/ 2209991 w 3505200"/>
              <a:gd name="connsiteY8215" fmla="*/ 3279553 h 3505200"/>
              <a:gd name="connsiteX8216" fmla="*/ 2212753 w 3505200"/>
              <a:gd name="connsiteY8216" fmla="*/ 3276791 h 3505200"/>
              <a:gd name="connsiteX8217" fmla="*/ 2209991 w 3505200"/>
              <a:gd name="connsiteY8217" fmla="*/ 3274028 h 3505200"/>
              <a:gd name="connsiteX8218" fmla="*/ 2207228 w 3505200"/>
              <a:gd name="connsiteY8218" fmla="*/ 3276791 h 3505200"/>
              <a:gd name="connsiteX8219" fmla="*/ 2209991 w 3505200"/>
              <a:gd name="connsiteY8219" fmla="*/ 3279553 h 3505200"/>
              <a:gd name="connsiteX8220" fmla="*/ 2286191 w 3505200"/>
              <a:gd name="connsiteY8220" fmla="*/ 3279172 h 3505200"/>
              <a:gd name="connsiteX8221" fmla="*/ 2288477 w 3505200"/>
              <a:gd name="connsiteY8221" fmla="*/ 3276886 h 3505200"/>
              <a:gd name="connsiteX8222" fmla="*/ 2286191 w 3505200"/>
              <a:gd name="connsiteY8222" fmla="*/ 3274600 h 3505200"/>
              <a:gd name="connsiteX8223" fmla="*/ 2283905 w 3505200"/>
              <a:gd name="connsiteY8223" fmla="*/ 3276886 h 3505200"/>
              <a:gd name="connsiteX8224" fmla="*/ 2286191 w 3505200"/>
              <a:gd name="connsiteY8224" fmla="*/ 3279172 h 3505200"/>
              <a:gd name="connsiteX8225" fmla="*/ 2362391 w 3505200"/>
              <a:gd name="connsiteY8225" fmla="*/ 3278696 h 3505200"/>
              <a:gd name="connsiteX8226" fmla="*/ 2364296 w 3505200"/>
              <a:gd name="connsiteY8226" fmla="*/ 3276791 h 3505200"/>
              <a:gd name="connsiteX8227" fmla="*/ 2362391 w 3505200"/>
              <a:gd name="connsiteY8227" fmla="*/ 3274886 h 3505200"/>
              <a:gd name="connsiteX8228" fmla="*/ 2360486 w 3505200"/>
              <a:gd name="connsiteY8228" fmla="*/ 3276791 h 3505200"/>
              <a:gd name="connsiteX8229" fmla="*/ 2362391 w 3505200"/>
              <a:gd name="connsiteY8229" fmla="*/ 3278696 h 3505200"/>
              <a:gd name="connsiteX8230" fmla="*/ 2438591 w 3505200"/>
              <a:gd name="connsiteY8230" fmla="*/ 3278315 h 3505200"/>
              <a:gd name="connsiteX8231" fmla="*/ 2440115 w 3505200"/>
              <a:gd name="connsiteY8231" fmla="*/ 3276791 h 3505200"/>
              <a:gd name="connsiteX8232" fmla="*/ 2438591 w 3505200"/>
              <a:gd name="connsiteY8232" fmla="*/ 3275266 h 3505200"/>
              <a:gd name="connsiteX8233" fmla="*/ 2437067 w 3505200"/>
              <a:gd name="connsiteY8233" fmla="*/ 3276791 h 3505200"/>
              <a:gd name="connsiteX8234" fmla="*/ 2438591 w 3505200"/>
              <a:gd name="connsiteY8234" fmla="*/ 3278315 h 3505200"/>
              <a:gd name="connsiteX8235" fmla="*/ 2514791 w 3505200"/>
              <a:gd name="connsiteY8235" fmla="*/ 3277838 h 3505200"/>
              <a:gd name="connsiteX8236" fmla="*/ 2515838 w 3505200"/>
              <a:gd name="connsiteY8236" fmla="*/ 3276791 h 3505200"/>
              <a:gd name="connsiteX8237" fmla="*/ 2514791 w 3505200"/>
              <a:gd name="connsiteY8237" fmla="*/ 3275743 h 3505200"/>
              <a:gd name="connsiteX8238" fmla="*/ 2513743 w 3505200"/>
              <a:gd name="connsiteY8238" fmla="*/ 3276791 h 3505200"/>
              <a:gd name="connsiteX8239" fmla="*/ 2514791 w 3505200"/>
              <a:gd name="connsiteY8239" fmla="*/ 3277838 h 3505200"/>
              <a:gd name="connsiteX8240" fmla="*/ 2590991 w 3505200"/>
              <a:gd name="connsiteY8240" fmla="*/ 3277267 h 3505200"/>
              <a:gd name="connsiteX8241" fmla="*/ 2591372 w 3505200"/>
              <a:gd name="connsiteY8241" fmla="*/ 3276886 h 3505200"/>
              <a:gd name="connsiteX8242" fmla="*/ 2590991 w 3505200"/>
              <a:gd name="connsiteY8242" fmla="*/ 3276505 h 3505200"/>
              <a:gd name="connsiteX8243" fmla="*/ 2590610 w 3505200"/>
              <a:gd name="connsiteY8243" fmla="*/ 3276886 h 3505200"/>
              <a:gd name="connsiteX8244" fmla="*/ 2590991 w 3505200"/>
              <a:gd name="connsiteY8244" fmla="*/ 3277267 h 3505200"/>
              <a:gd name="connsiteX8245" fmla="*/ 1066991 w 3505200"/>
              <a:gd name="connsiteY8245" fmla="*/ 3353467 h 3505200"/>
              <a:gd name="connsiteX8246" fmla="*/ 1067372 w 3505200"/>
              <a:gd name="connsiteY8246" fmla="*/ 3353086 h 3505200"/>
              <a:gd name="connsiteX8247" fmla="*/ 1066991 w 3505200"/>
              <a:gd name="connsiteY8247" fmla="*/ 3352705 h 3505200"/>
              <a:gd name="connsiteX8248" fmla="*/ 1066610 w 3505200"/>
              <a:gd name="connsiteY8248" fmla="*/ 3353086 h 3505200"/>
              <a:gd name="connsiteX8249" fmla="*/ 1066991 w 3505200"/>
              <a:gd name="connsiteY8249" fmla="*/ 3353467 h 3505200"/>
              <a:gd name="connsiteX8250" fmla="*/ 1143191 w 3505200"/>
              <a:gd name="connsiteY8250" fmla="*/ 3353848 h 3505200"/>
              <a:gd name="connsiteX8251" fmla="*/ 1144048 w 3505200"/>
              <a:gd name="connsiteY8251" fmla="*/ 3352991 h 3505200"/>
              <a:gd name="connsiteX8252" fmla="*/ 1143191 w 3505200"/>
              <a:gd name="connsiteY8252" fmla="*/ 3352133 h 3505200"/>
              <a:gd name="connsiteX8253" fmla="*/ 1142333 w 3505200"/>
              <a:gd name="connsiteY8253" fmla="*/ 3352991 h 3505200"/>
              <a:gd name="connsiteX8254" fmla="*/ 1143191 w 3505200"/>
              <a:gd name="connsiteY8254" fmla="*/ 3353848 h 3505200"/>
              <a:gd name="connsiteX8255" fmla="*/ 1219391 w 3505200"/>
              <a:gd name="connsiteY8255" fmla="*/ 3354324 h 3505200"/>
              <a:gd name="connsiteX8256" fmla="*/ 1220629 w 3505200"/>
              <a:gd name="connsiteY8256" fmla="*/ 3353086 h 3505200"/>
              <a:gd name="connsiteX8257" fmla="*/ 1219391 w 3505200"/>
              <a:gd name="connsiteY8257" fmla="*/ 3351848 h 3505200"/>
              <a:gd name="connsiteX8258" fmla="*/ 1218152 w 3505200"/>
              <a:gd name="connsiteY8258" fmla="*/ 3353086 h 3505200"/>
              <a:gd name="connsiteX8259" fmla="*/ 1219391 w 3505200"/>
              <a:gd name="connsiteY8259" fmla="*/ 3354324 h 3505200"/>
              <a:gd name="connsiteX8260" fmla="*/ 1295591 w 3505200"/>
              <a:gd name="connsiteY8260" fmla="*/ 3354515 h 3505200"/>
              <a:gd name="connsiteX8261" fmla="*/ 1297114 w 3505200"/>
              <a:gd name="connsiteY8261" fmla="*/ 3352991 h 3505200"/>
              <a:gd name="connsiteX8262" fmla="*/ 1295591 w 3505200"/>
              <a:gd name="connsiteY8262" fmla="*/ 3351466 h 3505200"/>
              <a:gd name="connsiteX8263" fmla="*/ 1294067 w 3505200"/>
              <a:gd name="connsiteY8263" fmla="*/ 3352991 h 3505200"/>
              <a:gd name="connsiteX8264" fmla="*/ 1295591 w 3505200"/>
              <a:gd name="connsiteY8264" fmla="*/ 3354515 h 3505200"/>
              <a:gd name="connsiteX8265" fmla="*/ 1371791 w 3505200"/>
              <a:gd name="connsiteY8265" fmla="*/ 3354896 h 3505200"/>
              <a:gd name="connsiteX8266" fmla="*/ 1373696 w 3505200"/>
              <a:gd name="connsiteY8266" fmla="*/ 3352991 h 3505200"/>
              <a:gd name="connsiteX8267" fmla="*/ 1371791 w 3505200"/>
              <a:gd name="connsiteY8267" fmla="*/ 3351086 h 3505200"/>
              <a:gd name="connsiteX8268" fmla="*/ 1369886 w 3505200"/>
              <a:gd name="connsiteY8268" fmla="*/ 3352991 h 3505200"/>
              <a:gd name="connsiteX8269" fmla="*/ 1371791 w 3505200"/>
              <a:gd name="connsiteY8269" fmla="*/ 3354896 h 3505200"/>
              <a:gd name="connsiteX8270" fmla="*/ 1447991 w 3505200"/>
              <a:gd name="connsiteY8270" fmla="*/ 3355086 h 3505200"/>
              <a:gd name="connsiteX8271" fmla="*/ 1450086 w 3505200"/>
              <a:gd name="connsiteY8271" fmla="*/ 3352991 h 3505200"/>
              <a:gd name="connsiteX8272" fmla="*/ 1447991 w 3505200"/>
              <a:gd name="connsiteY8272" fmla="*/ 3350895 h 3505200"/>
              <a:gd name="connsiteX8273" fmla="*/ 1445895 w 3505200"/>
              <a:gd name="connsiteY8273" fmla="*/ 3352991 h 3505200"/>
              <a:gd name="connsiteX8274" fmla="*/ 1447991 w 3505200"/>
              <a:gd name="connsiteY8274" fmla="*/ 3355086 h 3505200"/>
              <a:gd name="connsiteX8275" fmla="*/ 1524191 w 3505200"/>
              <a:gd name="connsiteY8275" fmla="*/ 3355372 h 3505200"/>
              <a:gd name="connsiteX8276" fmla="*/ 1526477 w 3505200"/>
              <a:gd name="connsiteY8276" fmla="*/ 3353086 h 3505200"/>
              <a:gd name="connsiteX8277" fmla="*/ 1524191 w 3505200"/>
              <a:gd name="connsiteY8277" fmla="*/ 3350800 h 3505200"/>
              <a:gd name="connsiteX8278" fmla="*/ 1521905 w 3505200"/>
              <a:gd name="connsiteY8278" fmla="*/ 3353086 h 3505200"/>
              <a:gd name="connsiteX8279" fmla="*/ 1524191 w 3505200"/>
              <a:gd name="connsiteY8279" fmla="*/ 3355372 h 3505200"/>
              <a:gd name="connsiteX8280" fmla="*/ 1600391 w 3505200"/>
              <a:gd name="connsiteY8280" fmla="*/ 3355562 h 3505200"/>
              <a:gd name="connsiteX8281" fmla="*/ 1602962 w 3505200"/>
              <a:gd name="connsiteY8281" fmla="*/ 3352991 h 3505200"/>
              <a:gd name="connsiteX8282" fmla="*/ 1600391 w 3505200"/>
              <a:gd name="connsiteY8282" fmla="*/ 3350419 h 3505200"/>
              <a:gd name="connsiteX8283" fmla="*/ 1597819 w 3505200"/>
              <a:gd name="connsiteY8283" fmla="*/ 3352991 h 3505200"/>
              <a:gd name="connsiteX8284" fmla="*/ 1600391 w 3505200"/>
              <a:gd name="connsiteY8284" fmla="*/ 3355562 h 3505200"/>
              <a:gd name="connsiteX8285" fmla="*/ 1676591 w 3505200"/>
              <a:gd name="connsiteY8285" fmla="*/ 3355562 h 3505200"/>
              <a:gd name="connsiteX8286" fmla="*/ 1679162 w 3505200"/>
              <a:gd name="connsiteY8286" fmla="*/ 3352991 h 3505200"/>
              <a:gd name="connsiteX8287" fmla="*/ 1676591 w 3505200"/>
              <a:gd name="connsiteY8287" fmla="*/ 3350419 h 3505200"/>
              <a:gd name="connsiteX8288" fmla="*/ 1674019 w 3505200"/>
              <a:gd name="connsiteY8288" fmla="*/ 3352991 h 3505200"/>
              <a:gd name="connsiteX8289" fmla="*/ 1676591 w 3505200"/>
              <a:gd name="connsiteY8289" fmla="*/ 3355562 h 3505200"/>
              <a:gd name="connsiteX8290" fmla="*/ 1752791 w 3505200"/>
              <a:gd name="connsiteY8290" fmla="*/ 3355562 h 3505200"/>
              <a:gd name="connsiteX8291" fmla="*/ 1755362 w 3505200"/>
              <a:gd name="connsiteY8291" fmla="*/ 3352991 h 3505200"/>
              <a:gd name="connsiteX8292" fmla="*/ 1752791 w 3505200"/>
              <a:gd name="connsiteY8292" fmla="*/ 3350419 h 3505200"/>
              <a:gd name="connsiteX8293" fmla="*/ 1750219 w 3505200"/>
              <a:gd name="connsiteY8293" fmla="*/ 3352991 h 3505200"/>
              <a:gd name="connsiteX8294" fmla="*/ 1752791 w 3505200"/>
              <a:gd name="connsiteY8294" fmla="*/ 3355562 h 3505200"/>
              <a:gd name="connsiteX8295" fmla="*/ 1828991 w 3505200"/>
              <a:gd name="connsiteY8295" fmla="*/ 3355562 h 3505200"/>
              <a:gd name="connsiteX8296" fmla="*/ 1831562 w 3505200"/>
              <a:gd name="connsiteY8296" fmla="*/ 3352991 h 3505200"/>
              <a:gd name="connsiteX8297" fmla="*/ 1828991 w 3505200"/>
              <a:gd name="connsiteY8297" fmla="*/ 3350419 h 3505200"/>
              <a:gd name="connsiteX8298" fmla="*/ 1826419 w 3505200"/>
              <a:gd name="connsiteY8298" fmla="*/ 3352991 h 3505200"/>
              <a:gd name="connsiteX8299" fmla="*/ 1828991 w 3505200"/>
              <a:gd name="connsiteY8299" fmla="*/ 3355562 h 3505200"/>
              <a:gd name="connsiteX8300" fmla="*/ 1905191 w 3505200"/>
              <a:gd name="connsiteY8300" fmla="*/ 3355562 h 3505200"/>
              <a:gd name="connsiteX8301" fmla="*/ 1907762 w 3505200"/>
              <a:gd name="connsiteY8301" fmla="*/ 3352991 h 3505200"/>
              <a:gd name="connsiteX8302" fmla="*/ 1905191 w 3505200"/>
              <a:gd name="connsiteY8302" fmla="*/ 3350419 h 3505200"/>
              <a:gd name="connsiteX8303" fmla="*/ 1902619 w 3505200"/>
              <a:gd name="connsiteY8303" fmla="*/ 3352991 h 3505200"/>
              <a:gd name="connsiteX8304" fmla="*/ 1905191 w 3505200"/>
              <a:gd name="connsiteY8304" fmla="*/ 3355562 h 3505200"/>
              <a:gd name="connsiteX8305" fmla="*/ 1981391 w 3505200"/>
              <a:gd name="connsiteY8305" fmla="*/ 3355372 h 3505200"/>
              <a:gd name="connsiteX8306" fmla="*/ 1983677 w 3505200"/>
              <a:gd name="connsiteY8306" fmla="*/ 3353086 h 3505200"/>
              <a:gd name="connsiteX8307" fmla="*/ 1981391 w 3505200"/>
              <a:gd name="connsiteY8307" fmla="*/ 3350800 h 3505200"/>
              <a:gd name="connsiteX8308" fmla="*/ 1979105 w 3505200"/>
              <a:gd name="connsiteY8308" fmla="*/ 3353086 h 3505200"/>
              <a:gd name="connsiteX8309" fmla="*/ 1981391 w 3505200"/>
              <a:gd name="connsiteY8309" fmla="*/ 3355372 h 3505200"/>
              <a:gd name="connsiteX8310" fmla="*/ 2057591 w 3505200"/>
              <a:gd name="connsiteY8310" fmla="*/ 3355086 h 3505200"/>
              <a:gd name="connsiteX8311" fmla="*/ 2059686 w 3505200"/>
              <a:gd name="connsiteY8311" fmla="*/ 3352991 h 3505200"/>
              <a:gd name="connsiteX8312" fmla="*/ 2057591 w 3505200"/>
              <a:gd name="connsiteY8312" fmla="*/ 3350895 h 3505200"/>
              <a:gd name="connsiteX8313" fmla="*/ 2055495 w 3505200"/>
              <a:gd name="connsiteY8313" fmla="*/ 3352991 h 3505200"/>
              <a:gd name="connsiteX8314" fmla="*/ 2057591 w 3505200"/>
              <a:gd name="connsiteY8314" fmla="*/ 3355086 h 3505200"/>
              <a:gd name="connsiteX8315" fmla="*/ 2133791 w 3505200"/>
              <a:gd name="connsiteY8315" fmla="*/ 3354896 h 3505200"/>
              <a:gd name="connsiteX8316" fmla="*/ 2135696 w 3505200"/>
              <a:gd name="connsiteY8316" fmla="*/ 3352991 h 3505200"/>
              <a:gd name="connsiteX8317" fmla="*/ 2133791 w 3505200"/>
              <a:gd name="connsiteY8317" fmla="*/ 3351086 h 3505200"/>
              <a:gd name="connsiteX8318" fmla="*/ 2131886 w 3505200"/>
              <a:gd name="connsiteY8318" fmla="*/ 3352991 h 3505200"/>
              <a:gd name="connsiteX8319" fmla="*/ 2133791 w 3505200"/>
              <a:gd name="connsiteY8319" fmla="*/ 3354896 h 3505200"/>
              <a:gd name="connsiteX8320" fmla="*/ 2209991 w 3505200"/>
              <a:gd name="connsiteY8320" fmla="*/ 3354705 h 3505200"/>
              <a:gd name="connsiteX8321" fmla="*/ 2211705 w 3505200"/>
              <a:gd name="connsiteY8321" fmla="*/ 3352991 h 3505200"/>
              <a:gd name="connsiteX8322" fmla="*/ 2209991 w 3505200"/>
              <a:gd name="connsiteY8322" fmla="*/ 3351276 h 3505200"/>
              <a:gd name="connsiteX8323" fmla="*/ 2208276 w 3505200"/>
              <a:gd name="connsiteY8323" fmla="*/ 3352991 h 3505200"/>
              <a:gd name="connsiteX8324" fmla="*/ 2209991 w 3505200"/>
              <a:gd name="connsiteY8324" fmla="*/ 3354705 h 3505200"/>
              <a:gd name="connsiteX8325" fmla="*/ 2286191 w 3505200"/>
              <a:gd name="connsiteY8325" fmla="*/ 3354324 h 3505200"/>
              <a:gd name="connsiteX8326" fmla="*/ 2287429 w 3505200"/>
              <a:gd name="connsiteY8326" fmla="*/ 3353086 h 3505200"/>
              <a:gd name="connsiteX8327" fmla="*/ 2286191 w 3505200"/>
              <a:gd name="connsiteY8327" fmla="*/ 3351848 h 3505200"/>
              <a:gd name="connsiteX8328" fmla="*/ 2284952 w 3505200"/>
              <a:gd name="connsiteY8328" fmla="*/ 3353086 h 3505200"/>
              <a:gd name="connsiteX8329" fmla="*/ 2286191 w 3505200"/>
              <a:gd name="connsiteY8329" fmla="*/ 3354324 h 3505200"/>
              <a:gd name="connsiteX8330" fmla="*/ 2362391 w 3505200"/>
              <a:gd name="connsiteY8330" fmla="*/ 3353848 h 3505200"/>
              <a:gd name="connsiteX8331" fmla="*/ 2363248 w 3505200"/>
              <a:gd name="connsiteY8331" fmla="*/ 3352991 h 3505200"/>
              <a:gd name="connsiteX8332" fmla="*/ 2362391 w 3505200"/>
              <a:gd name="connsiteY8332" fmla="*/ 3352133 h 3505200"/>
              <a:gd name="connsiteX8333" fmla="*/ 2361533 w 3505200"/>
              <a:gd name="connsiteY8333" fmla="*/ 3352991 h 3505200"/>
              <a:gd name="connsiteX8334" fmla="*/ 2362391 w 3505200"/>
              <a:gd name="connsiteY8334" fmla="*/ 3353848 h 3505200"/>
              <a:gd name="connsiteX8335" fmla="*/ 2438591 w 3505200"/>
              <a:gd name="connsiteY8335" fmla="*/ 3353467 h 3505200"/>
              <a:gd name="connsiteX8336" fmla="*/ 2438972 w 3505200"/>
              <a:gd name="connsiteY8336" fmla="*/ 3353086 h 3505200"/>
              <a:gd name="connsiteX8337" fmla="*/ 2438591 w 3505200"/>
              <a:gd name="connsiteY8337" fmla="*/ 3352705 h 3505200"/>
              <a:gd name="connsiteX8338" fmla="*/ 2438210 w 3505200"/>
              <a:gd name="connsiteY8338" fmla="*/ 3353086 h 3505200"/>
              <a:gd name="connsiteX8339" fmla="*/ 2438591 w 3505200"/>
              <a:gd name="connsiteY8339" fmla="*/ 3353467 h 3505200"/>
              <a:gd name="connsiteX8340" fmla="*/ 2514791 w 3505200"/>
              <a:gd name="connsiteY8340" fmla="*/ 3353181 h 3505200"/>
              <a:gd name="connsiteX8341" fmla="*/ 2514981 w 3505200"/>
              <a:gd name="connsiteY8341" fmla="*/ 3352991 h 3505200"/>
              <a:gd name="connsiteX8342" fmla="*/ 2514791 w 3505200"/>
              <a:gd name="connsiteY8342" fmla="*/ 3352800 h 3505200"/>
              <a:gd name="connsiteX8343" fmla="*/ 2514600 w 3505200"/>
              <a:gd name="connsiteY8343" fmla="*/ 3352991 h 3505200"/>
              <a:gd name="connsiteX8344" fmla="*/ 2514791 w 3505200"/>
              <a:gd name="connsiteY8344" fmla="*/ 3353181 h 3505200"/>
              <a:gd name="connsiteX8345" fmla="*/ 1219391 w 3505200"/>
              <a:gd name="connsiteY8345" fmla="*/ 3429381 h 3505200"/>
              <a:gd name="connsiteX8346" fmla="*/ 1219581 w 3505200"/>
              <a:gd name="connsiteY8346" fmla="*/ 3429191 h 3505200"/>
              <a:gd name="connsiteX8347" fmla="*/ 1219391 w 3505200"/>
              <a:gd name="connsiteY8347" fmla="*/ 3429000 h 3505200"/>
              <a:gd name="connsiteX8348" fmla="*/ 1219200 w 3505200"/>
              <a:gd name="connsiteY8348" fmla="*/ 3429191 h 3505200"/>
              <a:gd name="connsiteX8349" fmla="*/ 1219391 w 3505200"/>
              <a:gd name="connsiteY8349" fmla="*/ 3429381 h 3505200"/>
              <a:gd name="connsiteX8350" fmla="*/ 1295591 w 3505200"/>
              <a:gd name="connsiteY8350" fmla="*/ 3429667 h 3505200"/>
              <a:gd name="connsiteX8351" fmla="*/ 1295972 w 3505200"/>
              <a:gd name="connsiteY8351" fmla="*/ 3429286 h 3505200"/>
              <a:gd name="connsiteX8352" fmla="*/ 1295591 w 3505200"/>
              <a:gd name="connsiteY8352" fmla="*/ 3428905 h 3505200"/>
              <a:gd name="connsiteX8353" fmla="*/ 1295210 w 3505200"/>
              <a:gd name="connsiteY8353" fmla="*/ 3429286 h 3505200"/>
              <a:gd name="connsiteX8354" fmla="*/ 1295591 w 3505200"/>
              <a:gd name="connsiteY8354" fmla="*/ 3429667 h 3505200"/>
              <a:gd name="connsiteX8355" fmla="*/ 1371791 w 3505200"/>
              <a:gd name="connsiteY8355" fmla="*/ 3429857 h 3505200"/>
              <a:gd name="connsiteX8356" fmla="*/ 1372457 w 3505200"/>
              <a:gd name="connsiteY8356" fmla="*/ 3429191 h 3505200"/>
              <a:gd name="connsiteX8357" fmla="*/ 1371791 w 3505200"/>
              <a:gd name="connsiteY8357" fmla="*/ 3428524 h 3505200"/>
              <a:gd name="connsiteX8358" fmla="*/ 1371124 w 3505200"/>
              <a:gd name="connsiteY8358" fmla="*/ 3429191 h 3505200"/>
              <a:gd name="connsiteX8359" fmla="*/ 1371791 w 3505200"/>
              <a:gd name="connsiteY8359" fmla="*/ 3429857 h 3505200"/>
              <a:gd name="connsiteX8360" fmla="*/ 1447991 w 3505200"/>
              <a:gd name="connsiteY8360" fmla="*/ 3430238 h 3505200"/>
              <a:gd name="connsiteX8361" fmla="*/ 1449038 w 3505200"/>
              <a:gd name="connsiteY8361" fmla="*/ 3429191 h 3505200"/>
              <a:gd name="connsiteX8362" fmla="*/ 1447991 w 3505200"/>
              <a:gd name="connsiteY8362" fmla="*/ 3428143 h 3505200"/>
              <a:gd name="connsiteX8363" fmla="*/ 1446943 w 3505200"/>
              <a:gd name="connsiteY8363" fmla="*/ 3429191 h 3505200"/>
              <a:gd name="connsiteX8364" fmla="*/ 1447991 w 3505200"/>
              <a:gd name="connsiteY8364" fmla="*/ 3430238 h 3505200"/>
              <a:gd name="connsiteX8365" fmla="*/ 1524191 w 3505200"/>
              <a:gd name="connsiteY8365" fmla="*/ 3430524 h 3505200"/>
              <a:gd name="connsiteX8366" fmla="*/ 1525429 w 3505200"/>
              <a:gd name="connsiteY8366" fmla="*/ 3429286 h 3505200"/>
              <a:gd name="connsiteX8367" fmla="*/ 1524191 w 3505200"/>
              <a:gd name="connsiteY8367" fmla="*/ 3428048 h 3505200"/>
              <a:gd name="connsiteX8368" fmla="*/ 1522952 w 3505200"/>
              <a:gd name="connsiteY8368" fmla="*/ 3429286 h 3505200"/>
              <a:gd name="connsiteX8369" fmla="*/ 1524191 w 3505200"/>
              <a:gd name="connsiteY8369" fmla="*/ 3430524 h 3505200"/>
              <a:gd name="connsiteX8370" fmla="*/ 1600391 w 3505200"/>
              <a:gd name="connsiteY8370" fmla="*/ 3430524 h 3505200"/>
              <a:gd name="connsiteX8371" fmla="*/ 1601629 w 3505200"/>
              <a:gd name="connsiteY8371" fmla="*/ 3429286 h 3505200"/>
              <a:gd name="connsiteX8372" fmla="*/ 1600391 w 3505200"/>
              <a:gd name="connsiteY8372" fmla="*/ 3428048 h 3505200"/>
              <a:gd name="connsiteX8373" fmla="*/ 1599152 w 3505200"/>
              <a:gd name="connsiteY8373" fmla="*/ 3429286 h 3505200"/>
              <a:gd name="connsiteX8374" fmla="*/ 1600391 w 3505200"/>
              <a:gd name="connsiteY8374" fmla="*/ 3430524 h 3505200"/>
              <a:gd name="connsiteX8375" fmla="*/ 1676591 w 3505200"/>
              <a:gd name="connsiteY8375" fmla="*/ 3430524 h 3505200"/>
              <a:gd name="connsiteX8376" fmla="*/ 1677829 w 3505200"/>
              <a:gd name="connsiteY8376" fmla="*/ 3429286 h 3505200"/>
              <a:gd name="connsiteX8377" fmla="*/ 1676591 w 3505200"/>
              <a:gd name="connsiteY8377" fmla="*/ 3428048 h 3505200"/>
              <a:gd name="connsiteX8378" fmla="*/ 1675352 w 3505200"/>
              <a:gd name="connsiteY8378" fmla="*/ 3429286 h 3505200"/>
              <a:gd name="connsiteX8379" fmla="*/ 1676591 w 3505200"/>
              <a:gd name="connsiteY8379" fmla="*/ 3430524 h 3505200"/>
              <a:gd name="connsiteX8380" fmla="*/ 1752791 w 3505200"/>
              <a:gd name="connsiteY8380" fmla="*/ 3430715 h 3505200"/>
              <a:gd name="connsiteX8381" fmla="*/ 1754314 w 3505200"/>
              <a:gd name="connsiteY8381" fmla="*/ 3429191 h 3505200"/>
              <a:gd name="connsiteX8382" fmla="*/ 1752791 w 3505200"/>
              <a:gd name="connsiteY8382" fmla="*/ 3427666 h 3505200"/>
              <a:gd name="connsiteX8383" fmla="*/ 1751267 w 3505200"/>
              <a:gd name="connsiteY8383" fmla="*/ 3429191 h 3505200"/>
              <a:gd name="connsiteX8384" fmla="*/ 1752791 w 3505200"/>
              <a:gd name="connsiteY8384" fmla="*/ 3430715 h 3505200"/>
              <a:gd name="connsiteX8385" fmla="*/ 1828991 w 3505200"/>
              <a:gd name="connsiteY8385" fmla="*/ 3430715 h 3505200"/>
              <a:gd name="connsiteX8386" fmla="*/ 1830514 w 3505200"/>
              <a:gd name="connsiteY8386" fmla="*/ 3429191 h 3505200"/>
              <a:gd name="connsiteX8387" fmla="*/ 1828991 w 3505200"/>
              <a:gd name="connsiteY8387" fmla="*/ 3427666 h 3505200"/>
              <a:gd name="connsiteX8388" fmla="*/ 1827467 w 3505200"/>
              <a:gd name="connsiteY8388" fmla="*/ 3429191 h 3505200"/>
              <a:gd name="connsiteX8389" fmla="*/ 1828991 w 3505200"/>
              <a:gd name="connsiteY8389" fmla="*/ 3430715 h 3505200"/>
              <a:gd name="connsiteX8390" fmla="*/ 1905191 w 3505200"/>
              <a:gd name="connsiteY8390" fmla="*/ 3430524 h 3505200"/>
              <a:gd name="connsiteX8391" fmla="*/ 1906429 w 3505200"/>
              <a:gd name="connsiteY8391" fmla="*/ 3429286 h 3505200"/>
              <a:gd name="connsiteX8392" fmla="*/ 1905191 w 3505200"/>
              <a:gd name="connsiteY8392" fmla="*/ 3428048 h 3505200"/>
              <a:gd name="connsiteX8393" fmla="*/ 1903952 w 3505200"/>
              <a:gd name="connsiteY8393" fmla="*/ 3429286 h 3505200"/>
              <a:gd name="connsiteX8394" fmla="*/ 1905191 w 3505200"/>
              <a:gd name="connsiteY8394" fmla="*/ 3430524 h 3505200"/>
              <a:gd name="connsiteX8395" fmla="*/ 1981391 w 3505200"/>
              <a:gd name="connsiteY8395" fmla="*/ 3430524 h 3505200"/>
              <a:gd name="connsiteX8396" fmla="*/ 1982629 w 3505200"/>
              <a:gd name="connsiteY8396" fmla="*/ 3429286 h 3505200"/>
              <a:gd name="connsiteX8397" fmla="*/ 1981391 w 3505200"/>
              <a:gd name="connsiteY8397" fmla="*/ 3428048 h 3505200"/>
              <a:gd name="connsiteX8398" fmla="*/ 1980152 w 3505200"/>
              <a:gd name="connsiteY8398" fmla="*/ 3429286 h 3505200"/>
              <a:gd name="connsiteX8399" fmla="*/ 1981391 w 3505200"/>
              <a:gd name="connsiteY8399" fmla="*/ 3430524 h 3505200"/>
              <a:gd name="connsiteX8400" fmla="*/ 2057591 w 3505200"/>
              <a:gd name="connsiteY8400" fmla="*/ 3430238 h 3505200"/>
              <a:gd name="connsiteX8401" fmla="*/ 2058638 w 3505200"/>
              <a:gd name="connsiteY8401" fmla="*/ 3429191 h 3505200"/>
              <a:gd name="connsiteX8402" fmla="*/ 2057591 w 3505200"/>
              <a:gd name="connsiteY8402" fmla="*/ 3428143 h 3505200"/>
              <a:gd name="connsiteX8403" fmla="*/ 2056543 w 3505200"/>
              <a:gd name="connsiteY8403" fmla="*/ 3429191 h 3505200"/>
              <a:gd name="connsiteX8404" fmla="*/ 2057591 w 3505200"/>
              <a:gd name="connsiteY8404" fmla="*/ 3430238 h 3505200"/>
              <a:gd name="connsiteX8405" fmla="*/ 2133791 w 3505200"/>
              <a:gd name="connsiteY8405" fmla="*/ 3430048 h 3505200"/>
              <a:gd name="connsiteX8406" fmla="*/ 2134648 w 3505200"/>
              <a:gd name="connsiteY8406" fmla="*/ 3429191 h 3505200"/>
              <a:gd name="connsiteX8407" fmla="*/ 2133791 w 3505200"/>
              <a:gd name="connsiteY8407" fmla="*/ 3428333 h 3505200"/>
              <a:gd name="connsiteX8408" fmla="*/ 2132933 w 3505200"/>
              <a:gd name="connsiteY8408" fmla="*/ 3429191 h 3505200"/>
              <a:gd name="connsiteX8409" fmla="*/ 2133791 w 3505200"/>
              <a:gd name="connsiteY8409" fmla="*/ 3430048 h 3505200"/>
              <a:gd name="connsiteX8410" fmla="*/ 2209991 w 3505200"/>
              <a:gd name="connsiteY8410" fmla="*/ 3429667 h 3505200"/>
              <a:gd name="connsiteX8411" fmla="*/ 2210372 w 3505200"/>
              <a:gd name="connsiteY8411" fmla="*/ 3429286 h 3505200"/>
              <a:gd name="connsiteX8412" fmla="*/ 2209991 w 3505200"/>
              <a:gd name="connsiteY8412" fmla="*/ 3428905 h 3505200"/>
              <a:gd name="connsiteX8413" fmla="*/ 2209610 w 3505200"/>
              <a:gd name="connsiteY8413" fmla="*/ 3429286 h 3505200"/>
              <a:gd name="connsiteX8414" fmla="*/ 2209991 w 3505200"/>
              <a:gd name="connsiteY8414" fmla="*/ 3429667 h 3505200"/>
              <a:gd name="connsiteX8415" fmla="*/ 2286191 w 3505200"/>
              <a:gd name="connsiteY8415" fmla="*/ 3429381 h 3505200"/>
              <a:gd name="connsiteX8416" fmla="*/ 2286381 w 3505200"/>
              <a:gd name="connsiteY8416" fmla="*/ 3429191 h 3505200"/>
              <a:gd name="connsiteX8417" fmla="*/ 2286191 w 3505200"/>
              <a:gd name="connsiteY8417" fmla="*/ 3429000 h 3505200"/>
              <a:gd name="connsiteX8418" fmla="*/ 2286000 w 3505200"/>
              <a:gd name="connsiteY8418" fmla="*/ 3429191 h 3505200"/>
              <a:gd name="connsiteX8419" fmla="*/ 2286191 w 3505200"/>
              <a:gd name="connsiteY8419" fmla="*/ 3429381 h 3505200"/>
              <a:gd name="connsiteX8420" fmla="*/ 1524191 w 3505200"/>
              <a:gd name="connsiteY8420" fmla="*/ 3505581 h 3505200"/>
              <a:gd name="connsiteX8421" fmla="*/ 1524381 w 3505200"/>
              <a:gd name="connsiteY8421" fmla="*/ 3505391 h 3505200"/>
              <a:gd name="connsiteX8422" fmla="*/ 1524191 w 3505200"/>
              <a:gd name="connsiteY8422" fmla="*/ 3505200 h 3505200"/>
              <a:gd name="connsiteX8423" fmla="*/ 1524000 w 3505200"/>
              <a:gd name="connsiteY8423" fmla="*/ 3505391 h 3505200"/>
              <a:gd name="connsiteX8424" fmla="*/ 1524191 w 3505200"/>
              <a:gd name="connsiteY8424" fmla="*/ 3505581 h 3505200"/>
              <a:gd name="connsiteX8425" fmla="*/ 1600391 w 3505200"/>
              <a:gd name="connsiteY8425" fmla="*/ 3505581 h 3505200"/>
              <a:gd name="connsiteX8426" fmla="*/ 1600581 w 3505200"/>
              <a:gd name="connsiteY8426" fmla="*/ 3505391 h 3505200"/>
              <a:gd name="connsiteX8427" fmla="*/ 1600391 w 3505200"/>
              <a:gd name="connsiteY8427" fmla="*/ 3505200 h 3505200"/>
              <a:gd name="connsiteX8428" fmla="*/ 1600200 w 3505200"/>
              <a:gd name="connsiteY8428" fmla="*/ 3505391 h 3505200"/>
              <a:gd name="connsiteX8429" fmla="*/ 1600391 w 3505200"/>
              <a:gd name="connsiteY8429" fmla="*/ 3505581 h 3505200"/>
              <a:gd name="connsiteX8430" fmla="*/ 1676591 w 3505200"/>
              <a:gd name="connsiteY8430" fmla="*/ 3505581 h 3505200"/>
              <a:gd name="connsiteX8431" fmla="*/ 1676781 w 3505200"/>
              <a:gd name="connsiteY8431" fmla="*/ 3505391 h 3505200"/>
              <a:gd name="connsiteX8432" fmla="*/ 1676591 w 3505200"/>
              <a:gd name="connsiteY8432" fmla="*/ 3505200 h 3505200"/>
              <a:gd name="connsiteX8433" fmla="*/ 1676400 w 3505200"/>
              <a:gd name="connsiteY8433" fmla="*/ 3505391 h 3505200"/>
              <a:gd name="connsiteX8434" fmla="*/ 1676591 w 3505200"/>
              <a:gd name="connsiteY8434" fmla="*/ 3505581 h 3505200"/>
              <a:gd name="connsiteX8435" fmla="*/ 1752791 w 3505200"/>
              <a:gd name="connsiteY8435" fmla="*/ 3505581 h 3505200"/>
              <a:gd name="connsiteX8436" fmla="*/ 1752981 w 3505200"/>
              <a:gd name="connsiteY8436" fmla="*/ 3505391 h 3505200"/>
              <a:gd name="connsiteX8437" fmla="*/ 1752791 w 3505200"/>
              <a:gd name="connsiteY8437" fmla="*/ 3505200 h 3505200"/>
              <a:gd name="connsiteX8438" fmla="*/ 1752600 w 3505200"/>
              <a:gd name="connsiteY8438" fmla="*/ 3505391 h 3505200"/>
              <a:gd name="connsiteX8439" fmla="*/ 1752791 w 3505200"/>
              <a:gd name="connsiteY8439" fmla="*/ 3505581 h 3505200"/>
              <a:gd name="connsiteX8440" fmla="*/ 1828991 w 3505200"/>
              <a:gd name="connsiteY8440" fmla="*/ 3505581 h 3505200"/>
              <a:gd name="connsiteX8441" fmla="*/ 1829181 w 3505200"/>
              <a:gd name="connsiteY8441" fmla="*/ 3505391 h 3505200"/>
              <a:gd name="connsiteX8442" fmla="*/ 1828991 w 3505200"/>
              <a:gd name="connsiteY8442" fmla="*/ 3505200 h 3505200"/>
              <a:gd name="connsiteX8443" fmla="*/ 1828800 w 3505200"/>
              <a:gd name="connsiteY8443" fmla="*/ 3505391 h 3505200"/>
              <a:gd name="connsiteX8444" fmla="*/ 1828991 w 3505200"/>
              <a:gd name="connsiteY8444" fmla="*/ 3505581 h 3505200"/>
              <a:gd name="connsiteX8445" fmla="*/ 1905191 w 3505200"/>
              <a:gd name="connsiteY8445" fmla="*/ 3505581 h 3505200"/>
              <a:gd name="connsiteX8446" fmla="*/ 1905381 w 3505200"/>
              <a:gd name="connsiteY8446" fmla="*/ 3505391 h 3505200"/>
              <a:gd name="connsiteX8447" fmla="*/ 1905191 w 3505200"/>
              <a:gd name="connsiteY8447" fmla="*/ 3505200 h 3505200"/>
              <a:gd name="connsiteX8448" fmla="*/ 1905000 w 3505200"/>
              <a:gd name="connsiteY8448" fmla="*/ 3505391 h 3505200"/>
              <a:gd name="connsiteX8449" fmla="*/ 1905191 w 3505200"/>
              <a:gd name="connsiteY8449" fmla="*/ 3505581 h 3505200"/>
              <a:gd name="connsiteX8450" fmla="*/ 1981391 w 3505200"/>
              <a:gd name="connsiteY8450" fmla="*/ 3505581 h 3505200"/>
              <a:gd name="connsiteX8451" fmla="*/ 1981581 w 3505200"/>
              <a:gd name="connsiteY8451" fmla="*/ 3505391 h 3505200"/>
              <a:gd name="connsiteX8452" fmla="*/ 1981391 w 3505200"/>
              <a:gd name="connsiteY8452" fmla="*/ 3505200 h 3505200"/>
              <a:gd name="connsiteX8453" fmla="*/ 1981200 w 3505200"/>
              <a:gd name="connsiteY8453" fmla="*/ 3505391 h 3505200"/>
              <a:gd name="connsiteX8454" fmla="*/ 1981391 w 3505200"/>
              <a:gd name="connsiteY8454" fmla="*/ 3505581 h 350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  <a:cxn ang="0">
                <a:pos x="connsiteX6748" y="connsiteY6748"/>
              </a:cxn>
              <a:cxn ang="0">
                <a:pos x="connsiteX6749" y="connsiteY6749"/>
              </a:cxn>
              <a:cxn ang="0">
                <a:pos x="connsiteX6750" y="connsiteY6750"/>
              </a:cxn>
              <a:cxn ang="0">
                <a:pos x="connsiteX6751" y="connsiteY6751"/>
              </a:cxn>
              <a:cxn ang="0">
                <a:pos x="connsiteX6752" y="connsiteY6752"/>
              </a:cxn>
              <a:cxn ang="0">
                <a:pos x="connsiteX6753" y="connsiteY6753"/>
              </a:cxn>
              <a:cxn ang="0">
                <a:pos x="connsiteX6754" y="connsiteY6754"/>
              </a:cxn>
              <a:cxn ang="0">
                <a:pos x="connsiteX6755" y="connsiteY6755"/>
              </a:cxn>
              <a:cxn ang="0">
                <a:pos x="connsiteX6756" y="connsiteY6756"/>
              </a:cxn>
              <a:cxn ang="0">
                <a:pos x="connsiteX6757" y="connsiteY6757"/>
              </a:cxn>
              <a:cxn ang="0">
                <a:pos x="connsiteX6758" y="connsiteY6758"/>
              </a:cxn>
              <a:cxn ang="0">
                <a:pos x="connsiteX6759" y="connsiteY6759"/>
              </a:cxn>
              <a:cxn ang="0">
                <a:pos x="connsiteX6760" y="connsiteY6760"/>
              </a:cxn>
              <a:cxn ang="0">
                <a:pos x="connsiteX6761" y="connsiteY6761"/>
              </a:cxn>
              <a:cxn ang="0">
                <a:pos x="connsiteX6762" y="connsiteY6762"/>
              </a:cxn>
              <a:cxn ang="0">
                <a:pos x="connsiteX6763" y="connsiteY6763"/>
              </a:cxn>
              <a:cxn ang="0">
                <a:pos x="connsiteX6764" y="connsiteY6764"/>
              </a:cxn>
              <a:cxn ang="0">
                <a:pos x="connsiteX6765" y="connsiteY6765"/>
              </a:cxn>
              <a:cxn ang="0">
                <a:pos x="connsiteX6766" y="connsiteY6766"/>
              </a:cxn>
              <a:cxn ang="0">
                <a:pos x="connsiteX6767" y="connsiteY6767"/>
              </a:cxn>
              <a:cxn ang="0">
                <a:pos x="connsiteX6768" y="connsiteY6768"/>
              </a:cxn>
              <a:cxn ang="0">
                <a:pos x="connsiteX6769" y="connsiteY6769"/>
              </a:cxn>
              <a:cxn ang="0">
                <a:pos x="connsiteX6770" y="connsiteY6770"/>
              </a:cxn>
              <a:cxn ang="0">
                <a:pos x="connsiteX6771" y="connsiteY6771"/>
              </a:cxn>
              <a:cxn ang="0">
                <a:pos x="connsiteX6772" y="connsiteY6772"/>
              </a:cxn>
              <a:cxn ang="0">
                <a:pos x="connsiteX6773" y="connsiteY6773"/>
              </a:cxn>
              <a:cxn ang="0">
                <a:pos x="connsiteX6774" y="connsiteY6774"/>
              </a:cxn>
              <a:cxn ang="0">
                <a:pos x="connsiteX6775" y="connsiteY6775"/>
              </a:cxn>
              <a:cxn ang="0">
                <a:pos x="connsiteX6776" y="connsiteY6776"/>
              </a:cxn>
              <a:cxn ang="0">
                <a:pos x="connsiteX6777" y="connsiteY6777"/>
              </a:cxn>
              <a:cxn ang="0">
                <a:pos x="connsiteX6778" y="connsiteY6778"/>
              </a:cxn>
              <a:cxn ang="0">
                <a:pos x="connsiteX6779" y="connsiteY6779"/>
              </a:cxn>
              <a:cxn ang="0">
                <a:pos x="connsiteX6780" y="connsiteY6780"/>
              </a:cxn>
              <a:cxn ang="0">
                <a:pos x="connsiteX6781" y="connsiteY6781"/>
              </a:cxn>
              <a:cxn ang="0">
                <a:pos x="connsiteX6782" y="connsiteY6782"/>
              </a:cxn>
              <a:cxn ang="0">
                <a:pos x="connsiteX6783" y="connsiteY6783"/>
              </a:cxn>
              <a:cxn ang="0">
                <a:pos x="connsiteX6784" y="connsiteY6784"/>
              </a:cxn>
              <a:cxn ang="0">
                <a:pos x="connsiteX6785" y="connsiteY6785"/>
              </a:cxn>
              <a:cxn ang="0">
                <a:pos x="connsiteX6786" y="connsiteY6786"/>
              </a:cxn>
              <a:cxn ang="0">
                <a:pos x="connsiteX6787" y="connsiteY6787"/>
              </a:cxn>
              <a:cxn ang="0">
                <a:pos x="connsiteX6788" y="connsiteY6788"/>
              </a:cxn>
              <a:cxn ang="0">
                <a:pos x="connsiteX6789" y="connsiteY6789"/>
              </a:cxn>
              <a:cxn ang="0">
                <a:pos x="connsiteX6790" y="connsiteY6790"/>
              </a:cxn>
              <a:cxn ang="0">
                <a:pos x="connsiteX6791" y="connsiteY6791"/>
              </a:cxn>
              <a:cxn ang="0">
                <a:pos x="connsiteX6792" y="connsiteY6792"/>
              </a:cxn>
              <a:cxn ang="0">
                <a:pos x="connsiteX6793" y="connsiteY6793"/>
              </a:cxn>
              <a:cxn ang="0">
                <a:pos x="connsiteX6794" y="connsiteY6794"/>
              </a:cxn>
              <a:cxn ang="0">
                <a:pos x="connsiteX6795" y="connsiteY6795"/>
              </a:cxn>
              <a:cxn ang="0">
                <a:pos x="connsiteX6796" y="connsiteY6796"/>
              </a:cxn>
              <a:cxn ang="0">
                <a:pos x="connsiteX6797" y="connsiteY6797"/>
              </a:cxn>
              <a:cxn ang="0">
                <a:pos x="connsiteX6798" y="connsiteY6798"/>
              </a:cxn>
              <a:cxn ang="0">
                <a:pos x="connsiteX6799" y="connsiteY6799"/>
              </a:cxn>
              <a:cxn ang="0">
                <a:pos x="connsiteX6800" y="connsiteY6800"/>
              </a:cxn>
              <a:cxn ang="0">
                <a:pos x="connsiteX6801" y="connsiteY6801"/>
              </a:cxn>
              <a:cxn ang="0">
                <a:pos x="connsiteX6802" y="connsiteY6802"/>
              </a:cxn>
              <a:cxn ang="0">
                <a:pos x="connsiteX6803" y="connsiteY6803"/>
              </a:cxn>
              <a:cxn ang="0">
                <a:pos x="connsiteX6804" y="connsiteY6804"/>
              </a:cxn>
              <a:cxn ang="0">
                <a:pos x="connsiteX6805" y="connsiteY6805"/>
              </a:cxn>
              <a:cxn ang="0">
                <a:pos x="connsiteX6806" y="connsiteY6806"/>
              </a:cxn>
              <a:cxn ang="0">
                <a:pos x="connsiteX6807" y="connsiteY6807"/>
              </a:cxn>
              <a:cxn ang="0">
                <a:pos x="connsiteX6808" y="connsiteY6808"/>
              </a:cxn>
              <a:cxn ang="0">
                <a:pos x="connsiteX6809" y="connsiteY6809"/>
              </a:cxn>
              <a:cxn ang="0">
                <a:pos x="connsiteX6810" y="connsiteY6810"/>
              </a:cxn>
              <a:cxn ang="0">
                <a:pos x="connsiteX6811" y="connsiteY6811"/>
              </a:cxn>
              <a:cxn ang="0">
                <a:pos x="connsiteX6812" y="connsiteY6812"/>
              </a:cxn>
              <a:cxn ang="0">
                <a:pos x="connsiteX6813" y="connsiteY6813"/>
              </a:cxn>
              <a:cxn ang="0">
                <a:pos x="connsiteX6814" y="connsiteY6814"/>
              </a:cxn>
              <a:cxn ang="0">
                <a:pos x="connsiteX6815" y="connsiteY6815"/>
              </a:cxn>
              <a:cxn ang="0">
                <a:pos x="connsiteX6816" y="connsiteY6816"/>
              </a:cxn>
              <a:cxn ang="0">
                <a:pos x="connsiteX6817" y="connsiteY6817"/>
              </a:cxn>
              <a:cxn ang="0">
                <a:pos x="connsiteX6818" y="connsiteY6818"/>
              </a:cxn>
              <a:cxn ang="0">
                <a:pos x="connsiteX6819" y="connsiteY6819"/>
              </a:cxn>
              <a:cxn ang="0">
                <a:pos x="connsiteX6820" y="connsiteY6820"/>
              </a:cxn>
              <a:cxn ang="0">
                <a:pos x="connsiteX6821" y="connsiteY6821"/>
              </a:cxn>
              <a:cxn ang="0">
                <a:pos x="connsiteX6822" y="connsiteY6822"/>
              </a:cxn>
              <a:cxn ang="0">
                <a:pos x="connsiteX6823" y="connsiteY6823"/>
              </a:cxn>
              <a:cxn ang="0">
                <a:pos x="connsiteX6824" y="connsiteY6824"/>
              </a:cxn>
              <a:cxn ang="0">
                <a:pos x="connsiteX6825" y="connsiteY6825"/>
              </a:cxn>
              <a:cxn ang="0">
                <a:pos x="connsiteX6826" y="connsiteY6826"/>
              </a:cxn>
              <a:cxn ang="0">
                <a:pos x="connsiteX6827" y="connsiteY6827"/>
              </a:cxn>
              <a:cxn ang="0">
                <a:pos x="connsiteX6828" y="connsiteY6828"/>
              </a:cxn>
              <a:cxn ang="0">
                <a:pos x="connsiteX6829" y="connsiteY6829"/>
              </a:cxn>
              <a:cxn ang="0">
                <a:pos x="connsiteX6830" y="connsiteY6830"/>
              </a:cxn>
              <a:cxn ang="0">
                <a:pos x="connsiteX6831" y="connsiteY6831"/>
              </a:cxn>
              <a:cxn ang="0">
                <a:pos x="connsiteX6832" y="connsiteY6832"/>
              </a:cxn>
              <a:cxn ang="0">
                <a:pos x="connsiteX6833" y="connsiteY6833"/>
              </a:cxn>
              <a:cxn ang="0">
                <a:pos x="connsiteX6834" y="connsiteY6834"/>
              </a:cxn>
              <a:cxn ang="0">
                <a:pos x="connsiteX6835" y="connsiteY6835"/>
              </a:cxn>
              <a:cxn ang="0">
                <a:pos x="connsiteX6836" y="connsiteY6836"/>
              </a:cxn>
              <a:cxn ang="0">
                <a:pos x="connsiteX6837" y="connsiteY6837"/>
              </a:cxn>
              <a:cxn ang="0">
                <a:pos x="connsiteX6838" y="connsiteY6838"/>
              </a:cxn>
              <a:cxn ang="0">
                <a:pos x="connsiteX6839" y="connsiteY6839"/>
              </a:cxn>
              <a:cxn ang="0">
                <a:pos x="connsiteX6840" y="connsiteY6840"/>
              </a:cxn>
              <a:cxn ang="0">
                <a:pos x="connsiteX6841" y="connsiteY6841"/>
              </a:cxn>
              <a:cxn ang="0">
                <a:pos x="connsiteX6842" y="connsiteY6842"/>
              </a:cxn>
              <a:cxn ang="0">
                <a:pos x="connsiteX6843" y="connsiteY6843"/>
              </a:cxn>
              <a:cxn ang="0">
                <a:pos x="connsiteX6844" y="connsiteY6844"/>
              </a:cxn>
              <a:cxn ang="0">
                <a:pos x="connsiteX6845" y="connsiteY6845"/>
              </a:cxn>
              <a:cxn ang="0">
                <a:pos x="connsiteX6846" y="connsiteY6846"/>
              </a:cxn>
              <a:cxn ang="0">
                <a:pos x="connsiteX6847" y="connsiteY6847"/>
              </a:cxn>
              <a:cxn ang="0">
                <a:pos x="connsiteX6848" y="connsiteY6848"/>
              </a:cxn>
              <a:cxn ang="0">
                <a:pos x="connsiteX6849" y="connsiteY6849"/>
              </a:cxn>
              <a:cxn ang="0">
                <a:pos x="connsiteX6850" y="connsiteY6850"/>
              </a:cxn>
              <a:cxn ang="0">
                <a:pos x="connsiteX6851" y="connsiteY6851"/>
              </a:cxn>
              <a:cxn ang="0">
                <a:pos x="connsiteX6852" y="connsiteY6852"/>
              </a:cxn>
              <a:cxn ang="0">
                <a:pos x="connsiteX6853" y="connsiteY6853"/>
              </a:cxn>
              <a:cxn ang="0">
                <a:pos x="connsiteX6854" y="connsiteY6854"/>
              </a:cxn>
              <a:cxn ang="0">
                <a:pos x="connsiteX6855" y="connsiteY6855"/>
              </a:cxn>
              <a:cxn ang="0">
                <a:pos x="connsiteX6856" y="connsiteY6856"/>
              </a:cxn>
              <a:cxn ang="0">
                <a:pos x="connsiteX6857" y="connsiteY6857"/>
              </a:cxn>
              <a:cxn ang="0">
                <a:pos x="connsiteX6858" y="connsiteY6858"/>
              </a:cxn>
              <a:cxn ang="0">
                <a:pos x="connsiteX6859" y="connsiteY6859"/>
              </a:cxn>
              <a:cxn ang="0">
                <a:pos x="connsiteX6860" y="connsiteY6860"/>
              </a:cxn>
              <a:cxn ang="0">
                <a:pos x="connsiteX6861" y="connsiteY6861"/>
              </a:cxn>
              <a:cxn ang="0">
                <a:pos x="connsiteX6862" y="connsiteY6862"/>
              </a:cxn>
              <a:cxn ang="0">
                <a:pos x="connsiteX6863" y="connsiteY6863"/>
              </a:cxn>
              <a:cxn ang="0">
                <a:pos x="connsiteX6864" y="connsiteY6864"/>
              </a:cxn>
              <a:cxn ang="0">
                <a:pos x="connsiteX6865" y="connsiteY6865"/>
              </a:cxn>
              <a:cxn ang="0">
                <a:pos x="connsiteX6866" y="connsiteY6866"/>
              </a:cxn>
              <a:cxn ang="0">
                <a:pos x="connsiteX6867" y="connsiteY6867"/>
              </a:cxn>
              <a:cxn ang="0">
                <a:pos x="connsiteX6868" y="connsiteY6868"/>
              </a:cxn>
              <a:cxn ang="0">
                <a:pos x="connsiteX6869" y="connsiteY6869"/>
              </a:cxn>
              <a:cxn ang="0">
                <a:pos x="connsiteX6870" y="connsiteY6870"/>
              </a:cxn>
              <a:cxn ang="0">
                <a:pos x="connsiteX6871" y="connsiteY6871"/>
              </a:cxn>
              <a:cxn ang="0">
                <a:pos x="connsiteX6872" y="connsiteY6872"/>
              </a:cxn>
              <a:cxn ang="0">
                <a:pos x="connsiteX6873" y="connsiteY6873"/>
              </a:cxn>
              <a:cxn ang="0">
                <a:pos x="connsiteX6874" y="connsiteY6874"/>
              </a:cxn>
              <a:cxn ang="0">
                <a:pos x="connsiteX6875" y="connsiteY6875"/>
              </a:cxn>
              <a:cxn ang="0">
                <a:pos x="connsiteX6876" y="connsiteY6876"/>
              </a:cxn>
              <a:cxn ang="0">
                <a:pos x="connsiteX6877" y="connsiteY6877"/>
              </a:cxn>
              <a:cxn ang="0">
                <a:pos x="connsiteX6878" y="connsiteY6878"/>
              </a:cxn>
              <a:cxn ang="0">
                <a:pos x="connsiteX6879" y="connsiteY6879"/>
              </a:cxn>
              <a:cxn ang="0">
                <a:pos x="connsiteX6880" y="connsiteY6880"/>
              </a:cxn>
              <a:cxn ang="0">
                <a:pos x="connsiteX6881" y="connsiteY6881"/>
              </a:cxn>
              <a:cxn ang="0">
                <a:pos x="connsiteX6882" y="connsiteY6882"/>
              </a:cxn>
              <a:cxn ang="0">
                <a:pos x="connsiteX6883" y="connsiteY6883"/>
              </a:cxn>
              <a:cxn ang="0">
                <a:pos x="connsiteX6884" y="connsiteY6884"/>
              </a:cxn>
              <a:cxn ang="0">
                <a:pos x="connsiteX6885" y="connsiteY6885"/>
              </a:cxn>
              <a:cxn ang="0">
                <a:pos x="connsiteX6886" y="connsiteY6886"/>
              </a:cxn>
              <a:cxn ang="0">
                <a:pos x="connsiteX6887" y="connsiteY6887"/>
              </a:cxn>
              <a:cxn ang="0">
                <a:pos x="connsiteX6888" y="connsiteY6888"/>
              </a:cxn>
              <a:cxn ang="0">
                <a:pos x="connsiteX6889" y="connsiteY6889"/>
              </a:cxn>
              <a:cxn ang="0">
                <a:pos x="connsiteX6890" y="connsiteY6890"/>
              </a:cxn>
              <a:cxn ang="0">
                <a:pos x="connsiteX6891" y="connsiteY6891"/>
              </a:cxn>
              <a:cxn ang="0">
                <a:pos x="connsiteX6892" y="connsiteY6892"/>
              </a:cxn>
              <a:cxn ang="0">
                <a:pos x="connsiteX6893" y="connsiteY6893"/>
              </a:cxn>
              <a:cxn ang="0">
                <a:pos x="connsiteX6894" y="connsiteY6894"/>
              </a:cxn>
              <a:cxn ang="0">
                <a:pos x="connsiteX6895" y="connsiteY6895"/>
              </a:cxn>
              <a:cxn ang="0">
                <a:pos x="connsiteX6896" y="connsiteY6896"/>
              </a:cxn>
              <a:cxn ang="0">
                <a:pos x="connsiteX6897" y="connsiteY6897"/>
              </a:cxn>
              <a:cxn ang="0">
                <a:pos x="connsiteX6898" y="connsiteY6898"/>
              </a:cxn>
              <a:cxn ang="0">
                <a:pos x="connsiteX6899" y="connsiteY6899"/>
              </a:cxn>
              <a:cxn ang="0">
                <a:pos x="connsiteX6900" y="connsiteY6900"/>
              </a:cxn>
              <a:cxn ang="0">
                <a:pos x="connsiteX6901" y="connsiteY6901"/>
              </a:cxn>
              <a:cxn ang="0">
                <a:pos x="connsiteX6902" y="connsiteY6902"/>
              </a:cxn>
              <a:cxn ang="0">
                <a:pos x="connsiteX6903" y="connsiteY6903"/>
              </a:cxn>
              <a:cxn ang="0">
                <a:pos x="connsiteX6904" y="connsiteY6904"/>
              </a:cxn>
              <a:cxn ang="0">
                <a:pos x="connsiteX6905" y="connsiteY6905"/>
              </a:cxn>
              <a:cxn ang="0">
                <a:pos x="connsiteX6906" y="connsiteY6906"/>
              </a:cxn>
              <a:cxn ang="0">
                <a:pos x="connsiteX6907" y="connsiteY6907"/>
              </a:cxn>
              <a:cxn ang="0">
                <a:pos x="connsiteX6908" y="connsiteY6908"/>
              </a:cxn>
              <a:cxn ang="0">
                <a:pos x="connsiteX6909" y="connsiteY6909"/>
              </a:cxn>
              <a:cxn ang="0">
                <a:pos x="connsiteX6910" y="connsiteY6910"/>
              </a:cxn>
              <a:cxn ang="0">
                <a:pos x="connsiteX6911" y="connsiteY6911"/>
              </a:cxn>
              <a:cxn ang="0">
                <a:pos x="connsiteX6912" y="connsiteY6912"/>
              </a:cxn>
              <a:cxn ang="0">
                <a:pos x="connsiteX6913" y="connsiteY6913"/>
              </a:cxn>
              <a:cxn ang="0">
                <a:pos x="connsiteX6914" y="connsiteY6914"/>
              </a:cxn>
              <a:cxn ang="0">
                <a:pos x="connsiteX6915" y="connsiteY6915"/>
              </a:cxn>
              <a:cxn ang="0">
                <a:pos x="connsiteX6916" y="connsiteY6916"/>
              </a:cxn>
              <a:cxn ang="0">
                <a:pos x="connsiteX6917" y="connsiteY6917"/>
              </a:cxn>
              <a:cxn ang="0">
                <a:pos x="connsiteX6918" y="connsiteY6918"/>
              </a:cxn>
              <a:cxn ang="0">
                <a:pos x="connsiteX6919" y="connsiteY6919"/>
              </a:cxn>
              <a:cxn ang="0">
                <a:pos x="connsiteX6920" y="connsiteY6920"/>
              </a:cxn>
              <a:cxn ang="0">
                <a:pos x="connsiteX6921" y="connsiteY6921"/>
              </a:cxn>
              <a:cxn ang="0">
                <a:pos x="connsiteX6922" y="connsiteY6922"/>
              </a:cxn>
              <a:cxn ang="0">
                <a:pos x="connsiteX6923" y="connsiteY6923"/>
              </a:cxn>
              <a:cxn ang="0">
                <a:pos x="connsiteX6924" y="connsiteY6924"/>
              </a:cxn>
              <a:cxn ang="0">
                <a:pos x="connsiteX6925" y="connsiteY6925"/>
              </a:cxn>
              <a:cxn ang="0">
                <a:pos x="connsiteX6926" y="connsiteY6926"/>
              </a:cxn>
              <a:cxn ang="0">
                <a:pos x="connsiteX6927" y="connsiteY6927"/>
              </a:cxn>
              <a:cxn ang="0">
                <a:pos x="connsiteX6928" y="connsiteY6928"/>
              </a:cxn>
              <a:cxn ang="0">
                <a:pos x="connsiteX6929" y="connsiteY6929"/>
              </a:cxn>
              <a:cxn ang="0">
                <a:pos x="connsiteX6930" y="connsiteY6930"/>
              </a:cxn>
              <a:cxn ang="0">
                <a:pos x="connsiteX6931" y="connsiteY6931"/>
              </a:cxn>
              <a:cxn ang="0">
                <a:pos x="connsiteX6932" y="connsiteY6932"/>
              </a:cxn>
              <a:cxn ang="0">
                <a:pos x="connsiteX6933" y="connsiteY6933"/>
              </a:cxn>
              <a:cxn ang="0">
                <a:pos x="connsiteX6934" y="connsiteY6934"/>
              </a:cxn>
              <a:cxn ang="0">
                <a:pos x="connsiteX6935" y="connsiteY6935"/>
              </a:cxn>
              <a:cxn ang="0">
                <a:pos x="connsiteX6936" y="connsiteY6936"/>
              </a:cxn>
              <a:cxn ang="0">
                <a:pos x="connsiteX6937" y="connsiteY6937"/>
              </a:cxn>
              <a:cxn ang="0">
                <a:pos x="connsiteX6938" y="connsiteY6938"/>
              </a:cxn>
              <a:cxn ang="0">
                <a:pos x="connsiteX6939" y="connsiteY6939"/>
              </a:cxn>
              <a:cxn ang="0">
                <a:pos x="connsiteX6940" y="connsiteY6940"/>
              </a:cxn>
              <a:cxn ang="0">
                <a:pos x="connsiteX6941" y="connsiteY6941"/>
              </a:cxn>
              <a:cxn ang="0">
                <a:pos x="connsiteX6942" y="connsiteY6942"/>
              </a:cxn>
              <a:cxn ang="0">
                <a:pos x="connsiteX6943" y="connsiteY6943"/>
              </a:cxn>
              <a:cxn ang="0">
                <a:pos x="connsiteX6944" y="connsiteY6944"/>
              </a:cxn>
              <a:cxn ang="0">
                <a:pos x="connsiteX6945" y="connsiteY6945"/>
              </a:cxn>
              <a:cxn ang="0">
                <a:pos x="connsiteX6946" y="connsiteY6946"/>
              </a:cxn>
              <a:cxn ang="0">
                <a:pos x="connsiteX6947" y="connsiteY6947"/>
              </a:cxn>
              <a:cxn ang="0">
                <a:pos x="connsiteX6948" y="connsiteY6948"/>
              </a:cxn>
              <a:cxn ang="0">
                <a:pos x="connsiteX6949" y="connsiteY6949"/>
              </a:cxn>
              <a:cxn ang="0">
                <a:pos x="connsiteX6950" y="connsiteY6950"/>
              </a:cxn>
              <a:cxn ang="0">
                <a:pos x="connsiteX6951" y="connsiteY6951"/>
              </a:cxn>
              <a:cxn ang="0">
                <a:pos x="connsiteX6952" y="connsiteY6952"/>
              </a:cxn>
              <a:cxn ang="0">
                <a:pos x="connsiteX6953" y="connsiteY6953"/>
              </a:cxn>
              <a:cxn ang="0">
                <a:pos x="connsiteX6954" y="connsiteY6954"/>
              </a:cxn>
              <a:cxn ang="0">
                <a:pos x="connsiteX6955" y="connsiteY6955"/>
              </a:cxn>
              <a:cxn ang="0">
                <a:pos x="connsiteX6956" y="connsiteY6956"/>
              </a:cxn>
              <a:cxn ang="0">
                <a:pos x="connsiteX6957" y="connsiteY6957"/>
              </a:cxn>
              <a:cxn ang="0">
                <a:pos x="connsiteX6958" y="connsiteY6958"/>
              </a:cxn>
              <a:cxn ang="0">
                <a:pos x="connsiteX6959" y="connsiteY6959"/>
              </a:cxn>
              <a:cxn ang="0">
                <a:pos x="connsiteX6960" y="connsiteY6960"/>
              </a:cxn>
              <a:cxn ang="0">
                <a:pos x="connsiteX6961" y="connsiteY6961"/>
              </a:cxn>
              <a:cxn ang="0">
                <a:pos x="connsiteX6962" y="connsiteY6962"/>
              </a:cxn>
              <a:cxn ang="0">
                <a:pos x="connsiteX6963" y="connsiteY6963"/>
              </a:cxn>
              <a:cxn ang="0">
                <a:pos x="connsiteX6964" y="connsiteY6964"/>
              </a:cxn>
              <a:cxn ang="0">
                <a:pos x="connsiteX6965" y="connsiteY6965"/>
              </a:cxn>
              <a:cxn ang="0">
                <a:pos x="connsiteX6966" y="connsiteY6966"/>
              </a:cxn>
              <a:cxn ang="0">
                <a:pos x="connsiteX6967" y="connsiteY6967"/>
              </a:cxn>
              <a:cxn ang="0">
                <a:pos x="connsiteX6968" y="connsiteY6968"/>
              </a:cxn>
              <a:cxn ang="0">
                <a:pos x="connsiteX6969" y="connsiteY6969"/>
              </a:cxn>
              <a:cxn ang="0">
                <a:pos x="connsiteX6970" y="connsiteY6970"/>
              </a:cxn>
              <a:cxn ang="0">
                <a:pos x="connsiteX6971" y="connsiteY6971"/>
              </a:cxn>
              <a:cxn ang="0">
                <a:pos x="connsiteX6972" y="connsiteY6972"/>
              </a:cxn>
              <a:cxn ang="0">
                <a:pos x="connsiteX6973" y="connsiteY6973"/>
              </a:cxn>
              <a:cxn ang="0">
                <a:pos x="connsiteX6974" y="connsiteY6974"/>
              </a:cxn>
              <a:cxn ang="0">
                <a:pos x="connsiteX6975" y="connsiteY6975"/>
              </a:cxn>
              <a:cxn ang="0">
                <a:pos x="connsiteX6976" y="connsiteY6976"/>
              </a:cxn>
              <a:cxn ang="0">
                <a:pos x="connsiteX6977" y="connsiteY6977"/>
              </a:cxn>
              <a:cxn ang="0">
                <a:pos x="connsiteX6978" y="connsiteY6978"/>
              </a:cxn>
              <a:cxn ang="0">
                <a:pos x="connsiteX6979" y="connsiteY6979"/>
              </a:cxn>
              <a:cxn ang="0">
                <a:pos x="connsiteX6980" y="connsiteY6980"/>
              </a:cxn>
              <a:cxn ang="0">
                <a:pos x="connsiteX6981" y="connsiteY6981"/>
              </a:cxn>
              <a:cxn ang="0">
                <a:pos x="connsiteX6982" y="connsiteY6982"/>
              </a:cxn>
              <a:cxn ang="0">
                <a:pos x="connsiteX6983" y="connsiteY6983"/>
              </a:cxn>
              <a:cxn ang="0">
                <a:pos x="connsiteX6984" y="connsiteY6984"/>
              </a:cxn>
              <a:cxn ang="0">
                <a:pos x="connsiteX6985" y="connsiteY6985"/>
              </a:cxn>
              <a:cxn ang="0">
                <a:pos x="connsiteX6986" y="connsiteY6986"/>
              </a:cxn>
              <a:cxn ang="0">
                <a:pos x="connsiteX6987" y="connsiteY6987"/>
              </a:cxn>
              <a:cxn ang="0">
                <a:pos x="connsiteX6988" y="connsiteY6988"/>
              </a:cxn>
              <a:cxn ang="0">
                <a:pos x="connsiteX6989" y="connsiteY6989"/>
              </a:cxn>
              <a:cxn ang="0">
                <a:pos x="connsiteX6990" y="connsiteY6990"/>
              </a:cxn>
              <a:cxn ang="0">
                <a:pos x="connsiteX6991" y="connsiteY6991"/>
              </a:cxn>
              <a:cxn ang="0">
                <a:pos x="connsiteX6992" y="connsiteY6992"/>
              </a:cxn>
              <a:cxn ang="0">
                <a:pos x="connsiteX6993" y="connsiteY6993"/>
              </a:cxn>
              <a:cxn ang="0">
                <a:pos x="connsiteX6994" y="connsiteY6994"/>
              </a:cxn>
              <a:cxn ang="0">
                <a:pos x="connsiteX6995" y="connsiteY6995"/>
              </a:cxn>
              <a:cxn ang="0">
                <a:pos x="connsiteX6996" y="connsiteY6996"/>
              </a:cxn>
              <a:cxn ang="0">
                <a:pos x="connsiteX6997" y="connsiteY6997"/>
              </a:cxn>
              <a:cxn ang="0">
                <a:pos x="connsiteX6998" y="connsiteY6998"/>
              </a:cxn>
              <a:cxn ang="0">
                <a:pos x="connsiteX6999" y="connsiteY6999"/>
              </a:cxn>
              <a:cxn ang="0">
                <a:pos x="connsiteX7000" y="connsiteY7000"/>
              </a:cxn>
              <a:cxn ang="0">
                <a:pos x="connsiteX7001" y="connsiteY7001"/>
              </a:cxn>
              <a:cxn ang="0">
                <a:pos x="connsiteX7002" y="connsiteY7002"/>
              </a:cxn>
              <a:cxn ang="0">
                <a:pos x="connsiteX7003" y="connsiteY7003"/>
              </a:cxn>
              <a:cxn ang="0">
                <a:pos x="connsiteX7004" y="connsiteY7004"/>
              </a:cxn>
              <a:cxn ang="0">
                <a:pos x="connsiteX7005" y="connsiteY7005"/>
              </a:cxn>
              <a:cxn ang="0">
                <a:pos x="connsiteX7006" y="connsiteY7006"/>
              </a:cxn>
              <a:cxn ang="0">
                <a:pos x="connsiteX7007" y="connsiteY7007"/>
              </a:cxn>
              <a:cxn ang="0">
                <a:pos x="connsiteX7008" y="connsiteY7008"/>
              </a:cxn>
              <a:cxn ang="0">
                <a:pos x="connsiteX7009" y="connsiteY7009"/>
              </a:cxn>
              <a:cxn ang="0">
                <a:pos x="connsiteX7010" y="connsiteY7010"/>
              </a:cxn>
              <a:cxn ang="0">
                <a:pos x="connsiteX7011" y="connsiteY7011"/>
              </a:cxn>
              <a:cxn ang="0">
                <a:pos x="connsiteX7012" y="connsiteY7012"/>
              </a:cxn>
              <a:cxn ang="0">
                <a:pos x="connsiteX7013" y="connsiteY7013"/>
              </a:cxn>
              <a:cxn ang="0">
                <a:pos x="connsiteX7014" y="connsiteY7014"/>
              </a:cxn>
              <a:cxn ang="0">
                <a:pos x="connsiteX7015" y="connsiteY7015"/>
              </a:cxn>
              <a:cxn ang="0">
                <a:pos x="connsiteX7016" y="connsiteY7016"/>
              </a:cxn>
              <a:cxn ang="0">
                <a:pos x="connsiteX7017" y="connsiteY7017"/>
              </a:cxn>
              <a:cxn ang="0">
                <a:pos x="connsiteX7018" y="connsiteY7018"/>
              </a:cxn>
              <a:cxn ang="0">
                <a:pos x="connsiteX7019" y="connsiteY7019"/>
              </a:cxn>
              <a:cxn ang="0">
                <a:pos x="connsiteX7020" y="connsiteY7020"/>
              </a:cxn>
              <a:cxn ang="0">
                <a:pos x="connsiteX7021" y="connsiteY7021"/>
              </a:cxn>
              <a:cxn ang="0">
                <a:pos x="connsiteX7022" y="connsiteY7022"/>
              </a:cxn>
              <a:cxn ang="0">
                <a:pos x="connsiteX7023" y="connsiteY7023"/>
              </a:cxn>
              <a:cxn ang="0">
                <a:pos x="connsiteX7024" y="connsiteY7024"/>
              </a:cxn>
              <a:cxn ang="0">
                <a:pos x="connsiteX7025" y="connsiteY7025"/>
              </a:cxn>
              <a:cxn ang="0">
                <a:pos x="connsiteX7026" y="connsiteY7026"/>
              </a:cxn>
              <a:cxn ang="0">
                <a:pos x="connsiteX7027" y="connsiteY7027"/>
              </a:cxn>
              <a:cxn ang="0">
                <a:pos x="connsiteX7028" y="connsiteY7028"/>
              </a:cxn>
              <a:cxn ang="0">
                <a:pos x="connsiteX7029" y="connsiteY7029"/>
              </a:cxn>
              <a:cxn ang="0">
                <a:pos x="connsiteX7030" y="connsiteY7030"/>
              </a:cxn>
              <a:cxn ang="0">
                <a:pos x="connsiteX7031" y="connsiteY7031"/>
              </a:cxn>
              <a:cxn ang="0">
                <a:pos x="connsiteX7032" y="connsiteY7032"/>
              </a:cxn>
              <a:cxn ang="0">
                <a:pos x="connsiteX7033" y="connsiteY7033"/>
              </a:cxn>
              <a:cxn ang="0">
                <a:pos x="connsiteX7034" y="connsiteY7034"/>
              </a:cxn>
              <a:cxn ang="0">
                <a:pos x="connsiteX7035" y="connsiteY7035"/>
              </a:cxn>
              <a:cxn ang="0">
                <a:pos x="connsiteX7036" y="connsiteY7036"/>
              </a:cxn>
              <a:cxn ang="0">
                <a:pos x="connsiteX7037" y="connsiteY7037"/>
              </a:cxn>
              <a:cxn ang="0">
                <a:pos x="connsiteX7038" y="connsiteY7038"/>
              </a:cxn>
              <a:cxn ang="0">
                <a:pos x="connsiteX7039" y="connsiteY7039"/>
              </a:cxn>
              <a:cxn ang="0">
                <a:pos x="connsiteX7040" y="connsiteY7040"/>
              </a:cxn>
              <a:cxn ang="0">
                <a:pos x="connsiteX7041" y="connsiteY7041"/>
              </a:cxn>
              <a:cxn ang="0">
                <a:pos x="connsiteX7042" y="connsiteY7042"/>
              </a:cxn>
              <a:cxn ang="0">
                <a:pos x="connsiteX7043" y="connsiteY7043"/>
              </a:cxn>
              <a:cxn ang="0">
                <a:pos x="connsiteX7044" y="connsiteY7044"/>
              </a:cxn>
              <a:cxn ang="0">
                <a:pos x="connsiteX7045" y="connsiteY7045"/>
              </a:cxn>
              <a:cxn ang="0">
                <a:pos x="connsiteX7046" y="connsiteY7046"/>
              </a:cxn>
              <a:cxn ang="0">
                <a:pos x="connsiteX7047" y="connsiteY7047"/>
              </a:cxn>
              <a:cxn ang="0">
                <a:pos x="connsiteX7048" y="connsiteY7048"/>
              </a:cxn>
              <a:cxn ang="0">
                <a:pos x="connsiteX7049" y="connsiteY7049"/>
              </a:cxn>
              <a:cxn ang="0">
                <a:pos x="connsiteX7050" y="connsiteY7050"/>
              </a:cxn>
              <a:cxn ang="0">
                <a:pos x="connsiteX7051" y="connsiteY7051"/>
              </a:cxn>
              <a:cxn ang="0">
                <a:pos x="connsiteX7052" y="connsiteY7052"/>
              </a:cxn>
              <a:cxn ang="0">
                <a:pos x="connsiteX7053" y="connsiteY7053"/>
              </a:cxn>
              <a:cxn ang="0">
                <a:pos x="connsiteX7054" y="connsiteY7054"/>
              </a:cxn>
              <a:cxn ang="0">
                <a:pos x="connsiteX7055" y="connsiteY7055"/>
              </a:cxn>
              <a:cxn ang="0">
                <a:pos x="connsiteX7056" y="connsiteY7056"/>
              </a:cxn>
              <a:cxn ang="0">
                <a:pos x="connsiteX7057" y="connsiteY7057"/>
              </a:cxn>
              <a:cxn ang="0">
                <a:pos x="connsiteX7058" y="connsiteY7058"/>
              </a:cxn>
              <a:cxn ang="0">
                <a:pos x="connsiteX7059" y="connsiteY7059"/>
              </a:cxn>
              <a:cxn ang="0">
                <a:pos x="connsiteX7060" y="connsiteY7060"/>
              </a:cxn>
              <a:cxn ang="0">
                <a:pos x="connsiteX7061" y="connsiteY7061"/>
              </a:cxn>
              <a:cxn ang="0">
                <a:pos x="connsiteX7062" y="connsiteY7062"/>
              </a:cxn>
              <a:cxn ang="0">
                <a:pos x="connsiteX7063" y="connsiteY7063"/>
              </a:cxn>
              <a:cxn ang="0">
                <a:pos x="connsiteX7064" y="connsiteY7064"/>
              </a:cxn>
              <a:cxn ang="0">
                <a:pos x="connsiteX7065" y="connsiteY7065"/>
              </a:cxn>
              <a:cxn ang="0">
                <a:pos x="connsiteX7066" y="connsiteY7066"/>
              </a:cxn>
              <a:cxn ang="0">
                <a:pos x="connsiteX7067" y="connsiteY7067"/>
              </a:cxn>
              <a:cxn ang="0">
                <a:pos x="connsiteX7068" y="connsiteY7068"/>
              </a:cxn>
              <a:cxn ang="0">
                <a:pos x="connsiteX7069" y="connsiteY7069"/>
              </a:cxn>
              <a:cxn ang="0">
                <a:pos x="connsiteX7070" y="connsiteY7070"/>
              </a:cxn>
              <a:cxn ang="0">
                <a:pos x="connsiteX7071" y="connsiteY7071"/>
              </a:cxn>
              <a:cxn ang="0">
                <a:pos x="connsiteX7072" y="connsiteY7072"/>
              </a:cxn>
              <a:cxn ang="0">
                <a:pos x="connsiteX7073" y="connsiteY7073"/>
              </a:cxn>
              <a:cxn ang="0">
                <a:pos x="connsiteX7074" y="connsiteY7074"/>
              </a:cxn>
              <a:cxn ang="0">
                <a:pos x="connsiteX7075" y="connsiteY7075"/>
              </a:cxn>
              <a:cxn ang="0">
                <a:pos x="connsiteX7076" y="connsiteY7076"/>
              </a:cxn>
              <a:cxn ang="0">
                <a:pos x="connsiteX7077" y="connsiteY7077"/>
              </a:cxn>
              <a:cxn ang="0">
                <a:pos x="connsiteX7078" y="connsiteY7078"/>
              </a:cxn>
              <a:cxn ang="0">
                <a:pos x="connsiteX7079" y="connsiteY7079"/>
              </a:cxn>
              <a:cxn ang="0">
                <a:pos x="connsiteX7080" y="connsiteY7080"/>
              </a:cxn>
              <a:cxn ang="0">
                <a:pos x="connsiteX7081" y="connsiteY7081"/>
              </a:cxn>
              <a:cxn ang="0">
                <a:pos x="connsiteX7082" y="connsiteY7082"/>
              </a:cxn>
              <a:cxn ang="0">
                <a:pos x="connsiteX7083" y="connsiteY7083"/>
              </a:cxn>
              <a:cxn ang="0">
                <a:pos x="connsiteX7084" y="connsiteY7084"/>
              </a:cxn>
              <a:cxn ang="0">
                <a:pos x="connsiteX7085" y="connsiteY7085"/>
              </a:cxn>
              <a:cxn ang="0">
                <a:pos x="connsiteX7086" y="connsiteY7086"/>
              </a:cxn>
              <a:cxn ang="0">
                <a:pos x="connsiteX7087" y="connsiteY7087"/>
              </a:cxn>
              <a:cxn ang="0">
                <a:pos x="connsiteX7088" y="connsiteY7088"/>
              </a:cxn>
              <a:cxn ang="0">
                <a:pos x="connsiteX7089" y="connsiteY7089"/>
              </a:cxn>
              <a:cxn ang="0">
                <a:pos x="connsiteX7090" y="connsiteY7090"/>
              </a:cxn>
              <a:cxn ang="0">
                <a:pos x="connsiteX7091" y="connsiteY7091"/>
              </a:cxn>
              <a:cxn ang="0">
                <a:pos x="connsiteX7092" y="connsiteY7092"/>
              </a:cxn>
              <a:cxn ang="0">
                <a:pos x="connsiteX7093" y="connsiteY7093"/>
              </a:cxn>
              <a:cxn ang="0">
                <a:pos x="connsiteX7094" y="connsiteY7094"/>
              </a:cxn>
              <a:cxn ang="0">
                <a:pos x="connsiteX7095" y="connsiteY7095"/>
              </a:cxn>
              <a:cxn ang="0">
                <a:pos x="connsiteX7096" y="connsiteY7096"/>
              </a:cxn>
              <a:cxn ang="0">
                <a:pos x="connsiteX7097" y="connsiteY7097"/>
              </a:cxn>
              <a:cxn ang="0">
                <a:pos x="connsiteX7098" y="connsiteY7098"/>
              </a:cxn>
              <a:cxn ang="0">
                <a:pos x="connsiteX7099" y="connsiteY7099"/>
              </a:cxn>
              <a:cxn ang="0">
                <a:pos x="connsiteX7100" y="connsiteY7100"/>
              </a:cxn>
              <a:cxn ang="0">
                <a:pos x="connsiteX7101" y="connsiteY7101"/>
              </a:cxn>
              <a:cxn ang="0">
                <a:pos x="connsiteX7102" y="connsiteY7102"/>
              </a:cxn>
              <a:cxn ang="0">
                <a:pos x="connsiteX7103" y="connsiteY7103"/>
              </a:cxn>
              <a:cxn ang="0">
                <a:pos x="connsiteX7104" y="connsiteY7104"/>
              </a:cxn>
              <a:cxn ang="0">
                <a:pos x="connsiteX7105" y="connsiteY7105"/>
              </a:cxn>
              <a:cxn ang="0">
                <a:pos x="connsiteX7106" y="connsiteY7106"/>
              </a:cxn>
              <a:cxn ang="0">
                <a:pos x="connsiteX7107" y="connsiteY7107"/>
              </a:cxn>
              <a:cxn ang="0">
                <a:pos x="connsiteX7108" y="connsiteY7108"/>
              </a:cxn>
              <a:cxn ang="0">
                <a:pos x="connsiteX7109" y="connsiteY7109"/>
              </a:cxn>
              <a:cxn ang="0">
                <a:pos x="connsiteX7110" y="connsiteY7110"/>
              </a:cxn>
              <a:cxn ang="0">
                <a:pos x="connsiteX7111" y="connsiteY7111"/>
              </a:cxn>
              <a:cxn ang="0">
                <a:pos x="connsiteX7112" y="connsiteY7112"/>
              </a:cxn>
              <a:cxn ang="0">
                <a:pos x="connsiteX7113" y="connsiteY7113"/>
              </a:cxn>
              <a:cxn ang="0">
                <a:pos x="connsiteX7114" y="connsiteY7114"/>
              </a:cxn>
              <a:cxn ang="0">
                <a:pos x="connsiteX7115" y="connsiteY7115"/>
              </a:cxn>
              <a:cxn ang="0">
                <a:pos x="connsiteX7116" y="connsiteY7116"/>
              </a:cxn>
              <a:cxn ang="0">
                <a:pos x="connsiteX7117" y="connsiteY7117"/>
              </a:cxn>
              <a:cxn ang="0">
                <a:pos x="connsiteX7118" y="connsiteY7118"/>
              </a:cxn>
              <a:cxn ang="0">
                <a:pos x="connsiteX7119" y="connsiteY7119"/>
              </a:cxn>
              <a:cxn ang="0">
                <a:pos x="connsiteX7120" y="connsiteY7120"/>
              </a:cxn>
              <a:cxn ang="0">
                <a:pos x="connsiteX7121" y="connsiteY7121"/>
              </a:cxn>
              <a:cxn ang="0">
                <a:pos x="connsiteX7122" y="connsiteY7122"/>
              </a:cxn>
              <a:cxn ang="0">
                <a:pos x="connsiteX7123" y="connsiteY7123"/>
              </a:cxn>
              <a:cxn ang="0">
                <a:pos x="connsiteX7124" y="connsiteY7124"/>
              </a:cxn>
              <a:cxn ang="0">
                <a:pos x="connsiteX7125" y="connsiteY7125"/>
              </a:cxn>
              <a:cxn ang="0">
                <a:pos x="connsiteX7126" y="connsiteY7126"/>
              </a:cxn>
              <a:cxn ang="0">
                <a:pos x="connsiteX7127" y="connsiteY7127"/>
              </a:cxn>
              <a:cxn ang="0">
                <a:pos x="connsiteX7128" y="connsiteY7128"/>
              </a:cxn>
              <a:cxn ang="0">
                <a:pos x="connsiteX7129" y="connsiteY7129"/>
              </a:cxn>
              <a:cxn ang="0">
                <a:pos x="connsiteX7130" y="connsiteY7130"/>
              </a:cxn>
              <a:cxn ang="0">
                <a:pos x="connsiteX7131" y="connsiteY7131"/>
              </a:cxn>
              <a:cxn ang="0">
                <a:pos x="connsiteX7132" y="connsiteY7132"/>
              </a:cxn>
              <a:cxn ang="0">
                <a:pos x="connsiteX7133" y="connsiteY7133"/>
              </a:cxn>
              <a:cxn ang="0">
                <a:pos x="connsiteX7134" y="connsiteY7134"/>
              </a:cxn>
              <a:cxn ang="0">
                <a:pos x="connsiteX7135" y="connsiteY7135"/>
              </a:cxn>
              <a:cxn ang="0">
                <a:pos x="connsiteX7136" y="connsiteY7136"/>
              </a:cxn>
              <a:cxn ang="0">
                <a:pos x="connsiteX7137" y="connsiteY7137"/>
              </a:cxn>
              <a:cxn ang="0">
                <a:pos x="connsiteX7138" y="connsiteY7138"/>
              </a:cxn>
              <a:cxn ang="0">
                <a:pos x="connsiteX7139" y="connsiteY7139"/>
              </a:cxn>
              <a:cxn ang="0">
                <a:pos x="connsiteX7140" y="connsiteY7140"/>
              </a:cxn>
              <a:cxn ang="0">
                <a:pos x="connsiteX7141" y="connsiteY7141"/>
              </a:cxn>
              <a:cxn ang="0">
                <a:pos x="connsiteX7142" y="connsiteY7142"/>
              </a:cxn>
              <a:cxn ang="0">
                <a:pos x="connsiteX7143" y="connsiteY7143"/>
              </a:cxn>
              <a:cxn ang="0">
                <a:pos x="connsiteX7144" y="connsiteY7144"/>
              </a:cxn>
              <a:cxn ang="0">
                <a:pos x="connsiteX7145" y="connsiteY7145"/>
              </a:cxn>
              <a:cxn ang="0">
                <a:pos x="connsiteX7146" y="connsiteY7146"/>
              </a:cxn>
              <a:cxn ang="0">
                <a:pos x="connsiteX7147" y="connsiteY7147"/>
              </a:cxn>
              <a:cxn ang="0">
                <a:pos x="connsiteX7148" y="connsiteY7148"/>
              </a:cxn>
              <a:cxn ang="0">
                <a:pos x="connsiteX7149" y="connsiteY7149"/>
              </a:cxn>
              <a:cxn ang="0">
                <a:pos x="connsiteX7150" y="connsiteY7150"/>
              </a:cxn>
              <a:cxn ang="0">
                <a:pos x="connsiteX7151" y="connsiteY7151"/>
              </a:cxn>
              <a:cxn ang="0">
                <a:pos x="connsiteX7152" y="connsiteY7152"/>
              </a:cxn>
              <a:cxn ang="0">
                <a:pos x="connsiteX7153" y="connsiteY7153"/>
              </a:cxn>
              <a:cxn ang="0">
                <a:pos x="connsiteX7154" y="connsiteY7154"/>
              </a:cxn>
              <a:cxn ang="0">
                <a:pos x="connsiteX7155" y="connsiteY7155"/>
              </a:cxn>
              <a:cxn ang="0">
                <a:pos x="connsiteX7156" y="connsiteY7156"/>
              </a:cxn>
              <a:cxn ang="0">
                <a:pos x="connsiteX7157" y="connsiteY7157"/>
              </a:cxn>
              <a:cxn ang="0">
                <a:pos x="connsiteX7158" y="connsiteY7158"/>
              </a:cxn>
              <a:cxn ang="0">
                <a:pos x="connsiteX7159" y="connsiteY7159"/>
              </a:cxn>
              <a:cxn ang="0">
                <a:pos x="connsiteX7160" y="connsiteY7160"/>
              </a:cxn>
              <a:cxn ang="0">
                <a:pos x="connsiteX7161" y="connsiteY7161"/>
              </a:cxn>
              <a:cxn ang="0">
                <a:pos x="connsiteX7162" y="connsiteY7162"/>
              </a:cxn>
              <a:cxn ang="0">
                <a:pos x="connsiteX7163" y="connsiteY7163"/>
              </a:cxn>
              <a:cxn ang="0">
                <a:pos x="connsiteX7164" y="connsiteY7164"/>
              </a:cxn>
              <a:cxn ang="0">
                <a:pos x="connsiteX7165" y="connsiteY7165"/>
              </a:cxn>
              <a:cxn ang="0">
                <a:pos x="connsiteX7166" y="connsiteY7166"/>
              </a:cxn>
              <a:cxn ang="0">
                <a:pos x="connsiteX7167" y="connsiteY7167"/>
              </a:cxn>
              <a:cxn ang="0">
                <a:pos x="connsiteX7168" y="connsiteY7168"/>
              </a:cxn>
              <a:cxn ang="0">
                <a:pos x="connsiteX7169" y="connsiteY7169"/>
              </a:cxn>
              <a:cxn ang="0">
                <a:pos x="connsiteX7170" y="connsiteY7170"/>
              </a:cxn>
              <a:cxn ang="0">
                <a:pos x="connsiteX7171" y="connsiteY7171"/>
              </a:cxn>
              <a:cxn ang="0">
                <a:pos x="connsiteX7172" y="connsiteY7172"/>
              </a:cxn>
              <a:cxn ang="0">
                <a:pos x="connsiteX7173" y="connsiteY7173"/>
              </a:cxn>
              <a:cxn ang="0">
                <a:pos x="connsiteX7174" y="connsiteY7174"/>
              </a:cxn>
              <a:cxn ang="0">
                <a:pos x="connsiteX7175" y="connsiteY7175"/>
              </a:cxn>
              <a:cxn ang="0">
                <a:pos x="connsiteX7176" y="connsiteY7176"/>
              </a:cxn>
              <a:cxn ang="0">
                <a:pos x="connsiteX7177" y="connsiteY7177"/>
              </a:cxn>
              <a:cxn ang="0">
                <a:pos x="connsiteX7178" y="connsiteY7178"/>
              </a:cxn>
              <a:cxn ang="0">
                <a:pos x="connsiteX7179" y="connsiteY7179"/>
              </a:cxn>
              <a:cxn ang="0">
                <a:pos x="connsiteX7180" y="connsiteY7180"/>
              </a:cxn>
              <a:cxn ang="0">
                <a:pos x="connsiteX7181" y="connsiteY7181"/>
              </a:cxn>
              <a:cxn ang="0">
                <a:pos x="connsiteX7182" y="connsiteY7182"/>
              </a:cxn>
              <a:cxn ang="0">
                <a:pos x="connsiteX7183" y="connsiteY7183"/>
              </a:cxn>
              <a:cxn ang="0">
                <a:pos x="connsiteX7184" y="connsiteY7184"/>
              </a:cxn>
              <a:cxn ang="0">
                <a:pos x="connsiteX7185" y="connsiteY7185"/>
              </a:cxn>
              <a:cxn ang="0">
                <a:pos x="connsiteX7186" y="connsiteY7186"/>
              </a:cxn>
              <a:cxn ang="0">
                <a:pos x="connsiteX7187" y="connsiteY7187"/>
              </a:cxn>
              <a:cxn ang="0">
                <a:pos x="connsiteX7188" y="connsiteY7188"/>
              </a:cxn>
              <a:cxn ang="0">
                <a:pos x="connsiteX7189" y="connsiteY7189"/>
              </a:cxn>
              <a:cxn ang="0">
                <a:pos x="connsiteX7190" y="connsiteY7190"/>
              </a:cxn>
              <a:cxn ang="0">
                <a:pos x="connsiteX7191" y="connsiteY7191"/>
              </a:cxn>
              <a:cxn ang="0">
                <a:pos x="connsiteX7192" y="connsiteY7192"/>
              </a:cxn>
              <a:cxn ang="0">
                <a:pos x="connsiteX7193" y="connsiteY7193"/>
              </a:cxn>
              <a:cxn ang="0">
                <a:pos x="connsiteX7194" y="connsiteY7194"/>
              </a:cxn>
              <a:cxn ang="0">
                <a:pos x="connsiteX7195" y="connsiteY7195"/>
              </a:cxn>
              <a:cxn ang="0">
                <a:pos x="connsiteX7196" y="connsiteY7196"/>
              </a:cxn>
              <a:cxn ang="0">
                <a:pos x="connsiteX7197" y="connsiteY7197"/>
              </a:cxn>
              <a:cxn ang="0">
                <a:pos x="connsiteX7198" y="connsiteY7198"/>
              </a:cxn>
              <a:cxn ang="0">
                <a:pos x="connsiteX7199" y="connsiteY7199"/>
              </a:cxn>
              <a:cxn ang="0">
                <a:pos x="connsiteX7200" y="connsiteY7200"/>
              </a:cxn>
              <a:cxn ang="0">
                <a:pos x="connsiteX7201" y="connsiteY7201"/>
              </a:cxn>
              <a:cxn ang="0">
                <a:pos x="connsiteX7202" y="connsiteY7202"/>
              </a:cxn>
              <a:cxn ang="0">
                <a:pos x="connsiteX7203" y="connsiteY7203"/>
              </a:cxn>
              <a:cxn ang="0">
                <a:pos x="connsiteX7204" y="connsiteY7204"/>
              </a:cxn>
              <a:cxn ang="0">
                <a:pos x="connsiteX7205" y="connsiteY7205"/>
              </a:cxn>
              <a:cxn ang="0">
                <a:pos x="connsiteX7206" y="connsiteY7206"/>
              </a:cxn>
              <a:cxn ang="0">
                <a:pos x="connsiteX7207" y="connsiteY7207"/>
              </a:cxn>
              <a:cxn ang="0">
                <a:pos x="connsiteX7208" y="connsiteY7208"/>
              </a:cxn>
              <a:cxn ang="0">
                <a:pos x="connsiteX7209" y="connsiteY7209"/>
              </a:cxn>
              <a:cxn ang="0">
                <a:pos x="connsiteX7210" y="connsiteY7210"/>
              </a:cxn>
              <a:cxn ang="0">
                <a:pos x="connsiteX7211" y="connsiteY7211"/>
              </a:cxn>
              <a:cxn ang="0">
                <a:pos x="connsiteX7212" y="connsiteY7212"/>
              </a:cxn>
              <a:cxn ang="0">
                <a:pos x="connsiteX7213" y="connsiteY7213"/>
              </a:cxn>
              <a:cxn ang="0">
                <a:pos x="connsiteX7214" y="connsiteY7214"/>
              </a:cxn>
              <a:cxn ang="0">
                <a:pos x="connsiteX7215" y="connsiteY7215"/>
              </a:cxn>
              <a:cxn ang="0">
                <a:pos x="connsiteX7216" y="connsiteY7216"/>
              </a:cxn>
              <a:cxn ang="0">
                <a:pos x="connsiteX7217" y="connsiteY7217"/>
              </a:cxn>
              <a:cxn ang="0">
                <a:pos x="connsiteX7218" y="connsiteY7218"/>
              </a:cxn>
              <a:cxn ang="0">
                <a:pos x="connsiteX7219" y="connsiteY7219"/>
              </a:cxn>
              <a:cxn ang="0">
                <a:pos x="connsiteX7220" y="connsiteY7220"/>
              </a:cxn>
              <a:cxn ang="0">
                <a:pos x="connsiteX7221" y="connsiteY7221"/>
              </a:cxn>
              <a:cxn ang="0">
                <a:pos x="connsiteX7222" y="connsiteY7222"/>
              </a:cxn>
              <a:cxn ang="0">
                <a:pos x="connsiteX7223" y="connsiteY7223"/>
              </a:cxn>
              <a:cxn ang="0">
                <a:pos x="connsiteX7224" y="connsiteY7224"/>
              </a:cxn>
              <a:cxn ang="0">
                <a:pos x="connsiteX7225" y="connsiteY7225"/>
              </a:cxn>
              <a:cxn ang="0">
                <a:pos x="connsiteX7226" y="connsiteY7226"/>
              </a:cxn>
              <a:cxn ang="0">
                <a:pos x="connsiteX7227" y="connsiteY7227"/>
              </a:cxn>
              <a:cxn ang="0">
                <a:pos x="connsiteX7228" y="connsiteY7228"/>
              </a:cxn>
              <a:cxn ang="0">
                <a:pos x="connsiteX7229" y="connsiteY7229"/>
              </a:cxn>
              <a:cxn ang="0">
                <a:pos x="connsiteX7230" y="connsiteY7230"/>
              </a:cxn>
              <a:cxn ang="0">
                <a:pos x="connsiteX7231" y="connsiteY7231"/>
              </a:cxn>
              <a:cxn ang="0">
                <a:pos x="connsiteX7232" y="connsiteY7232"/>
              </a:cxn>
              <a:cxn ang="0">
                <a:pos x="connsiteX7233" y="connsiteY7233"/>
              </a:cxn>
              <a:cxn ang="0">
                <a:pos x="connsiteX7234" y="connsiteY7234"/>
              </a:cxn>
              <a:cxn ang="0">
                <a:pos x="connsiteX7235" y="connsiteY7235"/>
              </a:cxn>
              <a:cxn ang="0">
                <a:pos x="connsiteX7236" y="connsiteY7236"/>
              </a:cxn>
              <a:cxn ang="0">
                <a:pos x="connsiteX7237" y="connsiteY7237"/>
              </a:cxn>
              <a:cxn ang="0">
                <a:pos x="connsiteX7238" y="connsiteY7238"/>
              </a:cxn>
              <a:cxn ang="0">
                <a:pos x="connsiteX7239" y="connsiteY7239"/>
              </a:cxn>
              <a:cxn ang="0">
                <a:pos x="connsiteX7240" y="connsiteY7240"/>
              </a:cxn>
              <a:cxn ang="0">
                <a:pos x="connsiteX7241" y="connsiteY7241"/>
              </a:cxn>
              <a:cxn ang="0">
                <a:pos x="connsiteX7242" y="connsiteY7242"/>
              </a:cxn>
              <a:cxn ang="0">
                <a:pos x="connsiteX7243" y="connsiteY7243"/>
              </a:cxn>
              <a:cxn ang="0">
                <a:pos x="connsiteX7244" y="connsiteY7244"/>
              </a:cxn>
              <a:cxn ang="0">
                <a:pos x="connsiteX7245" y="connsiteY7245"/>
              </a:cxn>
              <a:cxn ang="0">
                <a:pos x="connsiteX7246" y="connsiteY7246"/>
              </a:cxn>
              <a:cxn ang="0">
                <a:pos x="connsiteX7247" y="connsiteY7247"/>
              </a:cxn>
              <a:cxn ang="0">
                <a:pos x="connsiteX7248" y="connsiteY7248"/>
              </a:cxn>
              <a:cxn ang="0">
                <a:pos x="connsiteX7249" y="connsiteY7249"/>
              </a:cxn>
              <a:cxn ang="0">
                <a:pos x="connsiteX7250" y="connsiteY7250"/>
              </a:cxn>
              <a:cxn ang="0">
                <a:pos x="connsiteX7251" y="connsiteY7251"/>
              </a:cxn>
              <a:cxn ang="0">
                <a:pos x="connsiteX7252" y="connsiteY7252"/>
              </a:cxn>
              <a:cxn ang="0">
                <a:pos x="connsiteX7253" y="connsiteY7253"/>
              </a:cxn>
              <a:cxn ang="0">
                <a:pos x="connsiteX7254" y="connsiteY7254"/>
              </a:cxn>
              <a:cxn ang="0">
                <a:pos x="connsiteX7255" y="connsiteY7255"/>
              </a:cxn>
              <a:cxn ang="0">
                <a:pos x="connsiteX7256" y="connsiteY7256"/>
              </a:cxn>
              <a:cxn ang="0">
                <a:pos x="connsiteX7257" y="connsiteY7257"/>
              </a:cxn>
              <a:cxn ang="0">
                <a:pos x="connsiteX7258" y="connsiteY7258"/>
              </a:cxn>
              <a:cxn ang="0">
                <a:pos x="connsiteX7259" y="connsiteY7259"/>
              </a:cxn>
              <a:cxn ang="0">
                <a:pos x="connsiteX7260" y="connsiteY7260"/>
              </a:cxn>
              <a:cxn ang="0">
                <a:pos x="connsiteX7261" y="connsiteY7261"/>
              </a:cxn>
              <a:cxn ang="0">
                <a:pos x="connsiteX7262" y="connsiteY7262"/>
              </a:cxn>
              <a:cxn ang="0">
                <a:pos x="connsiteX7263" y="connsiteY7263"/>
              </a:cxn>
              <a:cxn ang="0">
                <a:pos x="connsiteX7264" y="connsiteY7264"/>
              </a:cxn>
              <a:cxn ang="0">
                <a:pos x="connsiteX7265" y="connsiteY7265"/>
              </a:cxn>
              <a:cxn ang="0">
                <a:pos x="connsiteX7266" y="connsiteY7266"/>
              </a:cxn>
              <a:cxn ang="0">
                <a:pos x="connsiteX7267" y="connsiteY7267"/>
              </a:cxn>
              <a:cxn ang="0">
                <a:pos x="connsiteX7268" y="connsiteY7268"/>
              </a:cxn>
              <a:cxn ang="0">
                <a:pos x="connsiteX7269" y="connsiteY7269"/>
              </a:cxn>
              <a:cxn ang="0">
                <a:pos x="connsiteX7270" y="connsiteY7270"/>
              </a:cxn>
              <a:cxn ang="0">
                <a:pos x="connsiteX7271" y="connsiteY7271"/>
              </a:cxn>
              <a:cxn ang="0">
                <a:pos x="connsiteX7272" y="connsiteY7272"/>
              </a:cxn>
              <a:cxn ang="0">
                <a:pos x="connsiteX7273" y="connsiteY7273"/>
              </a:cxn>
              <a:cxn ang="0">
                <a:pos x="connsiteX7274" y="connsiteY7274"/>
              </a:cxn>
              <a:cxn ang="0">
                <a:pos x="connsiteX7275" y="connsiteY7275"/>
              </a:cxn>
              <a:cxn ang="0">
                <a:pos x="connsiteX7276" y="connsiteY7276"/>
              </a:cxn>
              <a:cxn ang="0">
                <a:pos x="connsiteX7277" y="connsiteY7277"/>
              </a:cxn>
              <a:cxn ang="0">
                <a:pos x="connsiteX7278" y="connsiteY7278"/>
              </a:cxn>
              <a:cxn ang="0">
                <a:pos x="connsiteX7279" y="connsiteY7279"/>
              </a:cxn>
              <a:cxn ang="0">
                <a:pos x="connsiteX7280" y="connsiteY7280"/>
              </a:cxn>
              <a:cxn ang="0">
                <a:pos x="connsiteX7281" y="connsiteY7281"/>
              </a:cxn>
              <a:cxn ang="0">
                <a:pos x="connsiteX7282" y="connsiteY7282"/>
              </a:cxn>
              <a:cxn ang="0">
                <a:pos x="connsiteX7283" y="connsiteY7283"/>
              </a:cxn>
              <a:cxn ang="0">
                <a:pos x="connsiteX7284" y="connsiteY7284"/>
              </a:cxn>
              <a:cxn ang="0">
                <a:pos x="connsiteX7285" y="connsiteY7285"/>
              </a:cxn>
              <a:cxn ang="0">
                <a:pos x="connsiteX7286" y="connsiteY7286"/>
              </a:cxn>
              <a:cxn ang="0">
                <a:pos x="connsiteX7287" y="connsiteY7287"/>
              </a:cxn>
              <a:cxn ang="0">
                <a:pos x="connsiteX7288" y="connsiteY7288"/>
              </a:cxn>
              <a:cxn ang="0">
                <a:pos x="connsiteX7289" y="connsiteY7289"/>
              </a:cxn>
              <a:cxn ang="0">
                <a:pos x="connsiteX7290" y="connsiteY7290"/>
              </a:cxn>
              <a:cxn ang="0">
                <a:pos x="connsiteX7291" y="connsiteY7291"/>
              </a:cxn>
              <a:cxn ang="0">
                <a:pos x="connsiteX7292" y="connsiteY7292"/>
              </a:cxn>
              <a:cxn ang="0">
                <a:pos x="connsiteX7293" y="connsiteY7293"/>
              </a:cxn>
              <a:cxn ang="0">
                <a:pos x="connsiteX7294" y="connsiteY7294"/>
              </a:cxn>
              <a:cxn ang="0">
                <a:pos x="connsiteX7295" y="connsiteY7295"/>
              </a:cxn>
              <a:cxn ang="0">
                <a:pos x="connsiteX7296" y="connsiteY7296"/>
              </a:cxn>
              <a:cxn ang="0">
                <a:pos x="connsiteX7297" y="connsiteY7297"/>
              </a:cxn>
              <a:cxn ang="0">
                <a:pos x="connsiteX7298" y="connsiteY7298"/>
              </a:cxn>
              <a:cxn ang="0">
                <a:pos x="connsiteX7299" y="connsiteY7299"/>
              </a:cxn>
              <a:cxn ang="0">
                <a:pos x="connsiteX7300" y="connsiteY7300"/>
              </a:cxn>
              <a:cxn ang="0">
                <a:pos x="connsiteX7301" y="connsiteY7301"/>
              </a:cxn>
              <a:cxn ang="0">
                <a:pos x="connsiteX7302" y="connsiteY7302"/>
              </a:cxn>
              <a:cxn ang="0">
                <a:pos x="connsiteX7303" y="connsiteY7303"/>
              </a:cxn>
              <a:cxn ang="0">
                <a:pos x="connsiteX7304" y="connsiteY7304"/>
              </a:cxn>
              <a:cxn ang="0">
                <a:pos x="connsiteX7305" y="connsiteY7305"/>
              </a:cxn>
              <a:cxn ang="0">
                <a:pos x="connsiteX7306" y="connsiteY7306"/>
              </a:cxn>
              <a:cxn ang="0">
                <a:pos x="connsiteX7307" y="connsiteY7307"/>
              </a:cxn>
              <a:cxn ang="0">
                <a:pos x="connsiteX7308" y="connsiteY7308"/>
              </a:cxn>
              <a:cxn ang="0">
                <a:pos x="connsiteX7309" y="connsiteY7309"/>
              </a:cxn>
              <a:cxn ang="0">
                <a:pos x="connsiteX7310" y="connsiteY7310"/>
              </a:cxn>
              <a:cxn ang="0">
                <a:pos x="connsiteX7311" y="connsiteY7311"/>
              </a:cxn>
              <a:cxn ang="0">
                <a:pos x="connsiteX7312" y="connsiteY7312"/>
              </a:cxn>
              <a:cxn ang="0">
                <a:pos x="connsiteX7313" y="connsiteY7313"/>
              </a:cxn>
              <a:cxn ang="0">
                <a:pos x="connsiteX7314" y="connsiteY7314"/>
              </a:cxn>
              <a:cxn ang="0">
                <a:pos x="connsiteX7315" y="connsiteY7315"/>
              </a:cxn>
              <a:cxn ang="0">
                <a:pos x="connsiteX7316" y="connsiteY7316"/>
              </a:cxn>
              <a:cxn ang="0">
                <a:pos x="connsiteX7317" y="connsiteY7317"/>
              </a:cxn>
              <a:cxn ang="0">
                <a:pos x="connsiteX7318" y="connsiteY7318"/>
              </a:cxn>
              <a:cxn ang="0">
                <a:pos x="connsiteX7319" y="connsiteY7319"/>
              </a:cxn>
              <a:cxn ang="0">
                <a:pos x="connsiteX7320" y="connsiteY7320"/>
              </a:cxn>
              <a:cxn ang="0">
                <a:pos x="connsiteX7321" y="connsiteY7321"/>
              </a:cxn>
              <a:cxn ang="0">
                <a:pos x="connsiteX7322" y="connsiteY7322"/>
              </a:cxn>
              <a:cxn ang="0">
                <a:pos x="connsiteX7323" y="connsiteY7323"/>
              </a:cxn>
              <a:cxn ang="0">
                <a:pos x="connsiteX7324" y="connsiteY7324"/>
              </a:cxn>
              <a:cxn ang="0">
                <a:pos x="connsiteX7325" y="connsiteY7325"/>
              </a:cxn>
              <a:cxn ang="0">
                <a:pos x="connsiteX7326" y="connsiteY7326"/>
              </a:cxn>
              <a:cxn ang="0">
                <a:pos x="connsiteX7327" y="connsiteY7327"/>
              </a:cxn>
              <a:cxn ang="0">
                <a:pos x="connsiteX7328" y="connsiteY7328"/>
              </a:cxn>
              <a:cxn ang="0">
                <a:pos x="connsiteX7329" y="connsiteY7329"/>
              </a:cxn>
              <a:cxn ang="0">
                <a:pos x="connsiteX7330" y="connsiteY7330"/>
              </a:cxn>
              <a:cxn ang="0">
                <a:pos x="connsiteX7331" y="connsiteY7331"/>
              </a:cxn>
              <a:cxn ang="0">
                <a:pos x="connsiteX7332" y="connsiteY7332"/>
              </a:cxn>
              <a:cxn ang="0">
                <a:pos x="connsiteX7333" y="connsiteY7333"/>
              </a:cxn>
              <a:cxn ang="0">
                <a:pos x="connsiteX7334" y="connsiteY7334"/>
              </a:cxn>
              <a:cxn ang="0">
                <a:pos x="connsiteX7335" y="connsiteY7335"/>
              </a:cxn>
              <a:cxn ang="0">
                <a:pos x="connsiteX7336" y="connsiteY7336"/>
              </a:cxn>
              <a:cxn ang="0">
                <a:pos x="connsiteX7337" y="connsiteY7337"/>
              </a:cxn>
              <a:cxn ang="0">
                <a:pos x="connsiteX7338" y="connsiteY7338"/>
              </a:cxn>
              <a:cxn ang="0">
                <a:pos x="connsiteX7339" y="connsiteY7339"/>
              </a:cxn>
              <a:cxn ang="0">
                <a:pos x="connsiteX7340" y="connsiteY7340"/>
              </a:cxn>
              <a:cxn ang="0">
                <a:pos x="connsiteX7341" y="connsiteY7341"/>
              </a:cxn>
              <a:cxn ang="0">
                <a:pos x="connsiteX7342" y="connsiteY7342"/>
              </a:cxn>
              <a:cxn ang="0">
                <a:pos x="connsiteX7343" y="connsiteY7343"/>
              </a:cxn>
              <a:cxn ang="0">
                <a:pos x="connsiteX7344" y="connsiteY7344"/>
              </a:cxn>
              <a:cxn ang="0">
                <a:pos x="connsiteX7345" y="connsiteY7345"/>
              </a:cxn>
              <a:cxn ang="0">
                <a:pos x="connsiteX7346" y="connsiteY7346"/>
              </a:cxn>
              <a:cxn ang="0">
                <a:pos x="connsiteX7347" y="connsiteY7347"/>
              </a:cxn>
              <a:cxn ang="0">
                <a:pos x="connsiteX7348" y="connsiteY7348"/>
              </a:cxn>
              <a:cxn ang="0">
                <a:pos x="connsiteX7349" y="connsiteY7349"/>
              </a:cxn>
              <a:cxn ang="0">
                <a:pos x="connsiteX7350" y="connsiteY7350"/>
              </a:cxn>
              <a:cxn ang="0">
                <a:pos x="connsiteX7351" y="connsiteY7351"/>
              </a:cxn>
              <a:cxn ang="0">
                <a:pos x="connsiteX7352" y="connsiteY7352"/>
              </a:cxn>
              <a:cxn ang="0">
                <a:pos x="connsiteX7353" y="connsiteY7353"/>
              </a:cxn>
              <a:cxn ang="0">
                <a:pos x="connsiteX7354" y="connsiteY7354"/>
              </a:cxn>
              <a:cxn ang="0">
                <a:pos x="connsiteX7355" y="connsiteY7355"/>
              </a:cxn>
              <a:cxn ang="0">
                <a:pos x="connsiteX7356" y="connsiteY7356"/>
              </a:cxn>
              <a:cxn ang="0">
                <a:pos x="connsiteX7357" y="connsiteY7357"/>
              </a:cxn>
              <a:cxn ang="0">
                <a:pos x="connsiteX7358" y="connsiteY7358"/>
              </a:cxn>
              <a:cxn ang="0">
                <a:pos x="connsiteX7359" y="connsiteY7359"/>
              </a:cxn>
              <a:cxn ang="0">
                <a:pos x="connsiteX7360" y="connsiteY7360"/>
              </a:cxn>
              <a:cxn ang="0">
                <a:pos x="connsiteX7361" y="connsiteY7361"/>
              </a:cxn>
              <a:cxn ang="0">
                <a:pos x="connsiteX7362" y="connsiteY7362"/>
              </a:cxn>
              <a:cxn ang="0">
                <a:pos x="connsiteX7363" y="connsiteY7363"/>
              </a:cxn>
              <a:cxn ang="0">
                <a:pos x="connsiteX7364" y="connsiteY7364"/>
              </a:cxn>
              <a:cxn ang="0">
                <a:pos x="connsiteX7365" y="connsiteY7365"/>
              </a:cxn>
              <a:cxn ang="0">
                <a:pos x="connsiteX7366" y="connsiteY7366"/>
              </a:cxn>
              <a:cxn ang="0">
                <a:pos x="connsiteX7367" y="connsiteY7367"/>
              </a:cxn>
              <a:cxn ang="0">
                <a:pos x="connsiteX7368" y="connsiteY7368"/>
              </a:cxn>
              <a:cxn ang="0">
                <a:pos x="connsiteX7369" y="connsiteY7369"/>
              </a:cxn>
              <a:cxn ang="0">
                <a:pos x="connsiteX7370" y="connsiteY7370"/>
              </a:cxn>
              <a:cxn ang="0">
                <a:pos x="connsiteX7371" y="connsiteY7371"/>
              </a:cxn>
              <a:cxn ang="0">
                <a:pos x="connsiteX7372" y="connsiteY7372"/>
              </a:cxn>
              <a:cxn ang="0">
                <a:pos x="connsiteX7373" y="connsiteY7373"/>
              </a:cxn>
              <a:cxn ang="0">
                <a:pos x="connsiteX7374" y="connsiteY7374"/>
              </a:cxn>
              <a:cxn ang="0">
                <a:pos x="connsiteX7375" y="connsiteY7375"/>
              </a:cxn>
              <a:cxn ang="0">
                <a:pos x="connsiteX7376" y="connsiteY7376"/>
              </a:cxn>
              <a:cxn ang="0">
                <a:pos x="connsiteX7377" y="connsiteY7377"/>
              </a:cxn>
              <a:cxn ang="0">
                <a:pos x="connsiteX7378" y="connsiteY7378"/>
              </a:cxn>
              <a:cxn ang="0">
                <a:pos x="connsiteX7379" y="connsiteY7379"/>
              </a:cxn>
              <a:cxn ang="0">
                <a:pos x="connsiteX7380" y="connsiteY7380"/>
              </a:cxn>
              <a:cxn ang="0">
                <a:pos x="connsiteX7381" y="connsiteY7381"/>
              </a:cxn>
              <a:cxn ang="0">
                <a:pos x="connsiteX7382" y="connsiteY7382"/>
              </a:cxn>
              <a:cxn ang="0">
                <a:pos x="connsiteX7383" y="connsiteY7383"/>
              </a:cxn>
              <a:cxn ang="0">
                <a:pos x="connsiteX7384" y="connsiteY7384"/>
              </a:cxn>
              <a:cxn ang="0">
                <a:pos x="connsiteX7385" y="connsiteY7385"/>
              </a:cxn>
              <a:cxn ang="0">
                <a:pos x="connsiteX7386" y="connsiteY7386"/>
              </a:cxn>
              <a:cxn ang="0">
                <a:pos x="connsiteX7387" y="connsiteY7387"/>
              </a:cxn>
              <a:cxn ang="0">
                <a:pos x="connsiteX7388" y="connsiteY7388"/>
              </a:cxn>
              <a:cxn ang="0">
                <a:pos x="connsiteX7389" y="connsiteY7389"/>
              </a:cxn>
              <a:cxn ang="0">
                <a:pos x="connsiteX7390" y="connsiteY7390"/>
              </a:cxn>
              <a:cxn ang="0">
                <a:pos x="connsiteX7391" y="connsiteY7391"/>
              </a:cxn>
              <a:cxn ang="0">
                <a:pos x="connsiteX7392" y="connsiteY7392"/>
              </a:cxn>
              <a:cxn ang="0">
                <a:pos x="connsiteX7393" y="connsiteY7393"/>
              </a:cxn>
              <a:cxn ang="0">
                <a:pos x="connsiteX7394" y="connsiteY7394"/>
              </a:cxn>
              <a:cxn ang="0">
                <a:pos x="connsiteX7395" y="connsiteY7395"/>
              </a:cxn>
              <a:cxn ang="0">
                <a:pos x="connsiteX7396" y="connsiteY7396"/>
              </a:cxn>
              <a:cxn ang="0">
                <a:pos x="connsiteX7397" y="connsiteY7397"/>
              </a:cxn>
              <a:cxn ang="0">
                <a:pos x="connsiteX7398" y="connsiteY7398"/>
              </a:cxn>
              <a:cxn ang="0">
                <a:pos x="connsiteX7399" y="connsiteY7399"/>
              </a:cxn>
              <a:cxn ang="0">
                <a:pos x="connsiteX7400" y="connsiteY7400"/>
              </a:cxn>
              <a:cxn ang="0">
                <a:pos x="connsiteX7401" y="connsiteY7401"/>
              </a:cxn>
              <a:cxn ang="0">
                <a:pos x="connsiteX7402" y="connsiteY7402"/>
              </a:cxn>
              <a:cxn ang="0">
                <a:pos x="connsiteX7403" y="connsiteY7403"/>
              </a:cxn>
              <a:cxn ang="0">
                <a:pos x="connsiteX7404" y="connsiteY7404"/>
              </a:cxn>
              <a:cxn ang="0">
                <a:pos x="connsiteX7405" y="connsiteY7405"/>
              </a:cxn>
              <a:cxn ang="0">
                <a:pos x="connsiteX7406" y="connsiteY7406"/>
              </a:cxn>
              <a:cxn ang="0">
                <a:pos x="connsiteX7407" y="connsiteY7407"/>
              </a:cxn>
              <a:cxn ang="0">
                <a:pos x="connsiteX7408" y="connsiteY7408"/>
              </a:cxn>
              <a:cxn ang="0">
                <a:pos x="connsiteX7409" y="connsiteY7409"/>
              </a:cxn>
              <a:cxn ang="0">
                <a:pos x="connsiteX7410" y="connsiteY7410"/>
              </a:cxn>
              <a:cxn ang="0">
                <a:pos x="connsiteX7411" y="connsiteY7411"/>
              </a:cxn>
              <a:cxn ang="0">
                <a:pos x="connsiteX7412" y="connsiteY7412"/>
              </a:cxn>
              <a:cxn ang="0">
                <a:pos x="connsiteX7413" y="connsiteY7413"/>
              </a:cxn>
              <a:cxn ang="0">
                <a:pos x="connsiteX7414" y="connsiteY7414"/>
              </a:cxn>
              <a:cxn ang="0">
                <a:pos x="connsiteX7415" y="connsiteY7415"/>
              </a:cxn>
              <a:cxn ang="0">
                <a:pos x="connsiteX7416" y="connsiteY7416"/>
              </a:cxn>
              <a:cxn ang="0">
                <a:pos x="connsiteX7417" y="connsiteY7417"/>
              </a:cxn>
              <a:cxn ang="0">
                <a:pos x="connsiteX7418" y="connsiteY7418"/>
              </a:cxn>
              <a:cxn ang="0">
                <a:pos x="connsiteX7419" y="connsiteY7419"/>
              </a:cxn>
              <a:cxn ang="0">
                <a:pos x="connsiteX7420" y="connsiteY7420"/>
              </a:cxn>
              <a:cxn ang="0">
                <a:pos x="connsiteX7421" y="connsiteY7421"/>
              </a:cxn>
              <a:cxn ang="0">
                <a:pos x="connsiteX7422" y="connsiteY7422"/>
              </a:cxn>
              <a:cxn ang="0">
                <a:pos x="connsiteX7423" y="connsiteY7423"/>
              </a:cxn>
              <a:cxn ang="0">
                <a:pos x="connsiteX7424" y="connsiteY7424"/>
              </a:cxn>
              <a:cxn ang="0">
                <a:pos x="connsiteX7425" y="connsiteY7425"/>
              </a:cxn>
              <a:cxn ang="0">
                <a:pos x="connsiteX7426" y="connsiteY7426"/>
              </a:cxn>
              <a:cxn ang="0">
                <a:pos x="connsiteX7427" y="connsiteY7427"/>
              </a:cxn>
              <a:cxn ang="0">
                <a:pos x="connsiteX7428" y="connsiteY7428"/>
              </a:cxn>
              <a:cxn ang="0">
                <a:pos x="connsiteX7429" y="connsiteY7429"/>
              </a:cxn>
              <a:cxn ang="0">
                <a:pos x="connsiteX7430" y="connsiteY7430"/>
              </a:cxn>
              <a:cxn ang="0">
                <a:pos x="connsiteX7431" y="connsiteY7431"/>
              </a:cxn>
              <a:cxn ang="0">
                <a:pos x="connsiteX7432" y="connsiteY7432"/>
              </a:cxn>
              <a:cxn ang="0">
                <a:pos x="connsiteX7433" y="connsiteY7433"/>
              </a:cxn>
              <a:cxn ang="0">
                <a:pos x="connsiteX7434" y="connsiteY7434"/>
              </a:cxn>
              <a:cxn ang="0">
                <a:pos x="connsiteX7435" y="connsiteY7435"/>
              </a:cxn>
              <a:cxn ang="0">
                <a:pos x="connsiteX7436" y="connsiteY7436"/>
              </a:cxn>
              <a:cxn ang="0">
                <a:pos x="connsiteX7437" y="connsiteY7437"/>
              </a:cxn>
              <a:cxn ang="0">
                <a:pos x="connsiteX7438" y="connsiteY7438"/>
              </a:cxn>
              <a:cxn ang="0">
                <a:pos x="connsiteX7439" y="connsiteY7439"/>
              </a:cxn>
              <a:cxn ang="0">
                <a:pos x="connsiteX7440" y="connsiteY7440"/>
              </a:cxn>
              <a:cxn ang="0">
                <a:pos x="connsiteX7441" y="connsiteY7441"/>
              </a:cxn>
              <a:cxn ang="0">
                <a:pos x="connsiteX7442" y="connsiteY7442"/>
              </a:cxn>
              <a:cxn ang="0">
                <a:pos x="connsiteX7443" y="connsiteY7443"/>
              </a:cxn>
              <a:cxn ang="0">
                <a:pos x="connsiteX7444" y="connsiteY7444"/>
              </a:cxn>
              <a:cxn ang="0">
                <a:pos x="connsiteX7445" y="connsiteY7445"/>
              </a:cxn>
              <a:cxn ang="0">
                <a:pos x="connsiteX7446" y="connsiteY7446"/>
              </a:cxn>
              <a:cxn ang="0">
                <a:pos x="connsiteX7447" y="connsiteY7447"/>
              </a:cxn>
              <a:cxn ang="0">
                <a:pos x="connsiteX7448" y="connsiteY7448"/>
              </a:cxn>
              <a:cxn ang="0">
                <a:pos x="connsiteX7449" y="connsiteY7449"/>
              </a:cxn>
              <a:cxn ang="0">
                <a:pos x="connsiteX7450" y="connsiteY7450"/>
              </a:cxn>
              <a:cxn ang="0">
                <a:pos x="connsiteX7451" y="connsiteY7451"/>
              </a:cxn>
              <a:cxn ang="0">
                <a:pos x="connsiteX7452" y="connsiteY7452"/>
              </a:cxn>
              <a:cxn ang="0">
                <a:pos x="connsiteX7453" y="connsiteY7453"/>
              </a:cxn>
              <a:cxn ang="0">
                <a:pos x="connsiteX7454" y="connsiteY7454"/>
              </a:cxn>
              <a:cxn ang="0">
                <a:pos x="connsiteX7455" y="connsiteY7455"/>
              </a:cxn>
              <a:cxn ang="0">
                <a:pos x="connsiteX7456" y="connsiteY7456"/>
              </a:cxn>
              <a:cxn ang="0">
                <a:pos x="connsiteX7457" y="connsiteY7457"/>
              </a:cxn>
              <a:cxn ang="0">
                <a:pos x="connsiteX7458" y="connsiteY7458"/>
              </a:cxn>
              <a:cxn ang="0">
                <a:pos x="connsiteX7459" y="connsiteY7459"/>
              </a:cxn>
              <a:cxn ang="0">
                <a:pos x="connsiteX7460" y="connsiteY7460"/>
              </a:cxn>
              <a:cxn ang="0">
                <a:pos x="connsiteX7461" y="connsiteY7461"/>
              </a:cxn>
              <a:cxn ang="0">
                <a:pos x="connsiteX7462" y="connsiteY7462"/>
              </a:cxn>
              <a:cxn ang="0">
                <a:pos x="connsiteX7463" y="connsiteY7463"/>
              </a:cxn>
              <a:cxn ang="0">
                <a:pos x="connsiteX7464" y="connsiteY7464"/>
              </a:cxn>
              <a:cxn ang="0">
                <a:pos x="connsiteX7465" y="connsiteY7465"/>
              </a:cxn>
              <a:cxn ang="0">
                <a:pos x="connsiteX7466" y="connsiteY7466"/>
              </a:cxn>
              <a:cxn ang="0">
                <a:pos x="connsiteX7467" y="connsiteY7467"/>
              </a:cxn>
              <a:cxn ang="0">
                <a:pos x="connsiteX7468" y="connsiteY7468"/>
              </a:cxn>
              <a:cxn ang="0">
                <a:pos x="connsiteX7469" y="connsiteY7469"/>
              </a:cxn>
              <a:cxn ang="0">
                <a:pos x="connsiteX7470" y="connsiteY7470"/>
              </a:cxn>
              <a:cxn ang="0">
                <a:pos x="connsiteX7471" y="connsiteY7471"/>
              </a:cxn>
              <a:cxn ang="0">
                <a:pos x="connsiteX7472" y="connsiteY7472"/>
              </a:cxn>
              <a:cxn ang="0">
                <a:pos x="connsiteX7473" y="connsiteY7473"/>
              </a:cxn>
              <a:cxn ang="0">
                <a:pos x="connsiteX7474" y="connsiteY7474"/>
              </a:cxn>
              <a:cxn ang="0">
                <a:pos x="connsiteX7475" y="connsiteY7475"/>
              </a:cxn>
              <a:cxn ang="0">
                <a:pos x="connsiteX7476" y="connsiteY7476"/>
              </a:cxn>
              <a:cxn ang="0">
                <a:pos x="connsiteX7477" y="connsiteY7477"/>
              </a:cxn>
              <a:cxn ang="0">
                <a:pos x="connsiteX7478" y="connsiteY7478"/>
              </a:cxn>
              <a:cxn ang="0">
                <a:pos x="connsiteX7479" y="connsiteY7479"/>
              </a:cxn>
              <a:cxn ang="0">
                <a:pos x="connsiteX7480" y="connsiteY7480"/>
              </a:cxn>
              <a:cxn ang="0">
                <a:pos x="connsiteX7481" y="connsiteY7481"/>
              </a:cxn>
              <a:cxn ang="0">
                <a:pos x="connsiteX7482" y="connsiteY7482"/>
              </a:cxn>
              <a:cxn ang="0">
                <a:pos x="connsiteX7483" y="connsiteY7483"/>
              </a:cxn>
              <a:cxn ang="0">
                <a:pos x="connsiteX7484" y="connsiteY7484"/>
              </a:cxn>
              <a:cxn ang="0">
                <a:pos x="connsiteX7485" y="connsiteY7485"/>
              </a:cxn>
              <a:cxn ang="0">
                <a:pos x="connsiteX7486" y="connsiteY7486"/>
              </a:cxn>
              <a:cxn ang="0">
                <a:pos x="connsiteX7487" y="connsiteY7487"/>
              </a:cxn>
              <a:cxn ang="0">
                <a:pos x="connsiteX7488" y="connsiteY7488"/>
              </a:cxn>
              <a:cxn ang="0">
                <a:pos x="connsiteX7489" y="connsiteY7489"/>
              </a:cxn>
              <a:cxn ang="0">
                <a:pos x="connsiteX7490" y="connsiteY7490"/>
              </a:cxn>
              <a:cxn ang="0">
                <a:pos x="connsiteX7491" y="connsiteY7491"/>
              </a:cxn>
              <a:cxn ang="0">
                <a:pos x="connsiteX7492" y="connsiteY7492"/>
              </a:cxn>
              <a:cxn ang="0">
                <a:pos x="connsiteX7493" y="connsiteY7493"/>
              </a:cxn>
              <a:cxn ang="0">
                <a:pos x="connsiteX7494" y="connsiteY7494"/>
              </a:cxn>
              <a:cxn ang="0">
                <a:pos x="connsiteX7495" y="connsiteY7495"/>
              </a:cxn>
              <a:cxn ang="0">
                <a:pos x="connsiteX7496" y="connsiteY7496"/>
              </a:cxn>
              <a:cxn ang="0">
                <a:pos x="connsiteX7497" y="connsiteY7497"/>
              </a:cxn>
              <a:cxn ang="0">
                <a:pos x="connsiteX7498" y="connsiteY7498"/>
              </a:cxn>
              <a:cxn ang="0">
                <a:pos x="connsiteX7499" y="connsiteY7499"/>
              </a:cxn>
              <a:cxn ang="0">
                <a:pos x="connsiteX7500" y="connsiteY7500"/>
              </a:cxn>
              <a:cxn ang="0">
                <a:pos x="connsiteX7501" y="connsiteY7501"/>
              </a:cxn>
              <a:cxn ang="0">
                <a:pos x="connsiteX7502" y="connsiteY7502"/>
              </a:cxn>
              <a:cxn ang="0">
                <a:pos x="connsiteX7503" y="connsiteY7503"/>
              </a:cxn>
              <a:cxn ang="0">
                <a:pos x="connsiteX7504" y="connsiteY7504"/>
              </a:cxn>
              <a:cxn ang="0">
                <a:pos x="connsiteX7505" y="connsiteY7505"/>
              </a:cxn>
              <a:cxn ang="0">
                <a:pos x="connsiteX7506" y="connsiteY7506"/>
              </a:cxn>
              <a:cxn ang="0">
                <a:pos x="connsiteX7507" y="connsiteY7507"/>
              </a:cxn>
              <a:cxn ang="0">
                <a:pos x="connsiteX7508" y="connsiteY7508"/>
              </a:cxn>
              <a:cxn ang="0">
                <a:pos x="connsiteX7509" y="connsiteY7509"/>
              </a:cxn>
              <a:cxn ang="0">
                <a:pos x="connsiteX7510" y="connsiteY7510"/>
              </a:cxn>
              <a:cxn ang="0">
                <a:pos x="connsiteX7511" y="connsiteY7511"/>
              </a:cxn>
              <a:cxn ang="0">
                <a:pos x="connsiteX7512" y="connsiteY7512"/>
              </a:cxn>
              <a:cxn ang="0">
                <a:pos x="connsiteX7513" y="connsiteY7513"/>
              </a:cxn>
              <a:cxn ang="0">
                <a:pos x="connsiteX7514" y="connsiteY7514"/>
              </a:cxn>
              <a:cxn ang="0">
                <a:pos x="connsiteX7515" y="connsiteY7515"/>
              </a:cxn>
              <a:cxn ang="0">
                <a:pos x="connsiteX7516" y="connsiteY7516"/>
              </a:cxn>
              <a:cxn ang="0">
                <a:pos x="connsiteX7517" y="connsiteY7517"/>
              </a:cxn>
              <a:cxn ang="0">
                <a:pos x="connsiteX7518" y="connsiteY7518"/>
              </a:cxn>
              <a:cxn ang="0">
                <a:pos x="connsiteX7519" y="connsiteY7519"/>
              </a:cxn>
              <a:cxn ang="0">
                <a:pos x="connsiteX7520" y="connsiteY7520"/>
              </a:cxn>
              <a:cxn ang="0">
                <a:pos x="connsiteX7521" y="connsiteY7521"/>
              </a:cxn>
              <a:cxn ang="0">
                <a:pos x="connsiteX7522" y="connsiteY7522"/>
              </a:cxn>
              <a:cxn ang="0">
                <a:pos x="connsiteX7523" y="connsiteY7523"/>
              </a:cxn>
              <a:cxn ang="0">
                <a:pos x="connsiteX7524" y="connsiteY7524"/>
              </a:cxn>
              <a:cxn ang="0">
                <a:pos x="connsiteX7525" y="connsiteY7525"/>
              </a:cxn>
              <a:cxn ang="0">
                <a:pos x="connsiteX7526" y="connsiteY7526"/>
              </a:cxn>
              <a:cxn ang="0">
                <a:pos x="connsiteX7527" y="connsiteY7527"/>
              </a:cxn>
              <a:cxn ang="0">
                <a:pos x="connsiteX7528" y="connsiteY7528"/>
              </a:cxn>
              <a:cxn ang="0">
                <a:pos x="connsiteX7529" y="connsiteY7529"/>
              </a:cxn>
              <a:cxn ang="0">
                <a:pos x="connsiteX7530" y="connsiteY7530"/>
              </a:cxn>
              <a:cxn ang="0">
                <a:pos x="connsiteX7531" y="connsiteY7531"/>
              </a:cxn>
              <a:cxn ang="0">
                <a:pos x="connsiteX7532" y="connsiteY7532"/>
              </a:cxn>
              <a:cxn ang="0">
                <a:pos x="connsiteX7533" y="connsiteY7533"/>
              </a:cxn>
              <a:cxn ang="0">
                <a:pos x="connsiteX7534" y="connsiteY7534"/>
              </a:cxn>
              <a:cxn ang="0">
                <a:pos x="connsiteX7535" y="connsiteY7535"/>
              </a:cxn>
              <a:cxn ang="0">
                <a:pos x="connsiteX7536" y="connsiteY7536"/>
              </a:cxn>
              <a:cxn ang="0">
                <a:pos x="connsiteX7537" y="connsiteY7537"/>
              </a:cxn>
              <a:cxn ang="0">
                <a:pos x="connsiteX7538" y="connsiteY7538"/>
              </a:cxn>
              <a:cxn ang="0">
                <a:pos x="connsiteX7539" y="connsiteY7539"/>
              </a:cxn>
              <a:cxn ang="0">
                <a:pos x="connsiteX7540" y="connsiteY7540"/>
              </a:cxn>
              <a:cxn ang="0">
                <a:pos x="connsiteX7541" y="connsiteY7541"/>
              </a:cxn>
              <a:cxn ang="0">
                <a:pos x="connsiteX7542" y="connsiteY7542"/>
              </a:cxn>
              <a:cxn ang="0">
                <a:pos x="connsiteX7543" y="connsiteY7543"/>
              </a:cxn>
              <a:cxn ang="0">
                <a:pos x="connsiteX7544" y="connsiteY7544"/>
              </a:cxn>
              <a:cxn ang="0">
                <a:pos x="connsiteX7545" y="connsiteY7545"/>
              </a:cxn>
              <a:cxn ang="0">
                <a:pos x="connsiteX7546" y="connsiteY7546"/>
              </a:cxn>
              <a:cxn ang="0">
                <a:pos x="connsiteX7547" y="connsiteY7547"/>
              </a:cxn>
              <a:cxn ang="0">
                <a:pos x="connsiteX7548" y="connsiteY7548"/>
              </a:cxn>
              <a:cxn ang="0">
                <a:pos x="connsiteX7549" y="connsiteY7549"/>
              </a:cxn>
              <a:cxn ang="0">
                <a:pos x="connsiteX7550" y="connsiteY7550"/>
              </a:cxn>
              <a:cxn ang="0">
                <a:pos x="connsiteX7551" y="connsiteY7551"/>
              </a:cxn>
              <a:cxn ang="0">
                <a:pos x="connsiteX7552" y="connsiteY7552"/>
              </a:cxn>
              <a:cxn ang="0">
                <a:pos x="connsiteX7553" y="connsiteY7553"/>
              </a:cxn>
              <a:cxn ang="0">
                <a:pos x="connsiteX7554" y="connsiteY7554"/>
              </a:cxn>
              <a:cxn ang="0">
                <a:pos x="connsiteX7555" y="connsiteY7555"/>
              </a:cxn>
              <a:cxn ang="0">
                <a:pos x="connsiteX7556" y="connsiteY7556"/>
              </a:cxn>
              <a:cxn ang="0">
                <a:pos x="connsiteX7557" y="connsiteY7557"/>
              </a:cxn>
              <a:cxn ang="0">
                <a:pos x="connsiteX7558" y="connsiteY7558"/>
              </a:cxn>
              <a:cxn ang="0">
                <a:pos x="connsiteX7559" y="connsiteY7559"/>
              </a:cxn>
              <a:cxn ang="0">
                <a:pos x="connsiteX7560" y="connsiteY7560"/>
              </a:cxn>
              <a:cxn ang="0">
                <a:pos x="connsiteX7561" y="connsiteY7561"/>
              </a:cxn>
              <a:cxn ang="0">
                <a:pos x="connsiteX7562" y="connsiteY7562"/>
              </a:cxn>
              <a:cxn ang="0">
                <a:pos x="connsiteX7563" y="connsiteY7563"/>
              </a:cxn>
              <a:cxn ang="0">
                <a:pos x="connsiteX7564" y="connsiteY7564"/>
              </a:cxn>
              <a:cxn ang="0">
                <a:pos x="connsiteX7565" y="connsiteY7565"/>
              </a:cxn>
              <a:cxn ang="0">
                <a:pos x="connsiteX7566" y="connsiteY7566"/>
              </a:cxn>
              <a:cxn ang="0">
                <a:pos x="connsiteX7567" y="connsiteY7567"/>
              </a:cxn>
              <a:cxn ang="0">
                <a:pos x="connsiteX7568" y="connsiteY7568"/>
              </a:cxn>
              <a:cxn ang="0">
                <a:pos x="connsiteX7569" y="connsiteY7569"/>
              </a:cxn>
              <a:cxn ang="0">
                <a:pos x="connsiteX7570" y="connsiteY7570"/>
              </a:cxn>
              <a:cxn ang="0">
                <a:pos x="connsiteX7571" y="connsiteY7571"/>
              </a:cxn>
              <a:cxn ang="0">
                <a:pos x="connsiteX7572" y="connsiteY7572"/>
              </a:cxn>
              <a:cxn ang="0">
                <a:pos x="connsiteX7573" y="connsiteY7573"/>
              </a:cxn>
              <a:cxn ang="0">
                <a:pos x="connsiteX7574" y="connsiteY7574"/>
              </a:cxn>
              <a:cxn ang="0">
                <a:pos x="connsiteX7575" y="connsiteY7575"/>
              </a:cxn>
              <a:cxn ang="0">
                <a:pos x="connsiteX7576" y="connsiteY7576"/>
              </a:cxn>
              <a:cxn ang="0">
                <a:pos x="connsiteX7577" y="connsiteY7577"/>
              </a:cxn>
              <a:cxn ang="0">
                <a:pos x="connsiteX7578" y="connsiteY7578"/>
              </a:cxn>
              <a:cxn ang="0">
                <a:pos x="connsiteX7579" y="connsiteY7579"/>
              </a:cxn>
              <a:cxn ang="0">
                <a:pos x="connsiteX7580" y="connsiteY7580"/>
              </a:cxn>
              <a:cxn ang="0">
                <a:pos x="connsiteX7581" y="connsiteY7581"/>
              </a:cxn>
              <a:cxn ang="0">
                <a:pos x="connsiteX7582" y="connsiteY7582"/>
              </a:cxn>
              <a:cxn ang="0">
                <a:pos x="connsiteX7583" y="connsiteY7583"/>
              </a:cxn>
              <a:cxn ang="0">
                <a:pos x="connsiteX7584" y="connsiteY7584"/>
              </a:cxn>
              <a:cxn ang="0">
                <a:pos x="connsiteX7585" y="connsiteY7585"/>
              </a:cxn>
              <a:cxn ang="0">
                <a:pos x="connsiteX7586" y="connsiteY7586"/>
              </a:cxn>
              <a:cxn ang="0">
                <a:pos x="connsiteX7587" y="connsiteY7587"/>
              </a:cxn>
              <a:cxn ang="0">
                <a:pos x="connsiteX7588" y="connsiteY7588"/>
              </a:cxn>
              <a:cxn ang="0">
                <a:pos x="connsiteX7589" y="connsiteY7589"/>
              </a:cxn>
              <a:cxn ang="0">
                <a:pos x="connsiteX7590" y="connsiteY7590"/>
              </a:cxn>
              <a:cxn ang="0">
                <a:pos x="connsiteX7591" y="connsiteY7591"/>
              </a:cxn>
              <a:cxn ang="0">
                <a:pos x="connsiteX7592" y="connsiteY7592"/>
              </a:cxn>
              <a:cxn ang="0">
                <a:pos x="connsiteX7593" y="connsiteY7593"/>
              </a:cxn>
              <a:cxn ang="0">
                <a:pos x="connsiteX7594" y="connsiteY7594"/>
              </a:cxn>
              <a:cxn ang="0">
                <a:pos x="connsiteX7595" y="connsiteY7595"/>
              </a:cxn>
              <a:cxn ang="0">
                <a:pos x="connsiteX7596" y="connsiteY7596"/>
              </a:cxn>
              <a:cxn ang="0">
                <a:pos x="connsiteX7597" y="connsiteY7597"/>
              </a:cxn>
              <a:cxn ang="0">
                <a:pos x="connsiteX7598" y="connsiteY7598"/>
              </a:cxn>
              <a:cxn ang="0">
                <a:pos x="connsiteX7599" y="connsiteY7599"/>
              </a:cxn>
              <a:cxn ang="0">
                <a:pos x="connsiteX7600" y="connsiteY7600"/>
              </a:cxn>
              <a:cxn ang="0">
                <a:pos x="connsiteX7601" y="connsiteY7601"/>
              </a:cxn>
              <a:cxn ang="0">
                <a:pos x="connsiteX7602" y="connsiteY7602"/>
              </a:cxn>
              <a:cxn ang="0">
                <a:pos x="connsiteX7603" y="connsiteY7603"/>
              </a:cxn>
              <a:cxn ang="0">
                <a:pos x="connsiteX7604" y="connsiteY7604"/>
              </a:cxn>
              <a:cxn ang="0">
                <a:pos x="connsiteX7605" y="connsiteY7605"/>
              </a:cxn>
              <a:cxn ang="0">
                <a:pos x="connsiteX7606" y="connsiteY7606"/>
              </a:cxn>
              <a:cxn ang="0">
                <a:pos x="connsiteX7607" y="connsiteY7607"/>
              </a:cxn>
              <a:cxn ang="0">
                <a:pos x="connsiteX7608" y="connsiteY7608"/>
              </a:cxn>
              <a:cxn ang="0">
                <a:pos x="connsiteX7609" y="connsiteY7609"/>
              </a:cxn>
              <a:cxn ang="0">
                <a:pos x="connsiteX7610" y="connsiteY7610"/>
              </a:cxn>
              <a:cxn ang="0">
                <a:pos x="connsiteX7611" y="connsiteY7611"/>
              </a:cxn>
              <a:cxn ang="0">
                <a:pos x="connsiteX7612" y="connsiteY7612"/>
              </a:cxn>
              <a:cxn ang="0">
                <a:pos x="connsiteX7613" y="connsiteY7613"/>
              </a:cxn>
              <a:cxn ang="0">
                <a:pos x="connsiteX7614" y="connsiteY7614"/>
              </a:cxn>
              <a:cxn ang="0">
                <a:pos x="connsiteX7615" y="connsiteY7615"/>
              </a:cxn>
              <a:cxn ang="0">
                <a:pos x="connsiteX7616" y="connsiteY7616"/>
              </a:cxn>
              <a:cxn ang="0">
                <a:pos x="connsiteX7617" y="connsiteY7617"/>
              </a:cxn>
              <a:cxn ang="0">
                <a:pos x="connsiteX7618" y="connsiteY7618"/>
              </a:cxn>
              <a:cxn ang="0">
                <a:pos x="connsiteX7619" y="connsiteY7619"/>
              </a:cxn>
              <a:cxn ang="0">
                <a:pos x="connsiteX7620" y="connsiteY7620"/>
              </a:cxn>
              <a:cxn ang="0">
                <a:pos x="connsiteX7621" y="connsiteY7621"/>
              </a:cxn>
              <a:cxn ang="0">
                <a:pos x="connsiteX7622" y="connsiteY7622"/>
              </a:cxn>
              <a:cxn ang="0">
                <a:pos x="connsiteX7623" y="connsiteY7623"/>
              </a:cxn>
              <a:cxn ang="0">
                <a:pos x="connsiteX7624" y="connsiteY7624"/>
              </a:cxn>
              <a:cxn ang="0">
                <a:pos x="connsiteX7625" y="connsiteY7625"/>
              </a:cxn>
              <a:cxn ang="0">
                <a:pos x="connsiteX7626" y="connsiteY7626"/>
              </a:cxn>
              <a:cxn ang="0">
                <a:pos x="connsiteX7627" y="connsiteY7627"/>
              </a:cxn>
              <a:cxn ang="0">
                <a:pos x="connsiteX7628" y="connsiteY7628"/>
              </a:cxn>
              <a:cxn ang="0">
                <a:pos x="connsiteX7629" y="connsiteY7629"/>
              </a:cxn>
              <a:cxn ang="0">
                <a:pos x="connsiteX7630" y="connsiteY7630"/>
              </a:cxn>
              <a:cxn ang="0">
                <a:pos x="connsiteX7631" y="connsiteY7631"/>
              </a:cxn>
              <a:cxn ang="0">
                <a:pos x="connsiteX7632" y="connsiteY7632"/>
              </a:cxn>
              <a:cxn ang="0">
                <a:pos x="connsiteX7633" y="connsiteY7633"/>
              </a:cxn>
              <a:cxn ang="0">
                <a:pos x="connsiteX7634" y="connsiteY7634"/>
              </a:cxn>
              <a:cxn ang="0">
                <a:pos x="connsiteX7635" y="connsiteY7635"/>
              </a:cxn>
              <a:cxn ang="0">
                <a:pos x="connsiteX7636" y="connsiteY7636"/>
              </a:cxn>
              <a:cxn ang="0">
                <a:pos x="connsiteX7637" y="connsiteY7637"/>
              </a:cxn>
              <a:cxn ang="0">
                <a:pos x="connsiteX7638" y="connsiteY7638"/>
              </a:cxn>
              <a:cxn ang="0">
                <a:pos x="connsiteX7639" y="connsiteY7639"/>
              </a:cxn>
              <a:cxn ang="0">
                <a:pos x="connsiteX7640" y="connsiteY7640"/>
              </a:cxn>
              <a:cxn ang="0">
                <a:pos x="connsiteX7641" y="connsiteY7641"/>
              </a:cxn>
              <a:cxn ang="0">
                <a:pos x="connsiteX7642" y="connsiteY7642"/>
              </a:cxn>
              <a:cxn ang="0">
                <a:pos x="connsiteX7643" y="connsiteY7643"/>
              </a:cxn>
              <a:cxn ang="0">
                <a:pos x="connsiteX7644" y="connsiteY7644"/>
              </a:cxn>
              <a:cxn ang="0">
                <a:pos x="connsiteX7645" y="connsiteY7645"/>
              </a:cxn>
              <a:cxn ang="0">
                <a:pos x="connsiteX7646" y="connsiteY7646"/>
              </a:cxn>
              <a:cxn ang="0">
                <a:pos x="connsiteX7647" y="connsiteY7647"/>
              </a:cxn>
              <a:cxn ang="0">
                <a:pos x="connsiteX7648" y="connsiteY7648"/>
              </a:cxn>
              <a:cxn ang="0">
                <a:pos x="connsiteX7649" y="connsiteY7649"/>
              </a:cxn>
              <a:cxn ang="0">
                <a:pos x="connsiteX7650" y="connsiteY7650"/>
              </a:cxn>
              <a:cxn ang="0">
                <a:pos x="connsiteX7651" y="connsiteY7651"/>
              </a:cxn>
              <a:cxn ang="0">
                <a:pos x="connsiteX7652" y="connsiteY7652"/>
              </a:cxn>
              <a:cxn ang="0">
                <a:pos x="connsiteX7653" y="connsiteY7653"/>
              </a:cxn>
              <a:cxn ang="0">
                <a:pos x="connsiteX7654" y="connsiteY7654"/>
              </a:cxn>
              <a:cxn ang="0">
                <a:pos x="connsiteX7655" y="connsiteY7655"/>
              </a:cxn>
              <a:cxn ang="0">
                <a:pos x="connsiteX7656" y="connsiteY7656"/>
              </a:cxn>
              <a:cxn ang="0">
                <a:pos x="connsiteX7657" y="connsiteY7657"/>
              </a:cxn>
              <a:cxn ang="0">
                <a:pos x="connsiteX7658" y="connsiteY7658"/>
              </a:cxn>
              <a:cxn ang="0">
                <a:pos x="connsiteX7659" y="connsiteY7659"/>
              </a:cxn>
              <a:cxn ang="0">
                <a:pos x="connsiteX7660" y="connsiteY7660"/>
              </a:cxn>
              <a:cxn ang="0">
                <a:pos x="connsiteX7661" y="connsiteY7661"/>
              </a:cxn>
              <a:cxn ang="0">
                <a:pos x="connsiteX7662" y="connsiteY7662"/>
              </a:cxn>
              <a:cxn ang="0">
                <a:pos x="connsiteX7663" y="connsiteY7663"/>
              </a:cxn>
              <a:cxn ang="0">
                <a:pos x="connsiteX7664" y="connsiteY7664"/>
              </a:cxn>
              <a:cxn ang="0">
                <a:pos x="connsiteX7665" y="connsiteY7665"/>
              </a:cxn>
              <a:cxn ang="0">
                <a:pos x="connsiteX7666" y="connsiteY7666"/>
              </a:cxn>
              <a:cxn ang="0">
                <a:pos x="connsiteX7667" y="connsiteY7667"/>
              </a:cxn>
              <a:cxn ang="0">
                <a:pos x="connsiteX7668" y="connsiteY7668"/>
              </a:cxn>
              <a:cxn ang="0">
                <a:pos x="connsiteX7669" y="connsiteY7669"/>
              </a:cxn>
              <a:cxn ang="0">
                <a:pos x="connsiteX7670" y="connsiteY7670"/>
              </a:cxn>
              <a:cxn ang="0">
                <a:pos x="connsiteX7671" y="connsiteY7671"/>
              </a:cxn>
              <a:cxn ang="0">
                <a:pos x="connsiteX7672" y="connsiteY7672"/>
              </a:cxn>
              <a:cxn ang="0">
                <a:pos x="connsiteX7673" y="connsiteY7673"/>
              </a:cxn>
              <a:cxn ang="0">
                <a:pos x="connsiteX7674" y="connsiteY7674"/>
              </a:cxn>
              <a:cxn ang="0">
                <a:pos x="connsiteX7675" y="connsiteY7675"/>
              </a:cxn>
              <a:cxn ang="0">
                <a:pos x="connsiteX7676" y="connsiteY7676"/>
              </a:cxn>
              <a:cxn ang="0">
                <a:pos x="connsiteX7677" y="connsiteY7677"/>
              </a:cxn>
              <a:cxn ang="0">
                <a:pos x="connsiteX7678" y="connsiteY7678"/>
              </a:cxn>
              <a:cxn ang="0">
                <a:pos x="connsiteX7679" y="connsiteY7679"/>
              </a:cxn>
              <a:cxn ang="0">
                <a:pos x="connsiteX7680" y="connsiteY7680"/>
              </a:cxn>
              <a:cxn ang="0">
                <a:pos x="connsiteX7681" y="connsiteY7681"/>
              </a:cxn>
              <a:cxn ang="0">
                <a:pos x="connsiteX7682" y="connsiteY7682"/>
              </a:cxn>
              <a:cxn ang="0">
                <a:pos x="connsiteX7683" y="connsiteY7683"/>
              </a:cxn>
              <a:cxn ang="0">
                <a:pos x="connsiteX7684" y="connsiteY7684"/>
              </a:cxn>
              <a:cxn ang="0">
                <a:pos x="connsiteX7685" y="connsiteY7685"/>
              </a:cxn>
              <a:cxn ang="0">
                <a:pos x="connsiteX7686" y="connsiteY7686"/>
              </a:cxn>
              <a:cxn ang="0">
                <a:pos x="connsiteX7687" y="connsiteY7687"/>
              </a:cxn>
              <a:cxn ang="0">
                <a:pos x="connsiteX7688" y="connsiteY7688"/>
              </a:cxn>
              <a:cxn ang="0">
                <a:pos x="connsiteX7689" y="connsiteY7689"/>
              </a:cxn>
              <a:cxn ang="0">
                <a:pos x="connsiteX7690" y="connsiteY7690"/>
              </a:cxn>
              <a:cxn ang="0">
                <a:pos x="connsiteX7691" y="connsiteY7691"/>
              </a:cxn>
              <a:cxn ang="0">
                <a:pos x="connsiteX7692" y="connsiteY7692"/>
              </a:cxn>
              <a:cxn ang="0">
                <a:pos x="connsiteX7693" y="connsiteY7693"/>
              </a:cxn>
              <a:cxn ang="0">
                <a:pos x="connsiteX7694" y="connsiteY7694"/>
              </a:cxn>
              <a:cxn ang="0">
                <a:pos x="connsiteX7695" y="connsiteY7695"/>
              </a:cxn>
              <a:cxn ang="0">
                <a:pos x="connsiteX7696" y="connsiteY7696"/>
              </a:cxn>
              <a:cxn ang="0">
                <a:pos x="connsiteX7697" y="connsiteY7697"/>
              </a:cxn>
              <a:cxn ang="0">
                <a:pos x="connsiteX7698" y="connsiteY7698"/>
              </a:cxn>
              <a:cxn ang="0">
                <a:pos x="connsiteX7699" y="connsiteY7699"/>
              </a:cxn>
              <a:cxn ang="0">
                <a:pos x="connsiteX7700" y="connsiteY7700"/>
              </a:cxn>
              <a:cxn ang="0">
                <a:pos x="connsiteX7701" y="connsiteY7701"/>
              </a:cxn>
              <a:cxn ang="0">
                <a:pos x="connsiteX7702" y="connsiteY7702"/>
              </a:cxn>
              <a:cxn ang="0">
                <a:pos x="connsiteX7703" y="connsiteY7703"/>
              </a:cxn>
              <a:cxn ang="0">
                <a:pos x="connsiteX7704" y="connsiteY7704"/>
              </a:cxn>
              <a:cxn ang="0">
                <a:pos x="connsiteX7705" y="connsiteY7705"/>
              </a:cxn>
              <a:cxn ang="0">
                <a:pos x="connsiteX7706" y="connsiteY7706"/>
              </a:cxn>
              <a:cxn ang="0">
                <a:pos x="connsiteX7707" y="connsiteY7707"/>
              </a:cxn>
              <a:cxn ang="0">
                <a:pos x="connsiteX7708" y="connsiteY7708"/>
              </a:cxn>
              <a:cxn ang="0">
                <a:pos x="connsiteX7709" y="connsiteY7709"/>
              </a:cxn>
              <a:cxn ang="0">
                <a:pos x="connsiteX7710" y="connsiteY7710"/>
              </a:cxn>
              <a:cxn ang="0">
                <a:pos x="connsiteX7711" y="connsiteY7711"/>
              </a:cxn>
              <a:cxn ang="0">
                <a:pos x="connsiteX7712" y="connsiteY7712"/>
              </a:cxn>
              <a:cxn ang="0">
                <a:pos x="connsiteX7713" y="connsiteY7713"/>
              </a:cxn>
              <a:cxn ang="0">
                <a:pos x="connsiteX7714" y="connsiteY7714"/>
              </a:cxn>
              <a:cxn ang="0">
                <a:pos x="connsiteX7715" y="connsiteY7715"/>
              </a:cxn>
              <a:cxn ang="0">
                <a:pos x="connsiteX7716" y="connsiteY7716"/>
              </a:cxn>
              <a:cxn ang="0">
                <a:pos x="connsiteX7717" y="connsiteY7717"/>
              </a:cxn>
              <a:cxn ang="0">
                <a:pos x="connsiteX7718" y="connsiteY7718"/>
              </a:cxn>
              <a:cxn ang="0">
                <a:pos x="connsiteX7719" y="connsiteY7719"/>
              </a:cxn>
              <a:cxn ang="0">
                <a:pos x="connsiteX7720" y="connsiteY7720"/>
              </a:cxn>
              <a:cxn ang="0">
                <a:pos x="connsiteX7721" y="connsiteY7721"/>
              </a:cxn>
              <a:cxn ang="0">
                <a:pos x="connsiteX7722" y="connsiteY7722"/>
              </a:cxn>
              <a:cxn ang="0">
                <a:pos x="connsiteX7723" y="connsiteY7723"/>
              </a:cxn>
              <a:cxn ang="0">
                <a:pos x="connsiteX7724" y="connsiteY7724"/>
              </a:cxn>
              <a:cxn ang="0">
                <a:pos x="connsiteX7725" y="connsiteY7725"/>
              </a:cxn>
              <a:cxn ang="0">
                <a:pos x="connsiteX7726" y="connsiteY7726"/>
              </a:cxn>
              <a:cxn ang="0">
                <a:pos x="connsiteX7727" y="connsiteY7727"/>
              </a:cxn>
              <a:cxn ang="0">
                <a:pos x="connsiteX7728" y="connsiteY7728"/>
              </a:cxn>
              <a:cxn ang="0">
                <a:pos x="connsiteX7729" y="connsiteY7729"/>
              </a:cxn>
              <a:cxn ang="0">
                <a:pos x="connsiteX7730" y="connsiteY7730"/>
              </a:cxn>
              <a:cxn ang="0">
                <a:pos x="connsiteX7731" y="connsiteY7731"/>
              </a:cxn>
              <a:cxn ang="0">
                <a:pos x="connsiteX7732" y="connsiteY7732"/>
              </a:cxn>
              <a:cxn ang="0">
                <a:pos x="connsiteX7733" y="connsiteY7733"/>
              </a:cxn>
              <a:cxn ang="0">
                <a:pos x="connsiteX7734" y="connsiteY7734"/>
              </a:cxn>
              <a:cxn ang="0">
                <a:pos x="connsiteX7735" y="connsiteY7735"/>
              </a:cxn>
              <a:cxn ang="0">
                <a:pos x="connsiteX7736" y="connsiteY7736"/>
              </a:cxn>
              <a:cxn ang="0">
                <a:pos x="connsiteX7737" y="connsiteY7737"/>
              </a:cxn>
              <a:cxn ang="0">
                <a:pos x="connsiteX7738" y="connsiteY7738"/>
              </a:cxn>
              <a:cxn ang="0">
                <a:pos x="connsiteX7739" y="connsiteY7739"/>
              </a:cxn>
              <a:cxn ang="0">
                <a:pos x="connsiteX7740" y="connsiteY7740"/>
              </a:cxn>
              <a:cxn ang="0">
                <a:pos x="connsiteX7741" y="connsiteY7741"/>
              </a:cxn>
              <a:cxn ang="0">
                <a:pos x="connsiteX7742" y="connsiteY7742"/>
              </a:cxn>
              <a:cxn ang="0">
                <a:pos x="connsiteX7743" y="connsiteY7743"/>
              </a:cxn>
              <a:cxn ang="0">
                <a:pos x="connsiteX7744" y="connsiteY7744"/>
              </a:cxn>
              <a:cxn ang="0">
                <a:pos x="connsiteX7745" y="connsiteY7745"/>
              </a:cxn>
              <a:cxn ang="0">
                <a:pos x="connsiteX7746" y="connsiteY7746"/>
              </a:cxn>
              <a:cxn ang="0">
                <a:pos x="connsiteX7747" y="connsiteY7747"/>
              </a:cxn>
              <a:cxn ang="0">
                <a:pos x="connsiteX7748" y="connsiteY7748"/>
              </a:cxn>
              <a:cxn ang="0">
                <a:pos x="connsiteX7749" y="connsiteY7749"/>
              </a:cxn>
              <a:cxn ang="0">
                <a:pos x="connsiteX7750" y="connsiteY7750"/>
              </a:cxn>
              <a:cxn ang="0">
                <a:pos x="connsiteX7751" y="connsiteY7751"/>
              </a:cxn>
              <a:cxn ang="0">
                <a:pos x="connsiteX7752" y="connsiteY7752"/>
              </a:cxn>
              <a:cxn ang="0">
                <a:pos x="connsiteX7753" y="connsiteY7753"/>
              </a:cxn>
              <a:cxn ang="0">
                <a:pos x="connsiteX7754" y="connsiteY7754"/>
              </a:cxn>
              <a:cxn ang="0">
                <a:pos x="connsiteX7755" y="connsiteY7755"/>
              </a:cxn>
              <a:cxn ang="0">
                <a:pos x="connsiteX7756" y="connsiteY7756"/>
              </a:cxn>
              <a:cxn ang="0">
                <a:pos x="connsiteX7757" y="connsiteY7757"/>
              </a:cxn>
              <a:cxn ang="0">
                <a:pos x="connsiteX7758" y="connsiteY7758"/>
              </a:cxn>
              <a:cxn ang="0">
                <a:pos x="connsiteX7759" y="connsiteY7759"/>
              </a:cxn>
              <a:cxn ang="0">
                <a:pos x="connsiteX7760" y="connsiteY7760"/>
              </a:cxn>
              <a:cxn ang="0">
                <a:pos x="connsiteX7761" y="connsiteY7761"/>
              </a:cxn>
              <a:cxn ang="0">
                <a:pos x="connsiteX7762" y="connsiteY7762"/>
              </a:cxn>
              <a:cxn ang="0">
                <a:pos x="connsiteX7763" y="connsiteY7763"/>
              </a:cxn>
              <a:cxn ang="0">
                <a:pos x="connsiteX7764" y="connsiteY7764"/>
              </a:cxn>
              <a:cxn ang="0">
                <a:pos x="connsiteX7765" y="connsiteY7765"/>
              </a:cxn>
              <a:cxn ang="0">
                <a:pos x="connsiteX7766" y="connsiteY7766"/>
              </a:cxn>
              <a:cxn ang="0">
                <a:pos x="connsiteX7767" y="connsiteY7767"/>
              </a:cxn>
              <a:cxn ang="0">
                <a:pos x="connsiteX7768" y="connsiteY7768"/>
              </a:cxn>
              <a:cxn ang="0">
                <a:pos x="connsiteX7769" y="connsiteY7769"/>
              </a:cxn>
              <a:cxn ang="0">
                <a:pos x="connsiteX7770" y="connsiteY7770"/>
              </a:cxn>
              <a:cxn ang="0">
                <a:pos x="connsiteX7771" y="connsiteY7771"/>
              </a:cxn>
              <a:cxn ang="0">
                <a:pos x="connsiteX7772" y="connsiteY7772"/>
              </a:cxn>
              <a:cxn ang="0">
                <a:pos x="connsiteX7773" y="connsiteY7773"/>
              </a:cxn>
              <a:cxn ang="0">
                <a:pos x="connsiteX7774" y="connsiteY7774"/>
              </a:cxn>
              <a:cxn ang="0">
                <a:pos x="connsiteX7775" y="connsiteY7775"/>
              </a:cxn>
              <a:cxn ang="0">
                <a:pos x="connsiteX7776" y="connsiteY7776"/>
              </a:cxn>
              <a:cxn ang="0">
                <a:pos x="connsiteX7777" y="connsiteY7777"/>
              </a:cxn>
              <a:cxn ang="0">
                <a:pos x="connsiteX7778" y="connsiteY7778"/>
              </a:cxn>
              <a:cxn ang="0">
                <a:pos x="connsiteX7779" y="connsiteY7779"/>
              </a:cxn>
              <a:cxn ang="0">
                <a:pos x="connsiteX7780" y="connsiteY7780"/>
              </a:cxn>
              <a:cxn ang="0">
                <a:pos x="connsiteX7781" y="connsiteY7781"/>
              </a:cxn>
              <a:cxn ang="0">
                <a:pos x="connsiteX7782" y="connsiteY7782"/>
              </a:cxn>
              <a:cxn ang="0">
                <a:pos x="connsiteX7783" y="connsiteY7783"/>
              </a:cxn>
              <a:cxn ang="0">
                <a:pos x="connsiteX7784" y="connsiteY7784"/>
              </a:cxn>
              <a:cxn ang="0">
                <a:pos x="connsiteX7785" y="connsiteY7785"/>
              </a:cxn>
              <a:cxn ang="0">
                <a:pos x="connsiteX7786" y="connsiteY7786"/>
              </a:cxn>
              <a:cxn ang="0">
                <a:pos x="connsiteX7787" y="connsiteY7787"/>
              </a:cxn>
              <a:cxn ang="0">
                <a:pos x="connsiteX7788" y="connsiteY7788"/>
              </a:cxn>
              <a:cxn ang="0">
                <a:pos x="connsiteX7789" y="connsiteY7789"/>
              </a:cxn>
              <a:cxn ang="0">
                <a:pos x="connsiteX7790" y="connsiteY7790"/>
              </a:cxn>
              <a:cxn ang="0">
                <a:pos x="connsiteX7791" y="connsiteY7791"/>
              </a:cxn>
              <a:cxn ang="0">
                <a:pos x="connsiteX7792" y="connsiteY7792"/>
              </a:cxn>
              <a:cxn ang="0">
                <a:pos x="connsiteX7793" y="connsiteY7793"/>
              </a:cxn>
              <a:cxn ang="0">
                <a:pos x="connsiteX7794" y="connsiteY7794"/>
              </a:cxn>
              <a:cxn ang="0">
                <a:pos x="connsiteX7795" y="connsiteY7795"/>
              </a:cxn>
              <a:cxn ang="0">
                <a:pos x="connsiteX7796" y="connsiteY7796"/>
              </a:cxn>
              <a:cxn ang="0">
                <a:pos x="connsiteX7797" y="connsiteY7797"/>
              </a:cxn>
              <a:cxn ang="0">
                <a:pos x="connsiteX7798" y="connsiteY7798"/>
              </a:cxn>
              <a:cxn ang="0">
                <a:pos x="connsiteX7799" y="connsiteY7799"/>
              </a:cxn>
              <a:cxn ang="0">
                <a:pos x="connsiteX7800" y="connsiteY7800"/>
              </a:cxn>
              <a:cxn ang="0">
                <a:pos x="connsiteX7801" y="connsiteY7801"/>
              </a:cxn>
              <a:cxn ang="0">
                <a:pos x="connsiteX7802" y="connsiteY7802"/>
              </a:cxn>
              <a:cxn ang="0">
                <a:pos x="connsiteX7803" y="connsiteY7803"/>
              </a:cxn>
              <a:cxn ang="0">
                <a:pos x="connsiteX7804" y="connsiteY7804"/>
              </a:cxn>
              <a:cxn ang="0">
                <a:pos x="connsiteX7805" y="connsiteY7805"/>
              </a:cxn>
              <a:cxn ang="0">
                <a:pos x="connsiteX7806" y="connsiteY7806"/>
              </a:cxn>
              <a:cxn ang="0">
                <a:pos x="connsiteX7807" y="connsiteY7807"/>
              </a:cxn>
              <a:cxn ang="0">
                <a:pos x="connsiteX7808" y="connsiteY7808"/>
              </a:cxn>
              <a:cxn ang="0">
                <a:pos x="connsiteX7809" y="connsiteY7809"/>
              </a:cxn>
              <a:cxn ang="0">
                <a:pos x="connsiteX7810" y="connsiteY7810"/>
              </a:cxn>
              <a:cxn ang="0">
                <a:pos x="connsiteX7811" y="connsiteY7811"/>
              </a:cxn>
              <a:cxn ang="0">
                <a:pos x="connsiteX7812" y="connsiteY7812"/>
              </a:cxn>
              <a:cxn ang="0">
                <a:pos x="connsiteX7813" y="connsiteY7813"/>
              </a:cxn>
              <a:cxn ang="0">
                <a:pos x="connsiteX7814" y="connsiteY7814"/>
              </a:cxn>
              <a:cxn ang="0">
                <a:pos x="connsiteX7815" y="connsiteY7815"/>
              </a:cxn>
              <a:cxn ang="0">
                <a:pos x="connsiteX7816" y="connsiteY7816"/>
              </a:cxn>
              <a:cxn ang="0">
                <a:pos x="connsiteX7817" y="connsiteY7817"/>
              </a:cxn>
              <a:cxn ang="0">
                <a:pos x="connsiteX7818" y="connsiteY7818"/>
              </a:cxn>
              <a:cxn ang="0">
                <a:pos x="connsiteX7819" y="connsiteY7819"/>
              </a:cxn>
              <a:cxn ang="0">
                <a:pos x="connsiteX7820" y="connsiteY7820"/>
              </a:cxn>
              <a:cxn ang="0">
                <a:pos x="connsiteX7821" y="connsiteY7821"/>
              </a:cxn>
              <a:cxn ang="0">
                <a:pos x="connsiteX7822" y="connsiteY7822"/>
              </a:cxn>
              <a:cxn ang="0">
                <a:pos x="connsiteX7823" y="connsiteY7823"/>
              </a:cxn>
              <a:cxn ang="0">
                <a:pos x="connsiteX7824" y="connsiteY7824"/>
              </a:cxn>
              <a:cxn ang="0">
                <a:pos x="connsiteX7825" y="connsiteY7825"/>
              </a:cxn>
              <a:cxn ang="0">
                <a:pos x="connsiteX7826" y="connsiteY7826"/>
              </a:cxn>
              <a:cxn ang="0">
                <a:pos x="connsiteX7827" y="connsiteY7827"/>
              </a:cxn>
              <a:cxn ang="0">
                <a:pos x="connsiteX7828" y="connsiteY7828"/>
              </a:cxn>
              <a:cxn ang="0">
                <a:pos x="connsiteX7829" y="connsiteY7829"/>
              </a:cxn>
              <a:cxn ang="0">
                <a:pos x="connsiteX7830" y="connsiteY7830"/>
              </a:cxn>
              <a:cxn ang="0">
                <a:pos x="connsiteX7831" y="connsiteY7831"/>
              </a:cxn>
              <a:cxn ang="0">
                <a:pos x="connsiteX7832" y="connsiteY7832"/>
              </a:cxn>
              <a:cxn ang="0">
                <a:pos x="connsiteX7833" y="connsiteY7833"/>
              </a:cxn>
              <a:cxn ang="0">
                <a:pos x="connsiteX7834" y="connsiteY7834"/>
              </a:cxn>
              <a:cxn ang="0">
                <a:pos x="connsiteX7835" y="connsiteY7835"/>
              </a:cxn>
              <a:cxn ang="0">
                <a:pos x="connsiteX7836" y="connsiteY7836"/>
              </a:cxn>
              <a:cxn ang="0">
                <a:pos x="connsiteX7837" y="connsiteY7837"/>
              </a:cxn>
              <a:cxn ang="0">
                <a:pos x="connsiteX7838" y="connsiteY7838"/>
              </a:cxn>
              <a:cxn ang="0">
                <a:pos x="connsiteX7839" y="connsiteY7839"/>
              </a:cxn>
              <a:cxn ang="0">
                <a:pos x="connsiteX7840" y="connsiteY7840"/>
              </a:cxn>
              <a:cxn ang="0">
                <a:pos x="connsiteX7841" y="connsiteY7841"/>
              </a:cxn>
              <a:cxn ang="0">
                <a:pos x="connsiteX7842" y="connsiteY7842"/>
              </a:cxn>
              <a:cxn ang="0">
                <a:pos x="connsiteX7843" y="connsiteY7843"/>
              </a:cxn>
              <a:cxn ang="0">
                <a:pos x="connsiteX7844" y="connsiteY7844"/>
              </a:cxn>
              <a:cxn ang="0">
                <a:pos x="connsiteX7845" y="connsiteY7845"/>
              </a:cxn>
              <a:cxn ang="0">
                <a:pos x="connsiteX7846" y="connsiteY7846"/>
              </a:cxn>
              <a:cxn ang="0">
                <a:pos x="connsiteX7847" y="connsiteY7847"/>
              </a:cxn>
              <a:cxn ang="0">
                <a:pos x="connsiteX7848" y="connsiteY7848"/>
              </a:cxn>
              <a:cxn ang="0">
                <a:pos x="connsiteX7849" y="connsiteY7849"/>
              </a:cxn>
              <a:cxn ang="0">
                <a:pos x="connsiteX7850" y="connsiteY7850"/>
              </a:cxn>
              <a:cxn ang="0">
                <a:pos x="connsiteX7851" y="connsiteY7851"/>
              </a:cxn>
              <a:cxn ang="0">
                <a:pos x="connsiteX7852" y="connsiteY7852"/>
              </a:cxn>
              <a:cxn ang="0">
                <a:pos x="connsiteX7853" y="connsiteY7853"/>
              </a:cxn>
              <a:cxn ang="0">
                <a:pos x="connsiteX7854" y="connsiteY7854"/>
              </a:cxn>
              <a:cxn ang="0">
                <a:pos x="connsiteX7855" y="connsiteY7855"/>
              </a:cxn>
              <a:cxn ang="0">
                <a:pos x="connsiteX7856" y="connsiteY7856"/>
              </a:cxn>
              <a:cxn ang="0">
                <a:pos x="connsiteX7857" y="connsiteY7857"/>
              </a:cxn>
              <a:cxn ang="0">
                <a:pos x="connsiteX7858" y="connsiteY7858"/>
              </a:cxn>
              <a:cxn ang="0">
                <a:pos x="connsiteX7859" y="connsiteY7859"/>
              </a:cxn>
              <a:cxn ang="0">
                <a:pos x="connsiteX7860" y="connsiteY7860"/>
              </a:cxn>
              <a:cxn ang="0">
                <a:pos x="connsiteX7861" y="connsiteY7861"/>
              </a:cxn>
              <a:cxn ang="0">
                <a:pos x="connsiteX7862" y="connsiteY7862"/>
              </a:cxn>
              <a:cxn ang="0">
                <a:pos x="connsiteX7863" y="connsiteY7863"/>
              </a:cxn>
              <a:cxn ang="0">
                <a:pos x="connsiteX7864" y="connsiteY7864"/>
              </a:cxn>
              <a:cxn ang="0">
                <a:pos x="connsiteX7865" y="connsiteY7865"/>
              </a:cxn>
              <a:cxn ang="0">
                <a:pos x="connsiteX7866" y="connsiteY7866"/>
              </a:cxn>
              <a:cxn ang="0">
                <a:pos x="connsiteX7867" y="connsiteY7867"/>
              </a:cxn>
              <a:cxn ang="0">
                <a:pos x="connsiteX7868" y="connsiteY7868"/>
              </a:cxn>
              <a:cxn ang="0">
                <a:pos x="connsiteX7869" y="connsiteY7869"/>
              </a:cxn>
              <a:cxn ang="0">
                <a:pos x="connsiteX7870" y="connsiteY7870"/>
              </a:cxn>
              <a:cxn ang="0">
                <a:pos x="connsiteX7871" y="connsiteY7871"/>
              </a:cxn>
              <a:cxn ang="0">
                <a:pos x="connsiteX7872" y="connsiteY7872"/>
              </a:cxn>
              <a:cxn ang="0">
                <a:pos x="connsiteX7873" y="connsiteY7873"/>
              </a:cxn>
              <a:cxn ang="0">
                <a:pos x="connsiteX7874" y="connsiteY7874"/>
              </a:cxn>
              <a:cxn ang="0">
                <a:pos x="connsiteX7875" y="connsiteY7875"/>
              </a:cxn>
              <a:cxn ang="0">
                <a:pos x="connsiteX7876" y="connsiteY7876"/>
              </a:cxn>
              <a:cxn ang="0">
                <a:pos x="connsiteX7877" y="connsiteY7877"/>
              </a:cxn>
              <a:cxn ang="0">
                <a:pos x="connsiteX7878" y="connsiteY7878"/>
              </a:cxn>
              <a:cxn ang="0">
                <a:pos x="connsiteX7879" y="connsiteY7879"/>
              </a:cxn>
              <a:cxn ang="0">
                <a:pos x="connsiteX7880" y="connsiteY7880"/>
              </a:cxn>
              <a:cxn ang="0">
                <a:pos x="connsiteX7881" y="connsiteY7881"/>
              </a:cxn>
              <a:cxn ang="0">
                <a:pos x="connsiteX7882" y="connsiteY7882"/>
              </a:cxn>
              <a:cxn ang="0">
                <a:pos x="connsiteX7883" y="connsiteY7883"/>
              </a:cxn>
              <a:cxn ang="0">
                <a:pos x="connsiteX7884" y="connsiteY7884"/>
              </a:cxn>
              <a:cxn ang="0">
                <a:pos x="connsiteX7885" y="connsiteY7885"/>
              </a:cxn>
              <a:cxn ang="0">
                <a:pos x="connsiteX7886" y="connsiteY7886"/>
              </a:cxn>
              <a:cxn ang="0">
                <a:pos x="connsiteX7887" y="connsiteY7887"/>
              </a:cxn>
              <a:cxn ang="0">
                <a:pos x="connsiteX7888" y="connsiteY7888"/>
              </a:cxn>
              <a:cxn ang="0">
                <a:pos x="connsiteX7889" y="connsiteY7889"/>
              </a:cxn>
              <a:cxn ang="0">
                <a:pos x="connsiteX7890" y="connsiteY7890"/>
              </a:cxn>
              <a:cxn ang="0">
                <a:pos x="connsiteX7891" y="connsiteY7891"/>
              </a:cxn>
              <a:cxn ang="0">
                <a:pos x="connsiteX7892" y="connsiteY7892"/>
              </a:cxn>
              <a:cxn ang="0">
                <a:pos x="connsiteX7893" y="connsiteY7893"/>
              </a:cxn>
              <a:cxn ang="0">
                <a:pos x="connsiteX7894" y="connsiteY7894"/>
              </a:cxn>
              <a:cxn ang="0">
                <a:pos x="connsiteX7895" y="connsiteY7895"/>
              </a:cxn>
              <a:cxn ang="0">
                <a:pos x="connsiteX7896" y="connsiteY7896"/>
              </a:cxn>
              <a:cxn ang="0">
                <a:pos x="connsiteX7897" y="connsiteY7897"/>
              </a:cxn>
              <a:cxn ang="0">
                <a:pos x="connsiteX7898" y="connsiteY7898"/>
              </a:cxn>
              <a:cxn ang="0">
                <a:pos x="connsiteX7899" y="connsiteY7899"/>
              </a:cxn>
              <a:cxn ang="0">
                <a:pos x="connsiteX7900" y="connsiteY7900"/>
              </a:cxn>
              <a:cxn ang="0">
                <a:pos x="connsiteX7901" y="connsiteY7901"/>
              </a:cxn>
              <a:cxn ang="0">
                <a:pos x="connsiteX7902" y="connsiteY7902"/>
              </a:cxn>
              <a:cxn ang="0">
                <a:pos x="connsiteX7903" y="connsiteY7903"/>
              </a:cxn>
              <a:cxn ang="0">
                <a:pos x="connsiteX7904" y="connsiteY7904"/>
              </a:cxn>
              <a:cxn ang="0">
                <a:pos x="connsiteX7905" y="connsiteY7905"/>
              </a:cxn>
              <a:cxn ang="0">
                <a:pos x="connsiteX7906" y="connsiteY7906"/>
              </a:cxn>
              <a:cxn ang="0">
                <a:pos x="connsiteX7907" y="connsiteY7907"/>
              </a:cxn>
              <a:cxn ang="0">
                <a:pos x="connsiteX7908" y="connsiteY7908"/>
              </a:cxn>
              <a:cxn ang="0">
                <a:pos x="connsiteX7909" y="connsiteY7909"/>
              </a:cxn>
              <a:cxn ang="0">
                <a:pos x="connsiteX7910" y="connsiteY7910"/>
              </a:cxn>
              <a:cxn ang="0">
                <a:pos x="connsiteX7911" y="connsiteY7911"/>
              </a:cxn>
              <a:cxn ang="0">
                <a:pos x="connsiteX7912" y="connsiteY7912"/>
              </a:cxn>
              <a:cxn ang="0">
                <a:pos x="connsiteX7913" y="connsiteY7913"/>
              </a:cxn>
              <a:cxn ang="0">
                <a:pos x="connsiteX7914" y="connsiteY7914"/>
              </a:cxn>
              <a:cxn ang="0">
                <a:pos x="connsiteX7915" y="connsiteY7915"/>
              </a:cxn>
              <a:cxn ang="0">
                <a:pos x="connsiteX7916" y="connsiteY7916"/>
              </a:cxn>
              <a:cxn ang="0">
                <a:pos x="connsiteX7917" y="connsiteY7917"/>
              </a:cxn>
              <a:cxn ang="0">
                <a:pos x="connsiteX7918" y="connsiteY7918"/>
              </a:cxn>
              <a:cxn ang="0">
                <a:pos x="connsiteX7919" y="connsiteY7919"/>
              </a:cxn>
              <a:cxn ang="0">
                <a:pos x="connsiteX7920" y="connsiteY7920"/>
              </a:cxn>
              <a:cxn ang="0">
                <a:pos x="connsiteX7921" y="connsiteY7921"/>
              </a:cxn>
              <a:cxn ang="0">
                <a:pos x="connsiteX7922" y="connsiteY7922"/>
              </a:cxn>
              <a:cxn ang="0">
                <a:pos x="connsiteX7923" y="connsiteY7923"/>
              </a:cxn>
              <a:cxn ang="0">
                <a:pos x="connsiteX7924" y="connsiteY7924"/>
              </a:cxn>
              <a:cxn ang="0">
                <a:pos x="connsiteX7925" y="connsiteY7925"/>
              </a:cxn>
              <a:cxn ang="0">
                <a:pos x="connsiteX7926" y="connsiteY7926"/>
              </a:cxn>
              <a:cxn ang="0">
                <a:pos x="connsiteX7927" y="connsiteY7927"/>
              </a:cxn>
              <a:cxn ang="0">
                <a:pos x="connsiteX7928" y="connsiteY7928"/>
              </a:cxn>
              <a:cxn ang="0">
                <a:pos x="connsiteX7929" y="connsiteY7929"/>
              </a:cxn>
              <a:cxn ang="0">
                <a:pos x="connsiteX7930" y="connsiteY7930"/>
              </a:cxn>
              <a:cxn ang="0">
                <a:pos x="connsiteX7931" y="connsiteY7931"/>
              </a:cxn>
              <a:cxn ang="0">
                <a:pos x="connsiteX7932" y="connsiteY7932"/>
              </a:cxn>
              <a:cxn ang="0">
                <a:pos x="connsiteX7933" y="connsiteY7933"/>
              </a:cxn>
              <a:cxn ang="0">
                <a:pos x="connsiteX7934" y="connsiteY7934"/>
              </a:cxn>
              <a:cxn ang="0">
                <a:pos x="connsiteX7935" y="connsiteY7935"/>
              </a:cxn>
              <a:cxn ang="0">
                <a:pos x="connsiteX7936" y="connsiteY7936"/>
              </a:cxn>
              <a:cxn ang="0">
                <a:pos x="connsiteX7937" y="connsiteY7937"/>
              </a:cxn>
              <a:cxn ang="0">
                <a:pos x="connsiteX7938" y="connsiteY7938"/>
              </a:cxn>
              <a:cxn ang="0">
                <a:pos x="connsiteX7939" y="connsiteY7939"/>
              </a:cxn>
              <a:cxn ang="0">
                <a:pos x="connsiteX7940" y="connsiteY7940"/>
              </a:cxn>
              <a:cxn ang="0">
                <a:pos x="connsiteX7941" y="connsiteY7941"/>
              </a:cxn>
              <a:cxn ang="0">
                <a:pos x="connsiteX7942" y="connsiteY7942"/>
              </a:cxn>
              <a:cxn ang="0">
                <a:pos x="connsiteX7943" y="connsiteY7943"/>
              </a:cxn>
              <a:cxn ang="0">
                <a:pos x="connsiteX7944" y="connsiteY7944"/>
              </a:cxn>
              <a:cxn ang="0">
                <a:pos x="connsiteX7945" y="connsiteY7945"/>
              </a:cxn>
              <a:cxn ang="0">
                <a:pos x="connsiteX7946" y="connsiteY7946"/>
              </a:cxn>
              <a:cxn ang="0">
                <a:pos x="connsiteX7947" y="connsiteY7947"/>
              </a:cxn>
              <a:cxn ang="0">
                <a:pos x="connsiteX7948" y="connsiteY7948"/>
              </a:cxn>
              <a:cxn ang="0">
                <a:pos x="connsiteX7949" y="connsiteY7949"/>
              </a:cxn>
              <a:cxn ang="0">
                <a:pos x="connsiteX7950" y="connsiteY7950"/>
              </a:cxn>
              <a:cxn ang="0">
                <a:pos x="connsiteX7951" y="connsiteY7951"/>
              </a:cxn>
              <a:cxn ang="0">
                <a:pos x="connsiteX7952" y="connsiteY7952"/>
              </a:cxn>
              <a:cxn ang="0">
                <a:pos x="connsiteX7953" y="connsiteY7953"/>
              </a:cxn>
              <a:cxn ang="0">
                <a:pos x="connsiteX7954" y="connsiteY7954"/>
              </a:cxn>
              <a:cxn ang="0">
                <a:pos x="connsiteX7955" y="connsiteY7955"/>
              </a:cxn>
              <a:cxn ang="0">
                <a:pos x="connsiteX7956" y="connsiteY7956"/>
              </a:cxn>
              <a:cxn ang="0">
                <a:pos x="connsiteX7957" y="connsiteY7957"/>
              </a:cxn>
              <a:cxn ang="0">
                <a:pos x="connsiteX7958" y="connsiteY7958"/>
              </a:cxn>
              <a:cxn ang="0">
                <a:pos x="connsiteX7959" y="connsiteY7959"/>
              </a:cxn>
              <a:cxn ang="0">
                <a:pos x="connsiteX7960" y="connsiteY7960"/>
              </a:cxn>
              <a:cxn ang="0">
                <a:pos x="connsiteX7961" y="connsiteY7961"/>
              </a:cxn>
              <a:cxn ang="0">
                <a:pos x="connsiteX7962" y="connsiteY7962"/>
              </a:cxn>
              <a:cxn ang="0">
                <a:pos x="connsiteX7963" y="connsiteY7963"/>
              </a:cxn>
              <a:cxn ang="0">
                <a:pos x="connsiteX7964" y="connsiteY7964"/>
              </a:cxn>
              <a:cxn ang="0">
                <a:pos x="connsiteX7965" y="connsiteY7965"/>
              </a:cxn>
              <a:cxn ang="0">
                <a:pos x="connsiteX7966" y="connsiteY7966"/>
              </a:cxn>
              <a:cxn ang="0">
                <a:pos x="connsiteX7967" y="connsiteY7967"/>
              </a:cxn>
              <a:cxn ang="0">
                <a:pos x="connsiteX7968" y="connsiteY7968"/>
              </a:cxn>
              <a:cxn ang="0">
                <a:pos x="connsiteX7969" y="connsiteY7969"/>
              </a:cxn>
              <a:cxn ang="0">
                <a:pos x="connsiteX7970" y="connsiteY7970"/>
              </a:cxn>
              <a:cxn ang="0">
                <a:pos x="connsiteX7971" y="connsiteY7971"/>
              </a:cxn>
              <a:cxn ang="0">
                <a:pos x="connsiteX7972" y="connsiteY7972"/>
              </a:cxn>
              <a:cxn ang="0">
                <a:pos x="connsiteX7973" y="connsiteY7973"/>
              </a:cxn>
              <a:cxn ang="0">
                <a:pos x="connsiteX7974" y="connsiteY7974"/>
              </a:cxn>
              <a:cxn ang="0">
                <a:pos x="connsiteX7975" y="connsiteY7975"/>
              </a:cxn>
              <a:cxn ang="0">
                <a:pos x="connsiteX7976" y="connsiteY7976"/>
              </a:cxn>
              <a:cxn ang="0">
                <a:pos x="connsiteX7977" y="connsiteY7977"/>
              </a:cxn>
              <a:cxn ang="0">
                <a:pos x="connsiteX7978" y="connsiteY7978"/>
              </a:cxn>
              <a:cxn ang="0">
                <a:pos x="connsiteX7979" y="connsiteY7979"/>
              </a:cxn>
              <a:cxn ang="0">
                <a:pos x="connsiteX7980" y="connsiteY7980"/>
              </a:cxn>
              <a:cxn ang="0">
                <a:pos x="connsiteX7981" y="connsiteY7981"/>
              </a:cxn>
              <a:cxn ang="0">
                <a:pos x="connsiteX7982" y="connsiteY7982"/>
              </a:cxn>
              <a:cxn ang="0">
                <a:pos x="connsiteX7983" y="connsiteY7983"/>
              </a:cxn>
              <a:cxn ang="0">
                <a:pos x="connsiteX7984" y="connsiteY7984"/>
              </a:cxn>
              <a:cxn ang="0">
                <a:pos x="connsiteX7985" y="connsiteY7985"/>
              </a:cxn>
              <a:cxn ang="0">
                <a:pos x="connsiteX7986" y="connsiteY7986"/>
              </a:cxn>
              <a:cxn ang="0">
                <a:pos x="connsiteX7987" y="connsiteY7987"/>
              </a:cxn>
              <a:cxn ang="0">
                <a:pos x="connsiteX7988" y="connsiteY7988"/>
              </a:cxn>
              <a:cxn ang="0">
                <a:pos x="connsiteX7989" y="connsiteY7989"/>
              </a:cxn>
              <a:cxn ang="0">
                <a:pos x="connsiteX7990" y="connsiteY7990"/>
              </a:cxn>
              <a:cxn ang="0">
                <a:pos x="connsiteX7991" y="connsiteY7991"/>
              </a:cxn>
              <a:cxn ang="0">
                <a:pos x="connsiteX7992" y="connsiteY7992"/>
              </a:cxn>
              <a:cxn ang="0">
                <a:pos x="connsiteX7993" y="connsiteY7993"/>
              </a:cxn>
              <a:cxn ang="0">
                <a:pos x="connsiteX7994" y="connsiteY7994"/>
              </a:cxn>
              <a:cxn ang="0">
                <a:pos x="connsiteX7995" y="connsiteY7995"/>
              </a:cxn>
              <a:cxn ang="0">
                <a:pos x="connsiteX7996" y="connsiteY7996"/>
              </a:cxn>
              <a:cxn ang="0">
                <a:pos x="connsiteX7997" y="connsiteY7997"/>
              </a:cxn>
              <a:cxn ang="0">
                <a:pos x="connsiteX7998" y="connsiteY7998"/>
              </a:cxn>
              <a:cxn ang="0">
                <a:pos x="connsiteX7999" y="connsiteY7999"/>
              </a:cxn>
              <a:cxn ang="0">
                <a:pos x="connsiteX8000" y="connsiteY8000"/>
              </a:cxn>
              <a:cxn ang="0">
                <a:pos x="connsiteX8001" y="connsiteY8001"/>
              </a:cxn>
              <a:cxn ang="0">
                <a:pos x="connsiteX8002" y="connsiteY8002"/>
              </a:cxn>
              <a:cxn ang="0">
                <a:pos x="connsiteX8003" y="connsiteY8003"/>
              </a:cxn>
              <a:cxn ang="0">
                <a:pos x="connsiteX8004" y="connsiteY8004"/>
              </a:cxn>
              <a:cxn ang="0">
                <a:pos x="connsiteX8005" y="connsiteY8005"/>
              </a:cxn>
              <a:cxn ang="0">
                <a:pos x="connsiteX8006" y="connsiteY8006"/>
              </a:cxn>
              <a:cxn ang="0">
                <a:pos x="connsiteX8007" y="connsiteY8007"/>
              </a:cxn>
              <a:cxn ang="0">
                <a:pos x="connsiteX8008" y="connsiteY8008"/>
              </a:cxn>
              <a:cxn ang="0">
                <a:pos x="connsiteX8009" y="connsiteY8009"/>
              </a:cxn>
              <a:cxn ang="0">
                <a:pos x="connsiteX8010" y="connsiteY8010"/>
              </a:cxn>
              <a:cxn ang="0">
                <a:pos x="connsiteX8011" y="connsiteY8011"/>
              </a:cxn>
              <a:cxn ang="0">
                <a:pos x="connsiteX8012" y="connsiteY8012"/>
              </a:cxn>
              <a:cxn ang="0">
                <a:pos x="connsiteX8013" y="connsiteY8013"/>
              </a:cxn>
              <a:cxn ang="0">
                <a:pos x="connsiteX8014" y="connsiteY8014"/>
              </a:cxn>
              <a:cxn ang="0">
                <a:pos x="connsiteX8015" y="connsiteY8015"/>
              </a:cxn>
              <a:cxn ang="0">
                <a:pos x="connsiteX8016" y="connsiteY8016"/>
              </a:cxn>
              <a:cxn ang="0">
                <a:pos x="connsiteX8017" y="connsiteY8017"/>
              </a:cxn>
              <a:cxn ang="0">
                <a:pos x="connsiteX8018" y="connsiteY8018"/>
              </a:cxn>
              <a:cxn ang="0">
                <a:pos x="connsiteX8019" y="connsiteY8019"/>
              </a:cxn>
              <a:cxn ang="0">
                <a:pos x="connsiteX8020" y="connsiteY8020"/>
              </a:cxn>
              <a:cxn ang="0">
                <a:pos x="connsiteX8021" y="connsiteY8021"/>
              </a:cxn>
              <a:cxn ang="0">
                <a:pos x="connsiteX8022" y="connsiteY8022"/>
              </a:cxn>
              <a:cxn ang="0">
                <a:pos x="connsiteX8023" y="connsiteY8023"/>
              </a:cxn>
              <a:cxn ang="0">
                <a:pos x="connsiteX8024" y="connsiteY8024"/>
              </a:cxn>
              <a:cxn ang="0">
                <a:pos x="connsiteX8025" y="connsiteY8025"/>
              </a:cxn>
              <a:cxn ang="0">
                <a:pos x="connsiteX8026" y="connsiteY8026"/>
              </a:cxn>
              <a:cxn ang="0">
                <a:pos x="connsiteX8027" y="connsiteY8027"/>
              </a:cxn>
              <a:cxn ang="0">
                <a:pos x="connsiteX8028" y="connsiteY8028"/>
              </a:cxn>
              <a:cxn ang="0">
                <a:pos x="connsiteX8029" y="connsiteY8029"/>
              </a:cxn>
              <a:cxn ang="0">
                <a:pos x="connsiteX8030" y="connsiteY8030"/>
              </a:cxn>
              <a:cxn ang="0">
                <a:pos x="connsiteX8031" y="connsiteY8031"/>
              </a:cxn>
              <a:cxn ang="0">
                <a:pos x="connsiteX8032" y="connsiteY8032"/>
              </a:cxn>
              <a:cxn ang="0">
                <a:pos x="connsiteX8033" y="connsiteY8033"/>
              </a:cxn>
              <a:cxn ang="0">
                <a:pos x="connsiteX8034" y="connsiteY8034"/>
              </a:cxn>
              <a:cxn ang="0">
                <a:pos x="connsiteX8035" y="connsiteY8035"/>
              </a:cxn>
              <a:cxn ang="0">
                <a:pos x="connsiteX8036" y="connsiteY8036"/>
              </a:cxn>
              <a:cxn ang="0">
                <a:pos x="connsiteX8037" y="connsiteY8037"/>
              </a:cxn>
              <a:cxn ang="0">
                <a:pos x="connsiteX8038" y="connsiteY8038"/>
              </a:cxn>
              <a:cxn ang="0">
                <a:pos x="connsiteX8039" y="connsiteY8039"/>
              </a:cxn>
              <a:cxn ang="0">
                <a:pos x="connsiteX8040" y="connsiteY8040"/>
              </a:cxn>
              <a:cxn ang="0">
                <a:pos x="connsiteX8041" y="connsiteY8041"/>
              </a:cxn>
              <a:cxn ang="0">
                <a:pos x="connsiteX8042" y="connsiteY8042"/>
              </a:cxn>
              <a:cxn ang="0">
                <a:pos x="connsiteX8043" y="connsiteY8043"/>
              </a:cxn>
              <a:cxn ang="0">
                <a:pos x="connsiteX8044" y="connsiteY8044"/>
              </a:cxn>
              <a:cxn ang="0">
                <a:pos x="connsiteX8045" y="connsiteY8045"/>
              </a:cxn>
              <a:cxn ang="0">
                <a:pos x="connsiteX8046" y="connsiteY8046"/>
              </a:cxn>
              <a:cxn ang="0">
                <a:pos x="connsiteX8047" y="connsiteY8047"/>
              </a:cxn>
              <a:cxn ang="0">
                <a:pos x="connsiteX8048" y="connsiteY8048"/>
              </a:cxn>
              <a:cxn ang="0">
                <a:pos x="connsiteX8049" y="connsiteY8049"/>
              </a:cxn>
              <a:cxn ang="0">
                <a:pos x="connsiteX8050" y="connsiteY8050"/>
              </a:cxn>
              <a:cxn ang="0">
                <a:pos x="connsiteX8051" y="connsiteY8051"/>
              </a:cxn>
              <a:cxn ang="0">
                <a:pos x="connsiteX8052" y="connsiteY8052"/>
              </a:cxn>
              <a:cxn ang="0">
                <a:pos x="connsiteX8053" y="connsiteY8053"/>
              </a:cxn>
              <a:cxn ang="0">
                <a:pos x="connsiteX8054" y="connsiteY8054"/>
              </a:cxn>
              <a:cxn ang="0">
                <a:pos x="connsiteX8055" y="connsiteY8055"/>
              </a:cxn>
              <a:cxn ang="0">
                <a:pos x="connsiteX8056" y="connsiteY8056"/>
              </a:cxn>
              <a:cxn ang="0">
                <a:pos x="connsiteX8057" y="connsiteY8057"/>
              </a:cxn>
              <a:cxn ang="0">
                <a:pos x="connsiteX8058" y="connsiteY8058"/>
              </a:cxn>
              <a:cxn ang="0">
                <a:pos x="connsiteX8059" y="connsiteY8059"/>
              </a:cxn>
              <a:cxn ang="0">
                <a:pos x="connsiteX8060" y="connsiteY8060"/>
              </a:cxn>
              <a:cxn ang="0">
                <a:pos x="connsiteX8061" y="connsiteY8061"/>
              </a:cxn>
              <a:cxn ang="0">
                <a:pos x="connsiteX8062" y="connsiteY8062"/>
              </a:cxn>
              <a:cxn ang="0">
                <a:pos x="connsiteX8063" y="connsiteY8063"/>
              </a:cxn>
              <a:cxn ang="0">
                <a:pos x="connsiteX8064" y="connsiteY8064"/>
              </a:cxn>
              <a:cxn ang="0">
                <a:pos x="connsiteX8065" y="connsiteY8065"/>
              </a:cxn>
              <a:cxn ang="0">
                <a:pos x="connsiteX8066" y="connsiteY8066"/>
              </a:cxn>
              <a:cxn ang="0">
                <a:pos x="connsiteX8067" y="connsiteY8067"/>
              </a:cxn>
              <a:cxn ang="0">
                <a:pos x="connsiteX8068" y="connsiteY8068"/>
              </a:cxn>
              <a:cxn ang="0">
                <a:pos x="connsiteX8069" y="connsiteY8069"/>
              </a:cxn>
              <a:cxn ang="0">
                <a:pos x="connsiteX8070" y="connsiteY8070"/>
              </a:cxn>
              <a:cxn ang="0">
                <a:pos x="connsiteX8071" y="connsiteY8071"/>
              </a:cxn>
              <a:cxn ang="0">
                <a:pos x="connsiteX8072" y="connsiteY8072"/>
              </a:cxn>
              <a:cxn ang="0">
                <a:pos x="connsiteX8073" y="connsiteY8073"/>
              </a:cxn>
              <a:cxn ang="0">
                <a:pos x="connsiteX8074" y="connsiteY8074"/>
              </a:cxn>
              <a:cxn ang="0">
                <a:pos x="connsiteX8075" y="connsiteY8075"/>
              </a:cxn>
              <a:cxn ang="0">
                <a:pos x="connsiteX8076" y="connsiteY8076"/>
              </a:cxn>
              <a:cxn ang="0">
                <a:pos x="connsiteX8077" y="connsiteY8077"/>
              </a:cxn>
              <a:cxn ang="0">
                <a:pos x="connsiteX8078" y="connsiteY8078"/>
              </a:cxn>
              <a:cxn ang="0">
                <a:pos x="connsiteX8079" y="connsiteY8079"/>
              </a:cxn>
              <a:cxn ang="0">
                <a:pos x="connsiteX8080" y="connsiteY8080"/>
              </a:cxn>
              <a:cxn ang="0">
                <a:pos x="connsiteX8081" y="connsiteY8081"/>
              </a:cxn>
              <a:cxn ang="0">
                <a:pos x="connsiteX8082" y="connsiteY8082"/>
              </a:cxn>
              <a:cxn ang="0">
                <a:pos x="connsiteX8083" y="connsiteY8083"/>
              </a:cxn>
              <a:cxn ang="0">
                <a:pos x="connsiteX8084" y="connsiteY8084"/>
              </a:cxn>
              <a:cxn ang="0">
                <a:pos x="connsiteX8085" y="connsiteY8085"/>
              </a:cxn>
              <a:cxn ang="0">
                <a:pos x="connsiteX8086" y="connsiteY8086"/>
              </a:cxn>
              <a:cxn ang="0">
                <a:pos x="connsiteX8087" y="connsiteY8087"/>
              </a:cxn>
              <a:cxn ang="0">
                <a:pos x="connsiteX8088" y="connsiteY8088"/>
              </a:cxn>
              <a:cxn ang="0">
                <a:pos x="connsiteX8089" y="connsiteY8089"/>
              </a:cxn>
              <a:cxn ang="0">
                <a:pos x="connsiteX8090" y="connsiteY8090"/>
              </a:cxn>
              <a:cxn ang="0">
                <a:pos x="connsiteX8091" y="connsiteY8091"/>
              </a:cxn>
              <a:cxn ang="0">
                <a:pos x="connsiteX8092" y="connsiteY8092"/>
              </a:cxn>
              <a:cxn ang="0">
                <a:pos x="connsiteX8093" y="connsiteY8093"/>
              </a:cxn>
              <a:cxn ang="0">
                <a:pos x="connsiteX8094" y="connsiteY8094"/>
              </a:cxn>
              <a:cxn ang="0">
                <a:pos x="connsiteX8095" y="connsiteY8095"/>
              </a:cxn>
              <a:cxn ang="0">
                <a:pos x="connsiteX8096" y="connsiteY8096"/>
              </a:cxn>
              <a:cxn ang="0">
                <a:pos x="connsiteX8097" y="connsiteY8097"/>
              </a:cxn>
              <a:cxn ang="0">
                <a:pos x="connsiteX8098" y="connsiteY8098"/>
              </a:cxn>
              <a:cxn ang="0">
                <a:pos x="connsiteX8099" y="connsiteY8099"/>
              </a:cxn>
              <a:cxn ang="0">
                <a:pos x="connsiteX8100" y="connsiteY8100"/>
              </a:cxn>
              <a:cxn ang="0">
                <a:pos x="connsiteX8101" y="connsiteY8101"/>
              </a:cxn>
              <a:cxn ang="0">
                <a:pos x="connsiteX8102" y="connsiteY8102"/>
              </a:cxn>
              <a:cxn ang="0">
                <a:pos x="connsiteX8103" y="connsiteY8103"/>
              </a:cxn>
              <a:cxn ang="0">
                <a:pos x="connsiteX8104" y="connsiteY8104"/>
              </a:cxn>
              <a:cxn ang="0">
                <a:pos x="connsiteX8105" y="connsiteY8105"/>
              </a:cxn>
              <a:cxn ang="0">
                <a:pos x="connsiteX8106" y="connsiteY8106"/>
              </a:cxn>
              <a:cxn ang="0">
                <a:pos x="connsiteX8107" y="connsiteY8107"/>
              </a:cxn>
              <a:cxn ang="0">
                <a:pos x="connsiteX8108" y="connsiteY8108"/>
              </a:cxn>
              <a:cxn ang="0">
                <a:pos x="connsiteX8109" y="connsiteY8109"/>
              </a:cxn>
              <a:cxn ang="0">
                <a:pos x="connsiteX8110" y="connsiteY8110"/>
              </a:cxn>
              <a:cxn ang="0">
                <a:pos x="connsiteX8111" y="connsiteY8111"/>
              </a:cxn>
              <a:cxn ang="0">
                <a:pos x="connsiteX8112" y="connsiteY8112"/>
              </a:cxn>
              <a:cxn ang="0">
                <a:pos x="connsiteX8113" y="connsiteY8113"/>
              </a:cxn>
              <a:cxn ang="0">
                <a:pos x="connsiteX8114" y="connsiteY8114"/>
              </a:cxn>
              <a:cxn ang="0">
                <a:pos x="connsiteX8115" y="connsiteY8115"/>
              </a:cxn>
              <a:cxn ang="0">
                <a:pos x="connsiteX8116" y="connsiteY8116"/>
              </a:cxn>
              <a:cxn ang="0">
                <a:pos x="connsiteX8117" y="connsiteY8117"/>
              </a:cxn>
              <a:cxn ang="0">
                <a:pos x="connsiteX8118" y="connsiteY8118"/>
              </a:cxn>
              <a:cxn ang="0">
                <a:pos x="connsiteX8119" y="connsiteY8119"/>
              </a:cxn>
              <a:cxn ang="0">
                <a:pos x="connsiteX8120" y="connsiteY8120"/>
              </a:cxn>
              <a:cxn ang="0">
                <a:pos x="connsiteX8121" y="connsiteY8121"/>
              </a:cxn>
              <a:cxn ang="0">
                <a:pos x="connsiteX8122" y="connsiteY8122"/>
              </a:cxn>
              <a:cxn ang="0">
                <a:pos x="connsiteX8123" y="connsiteY8123"/>
              </a:cxn>
              <a:cxn ang="0">
                <a:pos x="connsiteX8124" y="connsiteY8124"/>
              </a:cxn>
              <a:cxn ang="0">
                <a:pos x="connsiteX8125" y="connsiteY8125"/>
              </a:cxn>
              <a:cxn ang="0">
                <a:pos x="connsiteX8126" y="connsiteY8126"/>
              </a:cxn>
              <a:cxn ang="0">
                <a:pos x="connsiteX8127" y="connsiteY8127"/>
              </a:cxn>
              <a:cxn ang="0">
                <a:pos x="connsiteX8128" y="connsiteY8128"/>
              </a:cxn>
              <a:cxn ang="0">
                <a:pos x="connsiteX8129" y="connsiteY8129"/>
              </a:cxn>
              <a:cxn ang="0">
                <a:pos x="connsiteX8130" y="connsiteY8130"/>
              </a:cxn>
              <a:cxn ang="0">
                <a:pos x="connsiteX8131" y="connsiteY8131"/>
              </a:cxn>
              <a:cxn ang="0">
                <a:pos x="connsiteX8132" y="connsiteY8132"/>
              </a:cxn>
              <a:cxn ang="0">
                <a:pos x="connsiteX8133" y="connsiteY8133"/>
              </a:cxn>
              <a:cxn ang="0">
                <a:pos x="connsiteX8134" y="connsiteY8134"/>
              </a:cxn>
              <a:cxn ang="0">
                <a:pos x="connsiteX8135" y="connsiteY8135"/>
              </a:cxn>
              <a:cxn ang="0">
                <a:pos x="connsiteX8136" y="connsiteY8136"/>
              </a:cxn>
              <a:cxn ang="0">
                <a:pos x="connsiteX8137" y="connsiteY8137"/>
              </a:cxn>
              <a:cxn ang="0">
                <a:pos x="connsiteX8138" y="connsiteY8138"/>
              </a:cxn>
              <a:cxn ang="0">
                <a:pos x="connsiteX8139" y="connsiteY8139"/>
              </a:cxn>
              <a:cxn ang="0">
                <a:pos x="connsiteX8140" y="connsiteY8140"/>
              </a:cxn>
              <a:cxn ang="0">
                <a:pos x="connsiteX8141" y="connsiteY8141"/>
              </a:cxn>
              <a:cxn ang="0">
                <a:pos x="connsiteX8142" y="connsiteY8142"/>
              </a:cxn>
              <a:cxn ang="0">
                <a:pos x="connsiteX8143" y="connsiteY8143"/>
              </a:cxn>
              <a:cxn ang="0">
                <a:pos x="connsiteX8144" y="connsiteY8144"/>
              </a:cxn>
              <a:cxn ang="0">
                <a:pos x="connsiteX8145" y="connsiteY8145"/>
              </a:cxn>
              <a:cxn ang="0">
                <a:pos x="connsiteX8146" y="connsiteY8146"/>
              </a:cxn>
              <a:cxn ang="0">
                <a:pos x="connsiteX8147" y="connsiteY8147"/>
              </a:cxn>
              <a:cxn ang="0">
                <a:pos x="connsiteX8148" y="connsiteY8148"/>
              </a:cxn>
              <a:cxn ang="0">
                <a:pos x="connsiteX8149" y="connsiteY8149"/>
              </a:cxn>
              <a:cxn ang="0">
                <a:pos x="connsiteX8150" y="connsiteY8150"/>
              </a:cxn>
              <a:cxn ang="0">
                <a:pos x="connsiteX8151" y="connsiteY8151"/>
              </a:cxn>
              <a:cxn ang="0">
                <a:pos x="connsiteX8152" y="connsiteY8152"/>
              </a:cxn>
              <a:cxn ang="0">
                <a:pos x="connsiteX8153" y="connsiteY8153"/>
              </a:cxn>
              <a:cxn ang="0">
                <a:pos x="connsiteX8154" y="connsiteY8154"/>
              </a:cxn>
              <a:cxn ang="0">
                <a:pos x="connsiteX8155" y="connsiteY8155"/>
              </a:cxn>
              <a:cxn ang="0">
                <a:pos x="connsiteX8156" y="connsiteY8156"/>
              </a:cxn>
              <a:cxn ang="0">
                <a:pos x="connsiteX8157" y="connsiteY8157"/>
              </a:cxn>
              <a:cxn ang="0">
                <a:pos x="connsiteX8158" y="connsiteY8158"/>
              </a:cxn>
              <a:cxn ang="0">
                <a:pos x="connsiteX8159" y="connsiteY8159"/>
              </a:cxn>
              <a:cxn ang="0">
                <a:pos x="connsiteX8160" y="connsiteY8160"/>
              </a:cxn>
              <a:cxn ang="0">
                <a:pos x="connsiteX8161" y="connsiteY8161"/>
              </a:cxn>
              <a:cxn ang="0">
                <a:pos x="connsiteX8162" y="connsiteY8162"/>
              </a:cxn>
              <a:cxn ang="0">
                <a:pos x="connsiteX8163" y="connsiteY8163"/>
              </a:cxn>
              <a:cxn ang="0">
                <a:pos x="connsiteX8164" y="connsiteY8164"/>
              </a:cxn>
              <a:cxn ang="0">
                <a:pos x="connsiteX8165" y="connsiteY8165"/>
              </a:cxn>
              <a:cxn ang="0">
                <a:pos x="connsiteX8166" y="connsiteY8166"/>
              </a:cxn>
              <a:cxn ang="0">
                <a:pos x="connsiteX8167" y="connsiteY8167"/>
              </a:cxn>
              <a:cxn ang="0">
                <a:pos x="connsiteX8168" y="connsiteY8168"/>
              </a:cxn>
              <a:cxn ang="0">
                <a:pos x="connsiteX8169" y="connsiteY8169"/>
              </a:cxn>
              <a:cxn ang="0">
                <a:pos x="connsiteX8170" y="connsiteY8170"/>
              </a:cxn>
              <a:cxn ang="0">
                <a:pos x="connsiteX8171" y="connsiteY8171"/>
              </a:cxn>
              <a:cxn ang="0">
                <a:pos x="connsiteX8172" y="connsiteY8172"/>
              </a:cxn>
              <a:cxn ang="0">
                <a:pos x="connsiteX8173" y="connsiteY8173"/>
              </a:cxn>
              <a:cxn ang="0">
                <a:pos x="connsiteX8174" y="connsiteY8174"/>
              </a:cxn>
              <a:cxn ang="0">
                <a:pos x="connsiteX8175" y="connsiteY8175"/>
              </a:cxn>
              <a:cxn ang="0">
                <a:pos x="connsiteX8176" y="connsiteY8176"/>
              </a:cxn>
              <a:cxn ang="0">
                <a:pos x="connsiteX8177" y="connsiteY8177"/>
              </a:cxn>
              <a:cxn ang="0">
                <a:pos x="connsiteX8178" y="connsiteY8178"/>
              </a:cxn>
              <a:cxn ang="0">
                <a:pos x="connsiteX8179" y="connsiteY8179"/>
              </a:cxn>
              <a:cxn ang="0">
                <a:pos x="connsiteX8180" y="connsiteY8180"/>
              </a:cxn>
              <a:cxn ang="0">
                <a:pos x="connsiteX8181" y="connsiteY8181"/>
              </a:cxn>
              <a:cxn ang="0">
                <a:pos x="connsiteX8182" y="connsiteY8182"/>
              </a:cxn>
              <a:cxn ang="0">
                <a:pos x="connsiteX8183" y="connsiteY8183"/>
              </a:cxn>
              <a:cxn ang="0">
                <a:pos x="connsiteX8184" y="connsiteY8184"/>
              </a:cxn>
              <a:cxn ang="0">
                <a:pos x="connsiteX8185" y="connsiteY8185"/>
              </a:cxn>
              <a:cxn ang="0">
                <a:pos x="connsiteX8186" y="connsiteY8186"/>
              </a:cxn>
              <a:cxn ang="0">
                <a:pos x="connsiteX8187" y="connsiteY8187"/>
              </a:cxn>
              <a:cxn ang="0">
                <a:pos x="connsiteX8188" y="connsiteY8188"/>
              </a:cxn>
              <a:cxn ang="0">
                <a:pos x="connsiteX8189" y="connsiteY8189"/>
              </a:cxn>
              <a:cxn ang="0">
                <a:pos x="connsiteX8190" y="connsiteY8190"/>
              </a:cxn>
              <a:cxn ang="0">
                <a:pos x="connsiteX8191" y="connsiteY8191"/>
              </a:cxn>
              <a:cxn ang="0">
                <a:pos x="connsiteX8192" y="connsiteY8192"/>
              </a:cxn>
              <a:cxn ang="0">
                <a:pos x="connsiteX8193" y="connsiteY8193"/>
              </a:cxn>
              <a:cxn ang="0">
                <a:pos x="connsiteX8194" y="connsiteY8194"/>
              </a:cxn>
              <a:cxn ang="0">
                <a:pos x="connsiteX8195" y="connsiteY8195"/>
              </a:cxn>
              <a:cxn ang="0">
                <a:pos x="connsiteX8196" y="connsiteY8196"/>
              </a:cxn>
              <a:cxn ang="0">
                <a:pos x="connsiteX8197" y="connsiteY8197"/>
              </a:cxn>
              <a:cxn ang="0">
                <a:pos x="connsiteX8198" y="connsiteY8198"/>
              </a:cxn>
              <a:cxn ang="0">
                <a:pos x="connsiteX8199" y="connsiteY8199"/>
              </a:cxn>
              <a:cxn ang="0">
                <a:pos x="connsiteX8200" y="connsiteY8200"/>
              </a:cxn>
              <a:cxn ang="0">
                <a:pos x="connsiteX8201" y="connsiteY8201"/>
              </a:cxn>
              <a:cxn ang="0">
                <a:pos x="connsiteX8202" y="connsiteY8202"/>
              </a:cxn>
              <a:cxn ang="0">
                <a:pos x="connsiteX8203" y="connsiteY8203"/>
              </a:cxn>
              <a:cxn ang="0">
                <a:pos x="connsiteX8204" y="connsiteY8204"/>
              </a:cxn>
              <a:cxn ang="0">
                <a:pos x="connsiteX8205" y="connsiteY8205"/>
              </a:cxn>
              <a:cxn ang="0">
                <a:pos x="connsiteX8206" y="connsiteY8206"/>
              </a:cxn>
              <a:cxn ang="0">
                <a:pos x="connsiteX8207" y="connsiteY8207"/>
              </a:cxn>
              <a:cxn ang="0">
                <a:pos x="connsiteX8208" y="connsiteY8208"/>
              </a:cxn>
              <a:cxn ang="0">
                <a:pos x="connsiteX8209" y="connsiteY8209"/>
              </a:cxn>
              <a:cxn ang="0">
                <a:pos x="connsiteX8210" y="connsiteY8210"/>
              </a:cxn>
              <a:cxn ang="0">
                <a:pos x="connsiteX8211" y="connsiteY8211"/>
              </a:cxn>
              <a:cxn ang="0">
                <a:pos x="connsiteX8212" y="connsiteY8212"/>
              </a:cxn>
              <a:cxn ang="0">
                <a:pos x="connsiteX8213" y="connsiteY8213"/>
              </a:cxn>
              <a:cxn ang="0">
                <a:pos x="connsiteX8214" y="connsiteY8214"/>
              </a:cxn>
              <a:cxn ang="0">
                <a:pos x="connsiteX8215" y="connsiteY8215"/>
              </a:cxn>
              <a:cxn ang="0">
                <a:pos x="connsiteX8216" y="connsiteY8216"/>
              </a:cxn>
              <a:cxn ang="0">
                <a:pos x="connsiteX8217" y="connsiteY8217"/>
              </a:cxn>
              <a:cxn ang="0">
                <a:pos x="connsiteX8218" y="connsiteY8218"/>
              </a:cxn>
              <a:cxn ang="0">
                <a:pos x="connsiteX8219" y="connsiteY8219"/>
              </a:cxn>
              <a:cxn ang="0">
                <a:pos x="connsiteX8220" y="connsiteY8220"/>
              </a:cxn>
              <a:cxn ang="0">
                <a:pos x="connsiteX8221" y="connsiteY8221"/>
              </a:cxn>
              <a:cxn ang="0">
                <a:pos x="connsiteX8222" y="connsiteY8222"/>
              </a:cxn>
              <a:cxn ang="0">
                <a:pos x="connsiteX8223" y="connsiteY8223"/>
              </a:cxn>
              <a:cxn ang="0">
                <a:pos x="connsiteX8224" y="connsiteY8224"/>
              </a:cxn>
              <a:cxn ang="0">
                <a:pos x="connsiteX8225" y="connsiteY8225"/>
              </a:cxn>
              <a:cxn ang="0">
                <a:pos x="connsiteX8226" y="connsiteY8226"/>
              </a:cxn>
              <a:cxn ang="0">
                <a:pos x="connsiteX8227" y="connsiteY8227"/>
              </a:cxn>
              <a:cxn ang="0">
                <a:pos x="connsiteX8228" y="connsiteY8228"/>
              </a:cxn>
              <a:cxn ang="0">
                <a:pos x="connsiteX8229" y="connsiteY8229"/>
              </a:cxn>
              <a:cxn ang="0">
                <a:pos x="connsiteX8230" y="connsiteY8230"/>
              </a:cxn>
              <a:cxn ang="0">
                <a:pos x="connsiteX8231" y="connsiteY8231"/>
              </a:cxn>
              <a:cxn ang="0">
                <a:pos x="connsiteX8232" y="connsiteY8232"/>
              </a:cxn>
              <a:cxn ang="0">
                <a:pos x="connsiteX8233" y="connsiteY8233"/>
              </a:cxn>
              <a:cxn ang="0">
                <a:pos x="connsiteX8234" y="connsiteY8234"/>
              </a:cxn>
              <a:cxn ang="0">
                <a:pos x="connsiteX8235" y="connsiteY8235"/>
              </a:cxn>
              <a:cxn ang="0">
                <a:pos x="connsiteX8236" y="connsiteY8236"/>
              </a:cxn>
              <a:cxn ang="0">
                <a:pos x="connsiteX8237" y="connsiteY8237"/>
              </a:cxn>
              <a:cxn ang="0">
                <a:pos x="connsiteX8238" y="connsiteY8238"/>
              </a:cxn>
              <a:cxn ang="0">
                <a:pos x="connsiteX8239" y="connsiteY8239"/>
              </a:cxn>
              <a:cxn ang="0">
                <a:pos x="connsiteX8240" y="connsiteY8240"/>
              </a:cxn>
              <a:cxn ang="0">
                <a:pos x="connsiteX8241" y="connsiteY8241"/>
              </a:cxn>
              <a:cxn ang="0">
                <a:pos x="connsiteX8242" y="connsiteY8242"/>
              </a:cxn>
              <a:cxn ang="0">
                <a:pos x="connsiteX8243" y="connsiteY8243"/>
              </a:cxn>
              <a:cxn ang="0">
                <a:pos x="connsiteX8244" y="connsiteY8244"/>
              </a:cxn>
              <a:cxn ang="0">
                <a:pos x="connsiteX8245" y="connsiteY8245"/>
              </a:cxn>
              <a:cxn ang="0">
                <a:pos x="connsiteX8246" y="connsiteY8246"/>
              </a:cxn>
              <a:cxn ang="0">
                <a:pos x="connsiteX8247" y="connsiteY8247"/>
              </a:cxn>
              <a:cxn ang="0">
                <a:pos x="connsiteX8248" y="connsiteY8248"/>
              </a:cxn>
              <a:cxn ang="0">
                <a:pos x="connsiteX8249" y="connsiteY8249"/>
              </a:cxn>
              <a:cxn ang="0">
                <a:pos x="connsiteX8250" y="connsiteY8250"/>
              </a:cxn>
              <a:cxn ang="0">
                <a:pos x="connsiteX8251" y="connsiteY8251"/>
              </a:cxn>
              <a:cxn ang="0">
                <a:pos x="connsiteX8252" y="connsiteY8252"/>
              </a:cxn>
              <a:cxn ang="0">
                <a:pos x="connsiteX8253" y="connsiteY8253"/>
              </a:cxn>
              <a:cxn ang="0">
                <a:pos x="connsiteX8254" y="connsiteY8254"/>
              </a:cxn>
              <a:cxn ang="0">
                <a:pos x="connsiteX8255" y="connsiteY8255"/>
              </a:cxn>
              <a:cxn ang="0">
                <a:pos x="connsiteX8256" y="connsiteY8256"/>
              </a:cxn>
              <a:cxn ang="0">
                <a:pos x="connsiteX8257" y="connsiteY8257"/>
              </a:cxn>
              <a:cxn ang="0">
                <a:pos x="connsiteX8258" y="connsiteY8258"/>
              </a:cxn>
              <a:cxn ang="0">
                <a:pos x="connsiteX8259" y="connsiteY8259"/>
              </a:cxn>
              <a:cxn ang="0">
                <a:pos x="connsiteX8260" y="connsiteY8260"/>
              </a:cxn>
              <a:cxn ang="0">
                <a:pos x="connsiteX8261" y="connsiteY8261"/>
              </a:cxn>
              <a:cxn ang="0">
                <a:pos x="connsiteX8262" y="connsiteY8262"/>
              </a:cxn>
              <a:cxn ang="0">
                <a:pos x="connsiteX8263" y="connsiteY8263"/>
              </a:cxn>
              <a:cxn ang="0">
                <a:pos x="connsiteX8264" y="connsiteY8264"/>
              </a:cxn>
              <a:cxn ang="0">
                <a:pos x="connsiteX8265" y="connsiteY8265"/>
              </a:cxn>
              <a:cxn ang="0">
                <a:pos x="connsiteX8266" y="connsiteY8266"/>
              </a:cxn>
              <a:cxn ang="0">
                <a:pos x="connsiteX8267" y="connsiteY8267"/>
              </a:cxn>
              <a:cxn ang="0">
                <a:pos x="connsiteX8268" y="connsiteY8268"/>
              </a:cxn>
              <a:cxn ang="0">
                <a:pos x="connsiteX8269" y="connsiteY8269"/>
              </a:cxn>
              <a:cxn ang="0">
                <a:pos x="connsiteX8270" y="connsiteY8270"/>
              </a:cxn>
              <a:cxn ang="0">
                <a:pos x="connsiteX8271" y="connsiteY8271"/>
              </a:cxn>
              <a:cxn ang="0">
                <a:pos x="connsiteX8272" y="connsiteY8272"/>
              </a:cxn>
              <a:cxn ang="0">
                <a:pos x="connsiteX8273" y="connsiteY8273"/>
              </a:cxn>
              <a:cxn ang="0">
                <a:pos x="connsiteX8274" y="connsiteY8274"/>
              </a:cxn>
              <a:cxn ang="0">
                <a:pos x="connsiteX8275" y="connsiteY8275"/>
              </a:cxn>
              <a:cxn ang="0">
                <a:pos x="connsiteX8276" y="connsiteY8276"/>
              </a:cxn>
              <a:cxn ang="0">
                <a:pos x="connsiteX8277" y="connsiteY8277"/>
              </a:cxn>
              <a:cxn ang="0">
                <a:pos x="connsiteX8278" y="connsiteY8278"/>
              </a:cxn>
              <a:cxn ang="0">
                <a:pos x="connsiteX8279" y="connsiteY8279"/>
              </a:cxn>
              <a:cxn ang="0">
                <a:pos x="connsiteX8280" y="connsiteY8280"/>
              </a:cxn>
              <a:cxn ang="0">
                <a:pos x="connsiteX8281" y="connsiteY8281"/>
              </a:cxn>
              <a:cxn ang="0">
                <a:pos x="connsiteX8282" y="connsiteY8282"/>
              </a:cxn>
              <a:cxn ang="0">
                <a:pos x="connsiteX8283" y="connsiteY8283"/>
              </a:cxn>
              <a:cxn ang="0">
                <a:pos x="connsiteX8284" y="connsiteY8284"/>
              </a:cxn>
              <a:cxn ang="0">
                <a:pos x="connsiteX8285" y="connsiteY8285"/>
              </a:cxn>
              <a:cxn ang="0">
                <a:pos x="connsiteX8286" y="connsiteY8286"/>
              </a:cxn>
              <a:cxn ang="0">
                <a:pos x="connsiteX8287" y="connsiteY8287"/>
              </a:cxn>
              <a:cxn ang="0">
                <a:pos x="connsiteX8288" y="connsiteY8288"/>
              </a:cxn>
              <a:cxn ang="0">
                <a:pos x="connsiteX8289" y="connsiteY8289"/>
              </a:cxn>
              <a:cxn ang="0">
                <a:pos x="connsiteX8290" y="connsiteY8290"/>
              </a:cxn>
              <a:cxn ang="0">
                <a:pos x="connsiteX8291" y="connsiteY8291"/>
              </a:cxn>
              <a:cxn ang="0">
                <a:pos x="connsiteX8292" y="connsiteY8292"/>
              </a:cxn>
              <a:cxn ang="0">
                <a:pos x="connsiteX8293" y="connsiteY8293"/>
              </a:cxn>
              <a:cxn ang="0">
                <a:pos x="connsiteX8294" y="connsiteY8294"/>
              </a:cxn>
              <a:cxn ang="0">
                <a:pos x="connsiteX8295" y="connsiteY8295"/>
              </a:cxn>
              <a:cxn ang="0">
                <a:pos x="connsiteX8296" y="connsiteY8296"/>
              </a:cxn>
              <a:cxn ang="0">
                <a:pos x="connsiteX8297" y="connsiteY8297"/>
              </a:cxn>
              <a:cxn ang="0">
                <a:pos x="connsiteX8298" y="connsiteY8298"/>
              </a:cxn>
              <a:cxn ang="0">
                <a:pos x="connsiteX8299" y="connsiteY8299"/>
              </a:cxn>
              <a:cxn ang="0">
                <a:pos x="connsiteX8300" y="connsiteY8300"/>
              </a:cxn>
              <a:cxn ang="0">
                <a:pos x="connsiteX8301" y="connsiteY8301"/>
              </a:cxn>
              <a:cxn ang="0">
                <a:pos x="connsiteX8302" y="connsiteY8302"/>
              </a:cxn>
              <a:cxn ang="0">
                <a:pos x="connsiteX8303" y="connsiteY8303"/>
              </a:cxn>
              <a:cxn ang="0">
                <a:pos x="connsiteX8304" y="connsiteY8304"/>
              </a:cxn>
              <a:cxn ang="0">
                <a:pos x="connsiteX8305" y="connsiteY8305"/>
              </a:cxn>
              <a:cxn ang="0">
                <a:pos x="connsiteX8306" y="connsiteY8306"/>
              </a:cxn>
              <a:cxn ang="0">
                <a:pos x="connsiteX8307" y="connsiteY8307"/>
              </a:cxn>
              <a:cxn ang="0">
                <a:pos x="connsiteX8308" y="connsiteY8308"/>
              </a:cxn>
              <a:cxn ang="0">
                <a:pos x="connsiteX8309" y="connsiteY8309"/>
              </a:cxn>
              <a:cxn ang="0">
                <a:pos x="connsiteX8310" y="connsiteY8310"/>
              </a:cxn>
              <a:cxn ang="0">
                <a:pos x="connsiteX8311" y="connsiteY8311"/>
              </a:cxn>
              <a:cxn ang="0">
                <a:pos x="connsiteX8312" y="connsiteY8312"/>
              </a:cxn>
              <a:cxn ang="0">
                <a:pos x="connsiteX8313" y="connsiteY8313"/>
              </a:cxn>
              <a:cxn ang="0">
                <a:pos x="connsiteX8314" y="connsiteY8314"/>
              </a:cxn>
              <a:cxn ang="0">
                <a:pos x="connsiteX8315" y="connsiteY8315"/>
              </a:cxn>
              <a:cxn ang="0">
                <a:pos x="connsiteX8316" y="connsiteY8316"/>
              </a:cxn>
              <a:cxn ang="0">
                <a:pos x="connsiteX8317" y="connsiteY8317"/>
              </a:cxn>
              <a:cxn ang="0">
                <a:pos x="connsiteX8318" y="connsiteY8318"/>
              </a:cxn>
              <a:cxn ang="0">
                <a:pos x="connsiteX8319" y="connsiteY8319"/>
              </a:cxn>
              <a:cxn ang="0">
                <a:pos x="connsiteX8320" y="connsiteY8320"/>
              </a:cxn>
              <a:cxn ang="0">
                <a:pos x="connsiteX8321" y="connsiteY8321"/>
              </a:cxn>
              <a:cxn ang="0">
                <a:pos x="connsiteX8322" y="connsiteY8322"/>
              </a:cxn>
              <a:cxn ang="0">
                <a:pos x="connsiteX8323" y="connsiteY8323"/>
              </a:cxn>
              <a:cxn ang="0">
                <a:pos x="connsiteX8324" y="connsiteY8324"/>
              </a:cxn>
              <a:cxn ang="0">
                <a:pos x="connsiteX8325" y="connsiteY8325"/>
              </a:cxn>
              <a:cxn ang="0">
                <a:pos x="connsiteX8326" y="connsiteY8326"/>
              </a:cxn>
              <a:cxn ang="0">
                <a:pos x="connsiteX8327" y="connsiteY8327"/>
              </a:cxn>
              <a:cxn ang="0">
                <a:pos x="connsiteX8328" y="connsiteY8328"/>
              </a:cxn>
              <a:cxn ang="0">
                <a:pos x="connsiteX8329" y="connsiteY8329"/>
              </a:cxn>
              <a:cxn ang="0">
                <a:pos x="connsiteX8330" y="connsiteY8330"/>
              </a:cxn>
              <a:cxn ang="0">
                <a:pos x="connsiteX8331" y="connsiteY8331"/>
              </a:cxn>
              <a:cxn ang="0">
                <a:pos x="connsiteX8332" y="connsiteY8332"/>
              </a:cxn>
              <a:cxn ang="0">
                <a:pos x="connsiteX8333" y="connsiteY8333"/>
              </a:cxn>
              <a:cxn ang="0">
                <a:pos x="connsiteX8334" y="connsiteY8334"/>
              </a:cxn>
              <a:cxn ang="0">
                <a:pos x="connsiteX8335" y="connsiteY8335"/>
              </a:cxn>
              <a:cxn ang="0">
                <a:pos x="connsiteX8336" y="connsiteY8336"/>
              </a:cxn>
              <a:cxn ang="0">
                <a:pos x="connsiteX8337" y="connsiteY8337"/>
              </a:cxn>
              <a:cxn ang="0">
                <a:pos x="connsiteX8338" y="connsiteY8338"/>
              </a:cxn>
              <a:cxn ang="0">
                <a:pos x="connsiteX8339" y="connsiteY8339"/>
              </a:cxn>
              <a:cxn ang="0">
                <a:pos x="connsiteX8340" y="connsiteY8340"/>
              </a:cxn>
              <a:cxn ang="0">
                <a:pos x="connsiteX8341" y="connsiteY8341"/>
              </a:cxn>
              <a:cxn ang="0">
                <a:pos x="connsiteX8342" y="connsiteY8342"/>
              </a:cxn>
              <a:cxn ang="0">
                <a:pos x="connsiteX8343" y="connsiteY8343"/>
              </a:cxn>
              <a:cxn ang="0">
                <a:pos x="connsiteX8344" y="connsiteY8344"/>
              </a:cxn>
              <a:cxn ang="0">
                <a:pos x="connsiteX8345" y="connsiteY8345"/>
              </a:cxn>
              <a:cxn ang="0">
                <a:pos x="connsiteX8346" y="connsiteY8346"/>
              </a:cxn>
              <a:cxn ang="0">
                <a:pos x="connsiteX8347" y="connsiteY8347"/>
              </a:cxn>
              <a:cxn ang="0">
                <a:pos x="connsiteX8348" y="connsiteY8348"/>
              </a:cxn>
              <a:cxn ang="0">
                <a:pos x="connsiteX8349" y="connsiteY8349"/>
              </a:cxn>
              <a:cxn ang="0">
                <a:pos x="connsiteX8350" y="connsiteY8350"/>
              </a:cxn>
              <a:cxn ang="0">
                <a:pos x="connsiteX8351" y="connsiteY8351"/>
              </a:cxn>
              <a:cxn ang="0">
                <a:pos x="connsiteX8352" y="connsiteY8352"/>
              </a:cxn>
              <a:cxn ang="0">
                <a:pos x="connsiteX8353" y="connsiteY8353"/>
              </a:cxn>
              <a:cxn ang="0">
                <a:pos x="connsiteX8354" y="connsiteY8354"/>
              </a:cxn>
              <a:cxn ang="0">
                <a:pos x="connsiteX8355" y="connsiteY8355"/>
              </a:cxn>
              <a:cxn ang="0">
                <a:pos x="connsiteX8356" y="connsiteY8356"/>
              </a:cxn>
              <a:cxn ang="0">
                <a:pos x="connsiteX8357" y="connsiteY8357"/>
              </a:cxn>
              <a:cxn ang="0">
                <a:pos x="connsiteX8358" y="connsiteY8358"/>
              </a:cxn>
              <a:cxn ang="0">
                <a:pos x="connsiteX8359" y="connsiteY8359"/>
              </a:cxn>
              <a:cxn ang="0">
                <a:pos x="connsiteX8360" y="connsiteY8360"/>
              </a:cxn>
              <a:cxn ang="0">
                <a:pos x="connsiteX8361" y="connsiteY8361"/>
              </a:cxn>
              <a:cxn ang="0">
                <a:pos x="connsiteX8362" y="connsiteY8362"/>
              </a:cxn>
              <a:cxn ang="0">
                <a:pos x="connsiteX8363" y="connsiteY8363"/>
              </a:cxn>
              <a:cxn ang="0">
                <a:pos x="connsiteX8364" y="connsiteY8364"/>
              </a:cxn>
              <a:cxn ang="0">
                <a:pos x="connsiteX8365" y="connsiteY8365"/>
              </a:cxn>
              <a:cxn ang="0">
                <a:pos x="connsiteX8366" y="connsiteY8366"/>
              </a:cxn>
              <a:cxn ang="0">
                <a:pos x="connsiteX8367" y="connsiteY8367"/>
              </a:cxn>
              <a:cxn ang="0">
                <a:pos x="connsiteX8368" y="connsiteY8368"/>
              </a:cxn>
              <a:cxn ang="0">
                <a:pos x="connsiteX8369" y="connsiteY8369"/>
              </a:cxn>
              <a:cxn ang="0">
                <a:pos x="connsiteX8370" y="connsiteY8370"/>
              </a:cxn>
              <a:cxn ang="0">
                <a:pos x="connsiteX8371" y="connsiteY8371"/>
              </a:cxn>
              <a:cxn ang="0">
                <a:pos x="connsiteX8372" y="connsiteY8372"/>
              </a:cxn>
              <a:cxn ang="0">
                <a:pos x="connsiteX8373" y="connsiteY8373"/>
              </a:cxn>
              <a:cxn ang="0">
                <a:pos x="connsiteX8374" y="connsiteY8374"/>
              </a:cxn>
              <a:cxn ang="0">
                <a:pos x="connsiteX8375" y="connsiteY8375"/>
              </a:cxn>
              <a:cxn ang="0">
                <a:pos x="connsiteX8376" y="connsiteY8376"/>
              </a:cxn>
              <a:cxn ang="0">
                <a:pos x="connsiteX8377" y="connsiteY8377"/>
              </a:cxn>
              <a:cxn ang="0">
                <a:pos x="connsiteX8378" y="connsiteY8378"/>
              </a:cxn>
              <a:cxn ang="0">
                <a:pos x="connsiteX8379" y="connsiteY8379"/>
              </a:cxn>
              <a:cxn ang="0">
                <a:pos x="connsiteX8380" y="connsiteY8380"/>
              </a:cxn>
              <a:cxn ang="0">
                <a:pos x="connsiteX8381" y="connsiteY8381"/>
              </a:cxn>
              <a:cxn ang="0">
                <a:pos x="connsiteX8382" y="connsiteY8382"/>
              </a:cxn>
              <a:cxn ang="0">
                <a:pos x="connsiteX8383" y="connsiteY8383"/>
              </a:cxn>
              <a:cxn ang="0">
                <a:pos x="connsiteX8384" y="connsiteY8384"/>
              </a:cxn>
              <a:cxn ang="0">
                <a:pos x="connsiteX8385" y="connsiteY8385"/>
              </a:cxn>
              <a:cxn ang="0">
                <a:pos x="connsiteX8386" y="connsiteY8386"/>
              </a:cxn>
              <a:cxn ang="0">
                <a:pos x="connsiteX8387" y="connsiteY8387"/>
              </a:cxn>
              <a:cxn ang="0">
                <a:pos x="connsiteX8388" y="connsiteY8388"/>
              </a:cxn>
              <a:cxn ang="0">
                <a:pos x="connsiteX8389" y="connsiteY8389"/>
              </a:cxn>
              <a:cxn ang="0">
                <a:pos x="connsiteX8390" y="connsiteY8390"/>
              </a:cxn>
              <a:cxn ang="0">
                <a:pos x="connsiteX8391" y="connsiteY8391"/>
              </a:cxn>
              <a:cxn ang="0">
                <a:pos x="connsiteX8392" y="connsiteY8392"/>
              </a:cxn>
              <a:cxn ang="0">
                <a:pos x="connsiteX8393" y="connsiteY8393"/>
              </a:cxn>
              <a:cxn ang="0">
                <a:pos x="connsiteX8394" y="connsiteY8394"/>
              </a:cxn>
              <a:cxn ang="0">
                <a:pos x="connsiteX8395" y="connsiteY8395"/>
              </a:cxn>
              <a:cxn ang="0">
                <a:pos x="connsiteX8396" y="connsiteY8396"/>
              </a:cxn>
              <a:cxn ang="0">
                <a:pos x="connsiteX8397" y="connsiteY8397"/>
              </a:cxn>
              <a:cxn ang="0">
                <a:pos x="connsiteX8398" y="connsiteY8398"/>
              </a:cxn>
              <a:cxn ang="0">
                <a:pos x="connsiteX8399" y="connsiteY8399"/>
              </a:cxn>
              <a:cxn ang="0">
                <a:pos x="connsiteX8400" y="connsiteY8400"/>
              </a:cxn>
              <a:cxn ang="0">
                <a:pos x="connsiteX8401" y="connsiteY8401"/>
              </a:cxn>
              <a:cxn ang="0">
                <a:pos x="connsiteX8402" y="connsiteY8402"/>
              </a:cxn>
              <a:cxn ang="0">
                <a:pos x="connsiteX8403" y="connsiteY8403"/>
              </a:cxn>
              <a:cxn ang="0">
                <a:pos x="connsiteX8404" y="connsiteY8404"/>
              </a:cxn>
              <a:cxn ang="0">
                <a:pos x="connsiteX8405" y="connsiteY8405"/>
              </a:cxn>
              <a:cxn ang="0">
                <a:pos x="connsiteX8406" y="connsiteY8406"/>
              </a:cxn>
              <a:cxn ang="0">
                <a:pos x="connsiteX8407" y="connsiteY8407"/>
              </a:cxn>
              <a:cxn ang="0">
                <a:pos x="connsiteX8408" y="connsiteY8408"/>
              </a:cxn>
              <a:cxn ang="0">
                <a:pos x="connsiteX8409" y="connsiteY8409"/>
              </a:cxn>
              <a:cxn ang="0">
                <a:pos x="connsiteX8410" y="connsiteY8410"/>
              </a:cxn>
              <a:cxn ang="0">
                <a:pos x="connsiteX8411" y="connsiteY8411"/>
              </a:cxn>
              <a:cxn ang="0">
                <a:pos x="connsiteX8412" y="connsiteY8412"/>
              </a:cxn>
              <a:cxn ang="0">
                <a:pos x="connsiteX8413" y="connsiteY8413"/>
              </a:cxn>
              <a:cxn ang="0">
                <a:pos x="connsiteX8414" y="connsiteY8414"/>
              </a:cxn>
              <a:cxn ang="0">
                <a:pos x="connsiteX8415" y="connsiteY8415"/>
              </a:cxn>
              <a:cxn ang="0">
                <a:pos x="connsiteX8416" y="connsiteY8416"/>
              </a:cxn>
              <a:cxn ang="0">
                <a:pos x="connsiteX8417" y="connsiteY8417"/>
              </a:cxn>
              <a:cxn ang="0">
                <a:pos x="connsiteX8418" y="connsiteY8418"/>
              </a:cxn>
              <a:cxn ang="0">
                <a:pos x="connsiteX8419" y="connsiteY8419"/>
              </a:cxn>
              <a:cxn ang="0">
                <a:pos x="connsiteX8420" y="connsiteY8420"/>
              </a:cxn>
              <a:cxn ang="0">
                <a:pos x="connsiteX8421" y="connsiteY8421"/>
              </a:cxn>
              <a:cxn ang="0">
                <a:pos x="connsiteX8422" y="connsiteY8422"/>
              </a:cxn>
              <a:cxn ang="0">
                <a:pos x="connsiteX8423" y="connsiteY8423"/>
              </a:cxn>
              <a:cxn ang="0">
                <a:pos x="connsiteX8424" y="connsiteY8424"/>
              </a:cxn>
              <a:cxn ang="0">
                <a:pos x="connsiteX8425" y="connsiteY8425"/>
              </a:cxn>
              <a:cxn ang="0">
                <a:pos x="connsiteX8426" y="connsiteY8426"/>
              </a:cxn>
              <a:cxn ang="0">
                <a:pos x="connsiteX8427" y="connsiteY8427"/>
              </a:cxn>
              <a:cxn ang="0">
                <a:pos x="connsiteX8428" y="connsiteY8428"/>
              </a:cxn>
              <a:cxn ang="0">
                <a:pos x="connsiteX8429" y="connsiteY8429"/>
              </a:cxn>
              <a:cxn ang="0">
                <a:pos x="connsiteX8430" y="connsiteY8430"/>
              </a:cxn>
              <a:cxn ang="0">
                <a:pos x="connsiteX8431" y="connsiteY8431"/>
              </a:cxn>
              <a:cxn ang="0">
                <a:pos x="connsiteX8432" y="connsiteY8432"/>
              </a:cxn>
              <a:cxn ang="0">
                <a:pos x="connsiteX8433" y="connsiteY8433"/>
              </a:cxn>
              <a:cxn ang="0">
                <a:pos x="connsiteX8434" y="connsiteY8434"/>
              </a:cxn>
              <a:cxn ang="0">
                <a:pos x="connsiteX8435" y="connsiteY8435"/>
              </a:cxn>
              <a:cxn ang="0">
                <a:pos x="connsiteX8436" y="connsiteY8436"/>
              </a:cxn>
              <a:cxn ang="0">
                <a:pos x="connsiteX8437" y="connsiteY8437"/>
              </a:cxn>
              <a:cxn ang="0">
                <a:pos x="connsiteX8438" y="connsiteY8438"/>
              </a:cxn>
              <a:cxn ang="0">
                <a:pos x="connsiteX8439" y="connsiteY8439"/>
              </a:cxn>
              <a:cxn ang="0">
                <a:pos x="connsiteX8440" y="connsiteY8440"/>
              </a:cxn>
              <a:cxn ang="0">
                <a:pos x="connsiteX8441" y="connsiteY8441"/>
              </a:cxn>
              <a:cxn ang="0">
                <a:pos x="connsiteX8442" y="connsiteY8442"/>
              </a:cxn>
              <a:cxn ang="0">
                <a:pos x="connsiteX8443" y="connsiteY8443"/>
              </a:cxn>
              <a:cxn ang="0">
                <a:pos x="connsiteX8444" y="connsiteY8444"/>
              </a:cxn>
              <a:cxn ang="0">
                <a:pos x="connsiteX8445" y="connsiteY8445"/>
              </a:cxn>
              <a:cxn ang="0">
                <a:pos x="connsiteX8446" y="connsiteY8446"/>
              </a:cxn>
              <a:cxn ang="0">
                <a:pos x="connsiteX8447" y="connsiteY8447"/>
              </a:cxn>
              <a:cxn ang="0">
                <a:pos x="connsiteX8448" y="connsiteY8448"/>
              </a:cxn>
              <a:cxn ang="0">
                <a:pos x="connsiteX8449" y="connsiteY8449"/>
              </a:cxn>
              <a:cxn ang="0">
                <a:pos x="connsiteX8450" y="connsiteY8450"/>
              </a:cxn>
              <a:cxn ang="0">
                <a:pos x="connsiteX8451" y="connsiteY8451"/>
              </a:cxn>
              <a:cxn ang="0">
                <a:pos x="connsiteX8452" y="connsiteY8452"/>
              </a:cxn>
              <a:cxn ang="0">
                <a:pos x="connsiteX8453" y="connsiteY8453"/>
              </a:cxn>
              <a:cxn ang="0">
                <a:pos x="connsiteX8454" y="connsiteY8454"/>
              </a:cxn>
            </a:cxnLst>
            <a:rect l="l" t="t" r="r" b="b"/>
            <a:pathLst>
              <a:path w="3505200" h="3505200">
                <a:moveTo>
                  <a:pt x="1600200" y="191"/>
                </a:moveTo>
                <a:cubicBezTo>
                  <a:pt x="1600200" y="95"/>
                  <a:pt x="1600295" y="0"/>
                  <a:pt x="1600391" y="0"/>
                </a:cubicBezTo>
                <a:cubicBezTo>
                  <a:pt x="1600486" y="0"/>
                  <a:pt x="1600581" y="95"/>
                  <a:pt x="1600581" y="191"/>
                </a:cubicBezTo>
                <a:cubicBezTo>
                  <a:pt x="1600581" y="286"/>
                  <a:pt x="1600486" y="381"/>
                  <a:pt x="1600391" y="381"/>
                </a:cubicBezTo>
                <a:cubicBezTo>
                  <a:pt x="1600295" y="381"/>
                  <a:pt x="1600200" y="286"/>
                  <a:pt x="1600200" y="191"/>
                </a:cubicBezTo>
                <a:close/>
                <a:moveTo>
                  <a:pt x="1676591" y="381"/>
                </a:moveTo>
                <a:cubicBezTo>
                  <a:pt x="1676686" y="381"/>
                  <a:pt x="1676781" y="286"/>
                  <a:pt x="1676781" y="191"/>
                </a:cubicBezTo>
                <a:cubicBezTo>
                  <a:pt x="1676781" y="95"/>
                  <a:pt x="1676686" y="0"/>
                  <a:pt x="1676591" y="0"/>
                </a:cubicBezTo>
                <a:cubicBezTo>
                  <a:pt x="1676495" y="0"/>
                  <a:pt x="1676400" y="95"/>
                  <a:pt x="1676400" y="191"/>
                </a:cubicBezTo>
                <a:cubicBezTo>
                  <a:pt x="1676400" y="286"/>
                  <a:pt x="1676495" y="381"/>
                  <a:pt x="1676591" y="381"/>
                </a:cubicBezTo>
                <a:close/>
                <a:moveTo>
                  <a:pt x="1752791" y="381"/>
                </a:moveTo>
                <a:cubicBezTo>
                  <a:pt x="1752886" y="381"/>
                  <a:pt x="1752981" y="286"/>
                  <a:pt x="1752981" y="191"/>
                </a:cubicBezTo>
                <a:cubicBezTo>
                  <a:pt x="1752981" y="95"/>
                  <a:pt x="1752886" y="0"/>
                  <a:pt x="1752791" y="0"/>
                </a:cubicBezTo>
                <a:cubicBezTo>
                  <a:pt x="1752695" y="0"/>
                  <a:pt x="1752600" y="95"/>
                  <a:pt x="1752600" y="191"/>
                </a:cubicBezTo>
                <a:cubicBezTo>
                  <a:pt x="1752600" y="286"/>
                  <a:pt x="1752695" y="381"/>
                  <a:pt x="1752791" y="381"/>
                </a:cubicBezTo>
                <a:close/>
                <a:moveTo>
                  <a:pt x="1828991" y="381"/>
                </a:moveTo>
                <a:cubicBezTo>
                  <a:pt x="1829086" y="381"/>
                  <a:pt x="1829181" y="286"/>
                  <a:pt x="1829181" y="191"/>
                </a:cubicBezTo>
                <a:cubicBezTo>
                  <a:pt x="1829181" y="95"/>
                  <a:pt x="1829086" y="0"/>
                  <a:pt x="1828991" y="0"/>
                </a:cubicBezTo>
                <a:cubicBezTo>
                  <a:pt x="1828895" y="0"/>
                  <a:pt x="1828800" y="95"/>
                  <a:pt x="1828800" y="191"/>
                </a:cubicBezTo>
                <a:cubicBezTo>
                  <a:pt x="1828800" y="286"/>
                  <a:pt x="1828895" y="381"/>
                  <a:pt x="1828991" y="381"/>
                </a:cubicBezTo>
                <a:close/>
                <a:moveTo>
                  <a:pt x="1905191" y="381"/>
                </a:moveTo>
                <a:cubicBezTo>
                  <a:pt x="1905286" y="381"/>
                  <a:pt x="1905381" y="286"/>
                  <a:pt x="1905381" y="191"/>
                </a:cubicBezTo>
                <a:cubicBezTo>
                  <a:pt x="1905381" y="95"/>
                  <a:pt x="1905286" y="0"/>
                  <a:pt x="1905191" y="0"/>
                </a:cubicBezTo>
                <a:cubicBezTo>
                  <a:pt x="1905095" y="0"/>
                  <a:pt x="1905000" y="95"/>
                  <a:pt x="1905000" y="191"/>
                </a:cubicBezTo>
                <a:cubicBezTo>
                  <a:pt x="1905000" y="286"/>
                  <a:pt x="1905095" y="381"/>
                  <a:pt x="1905191" y="381"/>
                </a:cubicBezTo>
                <a:close/>
                <a:moveTo>
                  <a:pt x="1219391" y="76581"/>
                </a:moveTo>
                <a:cubicBezTo>
                  <a:pt x="1219486" y="76581"/>
                  <a:pt x="1219581" y="76486"/>
                  <a:pt x="1219581" y="76391"/>
                </a:cubicBezTo>
                <a:cubicBezTo>
                  <a:pt x="1219581" y="76295"/>
                  <a:pt x="1219486" y="76200"/>
                  <a:pt x="1219391" y="76200"/>
                </a:cubicBezTo>
                <a:cubicBezTo>
                  <a:pt x="1219295" y="76200"/>
                  <a:pt x="1219200" y="76295"/>
                  <a:pt x="1219200" y="76391"/>
                </a:cubicBezTo>
                <a:cubicBezTo>
                  <a:pt x="1219200" y="76486"/>
                  <a:pt x="1219295" y="76581"/>
                  <a:pt x="1219391" y="76581"/>
                </a:cubicBezTo>
                <a:close/>
                <a:moveTo>
                  <a:pt x="1295591" y="76867"/>
                </a:moveTo>
                <a:cubicBezTo>
                  <a:pt x="1295781" y="76867"/>
                  <a:pt x="1295972" y="76676"/>
                  <a:pt x="1295972" y="76486"/>
                </a:cubicBezTo>
                <a:cubicBezTo>
                  <a:pt x="1295972" y="76295"/>
                  <a:pt x="1295781" y="76105"/>
                  <a:pt x="1295591" y="76105"/>
                </a:cubicBezTo>
                <a:cubicBezTo>
                  <a:pt x="1295400" y="76105"/>
                  <a:pt x="1295210" y="76295"/>
                  <a:pt x="1295210" y="76486"/>
                </a:cubicBezTo>
                <a:cubicBezTo>
                  <a:pt x="1295210" y="76676"/>
                  <a:pt x="1295400" y="76867"/>
                  <a:pt x="1295591" y="76867"/>
                </a:cubicBezTo>
                <a:close/>
                <a:moveTo>
                  <a:pt x="1371791" y="77057"/>
                </a:moveTo>
                <a:cubicBezTo>
                  <a:pt x="1372172" y="77057"/>
                  <a:pt x="1372457" y="76772"/>
                  <a:pt x="1372457" y="76391"/>
                </a:cubicBezTo>
                <a:cubicBezTo>
                  <a:pt x="1372457" y="76010"/>
                  <a:pt x="1372172" y="75724"/>
                  <a:pt x="1371791" y="75724"/>
                </a:cubicBezTo>
                <a:cubicBezTo>
                  <a:pt x="1371410" y="75724"/>
                  <a:pt x="1371124" y="76010"/>
                  <a:pt x="1371124" y="76391"/>
                </a:cubicBezTo>
                <a:cubicBezTo>
                  <a:pt x="1371219" y="76772"/>
                  <a:pt x="1371505" y="77057"/>
                  <a:pt x="1371791" y="77057"/>
                </a:cubicBezTo>
                <a:close/>
                <a:moveTo>
                  <a:pt x="1447991" y="77248"/>
                </a:moveTo>
                <a:cubicBezTo>
                  <a:pt x="1448467" y="77248"/>
                  <a:pt x="1448848" y="76867"/>
                  <a:pt x="1448848" y="76391"/>
                </a:cubicBezTo>
                <a:cubicBezTo>
                  <a:pt x="1448848" y="75914"/>
                  <a:pt x="1448467" y="75533"/>
                  <a:pt x="1447991" y="75533"/>
                </a:cubicBezTo>
                <a:cubicBezTo>
                  <a:pt x="1447514" y="75533"/>
                  <a:pt x="1447133" y="75914"/>
                  <a:pt x="1447133" y="76391"/>
                </a:cubicBezTo>
                <a:cubicBezTo>
                  <a:pt x="1447133" y="76867"/>
                  <a:pt x="1447514" y="77248"/>
                  <a:pt x="1447991" y="77248"/>
                </a:cubicBezTo>
                <a:close/>
                <a:moveTo>
                  <a:pt x="1524191" y="77438"/>
                </a:moveTo>
                <a:cubicBezTo>
                  <a:pt x="1524762" y="77438"/>
                  <a:pt x="1525238" y="76962"/>
                  <a:pt x="1525238" y="76391"/>
                </a:cubicBezTo>
                <a:cubicBezTo>
                  <a:pt x="1525238" y="75819"/>
                  <a:pt x="1524762" y="75343"/>
                  <a:pt x="1524191" y="75343"/>
                </a:cubicBezTo>
                <a:cubicBezTo>
                  <a:pt x="1523619" y="75343"/>
                  <a:pt x="1523143" y="75819"/>
                  <a:pt x="1523143" y="76391"/>
                </a:cubicBezTo>
                <a:cubicBezTo>
                  <a:pt x="1523143" y="76962"/>
                  <a:pt x="1523619" y="77438"/>
                  <a:pt x="1524191" y="77438"/>
                </a:cubicBezTo>
                <a:close/>
                <a:moveTo>
                  <a:pt x="1600391" y="77724"/>
                </a:moveTo>
                <a:cubicBezTo>
                  <a:pt x="1601057" y="77724"/>
                  <a:pt x="1601629" y="77153"/>
                  <a:pt x="1601629" y="76486"/>
                </a:cubicBezTo>
                <a:cubicBezTo>
                  <a:pt x="1601629" y="75819"/>
                  <a:pt x="1601057" y="75248"/>
                  <a:pt x="1600391" y="75248"/>
                </a:cubicBezTo>
                <a:cubicBezTo>
                  <a:pt x="1599724" y="75248"/>
                  <a:pt x="1599152" y="75819"/>
                  <a:pt x="1599152" y="76486"/>
                </a:cubicBezTo>
                <a:cubicBezTo>
                  <a:pt x="1599152" y="77153"/>
                  <a:pt x="1599724" y="77724"/>
                  <a:pt x="1600391" y="77724"/>
                </a:cubicBezTo>
                <a:close/>
                <a:moveTo>
                  <a:pt x="1676591" y="77724"/>
                </a:moveTo>
                <a:cubicBezTo>
                  <a:pt x="1677257" y="77724"/>
                  <a:pt x="1677829" y="77153"/>
                  <a:pt x="1677829" y="76486"/>
                </a:cubicBezTo>
                <a:cubicBezTo>
                  <a:pt x="1677829" y="75819"/>
                  <a:pt x="1677257" y="75248"/>
                  <a:pt x="1676591" y="75248"/>
                </a:cubicBezTo>
                <a:cubicBezTo>
                  <a:pt x="1675924" y="75248"/>
                  <a:pt x="1675352" y="75819"/>
                  <a:pt x="1675352" y="76486"/>
                </a:cubicBezTo>
                <a:cubicBezTo>
                  <a:pt x="1675352" y="77153"/>
                  <a:pt x="1675924" y="77724"/>
                  <a:pt x="1676591" y="77724"/>
                </a:cubicBezTo>
                <a:close/>
                <a:moveTo>
                  <a:pt x="1752791" y="77724"/>
                </a:moveTo>
                <a:cubicBezTo>
                  <a:pt x="1753457" y="77724"/>
                  <a:pt x="1754029" y="77153"/>
                  <a:pt x="1754029" y="76486"/>
                </a:cubicBezTo>
                <a:cubicBezTo>
                  <a:pt x="1754029" y="75819"/>
                  <a:pt x="1753457" y="75248"/>
                  <a:pt x="1752791" y="75248"/>
                </a:cubicBezTo>
                <a:cubicBezTo>
                  <a:pt x="1752124" y="75248"/>
                  <a:pt x="1751552" y="75819"/>
                  <a:pt x="1751552" y="76486"/>
                </a:cubicBezTo>
                <a:cubicBezTo>
                  <a:pt x="1751552" y="77153"/>
                  <a:pt x="1752124" y="77724"/>
                  <a:pt x="1752791" y="77724"/>
                </a:cubicBezTo>
                <a:close/>
                <a:moveTo>
                  <a:pt x="1828991" y="77724"/>
                </a:moveTo>
                <a:cubicBezTo>
                  <a:pt x="1829657" y="77724"/>
                  <a:pt x="1830229" y="77153"/>
                  <a:pt x="1830229" y="76486"/>
                </a:cubicBezTo>
                <a:cubicBezTo>
                  <a:pt x="1830229" y="75819"/>
                  <a:pt x="1829657" y="75248"/>
                  <a:pt x="1828991" y="75248"/>
                </a:cubicBezTo>
                <a:cubicBezTo>
                  <a:pt x="1828324" y="75248"/>
                  <a:pt x="1827752" y="75819"/>
                  <a:pt x="1827752" y="76486"/>
                </a:cubicBezTo>
                <a:cubicBezTo>
                  <a:pt x="1827752" y="77153"/>
                  <a:pt x="1828324" y="77724"/>
                  <a:pt x="1828991" y="77724"/>
                </a:cubicBezTo>
                <a:close/>
                <a:moveTo>
                  <a:pt x="1905191" y="77724"/>
                </a:moveTo>
                <a:cubicBezTo>
                  <a:pt x="1905857" y="77724"/>
                  <a:pt x="1906429" y="77153"/>
                  <a:pt x="1906429" y="76486"/>
                </a:cubicBezTo>
                <a:cubicBezTo>
                  <a:pt x="1906429" y="75819"/>
                  <a:pt x="1905857" y="75248"/>
                  <a:pt x="1905191" y="75248"/>
                </a:cubicBezTo>
                <a:cubicBezTo>
                  <a:pt x="1904524" y="75248"/>
                  <a:pt x="1903952" y="75819"/>
                  <a:pt x="1903952" y="76486"/>
                </a:cubicBezTo>
                <a:cubicBezTo>
                  <a:pt x="1903952" y="77153"/>
                  <a:pt x="1904524" y="77724"/>
                  <a:pt x="1905191" y="77724"/>
                </a:cubicBezTo>
                <a:close/>
                <a:moveTo>
                  <a:pt x="1981391" y="77438"/>
                </a:moveTo>
                <a:cubicBezTo>
                  <a:pt x="1981962" y="77438"/>
                  <a:pt x="1982438" y="76962"/>
                  <a:pt x="1982438" y="76391"/>
                </a:cubicBezTo>
                <a:cubicBezTo>
                  <a:pt x="1982438" y="75819"/>
                  <a:pt x="1981962" y="75343"/>
                  <a:pt x="1981391" y="75343"/>
                </a:cubicBezTo>
                <a:cubicBezTo>
                  <a:pt x="1980819" y="75343"/>
                  <a:pt x="1980343" y="75819"/>
                  <a:pt x="1980343" y="76391"/>
                </a:cubicBezTo>
                <a:cubicBezTo>
                  <a:pt x="1980343" y="76962"/>
                  <a:pt x="1980819" y="77438"/>
                  <a:pt x="1981391" y="77438"/>
                </a:cubicBezTo>
                <a:close/>
                <a:moveTo>
                  <a:pt x="2057591" y="77248"/>
                </a:moveTo>
                <a:cubicBezTo>
                  <a:pt x="2058067" y="77248"/>
                  <a:pt x="2058448" y="76867"/>
                  <a:pt x="2058448" y="76391"/>
                </a:cubicBezTo>
                <a:cubicBezTo>
                  <a:pt x="2058448" y="75914"/>
                  <a:pt x="2058067" y="75533"/>
                  <a:pt x="2057591" y="75533"/>
                </a:cubicBezTo>
                <a:cubicBezTo>
                  <a:pt x="2057114" y="75533"/>
                  <a:pt x="2056733" y="75914"/>
                  <a:pt x="2056733" y="76391"/>
                </a:cubicBezTo>
                <a:cubicBezTo>
                  <a:pt x="2056733" y="76867"/>
                  <a:pt x="2057114" y="77248"/>
                  <a:pt x="2057591" y="77248"/>
                </a:cubicBezTo>
                <a:close/>
                <a:moveTo>
                  <a:pt x="2133791" y="77057"/>
                </a:moveTo>
                <a:cubicBezTo>
                  <a:pt x="2134172" y="77057"/>
                  <a:pt x="2134457" y="76772"/>
                  <a:pt x="2134457" y="76391"/>
                </a:cubicBezTo>
                <a:cubicBezTo>
                  <a:pt x="2134457" y="76010"/>
                  <a:pt x="2134172" y="75724"/>
                  <a:pt x="2133791" y="75724"/>
                </a:cubicBezTo>
                <a:cubicBezTo>
                  <a:pt x="2133410" y="75724"/>
                  <a:pt x="2133124" y="76010"/>
                  <a:pt x="2133124" y="76391"/>
                </a:cubicBezTo>
                <a:cubicBezTo>
                  <a:pt x="2133219" y="76772"/>
                  <a:pt x="2133505" y="77057"/>
                  <a:pt x="2133791" y="77057"/>
                </a:cubicBezTo>
                <a:close/>
                <a:moveTo>
                  <a:pt x="2209991" y="76867"/>
                </a:moveTo>
                <a:cubicBezTo>
                  <a:pt x="2210181" y="76867"/>
                  <a:pt x="2210372" y="76676"/>
                  <a:pt x="2210372" y="76486"/>
                </a:cubicBezTo>
                <a:cubicBezTo>
                  <a:pt x="2210372" y="76295"/>
                  <a:pt x="2210181" y="76105"/>
                  <a:pt x="2209991" y="76105"/>
                </a:cubicBezTo>
                <a:cubicBezTo>
                  <a:pt x="2209800" y="76105"/>
                  <a:pt x="2209610" y="76295"/>
                  <a:pt x="2209610" y="76486"/>
                </a:cubicBezTo>
                <a:cubicBezTo>
                  <a:pt x="2209610" y="76676"/>
                  <a:pt x="2209800" y="76867"/>
                  <a:pt x="2209991" y="76867"/>
                </a:cubicBezTo>
                <a:close/>
                <a:moveTo>
                  <a:pt x="2286191" y="76581"/>
                </a:moveTo>
                <a:cubicBezTo>
                  <a:pt x="2286286" y="76581"/>
                  <a:pt x="2286381" y="76486"/>
                  <a:pt x="2286381" y="76391"/>
                </a:cubicBezTo>
                <a:cubicBezTo>
                  <a:pt x="2286381" y="76295"/>
                  <a:pt x="2286286" y="76200"/>
                  <a:pt x="2286191" y="76200"/>
                </a:cubicBezTo>
                <a:cubicBezTo>
                  <a:pt x="2286095" y="76200"/>
                  <a:pt x="2286000" y="76295"/>
                  <a:pt x="2286000" y="76391"/>
                </a:cubicBezTo>
                <a:cubicBezTo>
                  <a:pt x="2286000" y="76486"/>
                  <a:pt x="2286095" y="76581"/>
                  <a:pt x="2286191" y="76581"/>
                </a:cubicBezTo>
                <a:close/>
                <a:moveTo>
                  <a:pt x="1066991" y="153067"/>
                </a:moveTo>
                <a:cubicBezTo>
                  <a:pt x="1067181" y="153067"/>
                  <a:pt x="1067372" y="152876"/>
                  <a:pt x="1067372" y="152686"/>
                </a:cubicBezTo>
                <a:cubicBezTo>
                  <a:pt x="1067372" y="152495"/>
                  <a:pt x="1067181" y="152305"/>
                  <a:pt x="1066991" y="152305"/>
                </a:cubicBezTo>
                <a:cubicBezTo>
                  <a:pt x="1066800" y="152305"/>
                  <a:pt x="1066610" y="152495"/>
                  <a:pt x="1066610" y="152686"/>
                </a:cubicBezTo>
                <a:cubicBezTo>
                  <a:pt x="1066610" y="152876"/>
                  <a:pt x="1066800" y="153067"/>
                  <a:pt x="1066991" y="153067"/>
                </a:cubicBezTo>
                <a:close/>
                <a:moveTo>
                  <a:pt x="1143191" y="153257"/>
                </a:moveTo>
                <a:cubicBezTo>
                  <a:pt x="1143572" y="153257"/>
                  <a:pt x="1143857" y="152972"/>
                  <a:pt x="1143857" y="152591"/>
                </a:cubicBezTo>
                <a:cubicBezTo>
                  <a:pt x="1143857" y="152210"/>
                  <a:pt x="1143572" y="151924"/>
                  <a:pt x="1143191" y="151924"/>
                </a:cubicBezTo>
                <a:cubicBezTo>
                  <a:pt x="1142810" y="151924"/>
                  <a:pt x="1142524" y="152210"/>
                  <a:pt x="1142524" y="152591"/>
                </a:cubicBezTo>
                <a:cubicBezTo>
                  <a:pt x="1142619" y="152972"/>
                  <a:pt x="1142905" y="153257"/>
                  <a:pt x="1143191" y="153257"/>
                </a:cubicBezTo>
                <a:close/>
                <a:moveTo>
                  <a:pt x="1219391" y="153638"/>
                </a:moveTo>
                <a:cubicBezTo>
                  <a:pt x="1219962" y="153638"/>
                  <a:pt x="1220438" y="153162"/>
                  <a:pt x="1220438" y="152591"/>
                </a:cubicBezTo>
                <a:cubicBezTo>
                  <a:pt x="1220438" y="152019"/>
                  <a:pt x="1219962" y="151543"/>
                  <a:pt x="1219391" y="151543"/>
                </a:cubicBezTo>
                <a:cubicBezTo>
                  <a:pt x="1218819" y="151543"/>
                  <a:pt x="1218343" y="152019"/>
                  <a:pt x="1218343" y="152591"/>
                </a:cubicBezTo>
                <a:cubicBezTo>
                  <a:pt x="1218343" y="153162"/>
                  <a:pt x="1218819" y="153638"/>
                  <a:pt x="1219391" y="153638"/>
                </a:cubicBezTo>
                <a:close/>
                <a:moveTo>
                  <a:pt x="1295591" y="154115"/>
                </a:moveTo>
                <a:cubicBezTo>
                  <a:pt x="1296448" y="154115"/>
                  <a:pt x="1297114" y="153448"/>
                  <a:pt x="1297114" y="152591"/>
                </a:cubicBezTo>
                <a:cubicBezTo>
                  <a:pt x="1297114" y="151733"/>
                  <a:pt x="1296448" y="151067"/>
                  <a:pt x="1295591" y="151067"/>
                </a:cubicBezTo>
                <a:cubicBezTo>
                  <a:pt x="1294733" y="151067"/>
                  <a:pt x="1294067" y="151733"/>
                  <a:pt x="1294067" y="152591"/>
                </a:cubicBezTo>
                <a:cubicBezTo>
                  <a:pt x="1294162" y="153448"/>
                  <a:pt x="1294829" y="154115"/>
                  <a:pt x="1295591" y="154115"/>
                </a:cubicBezTo>
                <a:close/>
                <a:moveTo>
                  <a:pt x="1371791" y="154305"/>
                </a:moveTo>
                <a:cubicBezTo>
                  <a:pt x="1372743" y="154305"/>
                  <a:pt x="1373505" y="153543"/>
                  <a:pt x="1373505" y="152591"/>
                </a:cubicBezTo>
                <a:cubicBezTo>
                  <a:pt x="1373505" y="151638"/>
                  <a:pt x="1372743" y="150876"/>
                  <a:pt x="1371791" y="150876"/>
                </a:cubicBezTo>
                <a:cubicBezTo>
                  <a:pt x="1370838" y="150876"/>
                  <a:pt x="1370076" y="151638"/>
                  <a:pt x="1370076" y="152591"/>
                </a:cubicBezTo>
                <a:cubicBezTo>
                  <a:pt x="1370076" y="153543"/>
                  <a:pt x="1370838" y="154305"/>
                  <a:pt x="1371791" y="154305"/>
                </a:cubicBezTo>
                <a:close/>
                <a:moveTo>
                  <a:pt x="1447991" y="154496"/>
                </a:moveTo>
                <a:cubicBezTo>
                  <a:pt x="1449038" y="154496"/>
                  <a:pt x="1449896" y="153638"/>
                  <a:pt x="1449896" y="152591"/>
                </a:cubicBezTo>
                <a:cubicBezTo>
                  <a:pt x="1449896" y="151543"/>
                  <a:pt x="1449038" y="150686"/>
                  <a:pt x="1447991" y="150686"/>
                </a:cubicBezTo>
                <a:cubicBezTo>
                  <a:pt x="1446943" y="150686"/>
                  <a:pt x="1446086" y="151543"/>
                  <a:pt x="1446086" y="152591"/>
                </a:cubicBezTo>
                <a:cubicBezTo>
                  <a:pt x="1446086" y="153638"/>
                  <a:pt x="1446943" y="154496"/>
                  <a:pt x="1447991" y="154496"/>
                </a:cubicBezTo>
                <a:close/>
                <a:moveTo>
                  <a:pt x="1524191" y="154686"/>
                </a:moveTo>
                <a:cubicBezTo>
                  <a:pt x="1525334" y="154686"/>
                  <a:pt x="1526286" y="153734"/>
                  <a:pt x="1526286" y="152591"/>
                </a:cubicBezTo>
                <a:cubicBezTo>
                  <a:pt x="1526286" y="151448"/>
                  <a:pt x="1525334" y="150495"/>
                  <a:pt x="1524191" y="150495"/>
                </a:cubicBezTo>
                <a:cubicBezTo>
                  <a:pt x="1523048" y="150495"/>
                  <a:pt x="1522095" y="151448"/>
                  <a:pt x="1522095" y="152591"/>
                </a:cubicBezTo>
                <a:cubicBezTo>
                  <a:pt x="1522095" y="153734"/>
                  <a:pt x="1523048" y="154686"/>
                  <a:pt x="1524191" y="154686"/>
                </a:cubicBezTo>
                <a:close/>
                <a:moveTo>
                  <a:pt x="1600391" y="154972"/>
                </a:moveTo>
                <a:cubicBezTo>
                  <a:pt x="1601629" y="154972"/>
                  <a:pt x="1602677" y="153924"/>
                  <a:pt x="1602677" y="152686"/>
                </a:cubicBezTo>
                <a:cubicBezTo>
                  <a:pt x="1602677" y="151448"/>
                  <a:pt x="1601629" y="150400"/>
                  <a:pt x="1600391" y="150400"/>
                </a:cubicBezTo>
                <a:cubicBezTo>
                  <a:pt x="1599152" y="150400"/>
                  <a:pt x="1598105" y="151448"/>
                  <a:pt x="1598105" y="152686"/>
                </a:cubicBezTo>
                <a:cubicBezTo>
                  <a:pt x="1598105" y="153924"/>
                  <a:pt x="1599152" y="154972"/>
                  <a:pt x="1600391" y="154972"/>
                </a:cubicBezTo>
                <a:close/>
                <a:moveTo>
                  <a:pt x="1676591" y="154972"/>
                </a:moveTo>
                <a:cubicBezTo>
                  <a:pt x="1677829" y="154972"/>
                  <a:pt x="1678877" y="153924"/>
                  <a:pt x="1678877" y="152686"/>
                </a:cubicBezTo>
                <a:cubicBezTo>
                  <a:pt x="1678877" y="151448"/>
                  <a:pt x="1677829" y="150400"/>
                  <a:pt x="1676591" y="150400"/>
                </a:cubicBezTo>
                <a:cubicBezTo>
                  <a:pt x="1675352" y="150400"/>
                  <a:pt x="1674305" y="151448"/>
                  <a:pt x="1674305" y="152686"/>
                </a:cubicBezTo>
                <a:cubicBezTo>
                  <a:pt x="1674305" y="153924"/>
                  <a:pt x="1675352" y="154972"/>
                  <a:pt x="1676591" y="154972"/>
                </a:cubicBezTo>
                <a:close/>
                <a:moveTo>
                  <a:pt x="1752791" y="155162"/>
                </a:moveTo>
                <a:cubicBezTo>
                  <a:pt x="1754219" y="155162"/>
                  <a:pt x="1755362" y="154019"/>
                  <a:pt x="1755362" y="152591"/>
                </a:cubicBezTo>
                <a:cubicBezTo>
                  <a:pt x="1755362" y="151162"/>
                  <a:pt x="1754219" y="150019"/>
                  <a:pt x="1752791" y="150019"/>
                </a:cubicBezTo>
                <a:cubicBezTo>
                  <a:pt x="1751362" y="150019"/>
                  <a:pt x="1750219" y="151162"/>
                  <a:pt x="1750219" y="152591"/>
                </a:cubicBezTo>
                <a:cubicBezTo>
                  <a:pt x="1750314" y="154019"/>
                  <a:pt x="1751457" y="155162"/>
                  <a:pt x="1752791" y="155162"/>
                </a:cubicBezTo>
                <a:close/>
                <a:moveTo>
                  <a:pt x="1828991" y="154972"/>
                </a:moveTo>
                <a:cubicBezTo>
                  <a:pt x="1830229" y="154972"/>
                  <a:pt x="1831277" y="153924"/>
                  <a:pt x="1831277" y="152686"/>
                </a:cubicBezTo>
                <a:cubicBezTo>
                  <a:pt x="1831277" y="151448"/>
                  <a:pt x="1830229" y="150400"/>
                  <a:pt x="1828991" y="150400"/>
                </a:cubicBezTo>
                <a:cubicBezTo>
                  <a:pt x="1827752" y="150400"/>
                  <a:pt x="1826705" y="151448"/>
                  <a:pt x="1826705" y="152686"/>
                </a:cubicBezTo>
                <a:cubicBezTo>
                  <a:pt x="1826705" y="153924"/>
                  <a:pt x="1827752" y="154972"/>
                  <a:pt x="1828991" y="154972"/>
                </a:cubicBezTo>
                <a:close/>
                <a:moveTo>
                  <a:pt x="1905191" y="154972"/>
                </a:moveTo>
                <a:cubicBezTo>
                  <a:pt x="1906429" y="154972"/>
                  <a:pt x="1907477" y="153924"/>
                  <a:pt x="1907477" y="152686"/>
                </a:cubicBezTo>
                <a:cubicBezTo>
                  <a:pt x="1907477" y="151448"/>
                  <a:pt x="1906429" y="150400"/>
                  <a:pt x="1905191" y="150400"/>
                </a:cubicBezTo>
                <a:cubicBezTo>
                  <a:pt x="1903952" y="150400"/>
                  <a:pt x="1902905" y="151448"/>
                  <a:pt x="1902905" y="152686"/>
                </a:cubicBezTo>
                <a:cubicBezTo>
                  <a:pt x="1902905" y="153924"/>
                  <a:pt x="1903952" y="154972"/>
                  <a:pt x="1905191" y="154972"/>
                </a:cubicBezTo>
                <a:close/>
                <a:moveTo>
                  <a:pt x="1981391" y="154686"/>
                </a:moveTo>
                <a:cubicBezTo>
                  <a:pt x="1982534" y="154686"/>
                  <a:pt x="1983486" y="153734"/>
                  <a:pt x="1983486" y="152591"/>
                </a:cubicBezTo>
                <a:cubicBezTo>
                  <a:pt x="1983486" y="151448"/>
                  <a:pt x="1982534" y="150495"/>
                  <a:pt x="1981391" y="150495"/>
                </a:cubicBezTo>
                <a:cubicBezTo>
                  <a:pt x="1980248" y="150495"/>
                  <a:pt x="1979295" y="151448"/>
                  <a:pt x="1979295" y="152591"/>
                </a:cubicBezTo>
                <a:cubicBezTo>
                  <a:pt x="1979295" y="153734"/>
                  <a:pt x="1980248" y="154686"/>
                  <a:pt x="1981391" y="154686"/>
                </a:cubicBezTo>
                <a:close/>
                <a:moveTo>
                  <a:pt x="2057591" y="154686"/>
                </a:moveTo>
                <a:cubicBezTo>
                  <a:pt x="2058734" y="154686"/>
                  <a:pt x="2059686" y="153734"/>
                  <a:pt x="2059686" y="152591"/>
                </a:cubicBezTo>
                <a:cubicBezTo>
                  <a:pt x="2059686" y="151448"/>
                  <a:pt x="2058734" y="150495"/>
                  <a:pt x="2057591" y="150495"/>
                </a:cubicBezTo>
                <a:cubicBezTo>
                  <a:pt x="2056448" y="150495"/>
                  <a:pt x="2055495" y="151448"/>
                  <a:pt x="2055495" y="152591"/>
                </a:cubicBezTo>
                <a:cubicBezTo>
                  <a:pt x="2055495" y="153734"/>
                  <a:pt x="2056448" y="154686"/>
                  <a:pt x="2057591" y="154686"/>
                </a:cubicBezTo>
                <a:close/>
                <a:moveTo>
                  <a:pt x="2133791" y="154496"/>
                </a:moveTo>
                <a:cubicBezTo>
                  <a:pt x="2134838" y="154496"/>
                  <a:pt x="2135696" y="153638"/>
                  <a:pt x="2135696" y="152591"/>
                </a:cubicBezTo>
                <a:cubicBezTo>
                  <a:pt x="2135696" y="151543"/>
                  <a:pt x="2134838" y="150686"/>
                  <a:pt x="2133791" y="150686"/>
                </a:cubicBezTo>
                <a:cubicBezTo>
                  <a:pt x="2132743" y="150686"/>
                  <a:pt x="2131886" y="151543"/>
                  <a:pt x="2131886" y="152591"/>
                </a:cubicBezTo>
                <a:cubicBezTo>
                  <a:pt x="2131886" y="153638"/>
                  <a:pt x="2132743" y="154496"/>
                  <a:pt x="2133791" y="154496"/>
                </a:cubicBezTo>
                <a:close/>
                <a:moveTo>
                  <a:pt x="2209991" y="154115"/>
                </a:moveTo>
                <a:cubicBezTo>
                  <a:pt x="2210848" y="154115"/>
                  <a:pt x="2211515" y="153448"/>
                  <a:pt x="2211515" y="152591"/>
                </a:cubicBezTo>
                <a:cubicBezTo>
                  <a:pt x="2211515" y="151733"/>
                  <a:pt x="2210848" y="151067"/>
                  <a:pt x="2209991" y="151067"/>
                </a:cubicBezTo>
                <a:cubicBezTo>
                  <a:pt x="2209133" y="151067"/>
                  <a:pt x="2208467" y="151733"/>
                  <a:pt x="2208467" y="152591"/>
                </a:cubicBezTo>
                <a:cubicBezTo>
                  <a:pt x="2208562" y="153448"/>
                  <a:pt x="2209229" y="154115"/>
                  <a:pt x="2209991" y="154115"/>
                </a:cubicBezTo>
                <a:close/>
                <a:moveTo>
                  <a:pt x="2286191" y="153638"/>
                </a:moveTo>
                <a:cubicBezTo>
                  <a:pt x="2286762" y="153638"/>
                  <a:pt x="2287238" y="153162"/>
                  <a:pt x="2287238" y="152591"/>
                </a:cubicBezTo>
                <a:cubicBezTo>
                  <a:pt x="2287238" y="152019"/>
                  <a:pt x="2286762" y="151543"/>
                  <a:pt x="2286191" y="151543"/>
                </a:cubicBezTo>
                <a:cubicBezTo>
                  <a:pt x="2285619" y="151543"/>
                  <a:pt x="2285143" y="152019"/>
                  <a:pt x="2285143" y="152591"/>
                </a:cubicBezTo>
                <a:cubicBezTo>
                  <a:pt x="2285143" y="153162"/>
                  <a:pt x="2285619" y="153638"/>
                  <a:pt x="2286191" y="153638"/>
                </a:cubicBezTo>
                <a:close/>
                <a:moveTo>
                  <a:pt x="2362391" y="153448"/>
                </a:moveTo>
                <a:cubicBezTo>
                  <a:pt x="2362867" y="153448"/>
                  <a:pt x="2363248" y="153067"/>
                  <a:pt x="2363248" y="152591"/>
                </a:cubicBezTo>
                <a:cubicBezTo>
                  <a:pt x="2363248" y="152114"/>
                  <a:pt x="2362867" y="151733"/>
                  <a:pt x="2362391" y="151733"/>
                </a:cubicBezTo>
                <a:cubicBezTo>
                  <a:pt x="2361914" y="151733"/>
                  <a:pt x="2361533" y="152114"/>
                  <a:pt x="2361533" y="152591"/>
                </a:cubicBezTo>
                <a:cubicBezTo>
                  <a:pt x="2361533" y="153067"/>
                  <a:pt x="2361914" y="153448"/>
                  <a:pt x="2362391" y="153448"/>
                </a:cubicBezTo>
                <a:close/>
                <a:moveTo>
                  <a:pt x="2438591" y="153067"/>
                </a:moveTo>
                <a:cubicBezTo>
                  <a:pt x="2438781" y="153067"/>
                  <a:pt x="2438972" y="152876"/>
                  <a:pt x="2438972" y="152686"/>
                </a:cubicBezTo>
                <a:cubicBezTo>
                  <a:pt x="2438972" y="152495"/>
                  <a:pt x="2438781" y="152305"/>
                  <a:pt x="2438591" y="152305"/>
                </a:cubicBezTo>
                <a:cubicBezTo>
                  <a:pt x="2438400" y="152305"/>
                  <a:pt x="2438210" y="152495"/>
                  <a:pt x="2438210" y="152686"/>
                </a:cubicBezTo>
                <a:cubicBezTo>
                  <a:pt x="2438210" y="152876"/>
                  <a:pt x="2438400" y="153067"/>
                  <a:pt x="2438591" y="153067"/>
                </a:cubicBezTo>
                <a:close/>
                <a:moveTo>
                  <a:pt x="914590" y="229267"/>
                </a:moveTo>
                <a:cubicBezTo>
                  <a:pt x="914781" y="229267"/>
                  <a:pt x="914972" y="229076"/>
                  <a:pt x="914972" y="228886"/>
                </a:cubicBezTo>
                <a:cubicBezTo>
                  <a:pt x="914972" y="228695"/>
                  <a:pt x="914781" y="228505"/>
                  <a:pt x="914590" y="228505"/>
                </a:cubicBezTo>
                <a:cubicBezTo>
                  <a:pt x="914400" y="228505"/>
                  <a:pt x="914210" y="228695"/>
                  <a:pt x="914210" y="228886"/>
                </a:cubicBezTo>
                <a:cubicBezTo>
                  <a:pt x="914210" y="229076"/>
                  <a:pt x="914400" y="229267"/>
                  <a:pt x="914590" y="229267"/>
                </a:cubicBezTo>
                <a:close/>
                <a:moveTo>
                  <a:pt x="990790" y="229648"/>
                </a:moveTo>
                <a:cubicBezTo>
                  <a:pt x="991267" y="229648"/>
                  <a:pt x="991648" y="229267"/>
                  <a:pt x="991648" y="228791"/>
                </a:cubicBezTo>
                <a:cubicBezTo>
                  <a:pt x="991648" y="228314"/>
                  <a:pt x="991267" y="227933"/>
                  <a:pt x="990790" y="227933"/>
                </a:cubicBezTo>
                <a:cubicBezTo>
                  <a:pt x="990314" y="227933"/>
                  <a:pt x="989933" y="228314"/>
                  <a:pt x="989933" y="228791"/>
                </a:cubicBezTo>
                <a:cubicBezTo>
                  <a:pt x="989933" y="229267"/>
                  <a:pt x="990314" y="229648"/>
                  <a:pt x="990790" y="229648"/>
                </a:cubicBezTo>
                <a:close/>
                <a:moveTo>
                  <a:pt x="1066991" y="230124"/>
                </a:moveTo>
                <a:cubicBezTo>
                  <a:pt x="1067657" y="230124"/>
                  <a:pt x="1068229" y="229553"/>
                  <a:pt x="1068229" y="228886"/>
                </a:cubicBezTo>
                <a:cubicBezTo>
                  <a:pt x="1068229" y="228219"/>
                  <a:pt x="1067657" y="227648"/>
                  <a:pt x="1066991" y="227648"/>
                </a:cubicBezTo>
                <a:cubicBezTo>
                  <a:pt x="1066324" y="227648"/>
                  <a:pt x="1065752" y="228219"/>
                  <a:pt x="1065752" y="228886"/>
                </a:cubicBezTo>
                <a:cubicBezTo>
                  <a:pt x="1065752" y="229553"/>
                  <a:pt x="1066324" y="230124"/>
                  <a:pt x="1066991" y="230124"/>
                </a:cubicBezTo>
                <a:close/>
                <a:moveTo>
                  <a:pt x="1143191" y="230696"/>
                </a:moveTo>
                <a:cubicBezTo>
                  <a:pt x="1144238" y="230696"/>
                  <a:pt x="1145096" y="229838"/>
                  <a:pt x="1145096" y="228791"/>
                </a:cubicBezTo>
                <a:cubicBezTo>
                  <a:pt x="1145096" y="227743"/>
                  <a:pt x="1144238" y="226886"/>
                  <a:pt x="1143191" y="226886"/>
                </a:cubicBezTo>
                <a:cubicBezTo>
                  <a:pt x="1142143" y="226886"/>
                  <a:pt x="1141286" y="227743"/>
                  <a:pt x="1141286" y="228791"/>
                </a:cubicBezTo>
                <a:cubicBezTo>
                  <a:pt x="1141286" y="229838"/>
                  <a:pt x="1142143" y="230696"/>
                  <a:pt x="1143191" y="230696"/>
                </a:cubicBezTo>
                <a:close/>
                <a:moveTo>
                  <a:pt x="1219391" y="230886"/>
                </a:moveTo>
                <a:cubicBezTo>
                  <a:pt x="1220534" y="230886"/>
                  <a:pt x="1221486" y="229934"/>
                  <a:pt x="1221486" y="228791"/>
                </a:cubicBezTo>
                <a:cubicBezTo>
                  <a:pt x="1221486" y="227648"/>
                  <a:pt x="1220534" y="226695"/>
                  <a:pt x="1219391" y="226695"/>
                </a:cubicBezTo>
                <a:cubicBezTo>
                  <a:pt x="1218248" y="226695"/>
                  <a:pt x="1217295" y="227648"/>
                  <a:pt x="1217295" y="228791"/>
                </a:cubicBezTo>
                <a:cubicBezTo>
                  <a:pt x="1217295" y="229934"/>
                  <a:pt x="1218248" y="230886"/>
                  <a:pt x="1219391" y="230886"/>
                </a:cubicBezTo>
                <a:close/>
                <a:moveTo>
                  <a:pt x="1295591" y="231362"/>
                </a:moveTo>
                <a:cubicBezTo>
                  <a:pt x="1297019" y="231362"/>
                  <a:pt x="1298162" y="230219"/>
                  <a:pt x="1298162" y="228791"/>
                </a:cubicBezTo>
                <a:cubicBezTo>
                  <a:pt x="1298162" y="227362"/>
                  <a:pt x="1297019" y="226219"/>
                  <a:pt x="1295591" y="226219"/>
                </a:cubicBezTo>
                <a:cubicBezTo>
                  <a:pt x="1294162" y="226219"/>
                  <a:pt x="1293019" y="227362"/>
                  <a:pt x="1293019" y="228791"/>
                </a:cubicBezTo>
                <a:cubicBezTo>
                  <a:pt x="1293114" y="230219"/>
                  <a:pt x="1294257" y="231362"/>
                  <a:pt x="1295591" y="231362"/>
                </a:cubicBezTo>
                <a:close/>
                <a:moveTo>
                  <a:pt x="1371791" y="231743"/>
                </a:moveTo>
                <a:cubicBezTo>
                  <a:pt x="1373410" y="231743"/>
                  <a:pt x="1374743" y="230410"/>
                  <a:pt x="1374743" y="228791"/>
                </a:cubicBezTo>
                <a:cubicBezTo>
                  <a:pt x="1374743" y="227171"/>
                  <a:pt x="1373410" y="225838"/>
                  <a:pt x="1371791" y="225838"/>
                </a:cubicBezTo>
                <a:cubicBezTo>
                  <a:pt x="1370171" y="225838"/>
                  <a:pt x="1368838" y="227171"/>
                  <a:pt x="1368838" y="228791"/>
                </a:cubicBezTo>
                <a:cubicBezTo>
                  <a:pt x="1368838" y="230410"/>
                  <a:pt x="1370171" y="231743"/>
                  <a:pt x="1371791" y="231743"/>
                </a:cubicBezTo>
                <a:close/>
                <a:moveTo>
                  <a:pt x="1447991" y="231934"/>
                </a:moveTo>
                <a:cubicBezTo>
                  <a:pt x="1449705" y="231934"/>
                  <a:pt x="1451134" y="230505"/>
                  <a:pt x="1451134" y="228791"/>
                </a:cubicBezTo>
                <a:cubicBezTo>
                  <a:pt x="1451134" y="227076"/>
                  <a:pt x="1449705" y="225647"/>
                  <a:pt x="1447991" y="225647"/>
                </a:cubicBezTo>
                <a:cubicBezTo>
                  <a:pt x="1446276" y="225647"/>
                  <a:pt x="1444847" y="227076"/>
                  <a:pt x="1444847" y="228791"/>
                </a:cubicBezTo>
                <a:cubicBezTo>
                  <a:pt x="1444847" y="230505"/>
                  <a:pt x="1446276" y="231934"/>
                  <a:pt x="1447991" y="231934"/>
                </a:cubicBezTo>
                <a:close/>
                <a:moveTo>
                  <a:pt x="1524191" y="232219"/>
                </a:moveTo>
                <a:cubicBezTo>
                  <a:pt x="1526096" y="232219"/>
                  <a:pt x="1527524" y="230696"/>
                  <a:pt x="1527524" y="228886"/>
                </a:cubicBezTo>
                <a:cubicBezTo>
                  <a:pt x="1527524" y="226981"/>
                  <a:pt x="1526000" y="225552"/>
                  <a:pt x="1524191" y="225552"/>
                </a:cubicBezTo>
                <a:cubicBezTo>
                  <a:pt x="1522381" y="225552"/>
                  <a:pt x="1520857" y="227076"/>
                  <a:pt x="1520857" y="228886"/>
                </a:cubicBezTo>
                <a:cubicBezTo>
                  <a:pt x="1520857" y="230696"/>
                  <a:pt x="1522381" y="232219"/>
                  <a:pt x="1524191" y="232219"/>
                </a:cubicBezTo>
                <a:close/>
                <a:moveTo>
                  <a:pt x="1600391" y="232410"/>
                </a:moveTo>
                <a:cubicBezTo>
                  <a:pt x="1602391" y="232410"/>
                  <a:pt x="1604010" y="230791"/>
                  <a:pt x="1604010" y="228791"/>
                </a:cubicBezTo>
                <a:cubicBezTo>
                  <a:pt x="1604010" y="226790"/>
                  <a:pt x="1602391" y="225171"/>
                  <a:pt x="1600391" y="225171"/>
                </a:cubicBezTo>
                <a:cubicBezTo>
                  <a:pt x="1598390" y="225171"/>
                  <a:pt x="1596771" y="226790"/>
                  <a:pt x="1596771" y="228791"/>
                </a:cubicBezTo>
                <a:cubicBezTo>
                  <a:pt x="1596771" y="230791"/>
                  <a:pt x="1598390" y="232410"/>
                  <a:pt x="1600391" y="232410"/>
                </a:cubicBezTo>
                <a:close/>
                <a:moveTo>
                  <a:pt x="1676591" y="232410"/>
                </a:moveTo>
                <a:cubicBezTo>
                  <a:pt x="1678591" y="232410"/>
                  <a:pt x="1680210" y="230791"/>
                  <a:pt x="1680210" y="228791"/>
                </a:cubicBezTo>
                <a:cubicBezTo>
                  <a:pt x="1680210" y="226790"/>
                  <a:pt x="1678591" y="225171"/>
                  <a:pt x="1676591" y="225171"/>
                </a:cubicBezTo>
                <a:cubicBezTo>
                  <a:pt x="1674590" y="225171"/>
                  <a:pt x="1672971" y="226790"/>
                  <a:pt x="1672971" y="228791"/>
                </a:cubicBezTo>
                <a:cubicBezTo>
                  <a:pt x="1672971" y="230791"/>
                  <a:pt x="1674590" y="232410"/>
                  <a:pt x="1676591" y="232410"/>
                </a:cubicBezTo>
                <a:close/>
                <a:moveTo>
                  <a:pt x="1752791" y="232410"/>
                </a:moveTo>
                <a:cubicBezTo>
                  <a:pt x="1754791" y="232410"/>
                  <a:pt x="1756410" y="230791"/>
                  <a:pt x="1756410" y="228791"/>
                </a:cubicBezTo>
                <a:cubicBezTo>
                  <a:pt x="1756410" y="226790"/>
                  <a:pt x="1754791" y="225171"/>
                  <a:pt x="1752791" y="225171"/>
                </a:cubicBezTo>
                <a:cubicBezTo>
                  <a:pt x="1750790" y="225171"/>
                  <a:pt x="1749171" y="226790"/>
                  <a:pt x="1749171" y="228791"/>
                </a:cubicBezTo>
                <a:cubicBezTo>
                  <a:pt x="1749171" y="230791"/>
                  <a:pt x="1750790" y="232410"/>
                  <a:pt x="1752791" y="232410"/>
                </a:cubicBezTo>
                <a:close/>
                <a:moveTo>
                  <a:pt x="1828991" y="232410"/>
                </a:moveTo>
                <a:cubicBezTo>
                  <a:pt x="1830991" y="232410"/>
                  <a:pt x="1832610" y="230791"/>
                  <a:pt x="1832610" y="228791"/>
                </a:cubicBezTo>
                <a:cubicBezTo>
                  <a:pt x="1832610" y="226790"/>
                  <a:pt x="1830991" y="225171"/>
                  <a:pt x="1828991" y="225171"/>
                </a:cubicBezTo>
                <a:cubicBezTo>
                  <a:pt x="1826990" y="225171"/>
                  <a:pt x="1825371" y="226790"/>
                  <a:pt x="1825371" y="228791"/>
                </a:cubicBezTo>
                <a:cubicBezTo>
                  <a:pt x="1825371" y="230791"/>
                  <a:pt x="1826990" y="232410"/>
                  <a:pt x="1828991" y="232410"/>
                </a:cubicBezTo>
                <a:close/>
                <a:moveTo>
                  <a:pt x="1905191" y="232410"/>
                </a:moveTo>
                <a:cubicBezTo>
                  <a:pt x="1907191" y="232410"/>
                  <a:pt x="1908810" y="230791"/>
                  <a:pt x="1908810" y="228791"/>
                </a:cubicBezTo>
                <a:cubicBezTo>
                  <a:pt x="1908810" y="226790"/>
                  <a:pt x="1907191" y="225171"/>
                  <a:pt x="1905191" y="225171"/>
                </a:cubicBezTo>
                <a:cubicBezTo>
                  <a:pt x="1903190" y="225171"/>
                  <a:pt x="1901571" y="226790"/>
                  <a:pt x="1901571" y="228791"/>
                </a:cubicBezTo>
                <a:cubicBezTo>
                  <a:pt x="1901571" y="230791"/>
                  <a:pt x="1903190" y="232410"/>
                  <a:pt x="1905191" y="232410"/>
                </a:cubicBezTo>
                <a:close/>
                <a:moveTo>
                  <a:pt x="1981391" y="232219"/>
                </a:moveTo>
                <a:cubicBezTo>
                  <a:pt x="1983296" y="232219"/>
                  <a:pt x="1984724" y="230696"/>
                  <a:pt x="1984724" y="228886"/>
                </a:cubicBezTo>
                <a:cubicBezTo>
                  <a:pt x="1984724" y="226981"/>
                  <a:pt x="1983200" y="225552"/>
                  <a:pt x="1981391" y="225552"/>
                </a:cubicBezTo>
                <a:cubicBezTo>
                  <a:pt x="1979581" y="225552"/>
                  <a:pt x="1978057" y="227076"/>
                  <a:pt x="1978057" y="228886"/>
                </a:cubicBezTo>
                <a:cubicBezTo>
                  <a:pt x="1978057" y="230696"/>
                  <a:pt x="1979581" y="232219"/>
                  <a:pt x="1981391" y="232219"/>
                </a:cubicBezTo>
                <a:close/>
                <a:moveTo>
                  <a:pt x="2057591" y="231934"/>
                </a:moveTo>
                <a:cubicBezTo>
                  <a:pt x="2059305" y="231934"/>
                  <a:pt x="2060734" y="230505"/>
                  <a:pt x="2060734" y="228791"/>
                </a:cubicBezTo>
                <a:cubicBezTo>
                  <a:pt x="2060734" y="227076"/>
                  <a:pt x="2059305" y="225647"/>
                  <a:pt x="2057591" y="225647"/>
                </a:cubicBezTo>
                <a:cubicBezTo>
                  <a:pt x="2055876" y="225647"/>
                  <a:pt x="2054447" y="227076"/>
                  <a:pt x="2054447" y="228791"/>
                </a:cubicBezTo>
                <a:cubicBezTo>
                  <a:pt x="2054447" y="230505"/>
                  <a:pt x="2055876" y="231934"/>
                  <a:pt x="2057591" y="231934"/>
                </a:cubicBezTo>
                <a:close/>
                <a:moveTo>
                  <a:pt x="2133791" y="231743"/>
                </a:moveTo>
                <a:cubicBezTo>
                  <a:pt x="2135410" y="231743"/>
                  <a:pt x="2136743" y="230410"/>
                  <a:pt x="2136743" y="228791"/>
                </a:cubicBezTo>
                <a:cubicBezTo>
                  <a:pt x="2136743" y="227171"/>
                  <a:pt x="2135410" y="225838"/>
                  <a:pt x="2133791" y="225838"/>
                </a:cubicBezTo>
                <a:cubicBezTo>
                  <a:pt x="2132171" y="225838"/>
                  <a:pt x="2130838" y="227171"/>
                  <a:pt x="2130838" y="228791"/>
                </a:cubicBezTo>
                <a:cubicBezTo>
                  <a:pt x="2130838" y="230410"/>
                  <a:pt x="2132171" y="231743"/>
                  <a:pt x="2133791" y="231743"/>
                </a:cubicBezTo>
                <a:close/>
                <a:moveTo>
                  <a:pt x="2209991" y="231362"/>
                </a:moveTo>
                <a:cubicBezTo>
                  <a:pt x="2211419" y="231362"/>
                  <a:pt x="2212562" y="230219"/>
                  <a:pt x="2212562" y="228791"/>
                </a:cubicBezTo>
                <a:cubicBezTo>
                  <a:pt x="2212562" y="227362"/>
                  <a:pt x="2211419" y="226219"/>
                  <a:pt x="2209991" y="226219"/>
                </a:cubicBezTo>
                <a:cubicBezTo>
                  <a:pt x="2208562" y="226219"/>
                  <a:pt x="2207419" y="227362"/>
                  <a:pt x="2207419" y="228791"/>
                </a:cubicBezTo>
                <a:cubicBezTo>
                  <a:pt x="2207514" y="230219"/>
                  <a:pt x="2208657" y="231362"/>
                  <a:pt x="2209991" y="231362"/>
                </a:cubicBezTo>
                <a:close/>
                <a:moveTo>
                  <a:pt x="2286191" y="231172"/>
                </a:moveTo>
                <a:cubicBezTo>
                  <a:pt x="2287429" y="231172"/>
                  <a:pt x="2288477" y="230124"/>
                  <a:pt x="2288477" y="228886"/>
                </a:cubicBezTo>
                <a:cubicBezTo>
                  <a:pt x="2288477" y="227648"/>
                  <a:pt x="2287429" y="226600"/>
                  <a:pt x="2286191" y="226600"/>
                </a:cubicBezTo>
                <a:cubicBezTo>
                  <a:pt x="2284952" y="226600"/>
                  <a:pt x="2283905" y="227648"/>
                  <a:pt x="2283905" y="228886"/>
                </a:cubicBezTo>
                <a:cubicBezTo>
                  <a:pt x="2283905" y="230124"/>
                  <a:pt x="2284952" y="231172"/>
                  <a:pt x="2286191" y="231172"/>
                </a:cubicBezTo>
                <a:close/>
                <a:moveTo>
                  <a:pt x="2362391" y="230696"/>
                </a:moveTo>
                <a:cubicBezTo>
                  <a:pt x="2363438" y="230696"/>
                  <a:pt x="2364296" y="229838"/>
                  <a:pt x="2364296" y="228791"/>
                </a:cubicBezTo>
                <a:cubicBezTo>
                  <a:pt x="2364296" y="227743"/>
                  <a:pt x="2363438" y="226886"/>
                  <a:pt x="2362391" y="226886"/>
                </a:cubicBezTo>
                <a:cubicBezTo>
                  <a:pt x="2361343" y="226886"/>
                  <a:pt x="2360486" y="227743"/>
                  <a:pt x="2360486" y="228791"/>
                </a:cubicBezTo>
                <a:cubicBezTo>
                  <a:pt x="2360486" y="229838"/>
                  <a:pt x="2361343" y="230696"/>
                  <a:pt x="2362391" y="230696"/>
                </a:cubicBezTo>
                <a:close/>
                <a:moveTo>
                  <a:pt x="2438591" y="230315"/>
                </a:moveTo>
                <a:cubicBezTo>
                  <a:pt x="2439448" y="230315"/>
                  <a:pt x="2440115" y="229648"/>
                  <a:pt x="2440115" y="228791"/>
                </a:cubicBezTo>
                <a:cubicBezTo>
                  <a:pt x="2440115" y="227933"/>
                  <a:pt x="2439448" y="227267"/>
                  <a:pt x="2438591" y="227267"/>
                </a:cubicBezTo>
                <a:cubicBezTo>
                  <a:pt x="2437733" y="227267"/>
                  <a:pt x="2437067" y="227933"/>
                  <a:pt x="2437067" y="228791"/>
                </a:cubicBezTo>
                <a:cubicBezTo>
                  <a:pt x="2437067" y="229648"/>
                  <a:pt x="2437829" y="230315"/>
                  <a:pt x="2438591" y="230315"/>
                </a:cubicBezTo>
                <a:close/>
                <a:moveTo>
                  <a:pt x="2514791" y="229648"/>
                </a:moveTo>
                <a:cubicBezTo>
                  <a:pt x="2515267" y="229648"/>
                  <a:pt x="2515648" y="229267"/>
                  <a:pt x="2515648" y="228791"/>
                </a:cubicBezTo>
                <a:cubicBezTo>
                  <a:pt x="2515648" y="228314"/>
                  <a:pt x="2515267" y="227933"/>
                  <a:pt x="2514791" y="227933"/>
                </a:cubicBezTo>
                <a:cubicBezTo>
                  <a:pt x="2514314" y="227933"/>
                  <a:pt x="2513933" y="228314"/>
                  <a:pt x="2513933" y="228791"/>
                </a:cubicBezTo>
                <a:cubicBezTo>
                  <a:pt x="2513933" y="229267"/>
                  <a:pt x="2514314" y="229648"/>
                  <a:pt x="2514791" y="229648"/>
                </a:cubicBezTo>
                <a:close/>
                <a:moveTo>
                  <a:pt x="2590991" y="229267"/>
                </a:moveTo>
                <a:cubicBezTo>
                  <a:pt x="2591181" y="229267"/>
                  <a:pt x="2591372" y="229076"/>
                  <a:pt x="2591372" y="228886"/>
                </a:cubicBezTo>
                <a:cubicBezTo>
                  <a:pt x="2591372" y="228695"/>
                  <a:pt x="2591181" y="228505"/>
                  <a:pt x="2590991" y="228505"/>
                </a:cubicBezTo>
                <a:cubicBezTo>
                  <a:pt x="2590800" y="228505"/>
                  <a:pt x="2590610" y="228695"/>
                  <a:pt x="2590610" y="228886"/>
                </a:cubicBezTo>
                <a:cubicBezTo>
                  <a:pt x="2590610" y="229076"/>
                  <a:pt x="2590800" y="229267"/>
                  <a:pt x="2590991" y="229267"/>
                </a:cubicBezTo>
                <a:close/>
                <a:moveTo>
                  <a:pt x="762190" y="305181"/>
                </a:moveTo>
                <a:cubicBezTo>
                  <a:pt x="762286" y="305181"/>
                  <a:pt x="762381" y="305086"/>
                  <a:pt x="762381" y="304991"/>
                </a:cubicBezTo>
                <a:cubicBezTo>
                  <a:pt x="762381" y="304895"/>
                  <a:pt x="762286" y="304800"/>
                  <a:pt x="762190" y="304800"/>
                </a:cubicBezTo>
                <a:cubicBezTo>
                  <a:pt x="762095" y="304800"/>
                  <a:pt x="762000" y="304895"/>
                  <a:pt x="762000" y="304991"/>
                </a:cubicBezTo>
                <a:cubicBezTo>
                  <a:pt x="762000" y="305086"/>
                  <a:pt x="762095" y="305181"/>
                  <a:pt x="762190" y="305181"/>
                </a:cubicBezTo>
                <a:close/>
                <a:moveTo>
                  <a:pt x="838390" y="305657"/>
                </a:moveTo>
                <a:cubicBezTo>
                  <a:pt x="838772" y="305657"/>
                  <a:pt x="839057" y="305372"/>
                  <a:pt x="839057" y="304991"/>
                </a:cubicBezTo>
                <a:cubicBezTo>
                  <a:pt x="839057" y="304610"/>
                  <a:pt x="838772" y="304324"/>
                  <a:pt x="838390" y="304324"/>
                </a:cubicBezTo>
                <a:cubicBezTo>
                  <a:pt x="838010" y="304324"/>
                  <a:pt x="837724" y="304610"/>
                  <a:pt x="837724" y="304991"/>
                </a:cubicBezTo>
                <a:cubicBezTo>
                  <a:pt x="837819" y="305372"/>
                  <a:pt x="838105" y="305657"/>
                  <a:pt x="838390" y="305657"/>
                </a:cubicBezTo>
                <a:close/>
                <a:moveTo>
                  <a:pt x="914590" y="306324"/>
                </a:moveTo>
                <a:cubicBezTo>
                  <a:pt x="915257" y="306324"/>
                  <a:pt x="915829" y="305753"/>
                  <a:pt x="915829" y="305086"/>
                </a:cubicBezTo>
                <a:cubicBezTo>
                  <a:pt x="915829" y="304419"/>
                  <a:pt x="915257" y="303848"/>
                  <a:pt x="914590" y="303848"/>
                </a:cubicBezTo>
                <a:cubicBezTo>
                  <a:pt x="913924" y="303848"/>
                  <a:pt x="913352" y="304419"/>
                  <a:pt x="913352" y="305086"/>
                </a:cubicBezTo>
                <a:cubicBezTo>
                  <a:pt x="913352" y="305753"/>
                  <a:pt x="913924" y="306324"/>
                  <a:pt x="914590" y="306324"/>
                </a:cubicBezTo>
                <a:close/>
                <a:moveTo>
                  <a:pt x="990790" y="306896"/>
                </a:moveTo>
                <a:cubicBezTo>
                  <a:pt x="991838" y="306896"/>
                  <a:pt x="992696" y="306038"/>
                  <a:pt x="992696" y="304991"/>
                </a:cubicBezTo>
                <a:cubicBezTo>
                  <a:pt x="992696" y="303943"/>
                  <a:pt x="991838" y="303086"/>
                  <a:pt x="990790" y="303086"/>
                </a:cubicBezTo>
                <a:cubicBezTo>
                  <a:pt x="989743" y="303086"/>
                  <a:pt x="988886" y="303943"/>
                  <a:pt x="988886" y="304991"/>
                </a:cubicBezTo>
                <a:cubicBezTo>
                  <a:pt x="988886" y="306038"/>
                  <a:pt x="989743" y="306896"/>
                  <a:pt x="990790" y="306896"/>
                </a:cubicBezTo>
                <a:close/>
                <a:moveTo>
                  <a:pt x="1066991" y="307372"/>
                </a:moveTo>
                <a:cubicBezTo>
                  <a:pt x="1068229" y="307372"/>
                  <a:pt x="1069277" y="306324"/>
                  <a:pt x="1069277" y="305086"/>
                </a:cubicBezTo>
                <a:cubicBezTo>
                  <a:pt x="1069277" y="303848"/>
                  <a:pt x="1068229" y="302800"/>
                  <a:pt x="1066991" y="302800"/>
                </a:cubicBezTo>
                <a:cubicBezTo>
                  <a:pt x="1065752" y="302800"/>
                  <a:pt x="1064705" y="303848"/>
                  <a:pt x="1064705" y="305086"/>
                </a:cubicBezTo>
                <a:cubicBezTo>
                  <a:pt x="1064705" y="306324"/>
                  <a:pt x="1065752" y="307372"/>
                  <a:pt x="1066991" y="307372"/>
                </a:cubicBezTo>
                <a:close/>
                <a:moveTo>
                  <a:pt x="1143191" y="307943"/>
                </a:moveTo>
                <a:cubicBezTo>
                  <a:pt x="1144810" y="307943"/>
                  <a:pt x="1146143" y="306610"/>
                  <a:pt x="1146143" y="304991"/>
                </a:cubicBezTo>
                <a:cubicBezTo>
                  <a:pt x="1146143" y="303371"/>
                  <a:pt x="1144810" y="302038"/>
                  <a:pt x="1143191" y="302038"/>
                </a:cubicBezTo>
                <a:cubicBezTo>
                  <a:pt x="1141571" y="302038"/>
                  <a:pt x="1140238" y="303371"/>
                  <a:pt x="1140238" y="304991"/>
                </a:cubicBezTo>
                <a:cubicBezTo>
                  <a:pt x="1140238" y="306610"/>
                  <a:pt x="1141571" y="307943"/>
                  <a:pt x="1143191" y="307943"/>
                </a:cubicBezTo>
                <a:close/>
                <a:moveTo>
                  <a:pt x="1219391" y="308420"/>
                </a:moveTo>
                <a:cubicBezTo>
                  <a:pt x="1221296" y="308420"/>
                  <a:pt x="1222724" y="306896"/>
                  <a:pt x="1222724" y="305086"/>
                </a:cubicBezTo>
                <a:cubicBezTo>
                  <a:pt x="1222724" y="303181"/>
                  <a:pt x="1221200" y="301657"/>
                  <a:pt x="1219391" y="301657"/>
                </a:cubicBezTo>
                <a:cubicBezTo>
                  <a:pt x="1217581" y="301657"/>
                  <a:pt x="1215962" y="303181"/>
                  <a:pt x="1215962" y="305086"/>
                </a:cubicBezTo>
                <a:cubicBezTo>
                  <a:pt x="1216057" y="306896"/>
                  <a:pt x="1217581" y="308420"/>
                  <a:pt x="1219391" y="308420"/>
                </a:cubicBezTo>
                <a:close/>
                <a:moveTo>
                  <a:pt x="1295591" y="308610"/>
                </a:moveTo>
                <a:cubicBezTo>
                  <a:pt x="1297591" y="308610"/>
                  <a:pt x="1299210" y="306991"/>
                  <a:pt x="1299210" y="304991"/>
                </a:cubicBezTo>
                <a:cubicBezTo>
                  <a:pt x="1299210" y="302990"/>
                  <a:pt x="1297591" y="301371"/>
                  <a:pt x="1295591" y="301371"/>
                </a:cubicBezTo>
                <a:cubicBezTo>
                  <a:pt x="1293590" y="301371"/>
                  <a:pt x="1291971" y="302990"/>
                  <a:pt x="1291971" y="304991"/>
                </a:cubicBezTo>
                <a:cubicBezTo>
                  <a:pt x="1292066" y="306991"/>
                  <a:pt x="1293590" y="308610"/>
                  <a:pt x="1295591" y="308610"/>
                </a:cubicBezTo>
                <a:close/>
                <a:moveTo>
                  <a:pt x="1371791" y="308991"/>
                </a:moveTo>
                <a:cubicBezTo>
                  <a:pt x="1373981" y="308991"/>
                  <a:pt x="1375791" y="307181"/>
                  <a:pt x="1375791" y="304991"/>
                </a:cubicBezTo>
                <a:cubicBezTo>
                  <a:pt x="1375791" y="302800"/>
                  <a:pt x="1373981" y="300990"/>
                  <a:pt x="1371791" y="300990"/>
                </a:cubicBezTo>
                <a:cubicBezTo>
                  <a:pt x="1369600" y="300990"/>
                  <a:pt x="1367790" y="302800"/>
                  <a:pt x="1367790" y="304991"/>
                </a:cubicBezTo>
                <a:cubicBezTo>
                  <a:pt x="1367790" y="307276"/>
                  <a:pt x="1369600" y="308991"/>
                  <a:pt x="1371791" y="308991"/>
                </a:cubicBezTo>
                <a:close/>
                <a:moveTo>
                  <a:pt x="1447991" y="309277"/>
                </a:moveTo>
                <a:cubicBezTo>
                  <a:pt x="1450277" y="309277"/>
                  <a:pt x="1452182" y="307372"/>
                  <a:pt x="1452182" y="305086"/>
                </a:cubicBezTo>
                <a:cubicBezTo>
                  <a:pt x="1452182" y="302705"/>
                  <a:pt x="1450277" y="300895"/>
                  <a:pt x="1447991" y="300895"/>
                </a:cubicBezTo>
                <a:cubicBezTo>
                  <a:pt x="1445609" y="300895"/>
                  <a:pt x="1443800" y="302800"/>
                  <a:pt x="1443800" y="305086"/>
                </a:cubicBezTo>
                <a:cubicBezTo>
                  <a:pt x="1443800" y="307372"/>
                  <a:pt x="1445705" y="309277"/>
                  <a:pt x="1447991" y="309277"/>
                </a:cubicBezTo>
                <a:close/>
                <a:moveTo>
                  <a:pt x="1524191" y="309467"/>
                </a:moveTo>
                <a:cubicBezTo>
                  <a:pt x="1526667" y="309467"/>
                  <a:pt x="1528667" y="307467"/>
                  <a:pt x="1528667" y="304991"/>
                </a:cubicBezTo>
                <a:cubicBezTo>
                  <a:pt x="1528667" y="302514"/>
                  <a:pt x="1526667" y="300514"/>
                  <a:pt x="1524191" y="300514"/>
                </a:cubicBezTo>
                <a:cubicBezTo>
                  <a:pt x="1521714" y="300514"/>
                  <a:pt x="1519714" y="302514"/>
                  <a:pt x="1519714" y="304991"/>
                </a:cubicBezTo>
                <a:cubicBezTo>
                  <a:pt x="1519809" y="307467"/>
                  <a:pt x="1521714" y="309467"/>
                  <a:pt x="1524191" y="309467"/>
                </a:cubicBezTo>
                <a:close/>
                <a:moveTo>
                  <a:pt x="1600391" y="309658"/>
                </a:moveTo>
                <a:cubicBezTo>
                  <a:pt x="1602962" y="309658"/>
                  <a:pt x="1605058" y="307562"/>
                  <a:pt x="1605058" y="304991"/>
                </a:cubicBezTo>
                <a:cubicBezTo>
                  <a:pt x="1605058" y="302419"/>
                  <a:pt x="1602962" y="300323"/>
                  <a:pt x="1600391" y="300323"/>
                </a:cubicBezTo>
                <a:cubicBezTo>
                  <a:pt x="1597819" y="300323"/>
                  <a:pt x="1595723" y="302419"/>
                  <a:pt x="1595723" y="304991"/>
                </a:cubicBezTo>
                <a:cubicBezTo>
                  <a:pt x="1595723" y="307562"/>
                  <a:pt x="1597819" y="309658"/>
                  <a:pt x="1600391" y="309658"/>
                </a:cubicBezTo>
                <a:close/>
                <a:moveTo>
                  <a:pt x="1676591" y="309658"/>
                </a:moveTo>
                <a:cubicBezTo>
                  <a:pt x="1679162" y="309658"/>
                  <a:pt x="1681258" y="307562"/>
                  <a:pt x="1681258" y="304991"/>
                </a:cubicBezTo>
                <a:cubicBezTo>
                  <a:pt x="1681258" y="302419"/>
                  <a:pt x="1679162" y="300323"/>
                  <a:pt x="1676591" y="300323"/>
                </a:cubicBezTo>
                <a:cubicBezTo>
                  <a:pt x="1674019" y="300323"/>
                  <a:pt x="1671923" y="302419"/>
                  <a:pt x="1671923" y="304991"/>
                </a:cubicBezTo>
                <a:cubicBezTo>
                  <a:pt x="1671923" y="307562"/>
                  <a:pt x="1674019" y="309658"/>
                  <a:pt x="1676591" y="309658"/>
                </a:cubicBezTo>
                <a:close/>
                <a:moveTo>
                  <a:pt x="1752791" y="309848"/>
                </a:moveTo>
                <a:cubicBezTo>
                  <a:pt x="1755458" y="309848"/>
                  <a:pt x="1757648" y="307658"/>
                  <a:pt x="1757648" y="304991"/>
                </a:cubicBezTo>
                <a:cubicBezTo>
                  <a:pt x="1757648" y="302324"/>
                  <a:pt x="1755458" y="300133"/>
                  <a:pt x="1752791" y="300133"/>
                </a:cubicBezTo>
                <a:cubicBezTo>
                  <a:pt x="1750124" y="300133"/>
                  <a:pt x="1747933" y="302324"/>
                  <a:pt x="1747933" y="304991"/>
                </a:cubicBezTo>
                <a:cubicBezTo>
                  <a:pt x="1747933" y="307658"/>
                  <a:pt x="1750124" y="309848"/>
                  <a:pt x="1752791" y="309848"/>
                </a:cubicBezTo>
                <a:close/>
                <a:moveTo>
                  <a:pt x="1828991" y="309658"/>
                </a:moveTo>
                <a:cubicBezTo>
                  <a:pt x="1831562" y="309658"/>
                  <a:pt x="1833658" y="307562"/>
                  <a:pt x="1833658" y="304991"/>
                </a:cubicBezTo>
                <a:cubicBezTo>
                  <a:pt x="1833658" y="302419"/>
                  <a:pt x="1831562" y="300323"/>
                  <a:pt x="1828991" y="300323"/>
                </a:cubicBezTo>
                <a:cubicBezTo>
                  <a:pt x="1826419" y="300323"/>
                  <a:pt x="1824323" y="302419"/>
                  <a:pt x="1824323" y="304991"/>
                </a:cubicBezTo>
                <a:cubicBezTo>
                  <a:pt x="1824323" y="307562"/>
                  <a:pt x="1826419" y="309658"/>
                  <a:pt x="1828991" y="309658"/>
                </a:cubicBezTo>
                <a:close/>
                <a:moveTo>
                  <a:pt x="1905191" y="309658"/>
                </a:moveTo>
                <a:cubicBezTo>
                  <a:pt x="1907762" y="309658"/>
                  <a:pt x="1909858" y="307562"/>
                  <a:pt x="1909858" y="304991"/>
                </a:cubicBezTo>
                <a:cubicBezTo>
                  <a:pt x="1909858" y="302419"/>
                  <a:pt x="1907762" y="300323"/>
                  <a:pt x="1905191" y="300323"/>
                </a:cubicBezTo>
                <a:cubicBezTo>
                  <a:pt x="1902619" y="300323"/>
                  <a:pt x="1900523" y="302419"/>
                  <a:pt x="1900523" y="304991"/>
                </a:cubicBezTo>
                <a:cubicBezTo>
                  <a:pt x="1900523" y="307562"/>
                  <a:pt x="1902619" y="309658"/>
                  <a:pt x="1905191" y="309658"/>
                </a:cubicBezTo>
                <a:close/>
                <a:moveTo>
                  <a:pt x="1981391" y="309467"/>
                </a:moveTo>
                <a:cubicBezTo>
                  <a:pt x="1983867" y="309467"/>
                  <a:pt x="1985867" y="307467"/>
                  <a:pt x="1985867" y="304991"/>
                </a:cubicBezTo>
                <a:cubicBezTo>
                  <a:pt x="1985867" y="302514"/>
                  <a:pt x="1983867" y="300514"/>
                  <a:pt x="1981391" y="300514"/>
                </a:cubicBezTo>
                <a:cubicBezTo>
                  <a:pt x="1978914" y="300514"/>
                  <a:pt x="1976914" y="302514"/>
                  <a:pt x="1976914" y="304991"/>
                </a:cubicBezTo>
                <a:cubicBezTo>
                  <a:pt x="1977009" y="307467"/>
                  <a:pt x="1978914" y="309467"/>
                  <a:pt x="1981391" y="309467"/>
                </a:cubicBezTo>
                <a:close/>
                <a:moveTo>
                  <a:pt x="2057591" y="309277"/>
                </a:moveTo>
                <a:cubicBezTo>
                  <a:pt x="2059877" y="309277"/>
                  <a:pt x="2061782" y="307372"/>
                  <a:pt x="2061782" y="305086"/>
                </a:cubicBezTo>
                <a:cubicBezTo>
                  <a:pt x="2061782" y="302705"/>
                  <a:pt x="2059877" y="300895"/>
                  <a:pt x="2057591" y="300895"/>
                </a:cubicBezTo>
                <a:cubicBezTo>
                  <a:pt x="2055209" y="300895"/>
                  <a:pt x="2053400" y="302800"/>
                  <a:pt x="2053400" y="305086"/>
                </a:cubicBezTo>
                <a:cubicBezTo>
                  <a:pt x="2053400" y="307372"/>
                  <a:pt x="2055305" y="309277"/>
                  <a:pt x="2057591" y="309277"/>
                </a:cubicBezTo>
                <a:close/>
                <a:moveTo>
                  <a:pt x="2133791" y="308991"/>
                </a:moveTo>
                <a:cubicBezTo>
                  <a:pt x="2135981" y="308991"/>
                  <a:pt x="2137791" y="307181"/>
                  <a:pt x="2137791" y="304991"/>
                </a:cubicBezTo>
                <a:cubicBezTo>
                  <a:pt x="2137791" y="302800"/>
                  <a:pt x="2135981" y="300990"/>
                  <a:pt x="2133791" y="300990"/>
                </a:cubicBezTo>
                <a:cubicBezTo>
                  <a:pt x="2131600" y="300990"/>
                  <a:pt x="2129790" y="302800"/>
                  <a:pt x="2129790" y="304991"/>
                </a:cubicBezTo>
                <a:cubicBezTo>
                  <a:pt x="2129790" y="307276"/>
                  <a:pt x="2131600" y="308991"/>
                  <a:pt x="2133791" y="308991"/>
                </a:cubicBezTo>
                <a:close/>
                <a:moveTo>
                  <a:pt x="2209991" y="308800"/>
                </a:moveTo>
                <a:cubicBezTo>
                  <a:pt x="2212086" y="308800"/>
                  <a:pt x="2213801" y="307086"/>
                  <a:pt x="2213801" y="304991"/>
                </a:cubicBezTo>
                <a:cubicBezTo>
                  <a:pt x="2213801" y="302895"/>
                  <a:pt x="2212086" y="301181"/>
                  <a:pt x="2209991" y="301181"/>
                </a:cubicBezTo>
                <a:cubicBezTo>
                  <a:pt x="2207895" y="301181"/>
                  <a:pt x="2206181" y="302895"/>
                  <a:pt x="2206181" y="304991"/>
                </a:cubicBezTo>
                <a:cubicBezTo>
                  <a:pt x="2206181" y="307086"/>
                  <a:pt x="2207895" y="308800"/>
                  <a:pt x="2209991" y="308800"/>
                </a:cubicBezTo>
                <a:close/>
                <a:moveTo>
                  <a:pt x="2286191" y="308420"/>
                </a:moveTo>
                <a:cubicBezTo>
                  <a:pt x="2288096" y="308420"/>
                  <a:pt x="2289524" y="306896"/>
                  <a:pt x="2289524" y="305086"/>
                </a:cubicBezTo>
                <a:cubicBezTo>
                  <a:pt x="2289524" y="303181"/>
                  <a:pt x="2288000" y="301657"/>
                  <a:pt x="2286191" y="301657"/>
                </a:cubicBezTo>
                <a:cubicBezTo>
                  <a:pt x="2284381" y="301657"/>
                  <a:pt x="2282857" y="303181"/>
                  <a:pt x="2282857" y="305086"/>
                </a:cubicBezTo>
                <a:cubicBezTo>
                  <a:pt x="2282857" y="306896"/>
                  <a:pt x="2284381" y="308420"/>
                  <a:pt x="2286191" y="308420"/>
                </a:cubicBezTo>
                <a:close/>
                <a:moveTo>
                  <a:pt x="2362391" y="307943"/>
                </a:moveTo>
                <a:cubicBezTo>
                  <a:pt x="2364010" y="307943"/>
                  <a:pt x="2365343" y="306610"/>
                  <a:pt x="2365343" y="304991"/>
                </a:cubicBezTo>
                <a:cubicBezTo>
                  <a:pt x="2365343" y="303371"/>
                  <a:pt x="2364010" y="302038"/>
                  <a:pt x="2362391" y="302038"/>
                </a:cubicBezTo>
                <a:cubicBezTo>
                  <a:pt x="2360771" y="302038"/>
                  <a:pt x="2359438" y="303371"/>
                  <a:pt x="2359438" y="304991"/>
                </a:cubicBezTo>
                <a:cubicBezTo>
                  <a:pt x="2359438" y="306610"/>
                  <a:pt x="2360771" y="307943"/>
                  <a:pt x="2362391" y="307943"/>
                </a:cubicBezTo>
                <a:close/>
                <a:moveTo>
                  <a:pt x="2438591" y="307562"/>
                </a:moveTo>
                <a:cubicBezTo>
                  <a:pt x="2440020" y="307562"/>
                  <a:pt x="2441162" y="306419"/>
                  <a:pt x="2441162" y="304991"/>
                </a:cubicBezTo>
                <a:cubicBezTo>
                  <a:pt x="2441162" y="303562"/>
                  <a:pt x="2440020" y="302419"/>
                  <a:pt x="2438591" y="302419"/>
                </a:cubicBezTo>
                <a:cubicBezTo>
                  <a:pt x="2437162" y="302419"/>
                  <a:pt x="2436019" y="303562"/>
                  <a:pt x="2436019" y="304991"/>
                </a:cubicBezTo>
                <a:cubicBezTo>
                  <a:pt x="2436114" y="306419"/>
                  <a:pt x="2437257" y="307562"/>
                  <a:pt x="2438591" y="307562"/>
                </a:cubicBezTo>
                <a:close/>
                <a:moveTo>
                  <a:pt x="2514791" y="306896"/>
                </a:moveTo>
                <a:cubicBezTo>
                  <a:pt x="2515838" y="306896"/>
                  <a:pt x="2516696" y="306038"/>
                  <a:pt x="2516696" y="304991"/>
                </a:cubicBezTo>
                <a:cubicBezTo>
                  <a:pt x="2516696" y="303943"/>
                  <a:pt x="2515838" y="303086"/>
                  <a:pt x="2514791" y="303086"/>
                </a:cubicBezTo>
                <a:cubicBezTo>
                  <a:pt x="2513743" y="303086"/>
                  <a:pt x="2512886" y="303943"/>
                  <a:pt x="2512886" y="304991"/>
                </a:cubicBezTo>
                <a:cubicBezTo>
                  <a:pt x="2512886" y="306038"/>
                  <a:pt x="2513743" y="306896"/>
                  <a:pt x="2514791" y="306896"/>
                </a:cubicBezTo>
                <a:close/>
                <a:moveTo>
                  <a:pt x="2590991" y="306324"/>
                </a:moveTo>
                <a:cubicBezTo>
                  <a:pt x="2591657" y="306324"/>
                  <a:pt x="2592229" y="305753"/>
                  <a:pt x="2592229" y="305086"/>
                </a:cubicBezTo>
                <a:cubicBezTo>
                  <a:pt x="2592229" y="304419"/>
                  <a:pt x="2591657" y="303848"/>
                  <a:pt x="2590991" y="303848"/>
                </a:cubicBezTo>
                <a:cubicBezTo>
                  <a:pt x="2590324" y="303848"/>
                  <a:pt x="2589753" y="304419"/>
                  <a:pt x="2589753" y="305086"/>
                </a:cubicBezTo>
                <a:cubicBezTo>
                  <a:pt x="2589753" y="305753"/>
                  <a:pt x="2590324" y="306324"/>
                  <a:pt x="2590991" y="306324"/>
                </a:cubicBezTo>
                <a:close/>
                <a:moveTo>
                  <a:pt x="2667191" y="305848"/>
                </a:moveTo>
                <a:cubicBezTo>
                  <a:pt x="2667667" y="305848"/>
                  <a:pt x="2668048" y="305467"/>
                  <a:pt x="2668048" y="304991"/>
                </a:cubicBezTo>
                <a:cubicBezTo>
                  <a:pt x="2668048" y="304514"/>
                  <a:pt x="2667667" y="304133"/>
                  <a:pt x="2667191" y="304133"/>
                </a:cubicBezTo>
                <a:cubicBezTo>
                  <a:pt x="2666714" y="304133"/>
                  <a:pt x="2666333" y="304514"/>
                  <a:pt x="2666333" y="304991"/>
                </a:cubicBezTo>
                <a:cubicBezTo>
                  <a:pt x="2666333" y="305467"/>
                  <a:pt x="2666714" y="305848"/>
                  <a:pt x="2667191" y="305848"/>
                </a:cubicBezTo>
                <a:close/>
                <a:moveTo>
                  <a:pt x="2743391" y="305181"/>
                </a:moveTo>
                <a:cubicBezTo>
                  <a:pt x="2743486" y="305181"/>
                  <a:pt x="2743581" y="305086"/>
                  <a:pt x="2743581" y="304991"/>
                </a:cubicBezTo>
                <a:cubicBezTo>
                  <a:pt x="2743581" y="304895"/>
                  <a:pt x="2743486" y="304800"/>
                  <a:pt x="2743391" y="304800"/>
                </a:cubicBezTo>
                <a:cubicBezTo>
                  <a:pt x="2743295" y="304800"/>
                  <a:pt x="2743200" y="304895"/>
                  <a:pt x="2743200" y="304991"/>
                </a:cubicBezTo>
                <a:cubicBezTo>
                  <a:pt x="2743200" y="305086"/>
                  <a:pt x="2743295" y="305181"/>
                  <a:pt x="2743391" y="305181"/>
                </a:cubicBezTo>
                <a:close/>
                <a:moveTo>
                  <a:pt x="685990" y="381667"/>
                </a:moveTo>
                <a:cubicBezTo>
                  <a:pt x="686181" y="381667"/>
                  <a:pt x="686372" y="381476"/>
                  <a:pt x="686372" y="381286"/>
                </a:cubicBezTo>
                <a:cubicBezTo>
                  <a:pt x="686372" y="381095"/>
                  <a:pt x="686181" y="380905"/>
                  <a:pt x="685990" y="380905"/>
                </a:cubicBezTo>
                <a:cubicBezTo>
                  <a:pt x="685800" y="380905"/>
                  <a:pt x="685610" y="381095"/>
                  <a:pt x="685610" y="381286"/>
                </a:cubicBezTo>
                <a:cubicBezTo>
                  <a:pt x="685610" y="381476"/>
                  <a:pt x="685800" y="381667"/>
                  <a:pt x="685990" y="381667"/>
                </a:cubicBezTo>
                <a:close/>
                <a:moveTo>
                  <a:pt x="762190" y="382238"/>
                </a:moveTo>
                <a:cubicBezTo>
                  <a:pt x="762762" y="382238"/>
                  <a:pt x="763238" y="381762"/>
                  <a:pt x="763238" y="381191"/>
                </a:cubicBezTo>
                <a:cubicBezTo>
                  <a:pt x="763238" y="380619"/>
                  <a:pt x="762762" y="380143"/>
                  <a:pt x="762190" y="380143"/>
                </a:cubicBezTo>
                <a:cubicBezTo>
                  <a:pt x="761619" y="380143"/>
                  <a:pt x="761143" y="380619"/>
                  <a:pt x="761143" y="381191"/>
                </a:cubicBezTo>
                <a:cubicBezTo>
                  <a:pt x="761143" y="381762"/>
                  <a:pt x="761619" y="382238"/>
                  <a:pt x="762190" y="382238"/>
                </a:cubicBezTo>
                <a:close/>
                <a:moveTo>
                  <a:pt x="838390" y="382905"/>
                </a:moveTo>
                <a:cubicBezTo>
                  <a:pt x="839343" y="382905"/>
                  <a:pt x="840105" y="382143"/>
                  <a:pt x="840105" y="381191"/>
                </a:cubicBezTo>
                <a:cubicBezTo>
                  <a:pt x="840105" y="380238"/>
                  <a:pt x="839343" y="379476"/>
                  <a:pt x="838390" y="379476"/>
                </a:cubicBezTo>
                <a:cubicBezTo>
                  <a:pt x="837438" y="379476"/>
                  <a:pt x="836676" y="380238"/>
                  <a:pt x="836676" y="381191"/>
                </a:cubicBezTo>
                <a:cubicBezTo>
                  <a:pt x="836676" y="382143"/>
                  <a:pt x="837438" y="382905"/>
                  <a:pt x="838390" y="382905"/>
                </a:cubicBezTo>
                <a:close/>
                <a:moveTo>
                  <a:pt x="914590" y="383572"/>
                </a:moveTo>
                <a:cubicBezTo>
                  <a:pt x="915829" y="383572"/>
                  <a:pt x="916877" y="382524"/>
                  <a:pt x="916877" y="381286"/>
                </a:cubicBezTo>
                <a:cubicBezTo>
                  <a:pt x="916877" y="380048"/>
                  <a:pt x="915829" y="379000"/>
                  <a:pt x="914590" y="379000"/>
                </a:cubicBezTo>
                <a:cubicBezTo>
                  <a:pt x="913352" y="379000"/>
                  <a:pt x="912305" y="380048"/>
                  <a:pt x="912305" y="381286"/>
                </a:cubicBezTo>
                <a:cubicBezTo>
                  <a:pt x="912305" y="382524"/>
                  <a:pt x="913352" y="383572"/>
                  <a:pt x="914590" y="383572"/>
                </a:cubicBezTo>
                <a:close/>
                <a:moveTo>
                  <a:pt x="990790" y="384143"/>
                </a:moveTo>
                <a:cubicBezTo>
                  <a:pt x="992410" y="384143"/>
                  <a:pt x="993743" y="382810"/>
                  <a:pt x="993743" y="381191"/>
                </a:cubicBezTo>
                <a:cubicBezTo>
                  <a:pt x="993743" y="379571"/>
                  <a:pt x="992410" y="378238"/>
                  <a:pt x="990790" y="378238"/>
                </a:cubicBezTo>
                <a:cubicBezTo>
                  <a:pt x="989171" y="378238"/>
                  <a:pt x="987838" y="379571"/>
                  <a:pt x="987838" y="381191"/>
                </a:cubicBezTo>
                <a:cubicBezTo>
                  <a:pt x="987838" y="382810"/>
                  <a:pt x="989171" y="384143"/>
                  <a:pt x="990790" y="384143"/>
                </a:cubicBezTo>
                <a:close/>
                <a:moveTo>
                  <a:pt x="1066991" y="384620"/>
                </a:moveTo>
                <a:cubicBezTo>
                  <a:pt x="1068896" y="384620"/>
                  <a:pt x="1070324" y="383096"/>
                  <a:pt x="1070324" y="381286"/>
                </a:cubicBezTo>
                <a:cubicBezTo>
                  <a:pt x="1070324" y="379381"/>
                  <a:pt x="1068800" y="377857"/>
                  <a:pt x="1066991" y="377857"/>
                </a:cubicBezTo>
                <a:cubicBezTo>
                  <a:pt x="1065181" y="377857"/>
                  <a:pt x="1063562" y="379381"/>
                  <a:pt x="1063562" y="381286"/>
                </a:cubicBezTo>
                <a:cubicBezTo>
                  <a:pt x="1063657" y="383096"/>
                  <a:pt x="1065181" y="384620"/>
                  <a:pt x="1066991" y="384620"/>
                </a:cubicBezTo>
                <a:close/>
                <a:moveTo>
                  <a:pt x="1143191" y="385191"/>
                </a:moveTo>
                <a:cubicBezTo>
                  <a:pt x="1145381" y="385191"/>
                  <a:pt x="1147191" y="383381"/>
                  <a:pt x="1147191" y="381191"/>
                </a:cubicBezTo>
                <a:cubicBezTo>
                  <a:pt x="1147191" y="379000"/>
                  <a:pt x="1145381" y="377190"/>
                  <a:pt x="1143191" y="377190"/>
                </a:cubicBezTo>
                <a:cubicBezTo>
                  <a:pt x="1141000" y="377190"/>
                  <a:pt x="1139190" y="379000"/>
                  <a:pt x="1139190" y="381191"/>
                </a:cubicBezTo>
                <a:cubicBezTo>
                  <a:pt x="1139190" y="383476"/>
                  <a:pt x="1141000" y="385191"/>
                  <a:pt x="1143191" y="385191"/>
                </a:cubicBezTo>
                <a:close/>
                <a:moveTo>
                  <a:pt x="1219391" y="385667"/>
                </a:moveTo>
                <a:cubicBezTo>
                  <a:pt x="1221867" y="385667"/>
                  <a:pt x="1223867" y="383667"/>
                  <a:pt x="1223867" y="381191"/>
                </a:cubicBezTo>
                <a:cubicBezTo>
                  <a:pt x="1223867" y="378714"/>
                  <a:pt x="1221867" y="376714"/>
                  <a:pt x="1219391" y="376714"/>
                </a:cubicBezTo>
                <a:cubicBezTo>
                  <a:pt x="1216914" y="376714"/>
                  <a:pt x="1214914" y="378714"/>
                  <a:pt x="1214914" y="381191"/>
                </a:cubicBezTo>
                <a:cubicBezTo>
                  <a:pt x="1215009" y="383667"/>
                  <a:pt x="1216914" y="385667"/>
                  <a:pt x="1219391" y="385667"/>
                </a:cubicBezTo>
                <a:close/>
                <a:moveTo>
                  <a:pt x="1295591" y="386048"/>
                </a:moveTo>
                <a:cubicBezTo>
                  <a:pt x="1298258" y="386048"/>
                  <a:pt x="1300448" y="383858"/>
                  <a:pt x="1300448" y="381191"/>
                </a:cubicBezTo>
                <a:cubicBezTo>
                  <a:pt x="1300448" y="378524"/>
                  <a:pt x="1298258" y="376333"/>
                  <a:pt x="1295591" y="376333"/>
                </a:cubicBezTo>
                <a:cubicBezTo>
                  <a:pt x="1292924" y="376333"/>
                  <a:pt x="1290733" y="378524"/>
                  <a:pt x="1290733" y="381191"/>
                </a:cubicBezTo>
                <a:cubicBezTo>
                  <a:pt x="1290733" y="383858"/>
                  <a:pt x="1292924" y="386048"/>
                  <a:pt x="1295591" y="386048"/>
                </a:cubicBezTo>
                <a:close/>
                <a:moveTo>
                  <a:pt x="1371791" y="386239"/>
                </a:moveTo>
                <a:cubicBezTo>
                  <a:pt x="1374553" y="386239"/>
                  <a:pt x="1376839" y="383953"/>
                  <a:pt x="1376839" y="381191"/>
                </a:cubicBezTo>
                <a:cubicBezTo>
                  <a:pt x="1376839" y="378428"/>
                  <a:pt x="1374553" y="376142"/>
                  <a:pt x="1371791" y="376142"/>
                </a:cubicBezTo>
                <a:cubicBezTo>
                  <a:pt x="1369028" y="376142"/>
                  <a:pt x="1366742" y="378428"/>
                  <a:pt x="1366742" y="381191"/>
                </a:cubicBezTo>
                <a:cubicBezTo>
                  <a:pt x="1366742" y="384048"/>
                  <a:pt x="1369028" y="386239"/>
                  <a:pt x="1371791" y="386239"/>
                </a:cubicBezTo>
                <a:close/>
                <a:moveTo>
                  <a:pt x="1447991" y="386715"/>
                </a:moveTo>
                <a:cubicBezTo>
                  <a:pt x="1451039" y="386715"/>
                  <a:pt x="1453515" y="384239"/>
                  <a:pt x="1453515" y="381191"/>
                </a:cubicBezTo>
                <a:cubicBezTo>
                  <a:pt x="1453515" y="378143"/>
                  <a:pt x="1451039" y="375666"/>
                  <a:pt x="1447991" y="375666"/>
                </a:cubicBezTo>
                <a:cubicBezTo>
                  <a:pt x="1444943" y="375666"/>
                  <a:pt x="1442466" y="378143"/>
                  <a:pt x="1442466" y="381191"/>
                </a:cubicBezTo>
                <a:cubicBezTo>
                  <a:pt x="1442561" y="384239"/>
                  <a:pt x="1444943" y="386715"/>
                  <a:pt x="1447991" y="386715"/>
                </a:cubicBezTo>
                <a:close/>
                <a:moveTo>
                  <a:pt x="1524191" y="386906"/>
                </a:moveTo>
                <a:cubicBezTo>
                  <a:pt x="1527334" y="386906"/>
                  <a:pt x="1529906" y="384334"/>
                  <a:pt x="1529906" y="381191"/>
                </a:cubicBezTo>
                <a:cubicBezTo>
                  <a:pt x="1529906" y="378047"/>
                  <a:pt x="1527334" y="375475"/>
                  <a:pt x="1524191" y="375475"/>
                </a:cubicBezTo>
                <a:cubicBezTo>
                  <a:pt x="1521047" y="375475"/>
                  <a:pt x="1518476" y="378047"/>
                  <a:pt x="1518476" y="381191"/>
                </a:cubicBezTo>
                <a:cubicBezTo>
                  <a:pt x="1518476" y="384334"/>
                  <a:pt x="1521047" y="386906"/>
                  <a:pt x="1524191" y="386906"/>
                </a:cubicBezTo>
                <a:close/>
                <a:moveTo>
                  <a:pt x="1600391" y="387096"/>
                </a:moveTo>
                <a:cubicBezTo>
                  <a:pt x="1603629" y="387096"/>
                  <a:pt x="1606296" y="384429"/>
                  <a:pt x="1606296" y="381191"/>
                </a:cubicBezTo>
                <a:cubicBezTo>
                  <a:pt x="1606296" y="377952"/>
                  <a:pt x="1603629" y="375285"/>
                  <a:pt x="1600391" y="375285"/>
                </a:cubicBezTo>
                <a:cubicBezTo>
                  <a:pt x="1597152" y="375285"/>
                  <a:pt x="1594485" y="377952"/>
                  <a:pt x="1594485" y="381191"/>
                </a:cubicBezTo>
                <a:cubicBezTo>
                  <a:pt x="1594485" y="384524"/>
                  <a:pt x="1597152" y="387096"/>
                  <a:pt x="1600391" y="387096"/>
                </a:cubicBezTo>
                <a:close/>
                <a:moveTo>
                  <a:pt x="1676591" y="387096"/>
                </a:moveTo>
                <a:cubicBezTo>
                  <a:pt x="1679829" y="387096"/>
                  <a:pt x="1682496" y="384429"/>
                  <a:pt x="1682496" y="381191"/>
                </a:cubicBezTo>
                <a:cubicBezTo>
                  <a:pt x="1682496" y="377952"/>
                  <a:pt x="1679829" y="375285"/>
                  <a:pt x="1676591" y="375285"/>
                </a:cubicBezTo>
                <a:cubicBezTo>
                  <a:pt x="1673352" y="375285"/>
                  <a:pt x="1670685" y="377952"/>
                  <a:pt x="1670685" y="381191"/>
                </a:cubicBezTo>
                <a:cubicBezTo>
                  <a:pt x="1670685" y="384524"/>
                  <a:pt x="1673352" y="387096"/>
                  <a:pt x="1676591" y="387096"/>
                </a:cubicBezTo>
                <a:close/>
                <a:moveTo>
                  <a:pt x="1752791" y="387096"/>
                </a:moveTo>
                <a:cubicBezTo>
                  <a:pt x="1756029" y="387096"/>
                  <a:pt x="1758696" y="384429"/>
                  <a:pt x="1758696" y="381191"/>
                </a:cubicBezTo>
                <a:cubicBezTo>
                  <a:pt x="1758696" y="377952"/>
                  <a:pt x="1756029" y="375285"/>
                  <a:pt x="1752791" y="375285"/>
                </a:cubicBezTo>
                <a:cubicBezTo>
                  <a:pt x="1749552" y="375285"/>
                  <a:pt x="1746885" y="377952"/>
                  <a:pt x="1746885" y="381191"/>
                </a:cubicBezTo>
                <a:cubicBezTo>
                  <a:pt x="1746885" y="384524"/>
                  <a:pt x="1749552" y="387096"/>
                  <a:pt x="1752791" y="387096"/>
                </a:cubicBezTo>
                <a:close/>
                <a:moveTo>
                  <a:pt x="1828991" y="387096"/>
                </a:moveTo>
                <a:cubicBezTo>
                  <a:pt x="1832229" y="387096"/>
                  <a:pt x="1834896" y="384429"/>
                  <a:pt x="1834896" y="381191"/>
                </a:cubicBezTo>
                <a:cubicBezTo>
                  <a:pt x="1834896" y="377952"/>
                  <a:pt x="1832229" y="375285"/>
                  <a:pt x="1828991" y="375285"/>
                </a:cubicBezTo>
                <a:cubicBezTo>
                  <a:pt x="1825752" y="375285"/>
                  <a:pt x="1823085" y="377952"/>
                  <a:pt x="1823085" y="381191"/>
                </a:cubicBezTo>
                <a:cubicBezTo>
                  <a:pt x="1823085" y="384524"/>
                  <a:pt x="1825752" y="387096"/>
                  <a:pt x="1828991" y="387096"/>
                </a:cubicBezTo>
                <a:close/>
                <a:moveTo>
                  <a:pt x="1905191" y="387096"/>
                </a:moveTo>
                <a:cubicBezTo>
                  <a:pt x="1908429" y="387096"/>
                  <a:pt x="1911096" y="384429"/>
                  <a:pt x="1911096" y="381191"/>
                </a:cubicBezTo>
                <a:cubicBezTo>
                  <a:pt x="1911096" y="377952"/>
                  <a:pt x="1908429" y="375285"/>
                  <a:pt x="1905191" y="375285"/>
                </a:cubicBezTo>
                <a:cubicBezTo>
                  <a:pt x="1901952" y="375285"/>
                  <a:pt x="1899285" y="377952"/>
                  <a:pt x="1899285" y="381191"/>
                </a:cubicBezTo>
                <a:cubicBezTo>
                  <a:pt x="1899285" y="384524"/>
                  <a:pt x="1901952" y="387096"/>
                  <a:pt x="1905191" y="387096"/>
                </a:cubicBezTo>
                <a:close/>
                <a:moveTo>
                  <a:pt x="1981391" y="386906"/>
                </a:moveTo>
                <a:cubicBezTo>
                  <a:pt x="1984534" y="386906"/>
                  <a:pt x="1987106" y="384334"/>
                  <a:pt x="1987106" y="381191"/>
                </a:cubicBezTo>
                <a:cubicBezTo>
                  <a:pt x="1987106" y="378047"/>
                  <a:pt x="1984534" y="375475"/>
                  <a:pt x="1981391" y="375475"/>
                </a:cubicBezTo>
                <a:cubicBezTo>
                  <a:pt x="1978247" y="375475"/>
                  <a:pt x="1975676" y="378047"/>
                  <a:pt x="1975676" y="381191"/>
                </a:cubicBezTo>
                <a:cubicBezTo>
                  <a:pt x="1975676" y="384334"/>
                  <a:pt x="1978247" y="386906"/>
                  <a:pt x="1981391" y="386906"/>
                </a:cubicBezTo>
                <a:close/>
                <a:moveTo>
                  <a:pt x="2057591" y="386715"/>
                </a:moveTo>
                <a:cubicBezTo>
                  <a:pt x="2060639" y="386715"/>
                  <a:pt x="2063115" y="384239"/>
                  <a:pt x="2063115" y="381191"/>
                </a:cubicBezTo>
                <a:cubicBezTo>
                  <a:pt x="2063115" y="378143"/>
                  <a:pt x="2060639" y="375666"/>
                  <a:pt x="2057591" y="375666"/>
                </a:cubicBezTo>
                <a:cubicBezTo>
                  <a:pt x="2054543" y="375666"/>
                  <a:pt x="2052066" y="378143"/>
                  <a:pt x="2052066" y="381191"/>
                </a:cubicBezTo>
                <a:cubicBezTo>
                  <a:pt x="2052161" y="384239"/>
                  <a:pt x="2054543" y="386715"/>
                  <a:pt x="2057591" y="386715"/>
                </a:cubicBezTo>
                <a:close/>
                <a:moveTo>
                  <a:pt x="2133791" y="386525"/>
                </a:moveTo>
                <a:cubicBezTo>
                  <a:pt x="2136743" y="386525"/>
                  <a:pt x="2139029" y="384143"/>
                  <a:pt x="2139029" y="381286"/>
                </a:cubicBezTo>
                <a:cubicBezTo>
                  <a:pt x="2139029" y="378333"/>
                  <a:pt x="2136648" y="376047"/>
                  <a:pt x="2133791" y="376047"/>
                </a:cubicBezTo>
                <a:cubicBezTo>
                  <a:pt x="2130933" y="376047"/>
                  <a:pt x="2128552" y="378428"/>
                  <a:pt x="2128552" y="381286"/>
                </a:cubicBezTo>
                <a:cubicBezTo>
                  <a:pt x="2128552" y="384143"/>
                  <a:pt x="2130933" y="386525"/>
                  <a:pt x="2133791" y="386525"/>
                </a:cubicBezTo>
                <a:close/>
                <a:moveTo>
                  <a:pt x="2209991" y="386048"/>
                </a:moveTo>
                <a:cubicBezTo>
                  <a:pt x="2212658" y="386048"/>
                  <a:pt x="2214848" y="383858"/>
                  <a:pt x="2214848" y="381191"/>
                </a:cubicBezTo>
                <a:cubicBezTo>
                  <a:pt x="2214848" y="378524"/>
                  <a:pt x="2212658" y="376333"/>
                  <a:pt x="2209991" y="376333"/>
                </a:cubicBezTo>
                <a:cubicBezTo>
                  <a:pt x="2207324" y="376333"/>
                  <a:pt x="2205133" y="378524"/>
                  <a:pt x="2205133" y="381191"/>
                </a:cubicBezTo>
                <a:cubicBezTo>
                  <a:pt x="2205133" y="383858"/>
                  <a:pt x="2207324" y="386048"/>
                  <a:pt x="2209991" y="386048"/>
                </a:cubicBezTo>
                <a:close/>
                <a:moveTo>
                  <a:pt x="2286191" y="385667"/>
                </a:moveTo>
                <a:cubicBezTo>
                  <a:pt x="2288667" y="385667"/>
                  <a:pt x="2290667" y="383667"/>
                  <a:pt x="2290667" y="381191"/>
                </a:cubicBezTo>
                <a:cubicBezTo>
                  <a:pt x="2290667" y="378714"/>
                  <a:pt x="2288667" y="376714"/>
                  <a:pt x="2286191" y="376714"/>
                </a:cubicBezTo>
                <a:cubicBezTo>
                  <a:pt x="2283714" y="376714"/>
                  <a:pt x="2281714" y="378714"/>
                  <a:pt x="2281714" y="381191"/>
                </a:cubicBezTo>
                <a:cubicBezTo>
                  <a:pt x="2281809" y="383667"/>
                  <a:pt x="2283714" y="385667"/>
                  <a:pt x="2286191" y="385667"/>
                </a:cubicBezTo>
                <a:close/>
                <a:moveTo>
                  <a:pt x="2362391" y="385191"/>
                </a:moveTo>
                <a:cubicBezTo>
                  <a:pt x="2364581" y="385191"/>
                  <a:pt x="2366391" y="383381"/>
                  <a:pt x="2366391" y="381191"/>
                </a:cubicBezTo>
                <a:cubicBezTo>
                  <a:pt x="2366391" y="379000"/>
                  <a:pt x="2364581" y="377190"/>
                  <a:pt x="2362391" y="377190"/>
                </a:cubicBezTo>
                <a:cubicBezTo>
                  <a:pt x="2360200" y="377190"/>
                  <a:pt x="2358390" y="379000"/>
                  <a:pt x="2358390" y="381191"/>
                </a:cubicBezTo>
                <a:cubicBezTo>
                  <a:pt x="2358390" y="383476"/>
                  <a:pt x="2360200" y="385191"/>
                  <a:pt x="2362391" y="385191"/>
                </a:cubicBezTo>
                <a:close/>
                <a:moveTo>
                  <a:pt x="2438591" y="384810"/>
                </a:moveTo>
                <a:cubicBezTo>
                  <a:pt x="2440591" y="384810"/>
                  <a:pt x="2442210" y="383191"/>
                  <a:pt x="2442210" y="381191"/>
                </a:cubicBezTo>
                <a:cubicBezTo>
                  <a:pt x="2442210" y="379190"/>
                  <a:pt x="2440591" y="377571"/>
                  <a:pt x="2438591" y="377571"/>
                </a:cubicBezTo>
                <a:cubicBezTo>
                  <a:pt x="2436590" y="377571"/>
                  <a:pt x="2434971" y="379190"/>
                  <a:pt x="2434971" y="381191"/>
                </a:cubicBezTo>
                <a:cubicBezTo>
                  <a:pt x="2435066" y="383191"/>
                  <a:pt x="2436590" y="384810"/>
                  <a:pt x="2438591" y="384810"/>
                </a:cubicBezTo>
                <a:close/>
                <a:moveTo>
                  <a:pt x="2514791" y="384143"/>
                </a:moveTo>
                <a:cubicBezTo>
                  <a:pt x="2516410" y="384143"/>
                  <a:pt x="2517743" y="382810"/>
                  <a:pt x="2517743" y="381191"/>
                </a:cubicBezTo>
                <a:cubicBezTo>
                  <a:pt x="2517743" y="379571"/>
                  <a:pt x="2516410" y="378238"/>
                  <a:pt x="2514791" y="378238"/>
                </a:cubicBezTo>
                <a:cubicBezTo>
                  <a:pt x="2513171" y="378238"/>
                  <a:pt x="2511838" y="379571"/>
                  <a:pt x="2511838" y="381191"/>
                </a:cubicBezTo>
                <a:cubicBezTo>
                  <a:pt x="2511838" y="382810"/>
                  <a:pt x="2513171" y="384143"/>
                  <a:pt x="2514791" y="384143"/>
                </a:cubicBezTo>
                <a:close/>
                <a:moveTo>
                  <a:pt x="2590991" y="383572"/>
                </a:moveTo>
                <a:cubicBezTo>
                  <a:pt x="2592229" y="383572"/>
                  <a:pt x="2593277" y="382524"/>
                  <a:pt x="2593277" y="381286"/>
                </a:cubicBezTo>
                <a:cubicBezTo>
                  <a:pt x="2593277" y="380048"/>
                  <a:pt x="2592229" y="379000"/>
                  <a:pt x="2590991" y="379000"/>
                </a:cubicBezTo>
                <a:cubicBezTo>
                  <a:pt x="2589753" y="379000"/>
                  <a:pt x="2588705" y="380048"/>
                  <a:pt x="2588705" y="381286"/>
                </a:cubicBezTo>
                <a:cubicBezTo>
                  <a:pt x="2588705" y="382524"/>
                  <a:pt x="2589753" y="383572"/>
                  <a:pt x="2590991" y="383572"/>
                </a:cubicBezTo>
                <a:close/>
                <a:moveTo>
                  <a:pt x="2667191" y="382905"/>
                </a:moveTo>
                <a:cubicBezTo>
                  <a:pt x="2668143" y="382905"/>
                  <a:pt x="2668905" y="382143"/>
                  <a:pt x="2668905" y="381191"/>
                </a:cubicBezTo>
                <a:cubicBezTo>
                  <a:pt x="2668905" y="380238"/>
                  <a:pt x="2668143" y="379476"/>
                  <a:pt x="2667191" y="379476"/>
                </a:cubicBezTo>
                <a:cubicBezTo>
                  <a:pt x="2666238" y="379476"/>
                  <a:pt x="2665476" y="380238"/>
                  <a:pt x="2665476" y="381191"/>
                </a:cubicBezTo>
                <a:cubicBezTo>
                  <a:pt x="2665476" y="382143"/>
                  <a:pt x="2666238" y="382905"/>
                  <a:pt x="2667191" y="382905"/>
                </a:cubicBezTo>
                <a:close/>
                <a:moveTo>
                  <a:pt x="2743391" y="382238"/>
                </a:moveTo>
                <a:cubicBezTo>
                  <a:pt x="2743962" y="382238"/>
                  <a:pt x="2744438" y="381762"/>
                  <a:pt x="2744438" y="381191"/>
                </a:cubicBezTo>
                <a:cubicBezTo>
                  <a:pt x="2744438" y="380619"/>
                  <a:pt x="2743962" y="380143"/>
                  <a:pt x="2743391" y="380143"/>
                </a:cubicBezTo>
                <a:cubicBezTo>
                  <a:pt x="2742819" y="380143"/>
                  <a:pt x="2742343" y="380619"/>
                  <a:pt x="2742343" y="381191"/>
                </a:cubicBezTo>
                <a:cubicBezTo>
                  <a:pt x="2742343" y="381762"/>
                  <a:pt x="2742819" y="382238"/>
                  <a:pt x="2743391" y="382238"/>
                </a:cubicBezTo>
                <a:close/>
                <a:moveTo>
                  <a:pt x="2819591" y="381667"/>
                </a:moveTo>
                <a:cubicBezTo>
                  <a:pt x="2819781" y="381667"/>
                  <a:pt x="2819972" y="381476"/>
                  <a:pt x="2819972" y="381286"/>
                </a:cubicBezTo>
                <a:cubicBezTo>
                  <a:pt x="2819972" y="381095"/>
                  <a:pt x="2819781" y="380905"/>
                  <a:pt x="2819591" y="380905"/>
                </a:cubicBezTo>
                <a:cubicBezTo>
                  <a:pt x="2819400" y="380905"/>
                  <a:pt x="2819210" y="381095"/>
                  <a:pt x="2819210" y="381286"/>
                </a:cubicBezTo>
                <a:cubicBezTo>
                  <a:pt x="2819210" y="381476"/>
                  <a:pt x="2819400" y="381667"/>
                  <a:pt x="2819591" y="381667"/>
                </a:cubicBezTo>
                <a:close/>
                <a:moveTo>
                  <a:pt x="609790" y="457867"/>
                </a:moveTo>
                <a:cubicBezTo>
                  <a:pt x="609981" y="457867"/>
                  <a:pt x="610172" y="457676"/>
                  <a:pt x="610172" y="457486"/>
                </a:cubicBezTo>
                <a:cubicBezTo>
                  <a:pt x="610172" y="457295"/>
                  <a:pt x="609981" y="457105"/>
                  <a:pt x="609790" y="457105"/>
                </a:cubicBezTo>
                <a:cubicBezTo>
                  <a:pt x="609600" y="457105"/>
                  <a:pt x="609410" y="457295"/>
                  <a:pt x="609410" y="457486"/>
                </a:cubicBezTo>
                <a:cubicBezTo>
                  <a:pt x="609410" y="457676"/>
                  <a:pt x="609600" y="457867"/>
                  <a:pt x="609790" y="457867"/>
                </a:cubicBezTo>
                <a:close/>
                <a:moveTo>
                  <a:pt x="685990" y="458724"/>
                </a:moveTo>
                <a:cubicBezTo>
                  <a:pt x="686657" y="458724"/>
                  <a:pt x="687229" y="458153"/>
                  <a:pt x="687229" y="457486"/>
                </a:cubicBezTo>
                <a:cubicBezTo>
                  <a:pt x="687229" y="456819"/>
                  <a:pt x="686657" y="456248"/>
                  <a:pt x="685990" y="456248"/>
                </a:cubicBezTo>
                <a:cubicBezTo>
                  <a:pt x="685324" y="456248"/>
                  <a:pt x="684752" y="456819"/>
                  <a:pt x="684752" y="457486"/>
                </a:cubicBezTo>
                <a:cubicBezTo>
                  <a:pt x="684752" y="458153"/>
                  <a:pt x="685324" y="458724"/>
                  <a:pt x="685990" y="458724"/>
                </a:cubicBezTo>
                <a:close/>
                <a:moveTo>
                  <a:pt x="762190" y="459296"/>
                </a:moveTo>
                <a:cubicBezTo>
                  <a:pt x="763238" y="459296"/>
                  <a:pt x="764096" y="458438"/>
                  <a:pt x="764096" y="457391"/>
                </a:cubicBezTo>
                <a:cubicBezTo>
                  <a:pt x="764096" y="456343"/>
                  <a:pt x="763238" y="455486"/>
                  <a:pt x="762190" y="455486"/>
                </a:cubicBezTo>
                <a:cubicBezTo>
                  <a:pt x="761143" y="455486"/>
                  <a:pt x="760286" y="456343"/>
                  <a:pt x="760286" y="457391"/>
                </a:cubicBezTo>
                <a:cubicBezTo>
                  <a:pt x="760286" y="458438"/>
                  <a:pt x="761143" y="459296"/>
                  <a:pt x="762190" y="459296"/>
                </a:cubicBezTo>
                <a:close/>
                <a:moveTo>
                  <a:pt x="838390" y="460153"/>
                </a:moveTo>
                <a:cubicBezTo>
                  <a:pt x="839915" y="460153"/>
                  <a:pt x="841153" y="458915"/>
                  <a:pt x="841153" y="457391"/>
                </a:cubicBezTo>
                <a:cubicBezTo>
                  <a:pt x="841153" y="455867"/>
                  <a:pt x="839915" y="454628"/>
                  <a:pt x="838390" y="454628"/>
                </a:cubicBezTo>
                <a:cubicBezTo>
                  <a:pt x="836867" y="454628"/>
                  <a:pt x="835628" y="455867"/>
                  <a:pt x="835628" y="457391"/>
                </a:cubicBezTo>
                <a:cubicBezTo>
                  <a:pt x="835628" y="458915"/>
                  <a:pt x="836867" y="460153"/>
                  <a:pt x="838390" y="460153"/>
                </a:cubicBezTo>
                <a:close/>
                <a:moveTo>
                  <a:pt x="914590" y="460820"/>
                </a:moveTo>
                <a:cubicBezTo>
                  <a:pt x="916496" y="460820"/>
                  <a:pt x="917924" y="459296"/>
                  <a:pt x="917924" y="457486"/>
                </a:cubicBezTo>
                <a:cubicBezTo>
                  <a:pt x="917924" y="455581"/>
                  <a:pt x="916400" y="454057"/>
                  <a:pt x="914590" y="454057"/>
                </a:cubicBezTo>
                <a:cubicBezTo>
                  <a:pt x="912781" y="454057"/>
                  <a:pt x="911162" y="455581"/>
                  <a:pt x="911162" y="457486"/>
                </a:cubicBezTo>
                <a:cubicBezTo>
                  <a:pt x="911257" y="459296"/>
                  <a:pt x="912781" y="460820"/>
                  <a:pt x="914590" y="460820"/>
                </a:cubicBezTo>
                <a:close/>
                <a:moveTo>
                  <a:pt x="990790" y="461391"/>
                </a:moveTo>
                <a:cubicBezTo>
                  <a:pt x="992981" y="461391"/>
                  <a:pt x="994791" y="459581"/>
                  <a:pt x="994791" y="457391"/>
                </a:cubicBezTo>
                <a:cubicBezTo>
                  <a:pt x="994791" y="455200"/>
                  <a:pt x="992981" y="453390"/>
                  <a:pt x="990790" y="453390"/>
                </a:cubicBezTo>
                <a:cubicBezTo>
                  <a:pt x="988600" y="453390"/>
                  <a:pt x="986790" y="455200"/>
                  <a:pt x="986790" y="457391"/>
                </a:cubicBezTo>
                <a:cubicBezTo>
                  <a:pt x="986790" y="459676"/>
                  <a:pt x="988600" y="461391"/>
                  <a:pt x="990790" y="461391"/>
                </a:cubicBezTo>
                <a:close/>
                <a:moveTo>
                  <a:pt x="1066991" y="461867"/>
                </a:moveTo>
                <a:cubicBezTo>
                  <a:pt x="1069467" y="461867"/>
                  <a:pt x="1071467" y="459867"/>
                  <a:pt x="1071467" y="457391"/>
                </a:cubicBezTo>
                <a:cubicBezTo>
                  <a:pt x="1071467" y="454914"/>
                  <a:pt x="1069467" y="452914"/>
                  <a:pt x="1066991" y="452914"/>
                </a:cubicBezTo>
                <a:cubicBezTo>
                  <a:pt x="1064514" y="452914"/>
                  <a:pt x="1062514" y="454914"/>
                  <a:pt x="1062514" y="457391"/>
                </a:cubicBezTo>
                <a:cubicBezTo>
                  <a:pt x="1062609" y="459867"/>
                  <a:pt x="1064514" y="461867"/>
                  <a:pt x="1066991" y="461867"/>
                </a:cubicBezTo>
                <a:close/>
                <a:moveTo>
                  <a:pt x="1143191" y="462439"/>
                </a:moveTo>
                <a:cubicBezTo>
                  <a:pt x="1145953" y="462439"/>
                  <a:pt x="1148239" y="460153"/>
                  <a:pt x="1148239" y="457391"/>
                </a:cubicBezTo>
                <a:cubicBezTo>
                  <a:pt x="1148239" y="454628"/>
                  <a:pt x="1145953" y="452342"/>
                  <a:pt x="1143191" y="452342"/>
                </a:cubicBezTo>
                <a:cubicBezTo>
                  <a:pt x="1140428" y="452342"/>
                  <a:pt x="1138142" y="454628"/>
                  <a:pt x="1138142" y="457391"/>
                </a:cubicBezTo>
                <a:cubicBezTo>
                  <a:pt x="1138142" y="460248"/>
                  <a:pt x="1140428" y="462439"/>
                  <a:pt x="1143191" y="462439"/>
                </a:cubicBezTo>
                <a:close/>
                <a:moveTo>
                  <a:pt x="1219391" y="462915"/>
                </a:moveTo>
                <a:cubicBezTo>
                  <a:pt x="1222439" y="462915"/>
                  <a:pt x="1224915" y="460439"/>
                  <a:pt x="1224915" y="457391"/>
                </a:cubicBezTo>
                <a:cubicBezTo>
                  <a:pt x="1224915" y="454343"/>
                  <a:pt x="1222439" y="451866"/>
                  <a:pt x="1219391" y="451866"/>
                </a:cubicBezTo>
                <a:cubicBezTo>
                  <a:pt x="1216343" y="451866"/>
                  <a:pt x="1213866" y="454343"/>
                  <a:pt x="1213866" y="457391"/>
                </a:cubicBezTo>
                <a:cubicBezTo>
                  <a:pt x="1213961" y="460439"/>
                  <a:pt x="1216343" y="462915"/>
                  <a:pt x="1219391" y="462915"/>
                </a:cubicBezTo>
                <a:close/>
                <a:moveTo>
                  <a:pt x="1295591" y="463296"/>
                </a:moveTo>
                <a:cubicBezTo>
                  <a:pt x="1298829" y="463296"/>
                  <a:pt x="1301496" y="460629"/>
                  <a:pt x="1301496" y="457391"/>
                </a:cubicBezTo>
                <a:cubicBezTo>
                  <a:pt x="1301496" y="454152"/>
                  <a:pt x="1298829" y="451485"/>
                  <a:pt x="1295591" y="451485"/>
                </a:cubicBezTo>
                <a:cubicBezTo>
                  <a:pt x="1292352" y="451485"/>
                  <a:pt x="1289685" y="454152"/>
                  <a:pt x="1289685" y="457391"/>
                </a:cubicBezTo>
                <a:cubicBezTo>
                  <a:pt x="1289685" y="460724"/>
                  <a:pt x="1292352" y="463296"/>
                  <a:pt x="1295591" y="463296"/>
                </a:cubicBezTo>
                <a:close/>
                <a:moveTo>
                  <a:pt x="1371791" y="463772"/>
                </a:moveTo>
                <a:cubicBezTo>
                  <a:pt x="1375315" y="463772"/>
                  <a:pt x="1378172" y="460915"/>
                  <a:pt x="1378172" y="457391"/>
                </a:cubicBezTo>
                <a:cubicBezTo>
                  <a:pt x="1378172" y="453866"/>
                  <a:pt x="1375315" y="451009"/>
                  <a:pt x="1371791" y="451009"/>
                </a:cubicBezTo>
                <a:cubicBezTo>
                  <a:pt x="1368266" y="451009"/>
                  <a:pt x="1365409" y="453866"/>
                  <a:pt x="1365409" y="457391"/>
                </a:cubicBezTo>
                <a:cubicBezTo>
                  <a:pt x="1365504" y="460915"/>
                  <a:pt x="1368266" y="463772"/>
                  <a:pt x="1371791" y="463772"/>
                </a:cubicBezTo>
                <a:close/>
                <a:moveTo>
                  <a:pt x="1447991" y="463963"/>
                </a:moveTo>
                <a:cubicBezTo>
                  <a:pt x="1451610" y="463963"/>
                  <a:pt x="1454563" y="461010"/>
                  <a:pt x="1454563" y="457391"/>
                </a:cubicBezTo>
                <a:cubicBezTo>
                  <a:pt x="1454563" y="453771"/>
                  <a:pt x="1451610" y="450818"/>
                  <a:pt x="1447991" y="450818"/>
                </a:cubicBezTo>
                <a:cubicBezTo>
                  <a:pt x="1444371" y="450818"/>
                  <a:pt x="1441418" y="453771"/>
                  <a:pt x="1441418" y="457391"/>
                </a:cubicBezTo>
                <a:cubicBezTo>
                  <a:pt x="1441418" y="461010"/>
                  <a:pt x="1444371" y="463963"/>
                  <a:pt x="1447991" y="463963"/>
                </a:cubicBezTo>
                <a:close/>
                <a:moveTo>
                  <a:pt x="1524191" y="464153"/>
                </a:moveTo>
                <a:cubicBezTo>
                  <a:pt x="1527905" y="464153"/>
                  <a:pt x="1530953" y="461105"/>
                  <a:pt x="1530953" y="457391"/>
                </a:cubicBezTo>
                <a:cubicBezTo>
                  <a:pt x="1530953" y="453676"/>
                  <a:pt x="1527905" y="450628"/>
                  <a:pt x="1524191" y="450628"/>
                </a:cubicBezTo>
                <a:cubicBezTo>
                  <a:pt x="1520476" y="450628"/>
                  <a:pt x="1517428" y="453676"/>
                  <a:pt x="1517428" y="457391"/>
                </a:cubicBezTo>
                <a:cubicBezTo>
                  <a:pt x="1517428" y="461105"/>
                  <a:pt x="1520476" y="464153"/>
                  <a:pt x="1524191" y="464153"/>
                </a:cubicBezTo>
                <a:close/>
                <a:moveTo>
                  <a:pt x="1600391" y="464344"/>
                </a:moveTo>
                <a:cubicBezTo>
                  <a:pt x="1604201" y="464344"/>
                  <a:pt x="1607344" y="461200"/>
                  <a:pt x="1607344" y="457391"/>
                </a:cubicBezTo>
                <a:cubicBezTo>
                  <a:pt x="1607344" y="453581"/>
                  <a:pt x="1604201" y="450437"/>
                  <a:pt x="1600391" y="450437"/>
                </a:cubicBezTo>
                <a:cubicBezTo>
                  <a:pt x="1596581" y="450437"/>
                  <a:pt x="1593437" y="453581"/>
                  <a:pt x="1593437" y="457391"/>
                </a:cubicBezTo>
                <a:cubicBezTo>
                  <a:pt x="1593437" y="461296"/>
                  <a:pt x="1596581" y="464344"/>
                  <a:pt x="1600391" y="464344"/>
                </a:cubicBezTo>
                <a:close/>
                <a:moveTo>
                  <a:pt x="1676591" y="464344"/>
                </a:moveTo>
                <a:cubicBezTo>
                  <a:pt x="1680401" y="464344"/>
                  <a:pt x="1683544" y="461200"/>
                  <a:pt x="1683544" y="457391"/>
                </a:cubicBezTo>
                <a:cubicBezTo>
                  <a:pt x="1683544" y="453581"/>
                  <a:pt x="1680401" y="450437"/>
                  <a:pt x="1676591" y="450437"/>
                </a:cubicBezTo>
                <a:cubicBezTo>
                  <a:pt x="1672781" y="450437"/>
                  <a:pt x="1669637" y="453581"/>
                  <a:pt x="1669637" y="457391"/>
                </a:cubicBezTo>
                <a:cubicBezTo>
                  <a:pt x="1669637" y="461296"/>
                  <a:pt x="1672781" y="464344"/>
                  <a:pt x="1676591" y="464344"/>
                </a:cubicBezTo>
                <a:close/>
                <a:moveTo>
                  <a:pt x="1752791" y="464630"/>
                </a:moveTo>
                <a:cubicBezTo>
                  <a:pt x="1756791" y="464630"/>
                  <a:pt x="1759934" y="461391"/>
                  <a:pt x="1759934" y="457486"/>
                </a:cubicBezTo>
                <a:cubicBezTo>
                  <a:pt x="1759934" y="453485"/>
                  <a:pt x="1756696" y="450342"/>
                  <a:pt x="1752791" y="450342"/>
                </a:cubicBezTo>
                <a:cubicBezTo>
                  <a:pt x="1748790" y="450342"/>
                  <a:pt x="1745647" y="453581"/>
                  <a:pt x="1745647" y="457486"/>
                </a:cubicBezTo>
                <a:cubicBezTo>
                  <a:pt x="1745647" y="461391"/>
                  <a:pt x="1748885" y="464630"/>
                  <a:pt x="1752791" y="464630"/>
                </a:cubicBezTo>
                <a:close/>
                <a:moveTo>
                  <a:pt x="1828991" y="464344"/>
                </a:moveTo>
                <a:cubicBezTo>
                  <a:pt x="1832801" y="464344"/>
                  <a:pt x="1835944" y="461200"/>
                  <a:pt x="1835944" y="457391"/>
                </a:cubicBezTo>
                <a:cubicBezTo>
                  <a:pt x="1835944" y="453581"/>
                  <a:pt x="1832801" y="450437"/>
                  <a:pt x="1828991" y="450437"/>
                </a:cubicBezTo>
                <a:cubicBezTo>
                  <a:pt x="1825181" y="450437"/>
                  <a:pt x="1822037" y="453581"/>
                  <a:pt x="1822037" y="457391"/>
                </a:cubicBezTo>
                <a:cubicBezTo>
                  <a:pt x="1822037" y="461296"/>
                  <a:pt x="1825181" y="464344"/>
                  <a:pt x="1828991" y="464344"/>
                </a:cubicBezTo>
                <a:close/>
                <a:moveTo>
                  <a:pt x="1905191" y="464344"/>
                </a:moveTo>
                <a:cubicBezTo>
                  <a:pt x="1909001" y="464344"/>
                  <a:pt x="1912144" y="461200"/>
                  <a:pt x="1912144" y="457391"/>
                </a:cubicBezTo>
                <a:cubicBezTo>
                  <a:pt x="1912144" y="453581"/>
                  <a:pt x="1909001" y="450437"/>
                  <a:pt x="1905191" y="450437"/>
                </a:cubicBezTo>
                <a:cubicBezTo>
                  <a:pt x="1901381" y="450437"/>
                  <a:pt x="1898237" y="453581"/>
                  <a:pt x="1898237" y="457391"/>
                </a:cubicBezTo>
                <a:cubicBezTo>
                  <a:pt x="1898237" y="461296"/>
                  <a:pt x="1901381" y="464344"/>
                  <a:pt x="1905191" y="464344"/>
                </a:cubicBezTo>
                <a:close/>
                <a:moveTo>
                  <a:pt x="1981391" y="464153"/>
                </a:moveTo>
                <a:cubicBezTo>
                  <a:pt x="1985105" y="464153"/>
                  <a:pt x="1988153" y="461105"/>
                  <a:pt x="1988153" y="457391"/>
                </a:cubicBezTo>
                <a:cubicBezTo>
                  <a:pt x="1988153" y="453676"/>
                  <a:pt x="1985105" y="450628"/>
                  <a:pt x="1981391" y="450628"/>
                </a:cubicBezTo>
                <a:cubicBezTo>
                  <a:pt x="1977676" y="450628"/>
                  <a:pt x="1974628" y="453676"/>
                  <a:pt x="1974628" y="457391"/>
                </a:cubicBezTo>
                <a:cubicBezTo>
                  <a:pt x="1974628" y="461105"/>
                  <a:pt x="1977676" y="464153"/>
                  <a:pt x="1981391" y="464153"/>
                </a:cubicBezTo>
                <a:close/>
                <a:moveTo>
                  <a:pt x="2057591" y="463963"/>
                </a:moveTo>
                <a:cubicBezTo>
                  <a:pt x="2061210" y="463963"/>
                  <a:pt x="2064163" y="461010"/>
                  <a:pt x="2064163" y="457391"/>
                </a:cubicBezTo>
                <a:cubicBezTo>
                  <a:pt x="2064163" y="453771"/>
                  <a:pt x="2061210" y="450818"/>
                  <a:pt x="2057591" y="450818"/>
                </a:cubicBezTo>
                <a:cubicBezTo>
                  <a:pt x="2053971" y="450818"/>
                  <a:pt x="2051018" y="453771"/>
                  <a:pt x="2051018" y="457391"/>
                </a:cubicBezTo>
                <a:cubicBezTo>
                  <a:pt x="2051018" y="461010"/>
                  <a:pt x="2053971" y="463963"/>
                  <a:pt x="2057591" y="463963"/>
                </a:cubicBezTo>
                <a:close/>
                <a:moveTo>
                  <a:pt x="2133791" y="463772"/>
                </a:moveTo>
                <a:cubicBezTo>
                  <a:pt x="2137315" y="463772"/>
                  <a:pt x="2140172" y="460915"/>
                  <a:pt x="2140172" y="457391"/>
                </a:cubicBezTo>
                <a:cubicBezTo>
                  <a:pt x="2140172" y="453866"/>
                  <a:pt x="2137315" y="451009"/>
                  <a:pt x="2133791" y="451009"/>
                </a:cubicBezTo>
                <a:cubicBezTo>
                  <a:pt x="2130266" y="451009"/>
                  <a:pt x="2127409" y="453866"/>
                  <a:pt x="2127409" y="457391"/>
                </a:cubicBezTo>
                <a:cubicBezTo>
                  <a:pt x="2127504" y="460915"/>
                  <a:pt x="2130266" y="463772"/>
                  <a:pt x="2133791" y="463772"/>
                </a:cubicBezTo>
                <a:close/>
                <a:moveTo>
                  <a:pt x="2209991" y="463296"/>
                </a:moveTo>
                <a:cubicBezTo>
                  <a:pt x="2213229" y="463296"/>
                  <a:pt x="2215896" y="460629"/>
                  <a:pt x="2215896" y="457391"/>
                </a:cubicBezTo>
                <a:cubicBezTo>
                  <a:pt x="2215896" y="454152"/>
                  <a:pt x="2213229" y="451485"/>
                  <a:pt x="2209991" y="451485"/>
                </a:cubicBezTo>
                <a:cubicBezTo>
                  <a:pt x="2206752" y="451485"/>
                  <a:pt x="2204085" y="454152"/>
                  <a:pt x="2204085" y="457391"/>
                </a:cubicBezTo>
                <a:cubicBezTo>
                  <a:pt x="2204085" y="460724"/>
                  <a:pt x="2206752" y="463296"/>
                  <a:pt x="2209991" y="463296"/>
                </a:cubicBezTo>
                <a:close/>
                <a:moveTo>
                  <a:pt x="2286191" y="462915"/>
                </a:moveTo>
                <a:cubicBezTo>
                  <a:pt x="2289239" y="462915"/>
                  <a:pt x="2291715" y="460439"/>
                  <a:pt x="2291715" y="457391"/>
                </a:cubicBezTo>
                <a:cubicBezTo>
                  <a:pt x="2291715" y="454343"/>
                  <a:pt x="2289239" y="451866"/>
                  <a:pt x="2286191" y="451866"/>
                </a:cubicBezTo>
                <a:cubicBezTo>
                  <a:pt x="2283143" y="451866"/>
                  <a:pt x="2280666" y="454343"/>
                  <a:pt x="2280666" y="457391"/>
                </a:cubicBezTo>
                <a:cubicBezTo>
                  <a:pt x="2280761" y="460439"/>
                  <a:pt x="2283143" y="462915"/>
                  <a:pt x="2286191" y="462915"/>
                </a:cubicBezTo>
                <a:close/>
                <a:moveTo>
                  <a:pt x="2362391" y="462439"/>
                </a:moveTo>
                <a:cubicBezTo>
                  <a:pt x="2365153" y="462439"/>
                  <a:pt x="2367439" y="460153"/>
                  <a:pt x="2367439" y="457391"/>
                </a:cubicBezTo>
                <a:cubicBezTo>
                  <a:pt x="2367439" y="454628"/>
                  <a:pt x="2365153" y="452342"/>
                  <a:pt x="2362391" y="452342"/>
                </a:cubicBezTo>
                <a:cubicBezTo>
                  <a:pt x="2359628" y="452342"/>
                  <a:pt x="2357342" y="454628"/>
                  <a:pt x="2357342" y="457391"/>
                </a:cubicBezTo>
                <a:cubicBezTo>
                  <a:pt x="2357342" y="460248"/>
                  <a:pt x="2359628" y="462439"/>
                  <a:pt x="2362391" y="462439"/>
                </a:cubicBezTo>
                <a:close/>
                <a:moveTo>
                  <a:pt x="2438591" y="461867"/>
                </a:moveTo>
                <a:cubicBezTo>
                  <a:pt x="2441067" y="461867"/>
                  <a:pt x="2443067" y="459867"/>
                  <a:pt x="2443067" y="457391"/>
                </a:cubicBezTo>
                <a:cubicBezTo>
                  <a:pt x="2443067" y="454914"/>
                  <a:pt x="2441067" y="452914"/>
                  <a:pt x="2438591" y="452914"/>
                </a:cubicBezTo>
                <a:cubicBezTo>
                  <a:pt x="2436114" y="452914"/>
                  <a:pt x="2434114" y="454914"/>
                  <a:pt x="2434114" y="457391"/>
                </a:cubicBezTo>
                <a:cubicBezTo>
                  <a:pt x="2434209" y="459867"/>
                  <a:pt x="2436114" y="461867"/>
                  <a:pt x="2438591" y="461867"/>
                </a:cubicBezTo>
                <a:close/>
                <a:moveTo>
                  <a:pt x="2514791" y="461391"/>
                </a:moveTo>
                <a:cubicBezTo>
                  <a:pt x="2516981" y="461391"/>
                  <a:pt x="2518791" y="459581"/>
                  <a:pt x="2518791" y="457391"/>
                </a:cubicBezTo>
                <a:cubicBezTo>
                  <a:pt x="2518791" y="455200"/>
                  <a:pt x="2516981" y="453390"/>
                  <a:pt x="2514791" y="453390"/>
                </a:cubicBezTo>
                <a:cubicBezTo>
                  <a:pt x="2512600" y="453390"/>
                  <a:pt x="2510790" y="455200"/>
                  <a:pt x="2510790" y="457391"/>
                </a:cubicBezTo>
                <a:cubicBezTo>
                  <a:pt x="2510790" y="459676"/>
                  <a:pt x="2512600" y="461391"/>
                  <a:pt x="2514791" y="461391"/>
                </a:cubicBezTo>
                <a:close/>
                <a:moveTo>
                  <a:pt x="2590991" y="460820"/>
                </a:moveTo>
                <a:cubicBezTo>
                  <a:pt x="2592896" y="460820"/>
                  <a:pt x="2594324" y="459296"/>
                  <a:pt x="2594324" y="457486"/>
                </a:cubicBezTo>
                <a:cubicBezTo>
                  <a:pt x="2594324" y="455581"/>
                  <a:pt x="2592800" y="454057"/>
                  <a:pt x="2590991" y="454057"/>
                </a:cubicBezTo>
                <a:cubicBezTo>
                  <a:pt x="2589086" y="454057"/>
                  <a:pt x="2587657" y="455581"/>
                  <a:pt x="2587657" y="457486"/>
                </a:cubicBezTo>
                <a:cubicBezTo>
                  <a:pt x="2587657" y="459296"/>
                  <a:pt x="2589181" y="460820"/>
                  <a:pt x="2590991" y="460820"/>
                </a:cubicBezTo>
                <a:close/>
                <a:moveTo>
                  <a:pt x="2667191" y="460153"/>
                </a:moveTo>
                <a:cubicBezTo>
                  <a:pt x="2668715" y="460153"/>
                  <a:pt x="2669953" y="458915"/>
                  <a:pt x="2669953" y="457391"/>
                </a:cubicBezTo>
                <a:cubicBezTo>
                  <a:pt x="2669953" y="455867"/>
                  <a:pt x="2668715" y="454628"/>
                  <a:pt x="2667191" y="454628"/>
                </a:cubicBezTo>
                <a:cubicBezTo>
                  <a:pt x="2665666" y="454628"/>
                  <a:pt x="2664428" y="455867"/>
                  <a:pt x="2664428" y="457391"/>
                </a:cubicBezTo>
                <a:cubicBezTo>
                  <a:pt x="2664428" y="458915"/>
                  <a:pt x="2665666" y="460153"/>
                  <a:pt x="2667191" y="460153"/>
                </a:cubicBezTo>
                <a:close/>
                <a:moveTo>
                  <a:pt x="2743391" y="459486"/>
                </a:moveTo>
                <a:cubicBezTo>
                  <a:pt x="2744534" y="459486"/>
                  <a:pt x="2745486" y="458534"/>
                  <a:pt x="2745486" y="457391"/>
                </a:cubicBezTo>
                <a:cubicBezTo>
                  <a:pt x="2745486" y="456248"/>
                  <a:pt x="2744534" y="455295"/>
                  <a:pt x="2743391" y="455295"/>
                </a:cubicBezTo>
                <a:cubicBezTo>
                  <a:pt x="2742248" y="455295"/>
                  <a:pt x="2741295" y="456248"/>
                  <a:pt x="2741295" y="457391"/>
                </a:cubicBezTo>
                <a:cubicBezTo>
                  <a:pt x="2741295" y="458534"/>
                  <a:pt x="2742248" y="459486"/>
                  <a:pt x="2743391" y="459486"/>
                </a:cubicBezTo>
                <a:close/>
                <a:moveTo>
                  <a:pt x="2819591" y="458724"/>
                </a:moveTo>
                <a:cubicBezTo>
                  <a:pt x="2820257" y="458724"/>
                  <a:pt x="2820829" y="458153"/>
                  <a:pt x="2820829" y="457486"/>
                </a:cubicBezTo>
                <a:cubicBezTo>
                  <a:pt x="2820829" y="456819"/>
                  <a:pt x="2820257" y="456248"/>
                  <a:pt x="2819591" y="456248"/>
                </a:cubicBezTo>
                <a:cubicBezTo>
                  <a:pt x="2818924" y="456248"/>
                  <a:pt x="2818353" y="456819"/>
                  <a:pt x="2818353" y="457486"/>
                </a:cubicBezTo>
                <a:cubicBezTo>
                  <a:pt x="2818353" y="458153"/>
                  <a:pt x="2818924" y="458724"/>
                  <a:pt x="2819591" y="458724"/>
                </a:cubicBezTo>
                <a:close/>
                <a:moveTo>
                  <a:pt x="2895791" y="458057"/>
                </a:moveTo>
                <a:cubicBezTo>
                  <a:pt x="2896172" y="458057"/>
                  <a:pt x="2896457" y="457772"/>
                  <a:pt x="2896457" y="457391"/>
                </a:cubicBezTo>
                <a:cubicBezTo>
                  <a:pt x="2896457" y="457010"/>
                  <a:pt x="2896172" y="456724"/>
                  <a:pt x="2895791" y="456724"/>
                </a:cubicBezTo>
                <a:cubicBezTo>
                  <a:pt x="2895410" y="456724"/>
                  <a:pt x="2895124" y="457010"/>
                  <a:pt x="2895124" y="457391"/>
                </a:cubicBezTo>
                <a:cubicBezTo>
                  <a:pt x="2895219" y="457772"/>
                  <a:pt x="2895505" y="458057"/>
                  <a:pt x="2895791" y="458057"/>
                </a:cubicBezTo>
                <a:close/>
                <a:moveTo>
                  <a:pt x="533591" y="534257"/>
                </a:moveTo>
                <a:cubicBezTo>
                  <a:pt x="533972" y="534257"/>
                  <a:pt x="534257" y="533972"/>
                  <a:pt x="534257" y="533591"/>
                </a:cubicBezTo>
                <a:cubicBezTo>
                  <a:pt x="534257" y="533210"/>
                  <a:pt x="533972" y="532924"/>
                  <a:pt x="533591" y="532924"/>
                </a:cubicBezTo>
                <a:cubicBezTo>
                  <a:pt x="533210" y="532924"/>
                  <a:pt x="532924" y="533210"/>
                  <a:pt x="532924" y="533591"/>
                </a:cubicBezTo>
                <a:cubicBezTo>
                  <a:pt x="533019" y="533972"/>
                  <a:pt x="533305" y="534257"/>
                  <a:pt x="533591" y="534257"/>
                </a:cubicBezTo>
                <a:close/>
                <a:moveTo>
                  <a:pt x="609790" y="534924"/>
                </a:moveTo>
                <a:cubicBezTo>
                  <a:pt x="610457" y="534924"/>
                  <a:pt x="611029" y="534353"/>
                  <a:pt x="611029" y="533686"/>
                </a:cubicBezTo>
                <a:cubicBezTo>
                  <a:pt x="611029" y="533019"/>
                  <a:pt x="610457" y="532448"/>
                  <a:pt x="609790" y="532448"/>
                </a:cubicBezTo>
                <a:cubicBezTo>
                  <a:pt x="609124" y="532448"/>
                  <a:pt x="608552" y="533019"/>
                  <a:pt x="608552" y="533686"/>
                </a:cubicBezTo>
                <a:cubicBezTo>
                  <a:pt x="608552" y="534353"/>
                  <a:pt x="609124" y="534924"/>
                  <a:pt x="609790" y="534924"/>
                </a:cubicBezTo>
                <a:close/>
                <a:moveTo>
                  <a:pt x="685990" y="535686"/>
                </a:moveTo>
                <a:cubicBezTo>
                  <a:pt x="687134" y="535686"/>
                  <a:pt x="688086" y="534734"/>
                  <a:pt x="688086" y="533591"/>
                </a:cubicBezTo>
                <a:cubicBezTo>
                  <a:pt x="688086" y="532448"/>
                  <a:pt x="687134" y="531495"/>
                  <a:pt x="685990" y="531495"/>
                </a:cubicBezTo>
                <a:cubicBezTo>
                  <a:pt x="684848" y="531495"/>
                  <a:pt x="683895" y="532448"/>
                  <a:pt x="683895" y="533591"/>
                </a:cubicBezTo>
                <a:cubicBezTo>
                  <a:pt x="683895" y="534734"/>
                  <a:pt x="684848" y="535686"/>
                  <a:pt x="685990" y="535686"/>
                </a:cubicBezTo>
                <a:close/>
                <a:moveTo>
                  <a:pt x="762190" y="536543"/>
                </a:moveTo>
                <a:cubicBezTo>
                  <a:pt x="763810" y="536543"/>
                  <a:pt x="765143" y="535210"/>
                  <a:pt x="765143" y="533591"/>
                </a:cubicBezTo>
                <a:cubicBezTo>
                  <a:pt x="765143" y="531971"/>
                  <a:pt x="763810" y="530638"/>
                  <a:pt x="762190" y="530638"/>
                </a:cubicBezTo>
                <a:cubicBezTo>
                  <a:pt x="760571" y="530638"/>
                  <a:pt x="759238" y="531971"/>
                  <a:pt x="759238" y="533591"/>
                </a:cubicBezTo>
                <a:cubicBezTo>
                  <a:pt x="759238" y="535210"/>
                  <a:pt x="760571" y="536543"/>
                  <a:pt x="762190" y="536543"/>
                </a:cubicBezTo>
                <a:close/>
                <a:moveTo>
                  <a:pt x="838390" y="537210"/>
                </a:moveTo>
                <a:cubicBezTo>
                  <a:pt x="840391" y="537210"/>
                  <a:pt x="842010" y="535591"/>
                  <a:pt x="842010" y="533591"/>
                </a:cubicBezTo>
                <a:cubicBezTo>
                  <a:pt x="842010" y="531590"/>
                  <a:pt x="840391" y="529971"/>
                  <a:pt x="838390" y="529971"/>
                </a:cubicBezTo>
                <a:cubicBezTo>
                  <a:pt x="836390" y="529971"/>
                  <a:pt x="834771" y="531590"/>
                  <a:pt x="834771" y="533591"/>
                </a:cubicBezTo>
                <a:cubicBezTo>
                  <a:pt x="834866" y="535591"/>
                  <a:pt x="836390" y="537210"/>
                  <a:pt x="838390" y="537210"/>
                </a:cubicBezTo>
                <a:close/>
                <a:moveTo>
                  <a:pt x="914590" y="537877"/>
                </a:moveTo>
                <a:cubicBezTo>
                  <a:pt x="916877" y="537877"/>
                  <a:pt x="918782" y="535972"/>
                  <a:pt x="918782" y="533686"/>
                </a:cubicBezTo>
                <a:cubicBezTo>
                  <a:pt x="918782" y="531305"/>
                  <a:pt x="916877" y="529495"/>
                  <a:pt x="914590" y="529495"/>
                </a:cubicBezTo>
                <a:cubicBezTo>
                  <a:pt x="912209" y="529495"/>
                  <a:pt x="910400" y="531400"/>
                  <a:pt x="910400" y="533686"/>
                </a:cubicBezTo>
                <a:cubicBezTo>
                  <a:pt x="910400" y="535972"/>
                  <a:pt x="912305" y="537877"/>
                  <a:pt x="914590" y="537877"/>
                </a:cubicBezTo>
                <a:close/>
                <a:moveTo>
                  <a:pt x="990790" y="538448"/>
                </a:moveTo>
                <a:cubicBezTo>
                  <a:pt x="993458" y="538448"/>
                  <a:pt x="995648" y="536258"/>
                  <a:pt x="995648" y="533591"/>
                </a:cubicBezTo>
                <a:cubicBezTo>
                  <a:pt x="995648" y="530924"/>
                  <a:pt x="993458" y="528733"/>
                  <a:pt x="990790" y="528733"/>
                </a:cubicBezTo>
                <a:cubicBezTo>
                  <a:pt x="988124" y="528733"/>
                  <a:pt x="985933" y="530924"/>
                  <a:pt x="985933" y="533591"/>
                </a:cubicBezTo>
                <a:cubicBezTo>
                  <a:pt x="985933" y="536258"/>
                  <a:pt x="988124" y="538448"/>
                  <a:pt x="990790" y="538448"/>
                </a:cubicBezTo>
                <a:close/>
                <a:moveTo>
                  <a:pt x="1066991" y="539115"/>
                </a:moveTo>
                <a:cubicBezTo>
                  <a:pt x="1070039" y="539115"/>
                  <a:pt x="1072515" y="536639"/>
                  <a:pt x="1072515" y="533591"/>
                </a:cubicBezTo>
                <a:cubicBezTo>
                  <a:pt x="1072515" y="530543"/>
                  <a:pt x="1070039" y="528066"/>
                  <a:pt x="1066991" y="528066"/>
                </a:cubicBezTo>
                <a:cubicBezTo>
                  <a:pt x="1063943" y="528066"/>
                  <a:pt x="1061466" y="530543"/>
                  <a:pt x="1061466" y="533591"/>
                </a:cubicBezTo>
                <a:cubicBezTo>
                  <a:pt x="1061561" y="536639"/>
                  <a:pt x="1063943" y="539115"/>
                  <a:pt x="1066991" y="539115"/>
                </a:cubicBezTo>
                <a:close/>
                <a:moveTo>
                  <a:pt x="1143191" y="539782"/>
                </a:moveTo>
                <a:cubicBezTo>
                  <a:pt x="1146620" y="539782"/>
                  <a:pt x="1149287" y="537020"/>
                  <a:pt x="1149287" y="533686"/>
                </a:cubicBezTo>
                <a:cubicBezTo>
                  <a:pt x="1149287" y="530257"/>
                  <a:pt x="1146524" y="527590"/>
                  <a:pt x="1143191" y="527590"/>
                </a:cubicBezTo>
                <a:cubicBezTo>
                  <a:pt x="1139857" y="527590"/>
                  <a:pt x="1137095" y="530352"/>
                  <a:pt x="1137095" y="533686"/>
                </a:cubicBezTo>
                <a:cubicBezTo>
                  <a:pt x="1137095" y="537020"/>
                  <a:pt x="1139857" y="539782"/>
                  <a:pt x="1143191" y="539782"/>
                </a:cubicBezTo>
                <a:close/>
                <a:moveTo>
                  <a:pt x="1219391" y="540163"/>
                </a:moveTo>
                <a:cubicBezTo>
                  <a:pt x="1223010" y="540163"/>
                  <a:pt x="1225963" y="537210"/>
                  <a:pt x="1225963" y="533591"/>
                </a:cubicBezTo>
                <a:cubicBezTo>
                  <a:pt x="1225963" y="529971"/>
                  <a:pt x="1223010" y="527018"/>
                  <a:pt x="1219391" y="527018"/>
                </a:cubicBezTo>
                <a:cubicBezTo>
                  <a:pt x="1215771" y="527018"/>
                  <a:pt x="1212818" y="529971"/>
                  <a:pt x="1212818" y="533591"/>
                </a:cubicBezTo>
                <a:cubicBezTo>
                  <a:pt x="1212818" y="537210"/>
                  <a:pt x="1215771" y="540163"/>
                  <a:pt x="1219391" y="540163"/>
                </a:cubicBezTo>
                <a:close/>
                <a:moveTo>
                  <a:pt x="1295591" y="540544"/>
                </a:moveTo>
                <a:cubicBezTo>
                  <a:pt x="1299401" y="540544"/>
                  <a:pt x="1302544" y="537401"/>
                  <a:pt x="1302544" y="533591"/>
                </a:cubicBezTo>
                <a:cubicBezTo>
                  <a:pt x="1302544" y="529781"/>
                  <a:pt x="1299401" y="526637"/>
                  <a:pt x="1295591" y="526637"/>
                </a:cubicBezTo>
                <a:cubicBezTo>
                  <a:pt x="1291781" y="526637"/>
                  <a:pt x="1288637" y="529781"/>
                  <a:pt x="1288637" y="533591"/>
                </a:cubicBezTo>
                <a:cubicBezTo>
                  <a:pt x="1288637" y="537496"/>
                  <a:pt x="1291781" y="540544"/>
                  <a:pt x="1295591" y="540544"/>
                </a:cubicBezTo>
                <a:close/>
                <a:moveTo>
                  <a:pt x="1371791" y="541020"/>
                </a:moveTo>
                <a:cubicBezTo>
                  <a:pt x="1375886" y="541020"/>
                  <a:pt x="1379220" y="537686"/>
                  <a:pt x="1379220" y="533591"/>
                </a:cubicBezTo>
                <a:cubicBezTo>
                  <a:pt x="1379220" y="529495"/>
                  <a:pt x="1375886" y="526161"/>
                  <a:pt x="1371791" y="526161"/>
                </a:cubicBezTo>
                <a:cubicBezTo>
                  <a:pt x="1367695" y="526161"/>
                  <a:pt x="1364361" y="529495"/>
                  <a:pt x="1364361" y="533591"/>
                </a:cubicBezTo>
                <a:cubicBezTo>
                  <a:pt x="1364456" y="537686"/>
                  <a:pt x="1367695" y="541020"/>
                  <a:pt x="1371791" y="541020"/>
                </a:cubicBezTo>
                <a:close/>
                <a:moveTo>
                  <a:pt x="1447991" y="541401"/>
                </a:moveTo>
                <a:cubicBezTo>
                  <a:pt x="1452277" y="541401"/>
                  <a:pt x="1455801" y="537877"/>
                  <a:pt x="1455801" y="533591"/>
                </a:cubicBezTo>
                <a:cubicBezTo>
                  <a:pt x="1455801" y="529304"/>
                  <a:pt x="1452277" y="525780"/>
                  <a:pt x="1447991" y="525780"/>
                </a:cubicBezTo>
                <a:cubicBezTo>
                  <a:pt x="1443704" y="525780"/>
                  <a:pt x="1440180" y="529304"/>
                  <a:pt x="1440180" y="533591"/>
                </a:cubicBezTo>
                <a:cubicBezTo>
                  <a:pt x="1440180" y="537972"/>
                  <a:pt x="1443704" y="541401"/>
                  <a:pt x="1447991" y="541401"/>
                </a:cubicBezTo>
                <a:close/>
                <a:moveTo>
                  <a:pt x="1524191" y="541687"/>
                </a:moveTo>
                <a:cubicBezTo>
                  <a:pt x="1528667" y="541687"/>
                  <a:pt x="1532192" y="538067"/>
                  <a:pt x="1532192" y="533686"/>
                </a:cubicBezTo>
                <a:cubicBezTo>
                  <a:pt x="1532192" y="529209"/>
                  <a:pt x="1528572" y="525685"/>
                  <a:pt x="1524191" y="525685"/>
                </a:cubicBezTo>
                <a:cubicBezTo>
                  <a:pt x="1519714" y="525685"/>
                  <a:pt x="1516189" y="529304"/>
                  <a:pt x="1516189" y="533686"/>
                </a:cubicBezTo>
                <a:cubicBezTo>
                  <a:pt x="1516189" y="538067"/>
                  <a:pt x="1519809" y="541687"/>
                  <a:pt x="1524191" y="541687"/>
                </a:cubicBezTo>
                <a:close/>
                <a:moveTo>
                  <a:pt x="1600391" y="541687"/>
                </a:moveTo>
                <a:cubicBezTo>
                  <a:pt x="1604867" y="541687"/>
                  <a:pt x="1608392" y="538067"/>
                  <a:pt x="1608392" y="533686"/>
                </a:cubicBezTo>
                <a:cubicBezTo>
                  <a:pt x="1608392" y="529209"/>
                  <a:pt x="1604772" y="525685"/>
                  <a:pt x="1600391" y="525685"/>
                </a:cubicBezTo>
                <a:cubicBezTo>
                  <a:pt x="1595914" y="525685"/>
                  <a:pt x="1592389" y="529304"/>
                  <a:pt x="1592389" y="533686"/>
                </a:cubicBezTo>
                <a:cubicBezTo>
                  <a:pt x="1592389" y="538067"/>
                  <a:pt x="1596009" y="541687"/>
                  <a:pt x="1600391" y="541687"/>
                </a:cubicBezTo>
                <a:close/>
                <a:moveTo>
                  <a:pt x="1676591" y="541877"/>
                </a:moveTo>
                <a:cubicBezTo>
                  <a:pt x="1681163" y="541877"/>
                  <a:pt x="1684877" y="538163"/>
                  <a:pt x="1684877" y="533591"/>
                </a:cubicBezTo>
                <a:cubicBezTo>
                  <a:pt x="1684877" y="529019"/>
                  <a:pt x="1681163" y="525304"/>
                  <a:pt x="1676591" y="525304"/>
                </a:cubicBezTo>
                <a:cubicBezTo>
                  <a:pt x="1672018" y="525304"/>
                  <a:pt x="1668304" y="529019"/>
                  <a:pt x="1668304" y="533591"/>
                </a:cubicBezTo>
                <a:cubicBezTo>
                  <a:pt x="1668399" y="538163"/>
                  <a:pt x="1672018" y="541877"/>
                  <a:pt x="1676591" y="541877"/>
                </a:cubicBezTo>
                <a:close/>
                <a:moveTo>
                  <a:pt x="1752791" y="541877"/>
                </a:moveTo>
                <a:cubicBezTo>
                  <a:pt x="1757363" y="541877"/>
                  <a:pt x="1761077" y="538163"/>
                  <a:pt x="1761077" y="533591"/>
                </a:cubicBezTo>
                <a:cubicBezTo>
                  <a:pt x="1761077" y="529019"/>
                  <a:pt x="1757363" y="525304"/>
                  <a:pt x="1752791" y="525304"/>
                </a:cubicBezTo>
                <a:cubicBezTo>
                  <a:pt x="1748218" y="525304"/>
                  <a:pt x="1744504" y="529019"/>
                  <a:pt x="1744504" y="533591"/>
                </a:cubicBezTo>
                <a:cubicBezTo>
                  <a:pt x="1744599" y="538163"/>
                  <a:pt x="1748218" y="541877"/>
                  <a:pt x="1752791" y="541877"/>
                </a:cubicBezTo>
                <a:close/>
                <a:moveTo>
                  <a:pt x="1828991" y="541877"/>
                </a:moveTo>
                <a:cubicBezTo>
                  <a:pt x="1833563" y="541877"/>
                  <a:pt x="1837277" y="538163"/>
                  <a:pt x="1837277" y="533591"/>
                </a:cubicBezTo>
                <a:cubicBezTo>
                  <a:pt x="1837277" y="529019"/>
                  <a:pt x="1833563" y="525304"/>
                  <a:pt x="1828991" y="525304"/>
                </a:cubicBezTo>
                <a:cubicBezTo>
                  <a:pt x="1824418" y="525304"/>
                  <a:pt x="1820704" y="529019"/>
                  <a:pt x="1820704" y="533591"/>
                </a:cubicBezTo>
                <a:cubicBezTo>
                  <a:pt x="1820799" y="538163"/>
                  <a:pt x="1824418" y="541877"/>
                  <a:pt x="1828991" y="541877"/>
                </a:cubicBezTo>
                <a:close/>
                <a:moveTo>
                  <a:pt x="1905191" y="541687"/>
                </a:moveTo>
                <a:cubicBezTo>
                  <a:pt x="1909667" y="541687"/>
                  <a:pt x="1913192" y="538067"/>
                  <a:pt x="1913192" y="533686"/>
                </a:cubicBezTo>
                <a:cubicBezTo>
                  <a:pt x="1913192" y="529209"/>
                  <a:pt x="1909572" y="525685"/>
                  <a:pt x="1905191" y="525685"/>
                </a:cubicBezTo>
                <a:cubicBezTo>
                  <a:pt x="1900714" y="525685"/>
                  <a:pt x="1897189" y="529304"/>
                  <a:pt x="1897189" y="533686"/>
                </a:cubicBezTo>
                <a:cubicBezTo>
                  <a:pt x="1897189" y="538067"/>
                  <a:pt x="1900809" y="541687"/>
                  <a:pt x="1905191" y="541687"/>
                </a:cubicBezTo>
                <a:close/>
                <a:moveTo>
                  <a:pt x="1981391" y="541687"/>
                </a:moveTo>
                <a:cubicBezTo>
                  <a:pt x="1985867" y="541687"/>
                  <a:pt x="1989392" y="538067"/>
                  <a:pt x="1989392" y="533686"/>
                </a:cubicBezTo>
                <a:cubicBezTo>
                  <a:pt x="1989392" y="529209"/>
                  <a:pt x="1985772" y="525685"/>
                  <a:pt x="1981391" y="525685"/>
                </a:cubicBezTo>
                <a:cubicBezTo>
                  <a:pt x="1976914" y="525685"/>
                  <a:pt x="1973389" y="529304"/>
                  <a:pt x="1973389" y="533686"/>
                </a:cubicBezTo>
                <a:cubicBezTo>
                  <a:pt x="1973389" y="538067"/>
                  <a:pt x="1977009" y="541687"/>
                  <a:pt x="1981391" y="541687"/>
                </a:cubicBezTo>
                <a:close/>
                <a:moveTo>
                  <a:pt x="2057591" y="541401"/>
                </a:moveTo>
                <a:cubicBezTo>
                  <a:pt x="2061877" y="541401"/>
                  <a:pt x="2065401" y="537877"/>
                  <a:pt x="2065401" y="533591"/>
                </a:cubicBezTo>
                <a:cubicBezTo>
                  <a:pt x="2065401" y="529304"/>
                  <a:pt x="2061877" y="525780"/>
                  <a:pt x="2057591" y="525780"/>
                </a:cubicBezTo>
                <a:cubicBezTo>
                  <a:pt x="2053304" y="525780"/>
                  <a:pt x="2049780" y="529304"/>
                  <a:pt x="2049780" y="533591"/>
                </a:cubicBezTo>
                <a:cubicBezTo>
                  <a:pt x="2049780" y="537972"/>
                  <a:pt x="2053304" y="541401"/>
                  <a:pt x="2057591" y="541401"/>
                </a:cubicBezTo>
                <a:close/>
                <a:moveTo>
                  <a:pt x="2133791" y="541020"/>
                </a:moveTo>
                <a:cubicBezTo>
                  <a:pt x="2137886" y="541020"/>
                  <a:pt x="2141220" y="537686"/>
                  <a:pt x="2141220" y="533591"/>
                </a:cubicBezTo>
                <a:cubicBezTo>
                  <a:pt x="2141220" y="529495"/>
                  <a:pt x="2137886" y="526161"/>
                  <a:pt x="2133791" y="526161"/>
                </a:cubicBezTo>
                <a:cubicBezTo>
                  <a:pt x="2129695" y="526161"/>
                  <a:pt x="2126361" y="529495"/>
                  <a:pt x="2126361" y="533591"/>
                </a:cubicBezTo>
                <a:cubicBezTo>
                  <a:pt x="2126456" y="537686"/>
                  <a:pt x="2129695" y="541020"/>
                  <a:pt x="2133791" y="541020"/>
                </a:cubicBezTo>
                <a:close/>
                <a:moveTo>
                  <a:pt x="2209991" y="540544"/>
                </a:moveTo>
                <a:cubicBezTo>
                  <a:pt x="2213801" y="540544"/>
                  <a:pt x="2216944" y="537401"/>
                  <a:pt x="2216944" y="533591"/>
                </a:cubicBezTo>
                <a:cubicBezTo>
                  <a:pt x="2216944" y="529781"/>
                  <a:pt x="2213801" y="526637"/>
                  <a:pt x="2209991" y="526637"/>
                </a:cubicBezTo>
                <a:cubicBezTo>
                  <a:pt x="2206181" y="526637"/>
                  <a:pt x="2203037" y="529781"/>
                  <a:pt x="2203037" y="533591"/>
                </a:cubicBezTo>
                <a:cubicBezTo>
                  <a:pt x="2203037" y="537496"/>
                  <a:pt x="2206181" y="540544"/>
                  <a:pt x="2209991" y="540544"/>
                </a:cubicBezTo>
                <a:close/>
                <a:moveTo>
                  <a:pt x="2286191" y="540163"/>
                </a:moveTo>
                <a:cubicBezTo>
                  <a:pt x="2289810" y="540163"/>
                  <a:pt x="2292763" y="537210"/>
                  <a:pt x="2292763" y="533591"/>
                </a:cubicBezTo>
                <a:cubicBezTo>
                  <a:pt x="2292763" y="529971"/>
                  <a:pt x="2289810" y="527018"/>
                  <a:pt x="2286191" y="527018"/>
                </a:cubicBezTo>
                <a:cubicBezTo>
                  <a:pt x="2282571" y="527018"/>
                  <a:pt x="2279618" y="529971"/>
                  <a:pt x="2279618" y="533591"/>
                </a:cubicBezTo>
                <a:cubicBezTo>
                  <a:pt x="2279618" y="537210"/>
                  <a:pt x="2282571" y="540163"/>
                  <a:pt x="2286191" y="540163"/>
                </a:cubicBezTo>
                <a:close/>
                <a:moveTo>
                  <a:pt x="2362391" y="539782"/>
                </a:moveTo>
                <a:cubicBezTo>
                  <a:pt x="2365820" y="539782"/>
                  <a:pt x="2368487" y="537020"/>
                  <a:pt x="2368487" y="533686"/>
                </a:cubicBezTo>
                <a:cubicBezTo>
                  <a:pt x="2368487" y="530257"/>
                  <a:pt x="2365724" y="527590"/>
                  <a:pt x="2362391" y="527590"/>
                </a:cubicBezTo>
                <a:cubicBezTo>
                  <a:pt x="2359057" y="527590"/>
                  <a:pt x="2356295" y="530352"/>
                  <a:pt x="2356295" y="533686"/>
                </a:cubicBezTo>
                <a:cubicBezTo>
                  <a:pt x="2356295" y="537020"/>
                  <a:pt x="2359057" y="539782"/>
                  <a:pt x="2362391" y="539782"/>
                </a:cubicBezTo>
                <a:close/>
                <a:moveTo>
                  <a:pt x="2438591" y="539115"/>
                </a:moveTo>
                <a:cubicBezTo>
                  <a:pt x="2441639" y="539115"/>
                  <a:pt x="2444115" y="536639"/>
                  <a:pt x="2444115" y="533591"/>
                </a:cubicBezTo>
                <a:cubicBezTo>
                  <a:pt x="2444115" y="530543"/>
                  <a:pt x="2441639" y="528066"/>
                  <a:pt x="2438591" y="528066"/>
                </a:cubicBezTo>
                <a:cubicBezTo>
                  <a:pt x="2435543" y="528066"/>
                  <a:pt x="2433066" y="530543"/>
                  <a:pt x="2433066" y="533591"/>
                </a:cubicBezTo>
                <a:cubicBezTo>
                  <a:pt x="2433161" y="536639"/>
                  <a:pt x="2435543" y="539115"/>
                  <a:pt x="2438591" y="539115"/>
                </a:cubicBezTo>
                <a:close/>
                <a:moveTo>
                  <a:pt x="2514791" y="538639"/>
                </a:moveTo>
                <a:cubicBezTo>
                  <a:pt x="2517553" y="538639"/>
                  <a:pt x="2519839" y="536353"/>
                  <a:pt x="2519839" y="533591"/>
                </a:cubicBezTo>
                <a:cubicBezTo>
                  <a:pt x="2519839" y="530828"/>
                  <a:pt x="2517553" y="528542"/>
                  <a:pt x="2514791" y="528542"/>
                </a:cubicBezTo>
                <a:cubicBezTo>
                  <a:pt x="2512028" y="528542"/>
                  <a:pt x="2509742" y="530828"/>
                  <a:pt x="2509742" y="533591"/>
                </a:cubicBezTo>
                <a:cubicBezTo>
                  <a:pt x="2509742" y="536448"/>
                  <a:pt x="2512028" y="538639"/>
                  <a:pt x="2514791" y="538639"/>
                </a:cubicBezTo>
                <a:close/>
                <a:moveTo>
                  <a:pt x="2590991" y="538067"/>
                </a:moveTo>
                <a:cubicBezTo>
                  <a:pt x="2593467" y="538067"/>
                  <a:pt x="2595467" y="536067"/>
                  <a:pt x="2595467" y="533591"/>
                </a:cubicBezTo>
                <a:cubicBezTo>
                  <a:pt x="2595467" y="531114"/>
                  <a:pt x="2593467" y="529114"/>
                  <a:pt x="2590991" y="529114"/>
                </a:cubicBezTo>
                <a:cubicBezTo>
                  <a:pt x="2588514" y="529114"/>
                  <a:pt x="2586514" y="531114"/>
                  <a:pt x="2586514" y="533591"/>
                </a:cubicBezTo>
                <a:cubicBezTo>
                  <a:pt x="2586609" y="536067"/>
                  <a:pt x="2588514" y="538067"/>
                  <a:pt x="2590991" y="538067"/>
                </a:cubicBezTo>
                <a:close/>
                <a:moveTo>
                  <a:pt x="2667191" y="537210"/>
                </a:moveTo>
                <a:cubicBezTo>
                  <a:pt x="2669191" y="537210"/>
                  <a:pt x="2670810" y="535591"/>
                  <a:pt x="2670810" y="533591"/>
                </a:cubicBezTo>
                <a:cubicBezTo>
                  <a:pt x="2670810" y="531590"/>
                  <a:pt x="2669191" y="529971"/>
                  <a:pt x="2667191" y="529971"/>
                </a:cubicBezTo>
                <a:cubicBezTo>
                  <a:pt x="2665190" y="529971"/>
                  <a:pt x="2663571" y="531590"/>
                  <a:pt x="2663571" y="533591"/>
                </a:cubicBezTo>
                <a:cubicBezTo>
                  <a:pt x="2663666" y="535591"/>
                  <a:pt x="2665190" y="537210"/>
                  <a:pt x="2667191" y="537210"/>
                </a:cubicBezTo>
                <a:close/>
                <a:moveTo>
                  <a:pt x="2743391" y="536543"/>
                </a:moveTo>
                <a:cubicBezTo>
                  <a:pt x="2745010" y="536543"/>
                  <a:pt x="2746343" y="535210"/>
                  <a:pt x="2746343" y="533591"/>
                </a:cubicBezTo>
                <a:cubicBezTo>
                  <a:pt x="2746343" y="531971"/>
                  <a:pt x="2745010" y="530638"/>
                  <a:pt x="2743391" y="530638"/>
                </a:cubicBezTo>
                <a:cubicBezTo>
                  <a:pt x="2741771" y="530638"/>
                  <a:pt x="2740438" y="531971"/>
                  <a:pt x="2740438" y="533591"/>
                </a:cubicBezTo>
                <a:cubicBezTo>
                  <a:pt x="2740438" y="535210"/>
                  <a:pt x="2741771" y="536543"/>
                  <a:pt x="2743391" y="536543"/>
                </a:cubicBezTo>
                <a:close/>
                <a:moveTo>
                  <a:pt x="2819591" y="535686"/>
                </a:moveTo>
                <a:cubicBezTo>
                  <a:pt x="2820734" y="535686"/>
                  <a:pt x="2821686" y="534734"/>
                  <a:pt x="2821686" y="533591"/>
                </a:cubicBezTo>
                <a:cubicBezTo>
                  <a:pt x="2821686" y="532448"/>
                  <a:pt x="2820734" y="531495"/>
                  <a:pt x="2819591" y="531495"/>
                </a:cubicBezTo>
                <a:cubicBezTo>
                  <a:pt x="2818448" y="531495"/>
                  <a:pt x="2817495" y="532448"/>
                  <a:pt x="2817495" y="533591"/>
                </a:cubicBezTo>
                <a:cubicBezTo>
                  <a:pt x="2817495" y="534734"/>
                  <a:pt x="2818448" y="535686"/>
                  <a:pt x="2819591" y="535686"/>
                </a:cubicBezTo>
                <a:close/>
                <a:moveTo>
                  <a:pt x="2895791" y="535115"/>
                </a:moveTo>
                <a:cubicBezTo>
                  <a:pt x="2896648" y="535115"/>
                  <a:pt x="2897315" y="534448"/>
                  <a:pt x="2897315" y="533591"/>
                </a:cubicBezTo>
                <a:cubicBezTo>
                  <a:pt x="2897315" y="532733"/>
                  <a:pt x="2896648" y="532067"/>
                  <a:pt x="2895791" y="532067"/>
                </a:cubicBezTo>
                <a:cubicBezTo>
                  <a:pt x="2894933" y="532067"/>
                  <a:pt x="2894266" y="532733"/>
                  <a:pt x="2894266" y="533591"/>
                </a:cubicBezTo>
                <a:cubicBezTo>
                  <a:pt x="2894266" y="534448"/>
                  <a:pt x="2895029" y="535115"/>
                  <a:pt x="2895791" y="535115"/>
                </a:cubicBezTo>
                <a:close/>
                <a:moveTo>
                  <a:pt x="2971991" y="534257"/>
                </a:moveTo>
                <a:cubicBezTo>
                  <a:pt x="2972372" y="534257"/>
                  <a:pt x="2972657" y="533972"/>
                  <a:pt x="2972657" y="533591"/>
                </a:cubicBezTo>
                <a:cubicBezTo>
                  <a:pt x="2972657" y="533210"/>
                  <a:pt x="2972372" y="532924"/>
                  <a:pt x="2971991" y="532924"/>
                </a:cubicBezTo>
                <a:cubicBezTo>
                  <a:pt x="2971610" y="532924"/>
                  <a:pt x="2971324" y="533210"/>
                  <a:pt x="2971324" y="533591"/>
                </a:cubicBezTo>
                <a:cubicBezTo>
                  <a:pt x="2971419" y="533972"/>
                  <a:pt x="2971705" y="534257"/>
                  <a:pt x="2971991" y="534257"/>
                </a:cubicBezTo>
                <a:close/>
                <a:moveTo>
                  <a:pt x="457391" y="610267"/>
                </a:moveTo>
                <a:cubicBezTo>
                  <a:pt x="457581" y="610267"/>
                  <a:pt x="457772" y="610076"/>
                  <a:pt x="457772" y="609886"/>
                </a:cubicBezTo>
                <a:cubicBezTo>
                  <a:pt x="457772" y="609695"/>
                  <a:pt x="457581" y="609505"/>
                  <a:pt x="457391" y="609505"/>
                </a:cubicBezTo>
                <a:cubicBezTo>
                  <a:pt x="457200" y="609505"/>
                  <a:pt x="457010" y="609695"/>
                  <a:pt x="457010" y="609886"/>
                </a:cubicBezTo>
                <a:cubicBezTo>
                  <a:pt x="457010" y="610076"/>
                  <a:pt x="457200" y="610267"/>
                  <a:pt x="457391" y="610267"/>
                </a:cubicBezTo>
                <a:close/>
                <a:moveTo>
                  <a:pt x="533591" y="611124"/>
                </a:moveTo>
                <a:cubicBezTo>
                  <a:pt x="534257" y="611124"/>
                  <a:pt x="534829" y="610553"/>
                  <a:pt x="534829" y="609886"/>
                </a:cubicBezTo>
                <a:cubicBezTo>
                  <a:pt x="534829" y="609219"/>
                  <a:pt x="534257" y="608648"/>
                  <a:pt x="533591" y="608648"/>
                </a:cubicBezTo>
                <a:cubicBezTo>
                  <a:pt x="532924" y="608648"/>
                  <a:pt x="532352" y="609219"/>
                  <a:pt x="532352" y="609886"/>
                </a:cubicBezTo>
                <a:cubicBezTo>
                  <a:pt x="532352" y="610553"/>
                  <a:pt x="532924" y="611124"/>
                  <a:pt x="533591" y="611124"/>
                </a:cubicBezTo>
                <a:close/>
                <a:moveTo>
                  <a:pt x="609790" y="611886"/>
                </a:moveTo>
                <a:cubicBezTo>
                  <a:pt x="610934" y="611886"/>
                  <a:pt x="611886" y="610934"/>
                  <a:pt x="611886" y="609790"/>
                </a:cubicBezTo>
                <a:cubicBezTo>
                  <a:pt x="611886" y="608648"/>
                  <a:pt x="610934" y="607695"/>
                  <a:pt x="609790" y="607695"/>
                </a:cubicBezTo>
                <a:cubicBezTo>
                  <a:pt x="608648" y="607695"/>
                  <a:pt x="607695" y="608648"/>
                  <a:pt x="607695" y="609790"/>
                </a:cubicBezTo>
                <a:cubicBezTo>
                  <a:pt x="607695" y="610934"/>
                  <a:pt x="608648" y="611886"/>
                  <a:pt x="609790" y="611886"/>
                </a:cubicBezTo>
                <a:close/>
                <a:moveTo>
                  <a:pt x="685990" y="612743"/>
                </a:moveTo>
                <a:cubicBezTo>
                  <a:pt x="687610" y="612743"/>
                  <a:pt x="688943" y="611410"/>
                  <a:pt x="688943" y="609790"/>
                </a:cubicBezTo>
                <a:cubicBezTo>
                  <a:pt x="688943" y="608171"/>
                  <a:pt x="687610" y="606838"/>
                  <a:pt x="685990" y="606838"/>
                </a:cubicBezTo>
                <a:cubicBezTo>
                  <a:pt x="684371" y="606838"/>
                  <a:pt x="683038" y="608171"/>
                  <a:pt x="683038" y="609790"/>
                </a:cubicBezTo>
                <a:cubicBezTo>
                  <a:pt x="683038" y="611410"/>
                  <a:pt x="684371" y="612743"/>
                  <a:pt x="685990" y="612743"/>
                </a:cubicBezTo>
                <a:close/>
                <a:moveTo>
                  <a:pt x="762190" y="613601"/>
                </a:moveTo>
                <a:cubicBezTo>
                  <a:pt x="764286" y="613601"/>
                  <a:pt x="766001" y="611886"/>
                  <a:pt x="766001" y="609790"/>
                </a:cubicBezTo>
                <a:cubicBezTo>
                  <a:pt x="766001" y="607695"/>
                  <a:pt x="764286" y="605981"/>
                  <a:pt x="762190" y="605981"/>
                </a:cubicBezTo>
                <a:cubicBezTo>
                  <a:pt x="760095" y="605981"/>
                  <a:pt x="758381" y="607695"/>
                  <a:pt x="758381" y="609790"/>
                </a:cubicBezTo>
                <a:cubicBezTo>
                  <a:pt x="758381" y="611886"/>
                  <a:pt x="760095" y="613601"/>
                  <a:pt x="762190" y="613601"/>
                </a:cubicBezTo>
                <a:close/>
                <a:moveTo>
                  <a:pt x="838390" y="614267"/>
                </a:moveTo>
                <a:cubicBezTo>
                  <a:pt x="840867" y="614267"/>
                  <a:pt x="842867" y="612267"/>
                  <a:pt x="842867" y="609790"/>
                </a:cubicBezTo>
                <a:cubicBezTo>
                  <a:pt x="842867" y="607314"/>
                  <a:pt x="840867" y="605314"/>
                  <a:pt x="838390" y="605314"/>
                </a:cubicBezTo>
                <a:cubicBezTo>
                  <a:pt x="835914" y="605314"/>
                  <a:pt x="833914" y="607314"/>
                  <a:pt x="833914" y="609790"/>
                </a:cubicBezTo>
                <a:cubicBezTo>
                  <a:pt x="833914" y="612267"/>
                  <a:pt x="835914" y="614267"/>
                  <a:pt x="838390" y="614267"/>
                </a:cubicBezTo>
                <a:close/>
                <a:moveTo>
                  <a:pt x="914590" y="615125"/>
                </a:moveTo>
                <a:cubicBezTo>
                  <a:pt x="917543" y="615125"/>
                  <a:pt x="919829" y="612743"/>
                  <a:pt x="919829" y="609886"/>
                </a:cubicBezTo>
                <a:cubicBezTo>
                  <a:pt x="919829" y="606933"/>
                  <a:pt x="917448" y="604647"/>
                  <a:pt x="914590" y="604647"/>
                </a:cubicBezTo>
                <a:cubicBezTo>
                  <a:pt x="911638" y="604647"/>
                  <a:pt x="909352" y="607028"/>
                  <a:pt x="909352" y="609886"/>
                </a:cubicBezTo>
                <a:cubicBezTo>
                  <a:pt x="909352" y="612743"/>
                  <a:pt x="911733" y="615125"/>
                  <a:pt x="914590" y="615125"/>
                </a:cubicBezTo>
                <a:close/>
                <a:moveTo>
                  <a:pt x="990790" y="615696"/>
                </a:moveTo>
                <a:cubicBezTo>
                  <a:pt x="994029" y="615696"/>
                  <a:pt x="996696" y="613029"/>
                  <a:pt x="996696" y="609790"/>
                </a:cubicBezTo>
                <a:cubicBezTo>
                  <a:pt x="996696" y="606552"/>
                  <a:pt x="994029" y="603885"/>
                  <a:pt x="990790" y="603885"/>
                </a:cubicBezTo>
                <a:cubicBezTo>
                  <a:pt x="987552" y="603885"/>
                  <a:pt x="984885" y="606552"/>
                  <a:pt x="984885" y="609790"/>
                </a:cubicBezTo>
                <a:cubicBezTo>
                  <a:pt x="984885" y="613124"/>
                  <a:pt x="987552" y="615696"/>
                  <a:pt x="990790" y="615696"/>
                </a:cubicBezTo>
                <a:close/>
                <a:moveTo>
                  <a:pt x="1066991" y="616363"/>
                </a:moveTo>
                <a:cubicBezTo>
                  <a:pt x="1070610" y="616363"/>
                  <a:pt x="1073563" y="613410"/>
                  <a:pt x="1073563" y="609790"/>
                </a:cubicBezTo>
                <a:cubicBezTo>
                  <a:pt x="1073563" y="606171"/>
                  <a:pt x="1070610" y="603218"/>
                  <a:pt x="1066991" y="603218"/>
                </a:cubicBezTo>
                <a:cubicBezTo>
                  <a:pt x="1063371" y="603218"/>
                  <a:pt x="1060418" y="606171"/>
                  <a:pt x="1060418" y="609790"/>
                </a:cubicBezTo>
                <a:cubicBezTo>
                  <a:pt x="1060418" y="613410"/>
                  <a:pt x="1063371" y="616363"/>
                  <a:pt x="1066991" y="616363"/>
                </a:cubicBezTo>
                <a:close/>
                <a:moveTo>
                  <a:pt x="1143191" y="617030"/>
                </a:moveTo>
                <a:cubicBezTo>
                  <a:pt x="1147191" y="617030"/>
                  <a:pt x="1150334" y="613791"/>
                  <a:pt x="1150334" y="609886"/>
                </a:cubicBezTo>
                <a:cubicBezTo>
                  <a:pt x="1150334" y="605885"/>
                  <a:pt x="1147096" y="602742"/>
                  <a:pt x="1143191" y="602742"/>
                </a:cubicBezTo>
                <a:cubicBezTo>
                  <a:pt x="1139190" y="602742"/>
                  <a:pt x="1136047" y="605981"/>
                  <a:pt x="1136047" y="609886"/>
                </a:cubicBezTo>
                <a:cubicBezTo>
                  <a:pt x="1136047" y="613791"/>
                  <a:pt x="1139285" y="617030"/>
                  <a:pt x="1143191" y="617030"/>
                </a:cubicBezTo>
                <a:close/>
                <a:moveTo>
                  <a:pt x="1219391" y="617411"/>
                </a:moveTo>
                <a:cubicBezTo>
                  <a:pt x="1223582" y="617411"/>
                  <a:pt x="1227011" y="613982"/>
                  <a:pt x="1227011" y="609790"/>
                </a:cubicBezTo>
                <a:cubicBezTo>
                  <a:pt x="1227011" y="605600"/>
                  <a:pt x="1223582" y="602171"/>
                  <a:pt x="1219391" y="602171"/>
                </a:cubicBezTo>
                <a:cubicBezTo>
                  <a:pt x="1215200" y="602171"/>
                  <a:pt x="1211771" y="605600"/>
                  <a:pt x="1211771" y="609790"/>
                </a:cubicBezTo>
                <a:cubicBezTo>
                  <a:pt x="1211771" y="613982"/>
                  <a:pt x="1215200" y="617411"/>
                  <a:pt x="1219391" y="617411"/>
                </a:cubicBezTo>
                <a:close/>
                <a:moveTo>
                  <a:pt x="1295591" y="617887"/>
                </a:moveTo>
                <a:cubicBezTo>
                  <a:pt x="1300067" y="617887"/>
                  <a:pt x="1303592" y="614267"/>
                  <a:pt x="1303592" y="609886"/>
                </a:cubicBezTo>
                <a:cubicBezTo>
                  <a:pt x="1303592" y="605409"/>
                  <a:pt x="1299972" y="601885"/>
                  <a:pt x="1295591" y="601885"/>
                </a:cubicBezTo>
                <a:cubicBezTo>
                  <a:pt x="1291114" y="601885"/>
                  <a:pt x="1287589" y="605504"/>
                  <a:pt x="1287589" y="609886"/>
                </a:cubicBezTo>
                <a:cubicBezTo>
                  <a:pt x="1287589" y="614267"/>
                  <a:pt x="1291209" y="617887"/>
                  <a:pt x="1295591" y="617887"/>
                </a:cubicBezTo>
                <a:close/>
                <a:moveTo>
                  <a:pt x="1371791" y="618268"/>
                </a:moveTo>
                <a:cubicBezTo>
                  <a:pt x="1376458" y="618268"/>
                  <a:pt x="1380268" y="614458"/>
                  <a:pt x="1380268" y="609790"/>
                </a:cubicBezTo>
                <a:cubicBezTo>
                  <a:pt x="1380268" y="605123"/>
                  <a:pt x="1376458" y="601313"/>
                  <a:pt x="1371791" y="601313"/>
                </a:cubicBezTo>
                <a:cubicBezTo>
                  <a:pt x="1367123" y="601313"/>
                  <a:pt x="1363313" y="605123"/>
                  <a:pt x="1363313" y="609790"/>
                </a:cubicBezTo>
                <a:cubicBezTo>
                  <a:pt x="1363313" y="614458"/>
                  <a:pt x="1367123" y="618268"/>
                  <a:pt x="1371791" y="618268"/>
                </a:cubicBezTo>
                <a:close/>
                <a:moveTo>
                  <a:pt x="1447991" y="618649"/>
                </a:moveTo>
                <a:cubicBezTo>
                  <a:pt x="1452848" y="618649"/>
                  <a:pt x="1456849" y="614648"/>
                  <a:pt x="1456849" y="609790"/>
                </a:cubicBezTo>
                <a:cubicBezTo>
                  <a:pt x="1456849" y="604933"/>
                  <a:pt x="1452848" y="600932"/>
                  <a:pt x="1447991" y="600932"/>
                </a:cubicBezTo>
                <a:cubicBezTo>
                  <a:pt x="1443133" y="600932"/>
                  <a:pt x="1439132" y="604933"/>
                  <a:pt x="1439132" y="609790"/>
                </a:cubicBezTo>
                <a:cubicBezTo>
                  <a:pt x="1439132" y="614744"/>
                  <a:pt x="1443133" y="618649"/>
                  <a:pt x="1447991" y="618649"/>
                </a:cubicBezTo>
                <a:close/>
                <a:moveTo>
                  <a:pt x="1524191" y="618935"/>
                </a:moveTo>
                <a:cubicBezTo>
                  <a:pt x="1529239" y="618935"/>
                  <a:pt x="1533239" y="614839"/>
                  <a:pt x="1533239" y="609886"/>
                </a:cubicBezTo>
                <a:cubicBezTo>
                  <a:pt x="1533239" y="604933"/>
                  <a:pt x="1529143" y="600837"/>
                  <a:pt x="1524191" y="600837"/>
                </a:cubicBezTo>
                <a:cubicBezTo>
                  <a:pt x="1519238" y="600837"/>
                  <a:pt x="1515142" y="604933"/>
                  <a:pt x="1515142" y="609886"/>
                </a:cubicBezTo>
                <a:cubicBezTo>
                  <a:pt x="1515142" y="614839"/>
                  <a:pt x="1519238" y="618935"/>
                  <a:pt x="1524191" y="618935"/>
                </a:cubicBezTo>
                <a:close/>
                <a:moveTo>
                  <a:pt x="1600391" y="619125"/>
                </a:moveTo>
                <a:cubicBezTo>
                  <a:pt x="1605534" y="619125"/>
                  <a:pt x="1609725" y="614934"/>
                  <a:pt x="1609725" y="609790"/>
                </a:cubicBezTo>
                <a:cubicBezTo>
                  <a:pt x="1609725" y="604647"/>
                  <a:pt x="1605534" y="600456"/>
                  <a:pt x="1600391" y="600456"/>
                </a:cubicBezTo>
                <a:cubicBezTo>
                  <a:pt x="1595247" y="600456"/>
                  <a:pt x="1591056" y="604647"/>
                  <a:pt x="1591056" y="609790"/>
                </a:cubicBezTo>
                <a:cubicBezTo>
                  <a:pt x="1591056" y="614934"/>
                  <a:pt x="1595247" y="619125"/>
                  <a:pt x="1600391" y="619125"/>
                </a:cubicBezTo>
                <a:close/>
                <a:moveTo>
                  <a:pt x="1676591" y="619315"/>
                </a:moveTo>
                <a:cubicBezTo>
                  <a:pt x="1681829" y="619315"/>
                  <a:pt x="1686116" y="615029"/>
                  <a:pt x="1686116" y="609790"/>
                </a:cubicBezTo>
                <a:cubicBezTo>
                  <a:pt x="1686116" y="604552"/>
                  <a:pt x="1681829" y="600266"/>
                  <a:pt x="1676591" y="600266"/>
                </a:cubicBezTo>
                <a:cubicBezTo>
                  <a:pt x="1671352" y="600266"/>
                  <a:pt x="1667066" y="604552"/>
                  <a:pt x="1667066" y="609790"/>
                </a:cubicBezTo>
                <a:cubicBezTo>
                  <a:pt x="1667066" y="615029"/>
                  <a:pt x="1671352" y="619315"/>
                  <a:pt x="1676591" y="619315"/>
                </a:cubicBezTo>
                <a:close/>
                <a:moveTo>
                  <a:pt x="1752791" y="619315"/>
                </a:moveTo>
                <a:cubicBezTo>
                  <a:pt x="1758029" y="619315"/>
                  <a:pt x="1762316" y="615029"/>
                  <a:pt x="1762316" y="609790"/>
                </a:cubicBezTo>
                <a:cubicBezTo>
                  <a:pt x="1762316" y="604552"/>
                  <a:pt x="1758029" y="600266"/>
                  <a:pt x="1752791" y="600266"/>
                </a:cubicBezTo>
                <a:cubicBezTo>
                  <a:pt x="1747552" y="600266"/>
                  <a:pt x="1743266" y="604552"/>
                  <a:pt x="1743266" y="609790"/>
                </a:cubicBezTo>
                <a:cubicBezTo>
                  <a:pt x="1743266" y="615029"/>
                  <a:pt x="1747552" y="619315"/>
                  <a:pt x="1752791" y="619315"/>
                </a:cubicBezTo>
                <a:close/>
                <a:moveTo>
                  <a:pt x="1828991" y="619315"/>
                </a:moveTo>
                <a:cubicBezTo>
                  <a:pt x="1834229" y="619315"/>
                  <a:pt x="1838516" y="615029"/>
                  <a:pt x="1838516" y="609790"/>
                </a:cubicBezTo>
                <a:cubicBezTo>
                  <a:pt x="1838516" y="604552"/>
                  <a:pt x="1834229" y="600266"/>
                  <a:pt x="1828991" y="600266"/>
                </a:cubicBezTo>
                <a:cubicBezTo>
                  <a:pt x="1823752" y="600266"/>
                  <a:pt x="1819466" y="604552"/>
                  <a:pt x="1819466" y="609790"/>
                </a:cubicBezTo>
                <a:cubicBezTo>
                  <a:pt x="1819466" y="615029"/>
                  <a:pt x="1823752" y="619315"/>
                  <a:pt x="1828991" y="619315"/>
                </a:cubicBezTo>
                <a:close/>
                <a:moveTo>
                  <a:pt x="1905191" y="619125"/>
                </a:moveTo>
                <a:cubicBezTo>
                  <a:pt x="1910334" y="619125"/>
                  <a:pt x="1914525" y="614934"/>
                  <a:pt x="1914525" y="609790"/>
                </a:cubicBezTo>
                <a:cubicBezTo>
                  <a:pt x="1914525" y="604647"/>
                  <a:pt x="1910334" y="600456"/>
                  <a:pt x="1905191" y="600456"/>
                </a:cubicBezTo>
                <a:cubicBezTo>
                  <a:pt x="1900047" y="600456"/>
                  <a:pt x="1895856" y="604647"/>
                  <a:pt x="1895856" y="609790"/>
                </a:cubicBezTo>
                <a:cubicBezTo>
                  <a:pt x="1895856" y="614934"/>
                  <a:pt x="1900047" y="619125"/>
                  <a:pt x="1905191" y="619125"/>
                </a:cubicBezTo>
                <a:close/>
                <a:moveTo>
                  <a:pt x="1981391" y="618935"/>
                </a:moveTo>
                <a:cubicBezTo>
                  <a:pt x="1986439" y="618935"/>
                  <a:pt x="1990439" y="614839"/>
                  <a:pt x="1990439" y="609886"/>
                </a:cubicBezTo>
                <a:cubicBezTo>
                  <a:pt x="1990439" y="604933"/>
                  <a:pt x="1986343" y="600837"/>
                  <a:pt x="1981391" y="600837"/>
                </a:cubicBezTo>
                <a:cubicBezTo>
                  <a:pt x="1976438" y="600837"/>
                  <a:pt x="1972342" y="604933"/>
                  <a:pt x="1972342" y="609886"/>
                </a:cubicBezTo>
                <a:cubicBezTo>
                  <a:pt x="1972342" y="614839"/>
                  <a:pt x="1976438" y="618935"/>
                  <a:pt x="1981391" y="618935"/>
                </a:cubicBezTo>
                <a:close/>
                <a:moveTo>
                  <a:pt x="2057591" y="618649"/>
                </a:moveTo>
                <a:cubicBezTo>
                  <a:pt x="2062448" y="618649"/>
                  <a:pt x="2066449" y="614648"/>
                  <a:pt x="2066449" y="609790"/>
                </a:cubicBezTo>
                <a:cubicBezTo>
                  <a:pt x="2066449" y="604933"/>
                  <a:pt x="2062448" y="600932"/>
                  <a:pt x="2057591" y="600932"/>
                </a:cubicBezTo>
                <a:cubicBezTo>
                  <a:pt x="2052733" y="600932"/>
                  <a:pt x="2048732" y="604933"/>
                  <a:pt x="2048732" y="609790"/>
                </a:cubicBezTo>
                <a:cubicBezTo>
                  <a:pt x="2048732" y="614744"/>
                  <a:pt x="2052733" y="618649"/>
                  <a:pt x="2057591" y="618649"/>
                </a:cubicBezTo>
                <a:close/>
                <a:moveTo>
                  <a:pt x="2133791" y="618268"/>
                </a:moveTo>
                <a:cubicBezTo>
                  <a:pt x="2138458" y="618268"/>
                  <a:pt x="2142268" y="614458"/>
                  <a:pt x="2142268" y="609790"/>
                </a:cubicBezTo>
                <a:cubicBezTo>
                  <a:pt x="2142268" y="605123"/>
                  <a:pt x="2138458" y="601313"/>
                  <a:pt x="2133791" y="601313"/>
                </a:cubicBezTo>
                <a:cubicBezTo>
                  <a:pt x="2129123" y="601313"/>
                  <a:pt x="2125313" y="605123"/>
                  <a:pt x="2125313" y="609790"/>
                </a:cubicBezTo>
                <a:cubicBezTo>
                  <a:pt x="2125313" y="614458"/>
                  <a:pt x="2129123" y="618268"/>
                  <a:pt x="2133791" y="618268"/>
                </a:cubicBezTo>
                <a:close/>
                <a:moveTo>
                  <a:pt x="2209991" y="617887"/>
                </a:moveTo>
                <a:cubicBezTo>
                  <a:pt x="2214467" y="617887"/>
                  <a:pt x="2217992" y="614267"/>
                  <a:pt x="2217992" y="609886"/>
                </a:cubicBezTo>
                <a:cubicBezTo>
                  <a:pt x="2217992" y="605409"/>
                  <a:pt x="2214372" y="601885"/>
                  <a:pt x="2209991" y="601885"/>
                </a:cubicBezTo>
                <a:cubicBezTo>
                  <a:pt x="2205514" y="601885"/>
                  <a:pt x="2201990" y="605504"/>
                  <a:pt x="2201990" y="609886"/>
                </a:cubicBezTo>
                <a:cubicBezTo>
                  <a:pt x="2201990" y="614267"/>
                  <a:pt x="2205609" y="617887"/>
                  <a:pt x="2209991" y="617887"/>
                </a:cubicBezTo>
                <a:close/>
                <a:moveTo>
                  <a:pt x="2286191" y="617411"/>
                </a:moveTo>
                <a:cubicBezTo>
                  <a:pt x="2290382" y="617411"/>
                  <a:pt x="2293811" y="613982"/>
                  <a:pt x="2293811" y="609790"/>
                </a:cubicBezTo>
                <a:cubicBezTo>
                  <a:pt x="2293811" y="605600"/>
                  <a:pt x="2290382" y="602171"/>
                  <a:pt x="2286191" y="602171"/>
                </a:cubicBezTo>
                <a:cubicBezTo>
                  <a:pt x="2282000" y="602171"/>
                  <a:pt x="2278571" y="605600"/>
                  <a:pt x="2278571" y="609790"/>
                </a:cubicBezTo>
                <a:cubicBezTo>
                  <a:pt x="2278571" y="613982"/>
                  <a:pt x="2282000" y="617411"/>
                  <a:pt x="2286191" y="617411"/>
                </a:cubicBezTo>
                <a:close/>
                <a:moveTo>
                  <a:pt x="2362391" y="617030"/>
                </a:moveTo>
                <a:cubicBezTo>
                  <a:pt x="2366391" y="617030"/>
                  <a:pt x="2369534" y="613791"/>
                  <a:pt x="2369534" y="609886"/>
                </a:cubicBezTo>
                <a:cubicBezTo>
                  <a:pt x="2369534" y="605885"/>
                  <a:pt x="2366296" y="602742"/>
                  <a:pt x="2362391" y="602742"/>
                </a:cubicBezTo>
                <a:cubicBezTo>
                  <a:pt x="2358390" y="602742"/>
                  <a:pt x="2355247" y="605981"/>
                  <a:pt x="2355247" y="609886"/>
                </a:cubicBezTo>
                <a:cubicBezTo>
                  <a:pt x="2355247" y="613791"/>
                  <a:pt x="2358485" y="617030"/>
                  <a:pt x="2362391" y="617030"/>
                </a:cubicBezTo>
                <a:close/>
                <a:moveTo>
                  <a:pt x="2438591" y="616363"/>
                </a:moveTo>
                <a:cubicBezTo>
                  <a:pt x="2442210" y="616363"/>
                  <a:pt x="2445163" y="613410"/>
                  <a:pt x="2445163" y="609790"/>
                </a:cubicBezTo>
                <a:cubicBezTo>
                  <a:pt x="2445163" y="606171"/>
                  <a:pt x="2442210" y="603218"/>
                  <a:pt x="2438591" y="603218"/>
                </a:cubicBezTo>
                <a:cubicBezTo>
                  <a:pt x="2434971" y="603218"/>
                  <a:pt x="2432018" y="606171"/>
                  <a:pt x="2432018" y="609790"/>
                </a:cubicBezTo>
                <a:cubicBezTo>
                  <a:pt x="2432018" y="613410"/>
                  <a:pt x="2434971" y="616363"/>
                  <a:pt x="2438591" y="616363"/>
                </a:cubicBezTo>
                <a:close/>
                <a:moveTo>
                  <a:pt x="2514791" y="615696"/>
                </a:moveTo>
                <a:cubicBezTo>
                  <a:pt x="2518029" y="615696"/>
                  <a:pt x="2520696" y="613029"/>
                  <a:pt x="2520696" y="609790"/>
                </a:cubicBezTo>
                <a:cubicBezTo>
                  <a:pt x="2520696" y="606552"/>
                  <a:pt x="2518029" y="603885"/>
                  <a:pt x="2514791" y="603885"/>
                </a:cubicBezTo>
                <a:cubicBezTo>
                  <a:pt x="2511552" y="603885"/>
                  <a:pt x="2508885" y="606552"/>
                  <a:pt x="2508885" y="609790"/>
                </a:cubicBezTo>
                <a:cubicBezTo>
                  <a:pt x="2508885" y="613124"/>
                  <a:pt x="2511552" y="615696"/>
                  <a:pt x="2514791" y="615696"/>
                </a:cubicBezTo>
                <a:close/>
                <a:moveTo>
                  <a:pt x="2590991" y="615125"/>
                </a:moveTo>
                <a:cubicBezTo>
                  <a:pt x="2593943" y="615125"/>
                  <a:pt x="2596229" y="612743"/>
                  <a:pt x="2596229" y="609886"/>
                </a:cubicBezTo>
                <a:cubicBezTo>
                  <a:pt x="2596229" y="606933"/>
                  <a:pt x="2593848" y="604647"/>
                  <a:pt x="2590991" y="604647"/>
                </a:cubicBezTo>
                <a:cubicBezTo>
                  <a:pt x="2588038" y="604647"/>
                  <a:pt x="2585752" y="607028"/>
                  <a:pt x="2585752" y="609886"/>
                </a:cubicBezTo>
                <a:cubicBezTo>
                  <a:pt x="2585752" y="612743"/>
                  <a:pt x="2588133" y="615125"/>
                  <a:pt x="2590991" y="615125"/>
                </a:cubicBezTo>
                <a:close/>
                <a:moveTo>
                  <a:pt x="2667191" y="614458"/>
                </a:moveTo>
                <a:cubicBezTo>
                  <a:pt x="2669762" y="614458"/>
                  <a:pt x="2671858" y="612362"/>
                  <a:pt x="2671858" y="609790"/>
                </a:cubicBezTo>
                <a:cubicBezTo>
                  <a:pt x="2671858" y="607219"/>
                  <a:pt x="2669762" y="605123"/>
                  <a:pt x="2667191" y="605123"/>
                </a:cubicBezTo>
                <a:cubicBezTo>
                  <a:pt x="2664619" y="605123"/>
                  <a:pt x="2662523" y="607219"/>
                  <a:pt x="2662523" y="609790"/>
                </a:cubicBezTo>
                <a:cubicBezTo>
                  <a:pt x="2662523" y="612362"/>
                  <a:pt x="2664619" y="614458"/>
                  <a:pt x="2667191" y="614458"/>
                </a:cubicBezTo>
                <a:close/>
                <a:moveTo>
                  <a:pt x="2743391" y="613601"/>
                </a:moveTo>
                <a:cubicBezTo>
                  <a:pt x="2745486" y="613601"/>
                  <a:pt x="2747201" y="611886"/>
                  <a:pt x="2747201" y="609790"/>
                </a:cubicBezTo>
                <a:cubicBezTo>
                  <a:pt x="2747201" y="607695"/>
                  <a:pt x="2745486" y="605981"/>
                  <a:pt x="2743391" y="605981"/>
                </a:cubicBezTo>
                <a:cubicBezTo>
                  <a:pt x="2741295" y="605981"/>
                  <a:pt x="2739581" y="607695"/>
                  <a:pt x="2739581" y="609790"/>
                </a:cubicBezTo>
                <a:cubicBezTo>
                  <a:pt x="2739581" y="611886"/>
                  <a:pt x="2741295" y="613601"/>
                  <a:pt x="2743391" y="613601"/>
                </a:cubicBezTo>
                <a:close/>
                <a:moveTo>
                  <a:pt x="2819591" y="612934"/>
                </a:moveTo>
                <a:cubicBezTo>
                  <a:pt x="2821305" y="612934"/>
                  <a:pt x="2822734" y="611505"/>
                  <a:pt x="2822734" y="609790"/>
                </a:cubicBezTo>
                <a:cubicBezTo>
                  <a:pt x="2822734" y="608076"/>
                  <a:pt x="2821305" y="606647"/>
                  <a:pt x="2819591" y="606647"/>
                </a:cubicBezTo>
                <a:cubicBezTo>
                  <a:pt x="2817876" y="606647"/>
                  <a:pt x="2816447" y="608076"/>
                  <a:pt x="2816447" y="609790"/>
                </a:cubicBezTo>
                <a:cubicBezTo>
                  <a:pt x="2816447" y="611505"/>
                  <a:pt x="2817876" y="612934"/>
                  <a:pt x="2819591" y="612934"/>
                </a:cubicBezTo>
                <a:close/>
                <a:moveTo>
                  <a:pt x="2895791" y="612172"/>
                </a:moveTo>
                <a:cubicBezTo>
                  <a:pt x="2897029" y="612172"/>
                  <a:pt x="2898077" y="611124"/>
                  <a:pt x="2898077" y="609886"/>
                </a:cubicBezTo>
                <a:cubicBezTo>
                  <a:pt x="2898077" y="608648"/>
                  <a:pt x="2897029" y="607600"/>
                  <a:pt x="2895791" y="607600"/>
                </a:cubicBezTo>
                <a:cubicBezTo>
                  <a:pt x="2894553" y="607600"/>
                  <a:pt x="2893505" y="608648"/>
                  <a:pt x="2893505" y="609886"/>
                </a:cubicBezTo>
                <a:cubicBezTo>
                  <a:pt x="2893505" y="611124"/>
                  <a:pt x="2894553" y="612172"/>
                  <a:pt x="2895791" y="612172"/>
                </a:cubicBezTo>
                <a:close/>
                <a:moveTo>
                  <a:pt x="2971991" y="611315"/>
                </a:moveTo>
                <a:cubicBezTo>
                  <a:pt x="2972848" y="611315"/>
                  <a:pt x="2973515" y="610648"/>
                  <a:pt x="2973515" y="609790"/>
                </a:cubicBezTo>
                <a:cubicBezTo>
                  <a:pt x="2973515" y="608933"/>
                  <a:pt x="2972848" y="608267"/>
                  <a:pt x="2971991" y="608267"/>
                </a:cubicBezTo>
                <a:cubicBezTo>
                  <a:pt x="2971133" y="608267"/>
                  <a:pt x="2970466" y="608933"/>
                  <a:pt x="2970466" y="609790"/>
                </a:cubicBezTo>
                <a:cubicBezTo>
                  <a:pt x="2970466" y="610648"/>
                  <a:pt x="2971229" y="611315"/>
                  <a:pt x="2971991" y="611315"/>
                </a:cubicBezTo>
                <a:close/>
                <a:moveTo>
                  <a:pt x="3048191" y="610457"/>
                </a:moveTo>
                <a:cubicBezTo>
                  <a:pt x="3048572" y="610457"/>
                  <a:pt x="3048857" y="610172"/>
                  <a:pt x="3048857" y="609790"/>
                </a:cubicBezTo>
                <a:cubicBezTo>
                  <a:pt x="3048857" y="609410"/>
                  <a:pt x="3048572" y="609124"/>
                  <a:pt x="3048191" y="609124"/>
                </a:cubicBezTo>
                <a:cubicBezTo>
                  <a:pt x="3047810" y="609124"/>
                  <a:pt x="3047524" y="609410"/>
                  <a:pt x="3047524" y="609790"/>
                </a:cubicBezTo>
                <a:cubicBezTo>
                  <a:pt x="3047619" y="610172"/>
                  <a:pt x="3047905" y="610457"/>
                  <a:pt x="3048191" y="610457"/>
                </a:cubicBezTo>
                <a:close/>
                <a:moveTo>
                  <a:pt x="381191" y="686467"/>
                </a:moveTo>
                <a:cubicBezTo>
                  <a:pt x="381381" y="686467"/>
                  <a:pt x="381572" y="686276"/>
                  <a:pt x="381572" y="686086"/>
                </a:cubicBezTo>
                <a:cubicBezTo>
                  <a:pt x="381572" y="685895"/>
                  <a:pt x="381381" y="685705"/>
                  <a:pt x="381191" y="685705"/>
                </a:cubicBezTo>
                <a:cubicBezTo>
                  <a:pt x="381000" y="685705"/>
                  <a:pt x="380810" y="685895"/>
                  <a:pt x="380810" y="686086"/>
                </a:cubicBezTo>
                <a:cubicBezTo>
                  <a:pt x="380810" y="686276"/>
                  <a:pt x="381000" y="686467"/>
                  <a:pt x="381191" y="686467"/>
                </a:cubicBezTo>
                <a:close/>
                <a:moveTo>
                  <a:pt x="457391" y="687324"/>
                </a:moveTo>
                <a:cubicBezTo>
                  <a:pt x="458057" y="687324"/>
                  <a:pt x="458629" y="686753"/>
                  <a:pt x="458629" y="686086"/>
                </a:cubicBezTo>
                <a:cubicBezTo>
                  <a:pt x="458629" y="685419"/>
                  <a:pt x="458057" y="684848"/>
                  <a:pt x="457391" y="684848"/>
                </a:cubicBezTo>
                <a:cubicBezTo>
                  <a:pt x="456724" y="684848"/>
                  <a:pt x="456152" y="685419"/>
                  <a:pt x="456152" y="686086"/>
                </a:cubicBezTo>
                <a:cubicBezTo>
                  <a:pt x="456152" y="686753"/>
                  <a:pt x="456724" y="687324"/>
                  <a:pt x="457391" y="687324"/>
                </a:cubicBezTo>
                <a:close/>
                <a:moveTo>
                  <a:pt x="533591" y="688086"/>
                </a:moveTo>
                <a:cubicBezTo>
                  <a:pt x="534734" y="688086"/>
                  <a:pt x="535686" y="687134"/>
                  <a:pt x="535686" y="685990"/>
                </a:cubicBezTo>
                <a:cubicBezTo>
                  <a:pt x="535686" y="684848"/>
                  <a:pt x="534734" y="683895"/>
                  <a:pt x="533591" y="683895"/>
                </a:cubicBezTo>
                <a:cubicBezTo>
                  <a:pt x="532448" y="683895"/>
                  <a:pt x="531495" y="684848"/>
                  <a:pt x="531495" y="685990"/>
                </a:cubicBezTo>
                <a:cubicBezTo>
                  <a:pt x="531495" y="687134"/>
                  <a:pt x="532448" y="688086"/>
                  <a:pt x="533591" y="688086"/>
                </a:cubicBezTo>
                <a:close/>
                <a:moveTo>
                  <a:pt x="609790" y="688943"/>
                </a:moveTo>
                <a:cubicBezTo>
                  <a:pt x="611410" y="688943"/>
                  <a:pt x="612743" y="687610"/>
                  <a:pt x="612743" y="685990"/>
                </a:cubicBezTo>
                <a:cubicBezTo>
                  <a:pt x="612743" y="684371"/>
                  <a:pt x="611410" y="683038"/>
                  <a:pt x="609790" y="683038"/>
                </a:cubicBezTo>
                <a:cubicBezTo>
                  <a:pt x="608171" y="683038"/>
                  <a:pt x="606838" y="684371"/>
                  <a:pt x="606838" y="685990"/>
                </a:cubicBezTo>
                <a:cubicBezTo>
                  <a:pt x="606838" y="687610"/>
                  <a:pt x="608171" y="688943"/>
                  <a:pt x="609790" y="688943"/>
                </a:cubicBezTo>
                <a:close/>
                <a:moveTo>
                  <a:pt x="685990" y="689801"/>
                </a:moveTo>
                <a:cubicBezTo>
                  <a:pt x="688086" y="689801"/>
                  <a:pt x="689801" y="688086"/>
                  <a:pt x="689801" y="685990"/>
                </a:cubicBezTo>
                <a:cubicBezTo>
                  <a:pt x="689801" y="683895"/>
                  <a:pt x="688086" y="682181"/>
                  <a:pt x="685990" y="682181"/>
                </a:cubicBezTo>
                <a:cubicBezTo>
                  <a:pt x="683895" y="682181"/>
                  <a:pt x="682181" y="683895"/>
                  <a:pt x="682181" y="685990"/>
                </a:cubicBezTo>
                <a:cubicBezTo>
                  <a:pt x="682181" y="688086"/>
                  <a:pt x="683895" y="689801"/>
                  <a:pt x="685990" y="689801"/>
                </a:cubicBezTo>
                <a:close/>
                <a:moveTo>
                  <a:pt x="762190" y="690658"/>
                </a:moveTo>
                <a:cubicBezTo>
                  <a:pt x="764762" y="690658"/>
                  <a:pt x="766858" y="688562"/>
                  <a:pt x="766858" y="685990"/>
                </a:cubicBezTo>
                <a:cubicBezTo>
                  <a:pt x="766858" y="683419"/>
                  <a:pt x="764762" y="681323"/>
                  <a:pt x="762190" y="681323"/>
                </a:cubicBezTo>
                <a:cubicBezTo>
                  <a:pt x="759619" y="681323"/>
                  <a:pt x="757523" y="683419"/>
                  <a:pt x="757523" y="685990"/>
                </a:cubicBezTo>
                <a:cubicBezTo>
                  <a:pt x="757523" y="688562"/>
                  <a:pt x="759619" y="690658"/>
                  <a:pt x="762190" y="690658"/>
                </a:cubicBezTo>
                <a:close/>
                <a:moveTo>
                  <a:pt x="838390" y="691515"/>
                </a:moveTo>
                <a:cubicBezTo>
                  <a:pt x="841438" y="691515"/>
                  <a:pt x="843915" y="689038"/>
                  <a:pt x="843915" y="685990"/>
                </a:cubicBezTo>
                <a:cubicBezTo>
                  <a:pt x="843915" y="682943"/>
                  <a:pt x="841438" y="680466"/>
                  <a:pt x="838390" y="680466"/>
                </a:cubicBezTo>
                <a:cubicBezTo>
                  <a:pt x="835343" y="680466"/>
                  <a:pt x="832866" y="682943"/>
                  <a:pt x="832866" y="685990"/>
                </a:cubicBezTo>
                <a:cubicBezTo>
                  <a:pt x="832961" y="689038"/>
                  <a:pt x="835343" y="691515"/>
                  <a:pt x="838390" y="691515"/>
                </a:cubicBezTo>
                <a:close/>
                <a:moveTo>
                  <a:pt x="914590" y="692182"/>
                </a:moveTo>
                <a:cubicBezTo>
                  <a:pt x="918020" y="692182"/>
                  <a:pt x="920687" y="689420"/>
                  <a:pt x="920687" y="686086"/>
                </a:cubicBezTo>
                <a:cubicBezTo>
                  <a:pt x="920687" y="682752"/>
                  <a:pt x="917924" y="679990"/>
                  <a:pt x="914590" y="679990"/>
                </a:cubicBezTo>
                <a:cubicBezTo>
                  <a:pt x="911257" y="679990"/>
                  <a:pt x="908495" y="682752"/>
                  <a:pt x="908495" y="686086"/>
                </a:cubicBezTo>
                <a:cubicBezTo>
                  <a:pt x="908495" y="689420"/>
                  <a:pt x="911257" y="692182"/>
                  <a:pt x="914590" y="692182"/>
                </a:cubicBezTo>
                <a:close/>
                <a:moveTo>
                  <a:pt x="990790" y="692753"/>
                </a:moveTo>
                <a:cubicBezTo>
                  <a:pt x="994505" y="692753"/>
                  <a:pt x="997553" y="689705"/>
                  <a:pt x="997553" y="685990"/>
                </a:cubicBezTo>
                <a:cubicBezTo>
                  <a:pt x="997553" y="682276"/>
                  <a:pt x="994505" y="679228"/>
                  <a:pt x="990790" y="679228"/>
                </a:cubicBezTo>
                <a:cubicBezTo>
                  <a:pt x="987076" y="679228"/>
                  <a:pt x="984028" y="682276"/>
                  <a:pt x="984028" y="685990"/>
                </a:cubicBezTo>
                <a:cubicBezTo>
                  <a:pt x="984028" y="689705"/>
                  <a:pt x="987076" y="692753"/>
                  <a:pt x="990790" y="692753"/>
                </a:cubicBezTo>
                <a:close/>
                <a:moveTo>
                  <a:pt x="1066991" y="693611"/>
                </a:moveTo>
                <a:cubicBezTo>
                  <a:pt x="1071182" y="693611"/>
                  <a:pt x="1074611" y="690182"/>
                  <a:pt x="1074611" y="685990"/>
                </a:cubicBezTo>
                <a:cubicBezTo>
                  <a:pt x="1074611" y="681800"/>
                  <a:pt x="1071182" y="678371"/>
                  <a:pt x="1066991" y="678371"/>
                </a:cubicBezTo>
                <a:cubicBezTo>
                  <a:pt x="1062800" y="678371"/>
                  <a:pt x="1059371" y="681800"/>
                  <a:pt x="1059371" y="685990"/>
                </a:cubicBezTo>
                <a:cubicBezTo>
                  <a:pt x="1059371" y="690182"/>
                  <a:pt x="1062800" y="693611"/>
                  <a:pt x="1066991" y="693611"/>
                </a:cubicBezTo>
                <a:close/>
                <a:moveTo>
                  <a:pt x="1143191" y="694087"/>
                </a:moveTo>
                <a:cubicBezTo>
                  <a:pt x="1147667" y="694087"/>
                  <a:pt x="1151192" y="690467"/>
                  <a:pt x="1151192" y="686086"/>
                </a:cubicBezTo>
                <a:cubicBezTo>
                  <a:pt x="1151192" y="681704"/>
                  <a:pt x="1147572" y="678085"/>
                  <a:pt x="1143191" y="678085"/>
                </a:cubicBezTo>
                <a:cubicBezTo>
                  <a:pt x="1138714" y="678085"/>
                  <a:pt x="1135190" y="681704"/>
                  <a:pt x="1135190" y="686086"/>
                </a:cubicBezTo>
                <a:cubicBezTo>
                  <a:pt x="1135190" y="690467"/>
                  <a:pt x="1138809" y="694087"/>
                  <a:pt x="1143191" y="694087"/>
                </a:cubicBezTo>
                <a:close/>
                <a:moveTo>
                  <a:pt x="1219391" y="694658"/>
                </a:moveTo>
                <a:cubicBezTo>
                  <a:pt x="1224153" y="694658"/>
                  <a:pt x="1228058" y="690753"/>
                  <a:pt x="1228058" y="685990"/>
                </a:cubicBezTo>
                <a:cubicBezTo>
                  <a:pt x="1228058" y="681228"/>
                  <a:pt x="1224153" y="677323"/>
                  <a:pt x="1219391" y="677323"/>
                </a:cubicBezTo>
                <a:cubicBezTo>
                  <a:pt x="1214628" y="677323"/>
                  <a:pt x="1210723" y="681228"/>
                  <a:pt x="1210723" y="685990"/>
                </a:cubicBezTo>
                <a:cubicBezTo>
                  <a:pt x="1210723" y="690753"/>
                  <a:pt x="1214628" y="694658"/>
                  <a:pt x="1219391" y="694658"/>
                </a:cubicBezTo>
                <a:close/>
                <a:moveTo>
                  <a:pt x="1295591" y="695325"/>
                </a:moveTo>
                <a:cubicBezTo>
                  <a:pt x="1300734" y="695325"/>
                  <a:pt x="1304925" y="691134"/>
                  <a:pt x="1304925" y="685990"/>
                </a:cubicBezTo>
                <a:cubicBezTo>
                  <a:pt x="1304925" y="680847"/>
                  <a:pt x="1300734" y="676656"/>
                  <a:pt x="1295591" y="676656"/>
                </a:cubicBezTo>
                <a:cubicBezTo>
                  <a:pt x="1290447" y="676656"/>
                  <a:pt x="1286256" y="680847"/>
                  <a:pt x="1286256" y="685990"/>
                </a:cubicBezTo>
                <a:cubicBezTo>
                  <a:pt x="1286256" y="691134"/>
                  <a:pt x="1290447" y="695325"/>
                  <a:pt x="1295591" y="695325"/>
                </a:cubicBezTo>
                <a:close/>
                <a:moveTo>
                  <a:pt x="1371791" y="695706"/>
                </a:moveTo>
                <a:cubicBezTo>
                  <a:pt x="1377125" y="695706"/>
                  <a:pt x="1381506" y="691325"/>
                  <a:pt x="1381506" y="685990"/>
                </a:cubicBezTo>
                <a:cubicBezTo>
                  <a:pt x="1381506" y="680657"/>
                  <a:pt x="1377220" y="676275"/>
                  <a:pt x="1371791" y="676275"/>
                </a:cubicBezTo>
                <a:cubicBezTo>
                  <a:pt x="1366361" y="676275"/>
                  <a:pt x="1362075" y="680657"/>
                  <a:pt x="1362075" y="685990"/>
                </a:cubicBezTo>
                <a:cubicBezTo>
                  <a:pt x="1362075" y="691325"/>
                  <a:pt x="1366457" y="695706"/>
                  <a:pt x="1371791" y="695706"/>
                </a:cubicBezTo>
                <a:close/>
                <a:moveTo>
                  <a:pt x="1447991" y="696182"/>
                </a:moveTo>
                <a:cubicBezTo>
                  <a:pt x="1453610" y="696182"/>
                  <a:pt x="1458087" y="691610"/>
                  <a:pt x="1458087" y="686086"/>
                </a:cubicBezTo>
                <a:cubicBezTo>
                  <a:pt x="1458087" y="680466"/>
                  <a:pt x="1453515" y="675989"/>
                  <a:pt x="1447991" y="675989"/>
                </a:cubicBezTo>
                <a:cubicBezTo>
                  <a:pt x="1442466" y="675989"/>
                  <a:pt x="1437894" y="680561"/>
                  <a:pt x="1437894" y="686086"/>
                </a:cubicBezTo>
                <a:cubicBezTo>
                  <a:pt x="1437894" y="691610"/>
                  <a:pt x="1442371" y="696182"/>
                  <a:pt x="1447991" y="696182"/>
                </a:cubicBezTo>
                <a:close/>
                <a:moveTo>
                  <a:pt x="1524191" y="696373"/>
                </a:moveTo>
                <a:cubicBezTo>
                  <a:pt x="1529906" y="696373"/>
                  <a:pt x="1534573" y="691706"/>
                  <a:pt x="1534573" y="685990"/>
                </a:cubicBezTo>
                <a:cubicBezTo>
                  <a:pt x="1534573" y="680276"/>
                  <a:pt x="1529906" y="675608"/>
                  <a:pt x="1524191" y="675608"/>
                </a:cubicBezTo>
                <a:cubicBezTo>
                  <a:pt x="1518476" y="675608"/>
                  <a:pt x="1513808" y="680276"/>
                  <a:pt x="1513808" y="685990"/>
                </a:cubicBezTo>
                <a:cubicBezTo>
                  <a:pt x="1513904" y="691706"/>
                  <a:pt x="1518476" y="696373"/>
                  <a:pt x="1524191" y="696373"/>
                </a:cubicBezTo>
                <a:close/>
                <a:moveTo>
                  <a:pt x="1600391" y="696563"/>
                </a:moveTo>
                <a:cubicBezTo>
                  <a:pt x="1606201" y="696563"/>
                  <a:pt x="1610963" y="691801"/>
                  <a:pt x="1610963" y="685990"/>
                </a:cubicBezTo>
                <a:cubicBezTo>
                  <a:pt x="1610963" y="680180"/>
                  <a:pt x="1606201" y="675418"/>
                  <a:pt x="1600391" y="675418"/>
                </a:cubicBezTo>
                <a:cubicBezTo>
                  <a:pt x="1594580" y="675418"/>
                  <a:pt x="1589818" y="680180"/>
                  <a:pt x="1589818" y="685990"/>
                </a:cubicBezTo>
                <a:cubicBezTo>
                  <a:pt x="1589818" y="691801"/>
                  <a:pt x="1594580" y="696563"/>
                  <a:pt x="1600391" y="696563"/>
                </a:cubicBezTo>
                <a:close/>
                <a:moveTo>
                  <a:pt x="1676591" y="696563"/>
                </a:moveTo>
                <a:cubicBezTo>
                  <a:pt x="1682401" y="696563"/>
                  <a:pt x="1687163" y="691801"/>
                  <a:pt x="1687163" y="685990"/>
                </a:cubicBezTo>
                <a:cubicBezTo>
                  <a:pt x="1687163" y="680180"/>
                  <a:pt x="1682401" y="675418"/>
                  <a:pt x="1676591" y="675418"/>
                </a:cubicBezTo>
                <a:cubicBezTo>
                  <a:pt x="1670780" y="675418"/>
                  <a:pt x="1666018" y="680180"/>
                  <a:pt x="1666018" y="685990"/>
                </a:cubicBezTo>
                <a:cubicBezTo>
                  <a:pt x="1666018" y="691801"/>
                  <a:pt x="1670780" y="696563"/>
                  <a:pt x="1676591" y="696563"/>
                </a:cubicBezTo>
                <a:close/>
                <a:moveTo>
                  <a:pt x="1752791" y="696754"/>
                </a:moveTo>
                <a:cubicBezTo>
                  <a:pt x="1758696" y="696754"/>
                  <a:pt x="1763554" y="691896"/>
                  <a:pt x="1763554" y="685990"/>
                </a:cubicBezTo>
                <a:cubicBezTo>
                  <a:pt x="1763554" y="680085"/>
                  <a:pt x="1758696" y="675227"/>
                  <a:pt x="1752791" y="675227"/>
                </a:cubicBezTo>
                <a:cubicBezTo>
                  <a:pt x="1746885" y="675227"/>
                  <a:pt x="1742027" y="680085"/>
                  <a:pt x="1742027" y="685990"/>
                </a:cubicBezTo>
                <a:cubicBezTo>
                  <a:pt x="1742027" y="691896"/>
                  <a:pt x="1746885" y="696754"/>
                  <a:pt x="1752791" y="696754"/>
                </a:cubicBezTo>
                <a:close/>
                <a:moveTo>
                  <a:pt x="1828991" y="696754"/>
                </a:moveTo>
                <a:cubicBezTo>
                  <a:pt x="1834896" y="696754"/>
                  <a:pt x="1839754" y="691896"/>
                  <a:pt x="1839754" y="685990"/>
                </a:cubicBezTo>
                <a:cubicBezTo>
                  <a:pt x="1839754" y="680085"/>
                  <a:pt x="1834896" y="675227"/>
                  <a:pt x="1828991" y="675227"/>
                </a:cubicBezTo>
                <a:cubicBezTo>
                  <a:pt x="1823085" y="675227"/>
                  <a:pt x="1818227" y="680085"/>
                  <a:pt x="1818227" y="685990"/>
                </a:cubicBezTo>
                <a:cubicBezTo>
                  <a:pt x="1818227" y="691896"/>
                  <a:pt x="1823085" y="696754"/>
                  <a:pt x="1828991" y="696754"/>
                </a:cubicBezTo>
                <a:close/>
                <a:moveTo>
                  <a:pt x="1905191" y="696563"/>
                </a:moveTo>
                <a:cubicBezTo>
                  <a:pt x="1911001" y="696563"/>
                  <a:pt x="1915763" y="691801"/>
                  <a:pt x="1915763" y="685990"/>
                </a:cubicBezTo>
                <a:cubicBezTo>
                  <a:pt x="1915763" y="680180"/>
                  <a:pt x="1911001" y="675418"/>
                  <a:pt x="1905191" y="675418"/>
                </a:cubicBezTo>
                <a:cubicBezTo>
                  <a:pt x="1899380" y="675418"/>
                  <a:pt x="1894618" y="680180"/>
                  <a:pt x="1894618" y="685990"/>
                </a:cubicBezTo>
                <a:cubicBezTo>
                  <a:pt x="1894618" y="691801"/>
                  <a:pt x="1899380" y="696563"/>
                  <a:pt x="1905191" y="696563"/>
                </a:cubicBezTo>
                <a:close/>
                <a:moveTo>
                  <a:pt x="1981391" y="696373"/>
                </a:moveTo>
                <a:cubicBezTo>
                  <a:pt x="1987106" y="696373"/>
                  <a:pt x="1991773" y="691706"/>
                  <a:pt x="1991773" y="685990"/>
                </a:cubicBezTo>
                <a:cubicBezTo>
                  <a:pt x="1991773" y="680276"/>
                  <a:pt x="1987106" y="675608"/>
                  <a:pt x="1981391" y="675608"/>
                </a:cubicBezTo>
                <a:cubicBezTo>
                  <a:pt x="1975676" y="675608"/>
                  <a:pt x="1971008" y="680276"/>
                  <a:pt x="1971008" y="685990"/>
                </a:cubicBezTo>
                <a:cubicBezTo>
                  <a:pt x="1971104" y="691706"/>
                  <a:pt x="1975676" y="696373"/>
                  <a:pt x="1981391" y="696373"/>
                </a:cubicBezTo>
                <a:close/>
                <a:moveTo>
                  <a:pt x="2057591" y="696182"/>
                </a:moveTo>
                <a:cubicBezTo>
                  <a:pt x="2063210" y="696182"/>
                  <a:pt x="2067687" y="691610"/>
                  <a:pt x="2067687" y="686086"/>
                </a:cubicBezTo>
                <a:cubicBezTo>
                  <a:pt x="2067687" y="680466"/>
                  <a:pt x="2063115" y="675989"/>
                  <a:pt x="2057591" y="675989"/>
                </a:cubicBezTo>
                <a:cubicBezTo>
                  <a:pt x="2052066" y="675989"/>
                  <a:pt x="2047494" y="680561"/>
                  <a:pt x="2047494" y="686086"/>
                </a:cubicBezTo>
                <a:cubicBezTo>
                  <a:pt x="2047494" y="691610"/>
                  <a:pt x="2051971" y="696182"/>
                  <a:pt x="2057591" y="696182"/>
                </a:cubicBezTo>
                <a:close/>
                <a:moveTo>
                  <a:pt x="2133791" y="695706"/>
                </a:moveTo>
                <a:cubicBezTo>
                  <a:pt x="2139125" y="695706"/>
                  <a:pt x="2143506" y="691325"/>
                  <a:pt x="2143506" y="685990"/>
                </a:cubicBezTo>
                <a:cubicBezTo>
                  <a:pt x="2143506" y="680657"/>
                  <a:pt x="2139220" y="676275"/>
                  <a:pt x="2133791" y="676275"/>
                </a:cubicBezTo>
                <a:cubicBezTo>
                  <a:pt x="2128361" y="676275"/>
                  <a:pt x="2124075" y="680657"/>
                  <a:pt x="2124075" y="685990"/>
                </a:cubicBezTo>
                <a:cubicBezTo>
                  <a:pt x="2124075" y="691325"/>
                  <a:pt x="2128457" y="695706"/>
                  <a:pt x="2133791" y="695706"/>
                </a:cubicBezTo>
                <a:close/>
                <a:moveTo>
                  <a:pt x="2209991" y="695325"/>
                </a:moveTo>
                <a:cubicBezTo>
                  <a:pt x="2215134" y="695325"/>
                  <a:pt x="2219325" y="691134"/>
                  <a:pt x="2219325" y="685990"/>
                </a:cubicBezTo>
                <a:cubicBezTo>
                  <a:pt x="2219325" y="680847"/>
                  <a:pt x="2215134" y="676656"/>
                  <a:pt x="2209991" y="676656"/>
                </a:cubicBezTo>
                <a:cubicBezTo>
                  <a:pt x="2204847" y="676656"/>
                  <a:pt x="2200656" y="680847"/>
                  <a:pt x="2200656" y="685990"/>
                </a:cubicBezTo>
                <a:cubicBezTo>
                  <a:pt x="2200656" y="691134"/>
                  <a:pt x="2204847" y="695325"/>
                  <a:pt x="2209991" y="695325"/>
                </a:cubicBezTo>
                <a:close/>
                <a:moveTo>
                  <a:pt x="2286191" y="694658"/>
                </a:moveTo>
                <a:cubicBezTo>
                  <a:pt x="2290953" y="694658"/>
                  <a:pt x="2294858" y="690753"/>
                  <a:pt x="2294858" y="685990"/>
                </a:cubicBezTo>
                <a:cubicBezTo>
                  <a:pt x="2294858" y="681228"/>
                  <a:pt x="2290953" y="677323"/>
                  <a:pt x="2286191" y="677323"/>
                </a:cubicBezTo>
                <a:cubicBezTo>
                  <a:pt x="2281428" y="677323"/>
                  <a:pt x="2277523" y="681228"/>
                  <a:pt x="2277523" y="685990"/>
                </a:cubicBezTo>
                <a:cubicBezTo>
                  <a:pt x="2277523" y="690753"/>
                  <a:pt x="2281428" y="694658"/>
                  <a:pt x="2286191" y="694658"/>
                </a:cubicBezTo>
                <a:close/>
                <a:moveTo>
                  <a:pt x="2362391" y="694277"/>
                </a:moveTo>
                <a:cubicBezTo>
                  <a:pt x="2366963" y="694277"/>
                  <a:pt x="2370677" y="690563"/>
                  <a:pt x="2370677" y="685990"/>
                </a:cubicBezTo>
                <a:cubicBezTo>
                  <a:pt x="2370677" y="681419"/>
                  <a:pt x="2366963" y="677704"/>
                  <a:pt x="2362391" y="677704"/>
                </a:cubicBezTo>
                <a:cubicBezTo>
                  <a:pt x="2357819" y="677704"/>
                  <a:pt x="2354104" y="681419"/>
                  <a:pt x="2354104" y="685990"/>
                </a:cubicBezTo>
                <a:cubicBezTo>
                  <a:pt x="2354104" y="690563"/>
                  <a:pt x="2357819" y="694277"/>
                  <a:pt x="2362391" y="694277"/>
                </a:cubicBezTo>
                <a:close/>
                <a:moveTo>
                  <a:pt x="2438591" y="693611"/>
                </a:moveTo>
                <a:cubicBezTo>
                  <a:pt x="2442782" y="693611"/>
                  <a:pt x="2446211" y="690182"/>
                  <a:pt x="2446211" y="685990"/>
                </a:cubicBezTo>
                <a:cubicBezTo>
                  <a:pt x="2446211" y="681800"/>
                  <a:pt x="2442782" y="678371"/>
                  <a:pt x="2438591" y="678371"/>
                </a:cubicBezTo>
                <a:cubicBezTo>
                  <a:pt x="2434400" y="678371"/>
                  <a:pt x="2430971" y="681800"/>
                  <a:pt x="2430971" y="685990"/>
                </a:cubicBezTo>
                <a:cubicBezTo>
                  <a:pt x="2430971" y="690182"/>
                  <a:pt x="2434400" y="693611"/>
                  <a:pt x="2438591" y="693611"/>
                </a:cubicBezTo>
                <a:close/>
                <a:moveTo>
                  <a:pt x="2514791" y="692944"/>
                </a:moveTo>
                <a:cubicBezTo>
                  <a:pt x="2518601" y="692944"/>
                  <a:pt x="2521744" y="689801"/>
                  <a:pt x="2521744" y="685990"/>
                </a:cubicBezTo>
                <a:cubicBezTo>
                  <a:pt x="2521744" y="682181"/>
                  <a:pt x="2518601" y="679037"/>
                  <a:pt x="2514791" y="679037"/>
                </a:cubicBezTo>
                <a:cubicBezTo>
                  <a:pt x="2510981" y="679037"/>
                  <a:pt x="2507837" y="682181"/>
                  <a:pt x="2507837" y="685990"/>
                </a:cubicBezTo>
                <a:cubicBezTo>
                  <a:pt x="2507837" y="689896"/>
                  <a:pt x="2510981" y="692944"/>
                  <a:pt x="2514791" y="692944"/>
                </a:cubicBezTo>
                <a:close/>
                <a:moveTo>
                  <a:pt x="2590991" y="692182"/>
                </a:moveTo>
                <a:cubicBezTo>
                  <a:pt x="2594420" y="692182"/>
                  <a:pt x="2597087" y="689420"/>
                  <a:pt x="2597087" y="686086"/>
                </a:cubicBezTo>
                <a:cubicBezTo>
                  <a:pt x="2597087" y="682752"/>
                  <a:pt x="2594324" y="679990"/>
                  <a:pt x="2590991" y="679990"/>
                </a:cubicBezTo>
                <a:cubicBezTo>
                  <a:pt x="2587562" y="679990"/>
                  <a:pt x="2584895" y="682752"/>
                  <a:pt x="2584895" y="686086"/>
                </a:cubicBezTo>
                <a:cubicBezTo>
                  <a:pt x="2584895" y="689420"/>
                  <a:pt x="2587657" y="692182"/>
                  <a:pt x="2590991" y="692182"/>
                </a:cubicBezTo>
                <a:close/>
                <a:moveTo>
                  <a:pt x="2667191" y="691515"/>
                </a:moveTo>
                <a:cubicBezTo>
                  <a:pt x="2670239" y="691515"/>
                  <a:pt x="2672715" y="689038"/>
                  <a:pt x="2672715" y="685990"/>
                </a:cubicBezTo>
                <a:cubicBezTo>
                  <a:pt x="2672715" y="682943"/>
                  <a:pt x="2670239" y="680466"/>
                  <a:pt x="2667191" y="680466"/>
                </a:cubicBezTo>
                <a:cubicBezTo>
                  <a:pt x="2664143" y="680466"/>
                  <a:pt x="2661666" y="682943"/>
                  <a:pt x="2661666" y="685990"/>
                </a:cubicBezTo>
                <a:cubicBezTo>
                  <a:pt x="2661761" y="689038"/>
                  <a:pt x="2664143" y="691515"/>
                  <a:pt x="2667191" y="691515"/>
                </a:cubicBezTo>
                <a:close/>
                <a:moveTo>
                  <a:pt x="2743391" y="690658"/>
                </a:moveTo>
                <a:cubicBezTo>
                  <a:pt x="2745962" y="690658"/>
                  <a:pt x="2748058" y="688562"/>
                  <a:pt x="2748058" y="685990"/>
                </a:cubicBezTo>
                <a:cubicBezTo>
                  <a:pt x="2748058" y="683419"/>
                  <a:pt x="2745962" y="681323"/>
                  <a:pt x="2743391" y="681323"/>
                </a:cubicBezTo>
                <a:cubicBezTo>
                  <a:pt x="2740819" y="681323"/>
                  <a:pt x="2738723" y="683419"/>
                  <a:pt x="2738723" y="685990"/>
                </a:cubicBezTo>
                <a:cubicBezTo>
                  <a:pt x="2738723" y="688562"/>
                  <a:pt x="2740819" y="690658"/>
                  <a:pt x="2743391" y="690658"/>
                </a:cubicBezTo>
                <a:close/>
                <a:moveTo>
                  <a:pt x="2819591" y="689991"/>
                </a:moveTo>
                <a:cubicBezTo>
                  <a:pt x="2821781" y="689991"/>
                  <a:pt x="2823591" y="688181"/>
                  <a:pt x="2823591" y="685990"/>
                </a:cubicBezTo>
                <a:cubicBezTo>
                  <a:pt x="2823591" y="683800"/>
                  <a:pt x="2821781" y="681990"/>
                  <a:pt x="2819591" y="681990"/>
                </a:cubicBezTo>
                <a:cubicBezTo>
                  <a:pt x="2817400" y="681990"/>
                  <a:pt x="2815590" y="683800"/>
                  <a:pt x="2815590" y="685990"/>
                </a:cubicBezTo>
                <a:cubicBezTo>
                  <a:pt x="2815590" y="688181"/>
                  <a:pt x="2817400" y="689991"/>
                  <a:pt x="2819591" y="689991"/>
                </a:cubicBezTo>
                <a:close/>
                <a:moveTo>
                  <a:pt x="2895791" y="689134"/>
                </a:moveTo>
                <a:cubicBezTo>
                  <a:pt x="2897505" y="689134"/>
                  <a:pt x="2898934" y="687705"/>
                  <a:pt x="2898934" y="685990"/>
                </a:cubicBezTo>
                <a:cubicBezTo>
                  <a:pt x="2898934" y="684276"/>
                  <a:pt x="2897505" y="682847"/>
                  <a:pt x="2895791" y="682847"/>
                </a:cubicBezTo>
                <a:cubicBezTo>
                  <a:pt x="2894076" y="682847"/>
                  <a:pt x="2892647" y="684276"/>
                  <a:pt x="2892647" y="685990"/>
                </a:cubicBezTo>
                <a:cubicBezTo>
                  <a:pt x="2892647" y="687705"/>
                  <a:pt x="2894076" y="689134"/>
                  <a:pt x="2895791" y="689134"/>
                </a:cubicBezTo>
                <a:close/>
                <a:moveTo>
                  <a:pt x="2971991" y="688086"/>
                </a:moveTo>
                <a:cubicBezTo>
                  <a:pt x="2973134" y="688086"/>
                  <a:pt x="2974086" y="687134"/>
                  <a:pt x="2974086" y="685990"/>
                </a:cubicBezTo>
                <a:cubicBezTo>
                  <a:pt x="2974086" y="684848"/>
                  <a:pt x="2973134" y="683895"/>
                  <a:pt x="2971991" y="683895"/>
                </a:cubicBezTo>
                <a:cubicBezTo>
                  <a:pt x="2970848" y="683895"/>
                  <a:pt x="2969895" y="684848"/>
                  <a:pt x="2969895" y="685990"/>
                </a:cubicBezTo>
                <a:cubicBezTo>
                  <a:pt x="2969895" y="687134"/>
                  <a:pt x="2970848" y="688086"/>
                  <a:pt x="2971991" y="688086"/>
                </a:cubicBezTo>
                <a:close/>
                <a:moveTo>
                  <a:pt x="3048191" y="687324"/>
                </a:moveTo>
                <a:cubicBezTo>
                  <a:pt x="3048857" y="687324"/>
                  <a:pt x="3049429" y="686753"/>
                  <a:pt x="3049429" y="686086"/>
                </a:cubicBezTo>
                <a:cubicBezTo>
                  <a:pt x="3049429" y="685419"/>
                  <a:pt x="3048857" y="684848"/>
                  <a:pt x="3048191" y="684848"/>
                </a:cubicBezTo>
                <a:cubicBezTo>
                  <a:pt x="3047524" y="684848"/>
                  <a:pt x="3046953" y="685419"/>
                  <a:pt x="3046953" y="686086"/>
                </a:cubicBezTo>
                <a:cubicBezTo>
                  <a:pt x="3046953" y="686753"/>
                  <a:pt x="3047524" y="687324"/>
                  <a:pt x="3048191" y="687324"/>
                </a:cubicBezTo>
                <a:close/>
                <a:moveTo>
                  <a:pt x="3124391" y="686467"/>
                </a:moveTo>
                <a:cubicBezTo>
                  <a:pt x="3124581" y="686467"/>
                  <a:pt x="3124772" y="686276"/>
                  <a:pt x="3124772" y="686086"/>
                </a:cubicBezTo>
                <a:cubicBezTo>
                  <a:pt x="3124772" y="685895"/>
                  <a:pt x="3124581" y="685705"/>
                  <a:pt x="3124391" y="685705"/>
                </a:cubicBezTo>
                <a:cubicBezTo>
                  <a:pt x="3124200" y="685705"/>
                  <a:pt x="3124010" y="685895"/>
                  <a:pt x="3124010" y="686086"/>
                </a:cubicBezTo>
                <a:cubicBezTo>
                  <a:pt x="3124010" y="686276"/>
                  <a:pt x="3124200" y="686467"/>
                  <a:pt x="3124391" y="686467"/>
                </a:cubicBezTo>
                <a:close/>
                <a:moveTo>
                  <a:pt x="304991" y="762381"/>
                </a:moveTo>
                <a:cubicBezTo>
                  <a:pt x="305086" y="762381"/>
                  <a:pt x="305181" y="762286"/>
                  <a:pt x="305181" y="762190"/>
                </a:cubicBezTo>
                <a:cubicBezTo>
                  <a:pt x="305181" y="762095"/>
                  <a:pt x="305086" y="762000"/>
                  <a:pt x="304991" y="762000"/>
                </a:cubicBezTo>
                <a:cubicBezTo>
                  <a:pt x="304895" y="762000"/>
                  <a:pt x="304800" y="762095"/>
                  <a:pt x="304800" y="762190"/>
                </a:cubicBezTo>
                <a:cubicBezTo>
                  <a:pt x="304800" y="762286"/>
                  <a:pt x="304895" y="762381"/>
                  <a:pt x="304991" y="762381"/>
                </a:cubicBezTo>
                <a:close/>
                <a:moveTo>
                  <a:pt x="381191" y="763238"/>
                </a:moveTo>
                <a:cubicBezTo>
                  <a:pt x="381762" y="763238"/>
                  <a:pt x="382238" y="762762"/>
                  <a:pt x="382238" y="762190"/>
                </a:cubicBezTo>
                <a:cubicBezTo>
                  <a:pt x="382238" y="761619"/>
                  <a:pt x="381762" y="761143"/>
                  <a:pt x="381191" y="761143"/>
                </a:cubicBezTo>
                <a:cubicBezTo>
                  <a:pt x="380619" y="761143"/>
                  <a:pt x="380143" y="761619"/>
                  <a:pt x="380143" y="762190"/>
                </a:cubicBezTo>
                <a:cubicBezTo>
                  <a:pt x="380143" y="762762"/>
                  <a:pt x="380619" y="763238"/>
                  <a:pt x="381191" y="763238"/>
                </a:cubicBezTo>
                <a:close/>
                <a:moveTo>
                  <a:pt x="457391" y="764096"/>
                </a:moveTo>
                <a:cubicBezTo>
                  <a:pt x="458438" y="764096"/>
                  <a:pt x="459296" y="763238"/>
                  <a:pt x="459296" y="762190"/>
                </a:cubicBezTo>
                <a:cubicBezTo>
                  <a:pt x="459296" y="761143"/>
                  <a:pt x="458438" y="760286"/>
                  <a:pt x="457391" y="760286"/>
                </a:cubicBezTo>
                <a:cubicBezTo>
                  <a:pt x="456343" y="760286"/>
                  <a:pt x="455486" y="761143"/>
                  <a:pt x="455486" y="762190"/>
                </a:cubicBezTo>
                <a:cubicBezTo>
                  <a:pt x="455486" y="763238"/>
                  <a:pt x="456343" y="764096"/>
                  <a:pt x="457391" y="764096"/>
                </a:cubicBezTo>
                <a:close/>
                <a:moveTo>
                  <a:pt x="533591" y="765143"/>
                </a:moveTo>
                <a:cubicBezTo>
                  <a:pt x="535210" y="765143"/>
                  <a:pt x="536543" y="763810"/>
                  <a:pt x="536543" y="762190"/>
                </a:cubicBezTo>
                <a:cubicBezTo>
                  <a:pt x="536543" y="760571"/>
                  <a:pt x="535210" y="759238"/>
                  <a:pt x="533591" y="759238"/>
                </a:cubicBezTo>
                <a:cubicBezTo>
                  <a:pt x="531971" y="759238"/>
                  <a:pt x="530638" y="760571"/>
                  <a:pt x="530638" y="762190"/>
                </a:cubicBezTo>
                <a:cubicBezTo>
                  <a:pt x="530638" y="763810"/>
                  <a:pt x="531971" y="765143"/>
                  <a:pt x="533591" y="765143"/>
                </a:cubicBezTo>
                <a:close/>
                <a:moveTo>
                  <a:pt x="609790" y="766001"/>
                </a:moveTo>
                <a:cubicBezTo>
                  <a:pt x="611886" y="766001"/>
                  <a:pt x="613601" y="764286"/>
                  <a:pt x="613601" y="762190"/>
                </a:cubicBezTo>
                <a:cubicBezTo>
                  <a:pt x="613601" y="760095"/>
                  <a:pt x="611886" y="758381"/>
                  <a:pt x="609790" y="758381"/>
                </a:cubicBezTo>
                <a:cubicBezTo>
                  <a:pt x="607695" y="758381"/>
                  <a:pt x="605981" y="760095"/>
                  <a:pt x="605981" y="762190"/>
                </a:cubicBezTo>
                <a:cubicBezTo>
                  <a:pt x="605981" y="764286"/>
                  <a:pt x="607695" y="766001"/>
                  <a:pt x="609790" y="766001"/>
                </a:cubicBezTo>
                <a:close/>
                <a:moveTo>
                  <a:pt x="685990" y="766858"/>
                </a:moveTo>
                <a:cubicBezTo>
                  <a:pt x="688562" y="766858"/>
                  <a:pt x="690658" y="764762"/>
                  <a:pt x="690658" y="762190"/>
                </a:cubicBezTo>
                <a:cubicBezTo>
                  <a:pt x="690658" y="759619"/>
                  <a:pt x="688562" y="757523"/>
                  <a:pt x="685990" y="757523"/>
                </a:cubicBezTo>
                <a:cubicBezTo>
                  <a:pt x="683419" y="757523"/>
                  <a:pt x="681323" y="759619"/>
                  <a:pt x="681323" y="762190"/>
                </a:cubicBezTo>
                <a:cubicBezTo>
                  <a:pt x="681323" y="764762"/>
                  <a:pt x="683419" y="766858"/>
                  <a:pt x="685990" y="766858"/>
                </a:cubicBezTo>
                <a:close/>
                <a:moveTo>
                  <a:pt x="762190" y="767715"/>
                </a:moveTo>
                <a:cubicBezTo>
                  <a:pt x="765238" y="767715"/>
                  <a:pt x="767715" y="765238"/>
                  <a:pt x="767715" y="762190"/>
                </a:cubicBezTo>
                <a:cubicBezTo>
                  <a:pt x="767715" y="759143"/>
                  <a:pt x="765238" y="756666"/>
                  <a:pt x="762190" y="756666"/>
                </a:cubicBezTo>
                <a:cubicBezTo>
                  <a:pt x="759143" y="756666"/>
                  <a:pt x="756666" y="759143"/>
                  <a:pt x="756666" y="762190"/>
                </a:cubicBezTo>
                <a:cubicBezTo>
                  <a:pt x="756761" y="765238"/>
                  <a:pt x="759143" y="767715"/>
                  <a:pt x="762190" y="767715"/>
                </a:cubicBezTo>
                <a:close/>
                <a:moveTo>
                  <a:pt x="838390" y="768572"/>
                </a:moveTo>
                <a:cubicBezTo>
                  <a:pt x="841915" y="768572"/>
                  <a:pt x="844772" y="765715"/>
                  <a:pt x="844772" y="762190"/>
                </a:cubicBezTo>
                <a:cubicBezTo>
                  <a:pt x="844772" y="758666"/>
                  <a:pt x="841915" y="755809"/>
                  <a:pt x="838390" y="755809"/>
                </a:cubicBezTo>
                <a:cubicBezTo>
                  <a:pt x="834866" y="755809"/>
                  <a:pt x="832009" y="758666"/>
                  <a:pt x="832009" y="762190"/>
                </a:cubicBezTo>
                <a:cubicBezTo>
                  <a:pt x="832104" y="765715"/>
                  <a:pt x="834866" y="768572"/>
                  <a:pt x="838390" y="768572"/>
                </a:cubicBezTo>
                <a:close/>
                <a:moveTo>
                  <a:pt x="914590" y="769144"/>
                </a:moveTo>
                <a:cubicBezTo>
                  <a:pt x="918401" y="769144"/>
                  <a:pt x="921544" y="766001"/>
                  <a:pt x="921544" y="762190"/>
                </a:cubicBezTo>
                <a:cubicBezTo>
                  <a:pt x="921544" y="758381"/>
                  <a:pt x="918401" y="755237"/>
                  <a:pt x="914590" y="755237"/>
                </a:cubicBezTo>
                <a:cubicBezTo>
                  <a:pt x="910781" y="755237"/>
                  <a:pt x="907637" y="758381"/>
                  <a:pt x="907637" y="762190"/>
                </a:cubicBezTo>
                <a:cubicBezTo>
                  <a:pt x="907637" y="766096"/>
                  <a:pt x="910781" y="769144"/>
                  <a:pt x="914590" y="769144"/>
                </a:cubicBezTo>
                <a:close/>
                <a:moveTo>
                  <a:pt x="990790" y="770001"/>
                </a:moveTo>
                <a:cubicBezTo>
                  <a:pt x="995077" y="770001"/>
                  <a:pt x="998601" y="766477"/>
                  <a:pt x="998601" y="762190"/>
                </a:cubicBezTo>
                <a:cubicBezTo>
                  <a:pt x="998601" y="757904"/>
                  <a:pt x="995077" y="754380"/>
                  <a:pt x="990790" y="754380"/>
                </a:cubicBezTo>
                <a:cubicBezTo>
                  <a:pt x="986504" y="754380"/>
                  <a:pt x="982980" y="757904"/>
                  <a:pt x="982980" y="762190"/>
                </a:cubicBezTo>
                <a:cubicBezTo>
                  <a:pt x="982980" y="766477"/>
                  <a:pt x="986504" y="770001"/>
                  <a:pt x="990790" y="770001"/>
                </a:cubicBezTo>
                <a:close/>
                <a:moveTo>
                  <a:pt x="1066991" y="770668"/>
                </a:moveTo>
                <a:cubicBezTo>
                  <a:pt x="1071658" y="770668"/>
                  <a:pt x="1075468" y="766858"/>
                  <a:pt x="1075468" y="762190"/>
                </a:cubicBezTo>
                <a:cubicBezTo>
                  <a:pt x="1075468" y="757523"/>
                  <a:pt x="1071658" y="753713"/>
                  <a:pt x="1066991" y="753713"/>
                </a:cubicBezTo>
                <a:cubicBezTo>
                  <a:pt x="1062323" y="753713"/>
                  <a:pt x="1058513" y="757523"/>
                  <a:pt x="1058513" y="762190"/>
                </a:cubicBezTo>
                <a:cubicBezTo>
                  <a:pt x="1058513" y="766858"/>
                  <a:pt x="1062323" y="770668"/>
                  <a:pt x="1066991" y="770668"/>
                </a:cubicBezTo>
                <a:close/>
                <a:moveTo>
                  <a:pt x="1143191" y="771335"/>
                </a:moveTo>
                <a:cubicBezTo>
                  <a:pt x="1148239" y="771335"/>
                  <a:pt x="1152239" y="767239"/>
                  <a:pt x="1152239" y="762286"/>
                </a:cubicBezTo>
                <a:cubicBezTo>
                  <a:pt x="1152239" y="757333"/>
                  <a:pt x="1148144" y="753237"/>
                  <a:pt x="1143191" y="753237"/>
                </a:cubicBezTo>
                <a:cubicBezTo>
                  <a:pt x="1138238" y="753237"/>
                  <a:pt x="1134142" y="757333"/>
                  <a:pt x="1134142" y="762286"/>
                </a:cubicBezTo>
                <a:cubicBezTo>
                  <a:pt x="1134142" y="767239"/>
                  <a:pt x="1138238" y="771335"/>
                  <a:pt x="1143191" y="771335"/>
                </a:cubicBezTo>
                <a:close/>
                <a:moveTo>
                  <a:pt x="1219391" y="771906"/>
                </a:moveTo>
                <a:cubicBezTo>
                  <a:pt x="1224725" y="771906"/>
                  <a:pt x="1229106" y="767525"/>
                  <a:pt x="1229106" y="762190"/>
                </a:cubicBezTo>
                <a:cubicBezTo>
                  <a:pt x="1229106" y="756857"/>
                  <a:pt x="1224820" y="752475"/>
                  <a:pt x="1219391" y="752475"/>
                </a:cubicBezTo>
                <a:cubicBezTo>
                  <a:pt x="1213961" y="752475"/>
                  <a:pt x="1209675" y="756857"/>
                  <a:pt x="1209675" y="762190"/>
                </a:cubicBezTo>
                <a:cubicBezTo>
                  <a:pt x="1209675" y="767525"/>
                  <a:pt x="1214057" y="771906"/>
                  <a:pt x="1219391" y="771906"/>
                </a:cubicBezTo>
                <a:close/>
                <a:moveTo>
                  <a:pt x="1295591" y="772573"/>
                </a:moveTo>
                <a:cubicBezTo>
                  <a:pt x="1301306" y="772573"/>
                  <a:pt x="1305973" y="767906"/>
                  <a:pt x="1305973" y="762190"/>
                </a:cubicBezTo>
                <a:cubicBezTo>
                  <a:pt x="1305973" y="756476"/>
                  <a:pt x="1301306" y="751808"/>
                  <a:pt x="1295591" y="751808"/>
                </a:cubicBezTo>
                <a:cubicBezTo>
                  <a:pt x="1289876" y="751808"/>
                  <a:pt x="1285208" y="756476"/>
                  <a:pt x="1285208" y="762190"/>
                </a:cubicBezTo>
                <a:cubicBezTo>
                  <a:pt x="1285304" y="767906"/>
                  <a:pt x="1289876" y="772573"/>
                  <a:pt x="1295591" y="772573"/>
                </a:cubicBezTo>
                <a:close/>
                <a:moveTo>
                  <a:pt x="1371791" y="772954"/>
                </a:moveTo>
                <a:cubicBezTo>
                  <a:pt x="1377696" y="772954"/>
                  <a:pt x="1382554" y="768096"/>
                  <a:pt x="1382554" y="762190"/>
                </a:cubicBezTo>
                <a:cubicBezTo>
                  <a:pt x="1382554" y="756285"/>
                  <a:pt x="1377696" y="751427"/>
                  <a:pt x="1371791" y="751427"/>
                </a:cubicBezTo>
                <a:cubicBezTo>
                  <a:pt x="1365885" y="751427"/>
                  <a:pt x="1361027" y="756285"/>
                  <a:pt x="1361027" y="762190"/>
                </a:cubicBezTo>
                <a:cubicBezTo>
                  <a:pt x="1361027" y="768096"/>
                  <a:pt x="1365885" y="772954"/>
                  <a:pt x="1371791" y="772954"/>
                </a:cubicBezTo>
                <a:close/>
                <a:moveTo>
                  <a:pt x="1447991" y="773430"/>
                </a:moveTo>
                <a:cubicBezTo>
                  <a:pt x="1454182" y="773430"/>
                  <a:pt x="1459230" y="768382"/>
                  <a:pt x="1459230" y="762190"/>
                </a:cubicBezTo>
                <a:cubicBezTo>
                  <a:pt x="1459230" y="755999"/>
                  <a:pt x="1454182" y="750951"/>
                  <a:pt x="1447991" y="750951"/>
                </a:cubicBezTo>
                <a:cubicBezTo>
                  <a:pt x="1441799" y="750951"/>
                  <a:pt x="1436751" y="755999"/>
                  <a:pt x="1436751" y="762190"/>
                </a:cubicBezTo>
                <a:cubicBezTo>
                  <a:pt x="1436846" y="768382"/>
                  <a:pt x="1441799" y="773430"/>
                  <a:pt x="1447991" y="773430"/>
                </a:cubicBezTo>
                <a:close/>
                <a:moveTo>
                  <a:pt x="1524191" y="773621"/>
                </a:moveTo>
                <a:cubicBezTo>
                  <a:pt x="1530477" y="773621"/>
                  <a:pt x="1535621" y="768477"/>
                  <a:pt x="1535621" y="762190"/>
                </a:cubicBezTo>
                <a:cubicBezTo>
                  <a:pt x="1535621" y="755904"/>
                  <a:pt x="1530477" y="750761"/>
                  <a:pt x="1524191" y="750761"/>
                </a:cubicBezTo>
                <a:cubicBezTo>
                  <a:pt x="1517904" y="750761"/>
                  <a:pt x="1512761" y="755904"/>
                  <a:pt x="1512761" y="762190"/>
                </a:cubicBezTo>
                <a:cubicBezTo>
                  <a:pt x="1512761" y="768477"/>
                  <a:pt x="1517904" y="773621"/>
                  <a:pt x="1524191" y="773621"/>
                </a:cubicBezTo>
                <a:close/>
                <a:moveTo>
                  <a:pt x="1600391" y="773811"/>
                </a:moveTo>
                <a:cubicBezTo>
                  <a:pt x="1606772" y="773811"/>
                  <a:pt x="1612011" y="768572"/>
                  <a:pt x="1612011" y="762190"/>
                </a:cubicBezTo>
                <a:cubicBezTo>
                  <a:pt x="1612011" y="755809"/>
                  <a:pt x="1606772" y="750570"/>
                  <a:pt x="1600391" y="750570"/>
                </a:cubicBezTo>
                <a:cubicBezTo>
                  <a:pt x="1594009" y="750570"/>
                  <a:pt x="1588770" y="755809"/>
                  <a:pt x="1588770" y="762190"/>
                </a:cubicBezTo>
                <a:cubicBezTo>
                  <a:pt x="1588770" y="768668"/>
                  <a:pt x="1594009" y="773811"/>
                  <a:pt x="1600391" y="773811"/>
                </a:cubicBezTo>
                <a:close/>
                <a:moveTo>
                  <a:pt x="1676591" y="774002"/>
                </a:moveTo>
                <a:cubicBezTo>
                  <a:pt x="1683163" y="774002"/>
                  <a:pt x="1688402" y="768668"/>
                  <a:pt x="1688402" y="762190"/>
                </a:cubicBezTo>
                <a:cubicBezTo>
                  <a:pt x="1688402" y="755618"/>
                  <a:pt x="1683068" y="750380"/>
                  <a:pt x="1676591" y="750380"/>
                </a:cubicBezTo>
                <a:cubicBezTo>
                  <a:pt x="1670114" y="750380"/>
                  <a:pt x="1664780" y="755713"/>
                  <a:pt x="1664780" y="762190"/>
                </a:cubicBezTo>
                <a:cubicBezTo>
                  <a:pt x="1664780" y="768763"/>
                  <a:pt x="1670114" y="774002"/>
                  <a:pt x="1676591" y="774002"/>
                </a:cubicBezTo>
                <a:close/>
                <a:moveTo>
                  <a:pt x="1752791" y="774002"/>
                </a:moveTo>
                <a:cubicBezTo>
                  <a:pt x="1759363" y="774002"/>
                  <a:pt x="1764602" y="768668"/>
                  <a:pt x="1764602" y="762190"/>
                </a:cubicBezTo>
                <a:cubicBezTo>
                  <a:pt x="1764602" y="755618"/>
                  <a:pt x="1759268" y="750380"/>
                  <a:pt x="1752791" y="750380"/>
                </a:cubicBezTo>
                <a:cubicBezTo>
                  <a:pt x="1746314" y="750380"/>
                  <a:pt x="1740980" y="755713"/>
                  <a:pt x="1740980" y="762190"/>
                </a:cubicBezTo>
                <a:cubicBezTo>
                  <a:pt x="1740980" y="768763"/>
                  <a:pt x="1746314" y="774002"/>
                  <a:pt x="1752791" y="774002"/>
                </a:cubicBezTo>
                <a:close/>
                <a:moveTo>
                  <a:pt x="1828991" y="774002"/>
                </a:moveTo>
                <a:cubicBezTo>
                  <a:pt x="1835563" y="774002"/>
                  <a:pt x="1840802" y="768668"/>
                  <a:pt x="1840802" y="762190"/>
                </a:cubicBezTo>
                <a:cubicBezTo>
                  <a:pt x="1840802" y="755618"/>
                  <a:pt x="1835468" y="750380"/>
                  <a:pt x="1828991" y="750380"/>
                </a:cubicBezTo>
                <a:cubicBezTo>
                  <a:pt x="1822514" y="750380"/>
                  <a:pt x="1817180" y="755713"/>
                  <a:pt x="1817180" y="762190"/>
                </a:cubicBezTo>
                <a:cubicBezTo>
                  <a:pt x="1817180" y="768763"/>
                  <a:pt x="1822514" y="774002"/>
                  <a:pt x="1828991" y="774002"/>
                </a:cubicBezTo>
                <a:close/>
                <a:moveTo>
                  <a:pt x="1905191" y="773811"/>
                </a:moveTo>
                <a:cubicBezTo>
                  <a:pt x="1911572" y="773811"/>
                  <a:pt x="1916811" y="768572"/>
                  <a:pt x="1916811" y="762190"/>
                </a:cubicBezTo>
                <a:cubicBezTo>
                  <a:pt x="1916811" y="755809"/>
                  <a:pt x="1911572" y="750570"/>
                  <a:pt x="1905191" y="750570"/>
                </a:cubicBezTo>
                <a:cubicBezTo>
                  <a:pt x="1898809" y="750570"/>
                  <a:pt x="1893570" y="755809"/>
                  <a:pt x="1893570" y="762190"/>
                </a:cubicBezTo>
                <a:cubicBezTo>
                  <a:pt x="1893570" y="768668"/>
                  <a:pt x="1898809" y="773811"/>
                  <a:pt x="1905191" y="773811"/>
                </a:cubicBezTo>
                <a:close/>
                <a:moveTo>
                  <a:pt x="1981391" y="773621"/>
                </a:moveTo>
                <a:cubicBezTo>
                  <a:pt x="1987677" y="773621"/>
                  <a:pt x="1992821" y="768477"/>
                  <a:pt x="1992821" y="762190"/>
                </a:cubicBezTo>
                <a:cubicBezTo>
                  <a:pt x="1992821" y="755904"/>
                  <a:pt x="1987677" y="750761"/>
                  <a:pt x="1981391" y="750761"/>
                </a:cubicBezTo>
                <a:cubicBezTo>
                  <a:pt x="1975104" y="750761"/>
                  <a:pt x="1969961" y="755904"/>
                  <a:pt x="1969961" y="762190"/>
                </a:cubicBezTo>
                <a:cubicBezTo>
                  <a:pt x="1969961" y="768477"/>
                  <a:pt x="1975104" y="773621"/>
                  <a:pt x="1981391" y="773621"/>
                </a:cubicBezTo>
                <a:close/>
                <a:moveTo>
                  <a:pt x="2057591" y="773430"/>
                </a:moveTo>
                <a:cubicBezTo>
                  <a:pt x="2063782" y="773430"/>
                  <a:pt x="2068830" y="768382"/>
                  <a:pt x="2068830" y="762190"/>
                </a:cubicBezTo>
                <a:cubicBezTo>
                  <a:pt x="2068830" y="755999"/>
                  <a:pt x="2063782" y="750951"/>
                  <a:pt x="2057591" y="750951"/>
                </a:cubicBezTo>
                <a:cubicBezTo>
                  <a:pt x="2051399" y="750951"/>
                  <a:pt x="2046351" y="755999"/>
                  <a:pt x="2046351" y="762190"/>
                </a:cubicBezTo>
                <a:cubicBezTo>
                  <a:pt x="2046446" y="768382"/>
                  <a:pt x="2051399" y="773430"/>
                  <a:pt x="2057591" y="773430"/>
                </a:cubicBezTo>
                <a:close/>
                <a:moveTo>
                  <a:pt x="2133791" y="772954"/>
                </a:moveTo>
                <a:cubicBezTo>
                  <a:pt x="2139696" y="772954"/>
                  <a:pt x="2144554" y="768096"/>
                  <a:pt x="2144554" y="762190"/>
                </a:cubicBezTo>
                <a:cubicBezTo>
                  <a:pt x="2144554" y="756285"/>
                  <a:pt x="2139696" y="751427"/>
                  <a:pt x="2133791" y="751427"/>
                </a:cubicBezTo>
                <a:cubicBezTo>
                  <a:pt x="2127885" y="751427"/>
                  <a:pt x="2123027" y="756285"/>
                  <a:pt x="2123027" y="762190"/>
                </a:cubicBezTo>
                <a:cubicBezTo>
                  <a:pt x="2123027" y="768096"/>
                  <a:pt x="2127885" y="772954"/>
                  <a:pt x="2133791" y="772954"/>
                </a:cubicBezTo>
                <a:close/>
                <a:moveTo>
                  <a:pt x="2209991" y="772573"/>
                </a:moveTo>
                <a:cubicBezTo>
                  <a:pt x="2215706" y="772573"/>
                  <a:pt x="2220373" y="767906"/>
                  <a:pt x="2220373" y="762190"/>
                </a:cubicBezTo>
                <a:cubicBezTo>
                  <a:pt x="2220373" y="756476"/>
                  <a:pt x="2215706" y="751808"/>
                  <a:pt x="2209991" y="751808"/>
                </a:cubicBezTo>
                <a:cubicBezTo>
                  <a:pt x="2204276" y="751808"/>
                  <a:pt x="2199608" y="756476"/>
                  <a:pt x="2199608" y="762190"/>
                </a:cubicBezTo>
                <a:cubicBezTo>
                  <a:pt x="2199704" y="767906"/>
                  <a:pt x="2204276" y="772573"/>
                  <a:pt x="2209991" y="772573"/>
                </a:cubicBezTo>
                <a:close/>
                <a:moveTo>
                  <a:pt x="2286191" y="772097"/>
                </a:moveTo>
                <a:cubicBezTo>
                  <a:pt x="2291715" y="772097"/>
                  <a:pt x="2296097" y="767620"/>
                  <a:pt x="2296097" y="762190"/>
                </a:cubicBezTo>
                <a:cubicBezTo>
                  <a:pt x="2296097" y="756761"/>
                  <a:pt x="2291620" y="752285"/>
                  <a:pt x="2286191" y="752285"/>
                </a:cubicBezTo>
                <a:cubicBezTo>
                  <a:pt x="2280761" y="752285"/>
                  <a:pt x="2276285" y="756761"/>
                  <a:pt x="2276285" y="762190"/>
                </a:cubicBezTo>
                <a:cubicBezTo>
                  <a:pt x="2276285" y="767620"/>
                  <a:pt x="2280761" y="772097"/>
                  <a:pt x="2286191" y="772097"/>
                </a:cubicBezTo>
                <a:close/>
                <a:moveTo>
                  <a:pt x="2362391" y="771525"/>
                </a:moveTo>
                <a:cubicBezTo>
                  <a:pt x="2367534" y="771525"/>
                  <a:pt x="2371725" y="767334"/>
                  <a:pt x="2371725" y="762190"/>
                </a:cubicBezTo>
                <a:cubicBezTo>
                  <a:pt x="2371725" y="757047"/>
                  <a:pt x="2367534" y="752856"/>
                  <a:pt x="2362391" y="752856"/>
                </a:cubicBezTo>
                <a:cubicBezTo>
                  <a:pt x="2357247" y="752856"/>
                  <a:pt x="2353056" y="757047"/>
                  <a:pt x="2353056" y="762190"/>
                </a:cubicBezTo>
                <a:cubicBezTo>
                  <a:pt x="2353056" y="767334"/>
                  <a:pt x="2357247" y="771525"/>
                  <a:pt x="2362391" y="771525"/>
                </a:cubicBezTo>
                <a:close/>
                <a:moveTo>
                  <a:pt x="2438591" y="770858"/>
                </a:moveTo>
                <a:cubicBezTo>
                  <a:pt x="2443353" y="770858"/>
                  <a:pt x="2447258" y="766953"/>
                  <a:pt x="2447258" y="762190"/>
                </a:cubicBezTo>
                <a:cubicBezTo>
                  <a:pt x="2447258" y="757428"/>
                  <a:pt x="2443353" y="753523"/>
                  <a:pt x="2438591" y="753523"/>
                </a:cubicBezTo>
                <a:cubicBezTo>
                  <a:pt x="2433828" y="753523"/>
                  <a:pt x="2429923" y="757428"/>
                  <a:pt x="2429923" y="762190"/>
                </a:cubicBezTo>
                <a:cubicBezTo>
                  <a:pt x="2429923" y="766953"/>
                  <a:pt x="2433828" y="770858"/>
                  <a:pt x="2438591" y="770858"/>
                </a:cubicBezTo>
                <a:close/>
                <a:moveTo>
                  <a:pt x="2514791" y="770001"/>
                </a:moveTo>
                <a:cubicBezTo>
                  <a:pt x="2519077" y="770001"/>
                  <a:pt x="2522601" y="766477"/>
                  <a:pt x="2522601" y="762190"/>
                </a:cubicBezTo>
                <a:cubicBezTo>
                  <a:pt x="2522601" y="757904"/>
                  <a:pt x="2519077" y="754380"/>
                  <a:pt x="2514791" y="754380"/>
                </a:cubicBezTo>
                <a:cubicBezTo>
                  <a:pt x="2510504" y="754380"/>
                  <a:pt x="2506980" y="757904"/>
                  <a:pt x="2506980" y="762190"/>
                </a:cubicBezTo>
                <a:cubicBezTo>
                  <a:pt x="2506980" y="766477"/>
                  <a:pt x="2510504" y="770001"/>
                  <a:pt x="2514791" y="770001"/>
                </a:cubicBezTo>
                <a:close/>
                <a:moveTo>
                  <a:pt x="2590991" y="769430"/>
                </a:moveTo>
                <a:cubicBezTo>
                  <a:pt x="2594991" y="769430"/>
                  <a:pt x="2598134" y="766191"/>
                  <a:pt x="2598134" y="762286"/>
                </a:cubicBezTo>
                <a:cubicBezTo>
                  <a:pt x="2598134" y="758285"/>
                  <a:pt x="2594896" y="755142"/>
                  <a:pt x="2590991" y="755142"/>
                </a:cubicBezTo>
                <a:cubicBezTo>
                  <a:pt x="2586990" y="755142"/>
                  <a:pt x="2583847" y="758381"/>
                  <a:pt x="2583847" y="762286"/>
                </a:cubicBezTo>
                <a:cubicBezTo>
                  <a:pt x="2583847" y="766191"/>
                  <a:pt x="2587085" y="769430"/>
                  <a:pt x="2590991" y="769430"/>
                </a:cubicBezTo>
                <a:close/>
                <a:moveTo>
                  <a:pt x="2667191" y="768572"/>
                </a:moveTo>
                <a:cubicBezTo>
                  <a:pt x="2670715" y="768572"/>
                  <a:pt x="2673572" y="765715"/>
                  <a:pt x="2673572" y="762190"/>
                </a:cubicBezTo>
                <a:cubicBezTo>
                  <a:pt x="2673572" y="758666"/>
                  <a:pt x="2670715" y="755809"/>
                  <a:pt x="2667191" y="755809"/>
                </a:cubicBezTo>
                <a:cubicBezTo>
                  <a:pt x="2663666" y="755809"/>
                  <a:pt x="2660809" y="758666"/>
                  <a:pt x="2660809" y="762190"/>
                </a:cubicBezTo>
                <a:cubicBezTo>
                  <a:pt x="2660904" y="765715"/>
                  <a:pt x="2663666" y="768572"/>
                  <a:pt x="2667191" y="768572"/>
                </a:cubicBezTo>
                <a:close/>
                <a:moveTo>
                  <a:pt x="2743391" y="767715"/>
                </a:moveTo>
                <a:cubicBezTo>
                  <a:pt x="2746439" y="767715"/>
                  <a:pt x="2748915" y="765238"/>
                  <a:pt x="2748915" y="762190"/>
                </a:cubicBezTo>
                <a:cubicBezTo>
                  <a:pt x="2748915" y="759143"/>
                  <a:pt x="2746439" y="756666"/>
                  <a:pt x="2743391" y="756666"/>
                </a:cubicBezTo>
                <a:cubicBezTo>
                  <a:pt x="2740343" y="756666"/>
                  <a:pt x="2737866" y="759143"/>
                  <a:pt x="2737866" y="762190"/>
                </a:cubicBezTo>
                <a:cubicBezTo>
                  <a:pt x="2737961" y="765238"/>
                  <a:pt x="2740343" y="767715"/>
                  <a:pt x="2743391" y="767715"/>
                </a:cubicBezTo>
                <a:close/>
                <a:moveTo>
                  <a:pt x="2819591" y="766858"/>
                </a:moveTo>
                <a:cubicBezTo>
                  <a:pt x="2822162" y="766858"/>
                  <a:pt x="2824258" y="764762"/>
                  <a:pt x="2824258" y="762190"/>
                </a:cubicBezTo>
                <a:cubicBezTo>
                  <a:pt x="2824258" y="759619"/>
                  <a:pt x="2822162" y="757523"/>
                  <a:pt x="2819591" y="757523"/>
                </a:cubicBezTo>
                <a:cubicBezTo>
                  <a:pt x="2817019" y="757523"/>
                  <a:pt x="2814923" y="759619"/>
                  <a:pt x="2814923" y="762190"/>
                </a:cubicBezTo>
                <a:cubicBezTo>
                  <a:pt x="2814923" y="764762"/>
                  <a:pt x="2817019" y="766858"/>
                  <a:pt x="2819591" y="766858"/>
                </a:cubicBezTo>
                <a:close/>
                <a:moveTo>
                  <a:pt x="2895791" y="766001"/>
                </a:moveTo>
                <a:cubicBezTo>
                  <a:pt x="2897886" y="766001"/>
                  <a:pt x="2899601" y="764286"/>
                  <a:pt x="2899601" y="762190"/>
                </a:cubicBezTo>
                <a:cubicBezTo>
                  <a:pt x="2899601" y="760095"/>
                  <a:pt x="2897886" y="758381"/>
                  <a:pt x="2895791" y="758381"/>
                </a:cubicBezTo>
                <a:cubicBezTo>
                  <a:pt x="2893695" y="758381"/>
                  <a:pt x="2891981" y="760095"/>
                  <a:pt x="2891981" y="762190"/>
                </a:cubicBezTo>
                <a:cubicBezTo>
                  <a:pt x="2891981" y="764286"/>
                  <a:pt x="2893695" y="766001"/>
                  <a:pt x="2895791" y="766001"/>
                </a:cubicBezTo>
                <a:close/>
                <a:moveTo>
                  <a:pt x="2971991" y="765143"/>
                </a:moveTo>
                <a:cubicBezTo>
                  <a:pt x="2973610" y="765143"/>
                  <a:pt x="2974943" y="763810"/>
                  <a:pt x="2974943" y="762190"/>
                </a:cubicBezTo>
                <a:cubicBezTo>
                  <a:pt x="2974943" y="760571"/>
                  <a:pt x="2973610" y="759238"/>
                  <a:pt x="2971991" y="759238"/>
                </a:cubicBezTo>
                <a:cubicBezTo>
                  <a:pt x="2970371" y="759238"/>
                  <a:pt x="2969038" y="760571"/>
                  <a:pt x="2969038" y="762190"/>
                </a:cubicBezTo>
                <a:cubicBezTo>
                  <a:pt x="2969038" y="763810"/>
                  <a:pt x="2970371" y="765143"/>
                  <a:pt x="2971991" y="765143"/>
                </a:cubicBezTo>
                <a:close/>
                <a:moveTo>
                  <a:pt x="3048191" y="764286"/>
                </a:moveTo>
                <a:cubicBezTo>
                  <a:pt x="3049334" y="764286"/>
                  <a:pt x="3050286" y="763334"/>
                  <a:pt x="3050286" y="762190"/>
                </a:cubicBezTo>
                <a:cubicBezTo>
                  <a:pt x="3050286" y="761048"/>
                  <a:pt x="3049334" y="760095"/>
                  <a:pt x="3048191" y="760095"/>
                </a:cubicBezTo>
                <a:cubicBezTo>
                  <a:pt x="3047048" y="760095"/>
                  <a:pt x="3046095" y="761048"/>
                  <a:pt x="3046095" y="762190"/>
                </a:cubicBezTo>
                <a:cubicBezTo>
                  <a:pt x="3046095" y="763334"/>
                  <a:pt x="3047048" y="764286"/>
                  <a:pt x="3048191" y="764286"/>
                </a:cubicBezTo>
                <a:close/>
                <a:moveTo>
                  <a:pt x="3124391" y="763238"/>
                </a:moveTo>
                <a:cubicBezTo>
                  <a:pt x="3124962" y="763238"/>
                  <a:pt x="3125438" y="762762"/>
                  <a:pt x="3125438" y="762190"/>
                </a:cubicBezTo>
                <a:cubicBezTo>
                  <a:pt x="3125438" y="761619"/>
                  <a:pt x="3124962" y="761143"/>
                  <a:pt x="3124391" y="761143"/>
                </a:cubicBezTo>
                <a:cubicBezTo>
                  <a:pt x="3123819" y="761143"/>
                  <a:pt x="3123343" y="761619"/>
                  <a:pt x="3123343" y="762190"/>
                </a:cubicBezTo>
                <a:cubicBezTo>
                  <a:pt x="3123343" y="762762"/>
                  <a:pt x="3123819" y="763238"/>
                  <a:pt x="3124391" y="763238"/>
                </a:cubicBezTo>
                <a:close/>
                <a:moveTo>
                  <a:pt x="3200591" y="762381"/>
                </a:moveTo>
                <a:cubicBezTo>
                  <a:pt x="3200686" y="762381"/>
                  <a:pt x="3200781" y="762286"/>
                  <a:pt x="3200781" y="762190"/>
                </a:cubicBezTo>
                <a:cubicBezTo>
                  <a:pt x="3200781" y="762095"/>
                  <a:pt x="3200686" y="762000"/>
                  <a:pt x="3200591" y="762000"/>
                </a:cubicBezTo>
                <a:cubicBezTo>
                  <a:pt x="3200495" y="762000"/>
                  <a:pt x="3200400" y="762095"/>
                  <a:pt x="3200400" y="762190"/>
                </a:cubicBezTo>
                <a:cubicBezTo>
                  <a:pt x="3200400" y="762286"/>
                  <a:pt x="3200495" y="762381"/>
                  <a:pt x="3200591" y="762381"/>
                </a:cubicBezTo>
                <a:close/>
                <a:moveTo>
                  <a:pt x="304991" y="839057"/>
                </a:moveTo>
                <a:cubicBezTo>
                  <a:pt x="305372" y="839057"/>
                  <a:pt x="305657" y="838772"/>
                  <a:pt x="305657" y="838390"/>
                </a:cubicBezTo>
                <a:cubicBezTo>
                  <a:pt x="305657" y="838010"/>
                  <a:pt x="305372" y="837724"/>
                  <a:pt x="304991" y="837724"/>
                </a:cubicBezTo>
                <a:cubicBezTo>
                  <a:pt x="304610" y="837724"/>
                  <a:pt x="304324" y="838010"/>
                  <a:pt x="304324" y="838390"/>
                </a:cubicBezTo>
                <a:cubicBezTo>
                  <a:pt x="304419" y="838772"/>
                  <a:pt x="304705" y="839057"/>
                  <a:pt x="304991" y="839057"/>
                </a:cubicBezTo>
                <a:close/>
                <a:moveTo>
                  <a:pt x="381191" y="840105"/>
                </a:moveTo>
                <a:cubicBezTo>
                  <a:pt x="382143" y="840105"/>
                  <a:pt x="382905" y="839343"/>
                  <a:pt x="382905" y="838390"/>
                </a:cubicBezTo>
                <a:cubicBezTo>
                  <a:pt x="382905" y="837438"/>
                  <a:pt x="382143" y="836676"/>
                  <a:pt x="381191" y="836676"/>
                </a:cubicBezTo>
                <a:cubicBezTo>
                  <a:pt x="380238" y="836676"/>
                  <a:pt x="379476" y="837438"/>
                  <a:pt x="379476" y="838390"/>
                </a:cubicBezTo>
                <a:cubicBezTo>
                  <a:pt x="379476" y="839343"/>
                  <a:pt x="380238" y="840105"/>
                  <a:pt x="381191" y="840105"/>
                </a:cubicBezTo>
                <a:close/>
                <a:moveTo>
                  <a:pt x="457391" y="841153"/>
                </a:moveTo>
                <a:cubicBezTo>
                  <a:pt x="458915" y="841153"/>
                  <a:pt x="460153" y="839915"/>
                  <a:pt x="460153" y="838390"/>
                </a:cubicBezTo>
                <a:cubicBezTo>
                  <a:pt x="460153" y="836867"/>
                  <a:pt x="458915" y="835628"/>
                  <a:pt x="457391" y="835628"/>
                </a:cubicBezTo>
                <a:cubicBezTo>
                  <a:pt x="455867" y="835628"/>
                  <a:pt x="454628" y="836867"/>
                  <a:pt x="454628" y="838390"/>
                </a:cubicBezTo>
                <a:cubicBezTo>
                  <a:pt x="454628" y="839915"/>
                  <a:pt x="455867" y="841153"/>
                  <a:pt x="457391" y="841153"/>
                </a:cubicBezTo>
                <a:close/>
                <a:moveTo>
                  <a:pt x="533591" y="842010"/>
                </a:moveTo>
                <a:cubicBezTo>
                  <a:pt x="535591" y="842010"/>
                  <a:pt x="537210" y="840391"/>
                  <a:pt x="537210" y="838390"/>
                </a:cubicBezTo>
                <a:cubicBezTo>
                  <a:pt x="537210" y="836390"/>
                  <a:pt x="535591" y="834771"/>
                  <a:pt x="533591" y="834771"/>
                </a:cubicBezTo>
                <a:cubicBezTo>
                  <a:pt x="531590" y="834771"/>
                  <a:pt x="529971" y="836390"/>
                  <a:pt x="529971" y="838390"/>
                </a:cubicBezTo>
                <a:cubicBezTo>
                  <a:pt x="529971" y="840391"/>
                  <a:pt x="531590" y="842010"/>
                  <a:pt x="533591" y="842010"/>
                </a:cubicBezTo>
                <a:close/>
                <a:moveTo>
                  <a:pt x="609790" y="842867"/>
                </a:moveTo>
                <a:cubicBezTo>
                  <a:pt x="612267" y="842867"/>
                  <a:pt x="614267" y="840867"/>
                  <a:pt x="614267" y="838390"/>
                </a:cubicBezTo>
                <a:cubicBezTo>
                  <a:pt x="614267" y="835914"/>
                  <a:pt x="612267" y="833914"/>
                  <a:pt x="609790" y="833914"/>
                </a:cubicBezTo>
                <a:cubicBezTo>
                  <a:pt x="607314" y="833914"/>
                  <a:pt x="605314" y="835914"/>
                  <a:pt x="605314" y="838390"/>
                </a:cubicBezTo>
                <a:cubicBezTo>
                  <a:pt x="605314" y="840867"/>
                  <a:pt x="607314" y="842867"/>
                  <a:pt x="609790" y="842867"/>
                </a:cubicBezTo>
                <a:close/>
                <a:moveTo>
                  <a:pt x="685990" y="843915"/>
                </a:moveTo>
                <a:cubicBezTo>
                  <a:pt x="689038" y="843915"/>
                  <a:pt x="691515" y="841438"/>
                  <a:pt x="691515" y="838390"/>
                </a:cubicBezTo>
                <a:cubicBezTo>
                  <a:pt x="691515" y="835343"/>
                  <a:pt x="689038" y="832866"/>
                  <a:pt x="685990" y="832866"/>
                </a:cubicBezTo>
                <a:cubicBezTo>
                  <a:pt x="682943" y="832866"/>
                  <a:pt x="680466" y="835343"/>
                  <a:pt x="680466" y="838390"/>
                </a:cubicBezTo>
                <a:cubicBezTo>
                  <a:pt x="680561" y="841438"/>
                  <a:pt x="682943" y="843915"/>
                  <a:pt x="685990" y="843915"/>
                </a:cubicBezTo>
                <a:close/>
                <a:moveTo>
                  <a:pt x="762190" y="844772"/>
                </a:moveTo>
                <a:cubicBezTo>
                  <a:pt x="765715" y="844772"/>
                  <a:pt x="768572" y="841915"/>
                  <a:pt x="768572" y="838390"/>
                </a:cubicBezTo>
                <a:cubicBezTo>
                  <a:pt x="768572" y="834866"/>
                  <a:pt x="765715" y="832009"/>
                  <a:pt x="762190" y="832009"/>
                </a:cubicBezTo>
                <a:cubicBezTo>
                  <a:pt x="758666" y="832009"/>
                  <a:pt x="755809" y="834866"/>
                  <a:pt x="755809" y="838390"/>
                </a:cubicBezTo>
                <a:cubicBezTo>
                  <a:pt x="755904" y="841915"/>
                  <a:pt x="758666" y="844772"/>
                  <a:pt x="762190" y="844772"/>
                </a:cubicBezTo>
                <a:close/>
                <a:moveTo>
                  <a:pt x="838390" y="845630"/>
                </a:moveTo>
                <a:cubicBezTo>
                  <a:pt x="842391" y="845630"/>
                  <a:pt x="845534" y="842391"/>
                  <a:pt x="845534" y="838486"/>
                </a:cubicBezTo>
                <a:cubicBezTo>
                  <a:pt x="845534" y="834485"/>
                  <a:pt x="842296" y="831342"/>
                  <a:pt x="838390" y="831342"/>
                </a:cubicBezTo>
                <a:cubicBezTo>
                  <a:pt x="834390" y="831342"/>
                  <a:pt x="831247" y="834581"/>
                  <a:pt x="831247" y="838486"/>
                </a:cubicBezTo>
                <a:cubicBezTo>
                  <a:pt x="831247" y="842391"/>
                  <a:pt x="834485" y="845630"/>
                  <a:pt x="838390" y="845630"/>
                </a:cubicBezTo>
                <a:close/>
                <a:moveTo>
                  <a:pt x="914590" y="846487"/>
                </a:moveTo>
                <a:cubicBezTo>
                  <a:pt x="919067" y="846487"/>
                  <a:pt x="922592" y="842867"/>
                  <a:pt x="922592" y="838486"/>
                </a:cubicBezTo>
                <a:cubicBezTo>
                  <a:pt x="922592" y="834104"/>
                  <a:pt x="918972" y="830485"/>
                  <a:pt x="914590" y="830485"/>
                </a:cubicBezTo>
                <a:cubicBezTo>
                  <a:pt x="910114" y="830485"/>
                  <a:pt x="906590" y="834104"/>
                  <a:pt x="906590" y="838486"/>
                </a:cubicBezTo>
                <a:cubicBezTo>
                  <a:pt x="906590" y="842867"/>
                  <a:pt x="910209" y="846487"/>
                  <a:pt x="914590" y="846487"/>
                </a:cubicBezTo>
                <a:close/>
                <a:moveTo>
                  <a:pt x="990790" y="847058"/>
                </a:moveTo>
                <a:cubicBezTo>
                  <a:pt x="995553" y="847058"/>
                  <a:pt x="999458" y="843153"/>
                  <a:pt x="999458" y="838390"/>
                </a:cubicBezTo>
                <a:cubicBezTo>
                  <a:pt x="999458" y="833628"/>
                  <a:pt x="995553" y="829723"/>
                  <a:pt x="990790" y="829723"/>
                </a:cubicBezTo>
                <a:cubicBezTo>
                  <a:pt x="986028" y="829723"/>
                  <a:pt x="982123" y="833628"/>
                  <a:pt x="982123" y="838390"/>
                </a:cubicBezTo>
                <a:cubicBezTo>
                  <a:pt x="982123" y="843153"/>
                  <a:pt x="986028" y="847058"/>
                  <a:pt x="990790" y="847058"/>
                </a:cubicBezTo>
                <a:close/>
                <a:moveTo>
                  <a:pt x="1066991" y="847915"/>
                </a:moveTo>
                <a:cubicBezTo>
                  <a:pt x="1072229" y="847915"/>
                  <a:pt x="1076516" y="843629"/>
                  <a:pt x="1076516" y="838390"/>
                </a:cubicBezTo>
                <a:cubicBezTo>
                  <a:pt x="1076516" y="833152"/>
                  <a:pt x="1072229" y="828865"/>
                  <a:pt x="1066991" y="828865"/>
                </a:cubicBezTo>
                <a:cubicBezTo>
                  <a:pt x="1061752" y="828865"/>
                  <a:pt x="1057466" y="833152"/>
                  <a:pt x="1057466" y="838390"/>
                </a:cubicBezTo>
                <a:cubicBezTo>
                  <a:pt x="1057466" y="843629"/>
                  <a:pt x="1061752" y="847915"/>
                  <a:pt x="1066991" y="847915"/>
                </a:cubicBezTo>
                <a:close/>
                <a:moveTo>
                  <a:pt x="1143191" y="848582"/>
                </a:moveTo>
                <a:cubicBezTo>
                  <a:pt x="1148810" y="848582"/>
                  <a:pt x="1153287" y="844010"/>
                  <a:pt x="1153287" y="838486"/>
                </a:cubicBezTo>
                <a:cubicBezTo>
                  <a:pt x="1153287" y="832866"/>
                  <a:pt x="1148715" y="828389"/>
                  <a:pt x="1143191" y="828389"/>
                </a:cubicBezTo>
                <a:cubicBezTo>
                  <a:pt x="1137571" y="828389"/>
                  <a:pt x="1133094" y="832961"/>
                  <a:pt x="1133094" y="838486"/>
                </a:cubicBezTo>
                <a:cubicBezTo>
                  <a:pt x="1133094" y="844010"/>
                  <a:pt x="1137571" y="848582"/>
                  <a:pt x="1143191" y="848582"/>
                </a:cubicBezTo>
                <a:close/>
                <a:moveTo>
                  <a:pt x="1219391" y="849154"/>
                </a:moveTo>
                <a:cubicBezTo>
                  <a:pt x="1225296" y="849154"/>
                  <a:pt x="1230154" y="844296"/>
                  <a:pt x="1230154" y="838390"/>
                </a:cubicBezTo>
                <a:cubicBezTo>
                  <a:pt x="1230154" y="832485"/>
                  <a:pt x="1225296" y="827627"/>
                  <a:pt x="1219391" y="827627"/>
                </a:cubicBezTo>
                <a:cubicBezTo>
                  <a:pt x="1213485" y="827627"/>
                  <a:pt x="1208627" y="832485"/>
                  <a:pt x="1208627" y="838390"/>
                </a:cubicBezTo>
                <a:cubicBezTo>
                  <a:pt x="1208627" y="844296"/>
                  <a:pt x="1213485" y="849154"/>
                  <a:pt x="1219391" y="849154"/>
                </a:cubicBezTo>
                <a:close/>
                <a:moveTo>
                  <a:pt x="1295591" y="849821"/>
                </a:moveTo>
                <a:cubicBezTo>
                  <a:pt x="1301877" y="849821"/>
                  <a:pt x="1307021" y="844677"/>
                  <a:pt x="1307021" y="838390"/>
                </a:cubicBezTo>
                <a:cubicBezTo>
                  <a:pt x="1307021" y="832104"/>
                  <a:pt x="1301877" y="826961"/>
                  <a:pt x="1295591" y="826961"/>
                </a:cubicBezTo>
                <a:cubicBezTo>
                  <a:pt x="1289304" y="826961"/>
                  <a:pt x="1284161" y="832104"/>
                  <a:pt x="1284161" y="838390"/>
                </a:cubicBezTo>
                <a:cubicBezTo>
                  <a:pt x="1284161" y="844677"/>
                  <a:pt x="1289304" y="849821"/>
                  <a:pt x="1295591" y="849821"/>
                </a:cubicBezTo>
                <a:close/>
                <a:moveTo>
                  <a:pt x="1371791" y="850202"/>
                </a:moveTo>
                <a:cubicBezTo>
                  <a:pt x="1378363" y="850202"/>
                  <a:pt x="1383602" y="844868"/>
                  <a:pt x="1383602" y="838390"/>
                </a:cubicBezTo>
                <a:cubicBezTo>
                  <a:pt x="1383602" y="831818"/>
                  <a:pt x="1378268" y="826580"/>
                  <a:pt x="1371791" y="826580"/>
                </a:cubicBezTo>
                <a:cubicBezTo>
                  <a:pt x="1365314" y="826580"/>
                  <a:pt x="1359980" y="831913"/>
                  <a:pt x="1359980" y="838390"/>
                </a:cubicBezTo>
                <a:cubicBezTo>
                  <a:pt x="1359980" y="844963"/>
                  <a:pt x="1365314" y="850202"/>
                  <a:pt x="1371791" y="850202"/>
                </a:cubicBezTo>
                <a:close/>
                <a:moveTo>
                  <a:pt x="1447991" y="850678"/>
                </a:moveTo>
                <a:cubicBezTo>
                  <a:pt x="1454753" y="850678"/>
                  <a:pt x="1460278" y="845153"/>
                  <a:pt x="1460278" y="838390"/>
                </a:cubicBezTo>
                <a:cubicBezTo>
                  <a:pt x="1460278" y="831628"/>
                  <a:pt x="1454753" y="826103"/>
                  <a:pt x="1447991" y="826103"/>
                </a:cubicBezTo>
                <a:cubicBezTo>
                  <a:pt x="1441228" y="826103"/>
                  <a:pt x="1435703" y="831628"/>
                  <a:pt x="1435703" y="838390"/>
                </a:cubicBezTo>
                <a:cubicBezTo>
                  <a:pt x="1435703" y="845153"/>
                  <a:pt x="1441228" y="850678"/>
                  <a:pt x="1447991" y="850678"/>
                </a:cubicBezTo>
                <a:close/>
                <a:moveTo>
                  <a:pt x="1524191" y="851059"/>
                </a:moveTo>
                <a:cubicBezTo>
                  <a:pt x="1531239" y="851059"/>
                  <a:pt x="1536859" y="845344"/>
                  <a:pt x="1536859" y="838390"/>
                </a:cubicBezTo>
                <a:cubicBezTo>
                  <a:pt x="1536859" y="831437"/>
                  <a:pt x="1531144" y="825722"/>
                  <a:pt x="1524191" y="825722"/>
                </a:cubicBezTo>
                <a:cubicBezTo>
                  <a:pt x="1517142" y="825722"/>
                  <a:pt x="1511522" y="831437"/>
                  <a:pt x="1511522" y="838390"/>
                </a:cubicBezTo>
                <a:cubicBezTo>
                  <a:pt x="1511522" y="845344"/>
                  <a:pt x="1517237" y="851059"/>
                  <a:pt x="1524191" y="851059"/>
                </a:cubicBezTo>
                <a:close/>
                <a:moveTo>
                  <a:pt x="1600391" y="851345"/>
                </a:moveTo>
                <a:cubicBezTo>
                  <a:pt x="1607534" y="851345"/>
                  <a:pt x="1613249" y="845534"/>
                  <a:pt x="1613249" y="838486"/>
                </a:cubicBezTo>
                <a:cubicBezTo>
                  <a:pt x="1613249" y="831342"/>
                  <a:pt x="1607439" y="825627"/>
                  <a:pt x="1600391" y="825627"/>
                </a:cubicBezTo>
                <a:cubicBezTo>
                  <a:pt x="1593247" y="825627"/>
                  <a:pt x="1587532" y="831437"/>
                  <a:pt x="1587532" y="838486"/>
                </a:cubicBezTo>
                <a:cubicBezTo>
                  <a:pt x="1587532" y="845534"/>
                  <a:pt x="1593247" y="851345"/>
                  <a:pt x="1600391" y="851345"/>
                </a:cubicBezTo>
                <a:close/>
                <a:moveTo>
                  <a:pt x="1676591" y="851345"/>
                </a:moveTo>
                <a:cubicBezTo>
                  <a:pt x="1683734" y="851345"/>
                  <a:pt x="1689449" y="845534"/>
                  <a:pt x="1689449" y="838486"/>
                </a:cubicBezTo>
                <a:cubicBezTo>
                  <a:pt x="1689449" y="831342"/>
                  <a:pt x="1683639" y="825627"/>
                  <a:pt x="1676591" y="825627"/>
                </a:cubicBezTo>
                <a:cubicBezTo>
                  <a:pt x="1669447" y="825627"/>
                  <a:pt x="1663732" y="831437"/>
                  <a:pt x="1663732" y="838486"/>
                </a:cubicBezTo>
                <a:cubicBezTo>
                  <a:pt x="1663732" y="845534"/>
                  <a:pt x="1669447" y="851345"/>
                  <a:pt x="1676591" y="851345"/>
                </a:cubicBezTo>
                <a:close/>
                <a:moveTo>
                  <a:pt x="1752791" y="851535"/>
                </a:moveTo>
                <a:cubicBezTo>
                  <a:pt x="1760030" y="851535"/>
                  <a:pt x="1765935" y="845630"/>
                  <a:pt x="1765935" y="838390"/>
                </a:cubicBezTo>
                <a:cubicBezTo>
                  <a:pt x="1765935" y="831152"/>
                  <a:pt x="1760030" y="825246"/>
                  <a:pt x="1752791" y="825246"/>
                </a:cubicBezTo>
                <a:cubicBezTo>
                  <a:pt x="1745552" y="825246"/>
                  <a:pt x="1739646" y="831152"/>
                  <a:pt x="1739646" y="838390"/>
                </a:cubicBezTo>
                <a:cubicBezTo>
                  <a:pt x="1739646" y="845630"/>
                  <a:pt x="1745552" y="851535"/>
                  <a:pt x="1752791" y="851535"/>
                </a:cubicBezTo>
                <a:close/>
                <a:moveTo>
                  <a:pt x="1828991" y="851535"/>
                </a:moveTo>
                <a:cubicBezTo>
                  <a:pt x="1836230" y="851535"/>
                  <a:pt x="1842135" y="845630"/>
                  <a:pt x="1842135" y="838390"/>
                </a:cubicBezTo>
                <a:cubicBezTo>
                  <a:pt x="1842135" y="831152"/>
                  <a:pt x="1836230" y="825246"/>
                  <a:pt x="1828991" y="825246"/>
                </a:cubicBezTo>
                <a:cubicBezTo>
                  <a:pt x="1821752" y="825246"/>
                  <a:pt x="1815846" y="831152"/>
                  <a:pt x="1815846" y="838390"/>
                </a:cubicBezTo>
                <a:cubicBezTo>
                  <a:pt x="1815846" y="845630"/>
                  <a:pt x="1821752" y="851535"/>
                  <a:pt x="1828991" y="851535"/>
                </a:cubicBezTo>
                <a:close/>
                <a:moveTo>
                  <a:pt x="1905191" y="851345"/>
                </a:moveTo>
                <a:cubicBezTo>
                  <a:pt x="1912334" y="851345"/>
                  <a:pt x="1918049" y="845534"/>
                  <a:pt x="1918049" y="838486"/>
                </a:cubicBezTo>
                <a:cubicBezTo>
                  <a:pt x="1918049" y="831342"/>
                  <a:pt x="1912239" y="825627"/>
                  <a:pt x="1905191" y="825627"/>
                </a:cubicBezTo>
                <a:cubicBezTo>
                  <a:pt x="1898047" y="825627"/>
                  <a:pt x="1892332" y="831437"/>
                  <a:pt x="1892332" y="838486"/>
                </a:cubicBezTo>
                <a:cubicBezTo>
                  <a:pt x="1892332" y="845534"/>
                  <a:pt x="1898047" y="851345"/>
                  <a:pt x="1905191" y="851345"/>
                </a:cubicBezTo>
                <a:close/>
                <a:moveTo>
                  <a:pt x="1981391" y="851059"/>
                </a:moveTo>
                <a:cubicBezTo>
                  <a:pt x="1988439" y="851059"/>
                  <a:pt x="1994059" y="845344"/>
                  <a:pt x="1994059" y="838390"/>
                </a:cubicBezTo>
                <a:cubicBezTo>
                  <a:pt x="1994059" y="831437"/>
                  <a:pt x="1988344" y="825722"/>
                  <a:pt x="1981391" y="825722"/>
                </a:cubicBezTo>
                <a:cubicBezTo>
                  <a:pt x="1974342" y="825722"/>
                  <a:pt x="1968722" y="831437"/>
                  <a:pt x="1968722" y="838390"/>
                </a:cubicBezTo>
                <a:cubicBezTo>
                  <a:pt x="1968722" y="845344"/>
                  <a:pt x="1974437" y="851059"/>
                  <a:pt x="1981391" y="851059"/>
                </a:cubicBezTo>
                <a:close/>
                <a:moveTo>
                  <a:pt x="2057591" y="850678"/>
                </a:moveTo>
                <a:cubicBezTo>
                  <a:pt x="2064353" y="850678"/>
                  <a:pt x="2069878" y="845153"/>
                  <a:pt x="2069878" y="838390"/>
                </a:cubicBezTo>
                <a:cubicBezTo>
                  <a:pt x="2069878" y="831628"/>
                  <a:pt x="2064353" y="826103"/>
                  <a:pt x="2057591" y="826103"/>
                </a:cubicBezTo>
                <a:cubicBezTo>
                  <a:pt x="2050828" y="826103"/>
                  <a:pt x="2045303" y="831628"/>
                  <a:pt x="2045303" y="838390"/>
                </a:cubicBezTo>
                <a:cubicBezTo>
                  <a:pt x="2045303" y="845153"/>
                  <a:pt x="2050828" y="850678"/>
                  <a:pt x="2057591" y="850678"/>
                </a:cubicBezTo>
                <a:close/>
                <a:moveTo>
                  <a:pt x="2133791" y="850202"/>
                </a:moveTo>
                <a:cubicBezTo>
                  <a:pt x="2140363" y="850202"/>
                  <a:pt x="2145602" y="844868"/>
                  <a:pt x="2145602" y="838390"/>
                </a:cubicBezTo>
                <a:cubicBezTo>
                  <a:pt x="2145602" y="831818"/>
                  <a:pt x="2140268" y="826580"/>
                  <a:pt x="2133791" y="826580"/>
                </a:cubicBezTo>
                <a:cubicBezTo>
                  <a:pt x="2127314" y="826580"/>
                  <a:pt x="2121980" y="831913"/>
                  <a:pt x="2121980" y="838390"/>
                </a:cubicBezTo>
                <a:cubicBezTo>
                  <a:pt x="2121980" y="844963"/>
                  <a:pt x="2127314" y="850202"/>
                  <a:pt x="2133791" y="850202"/>
                </a:cubicBezTo>
                <a:close/>
                <a:moveTo>
                  <a:pt x="2209991" y="849821"/>
                </a:moveTo>
                <a:cubicBezTo>
                  <a:pt x="2216277" y="849821"/>
                  <a:pt x="2221421" y="844677"/>
                  <a:pt x="2221421" y="838390"/>
                </a:cubicBezTo>
                <a:cubicBezTo>
                  <a:pt x="2221421" y="832104"/>
                  <a:pt x="2216277" y="826961"/>
                  <a:pt x="2209991" y="826961"/>
                </a:cubicBezTo>
                <a:cubicBezTo>
                  <a:pt x="2203704" y="826961"/>
                  <a:pt x="2198561" y="832104"/>
                  <a:pt x="2198561" y="838390"/>
                </a:cubicBezTo>
                <a:cubicBezTo>
                  <a:pt x="2198561" y="844677"/>
                  <a:pt x="2203704" y="849821"/>
                  <a:pt x="2209991" y="849821"/>
                </a:cubicBezTo>
                <a:close/>
                <a:moveTo>
                  <a:pt x="2286191" y="849154"/>
                </a:moveTo>
                <a:cubicBezTo>
                  <a:pt x="2292096" y="849154"/>
                  <a:pt x="2296954" y="844296"/>
                  <a:pt x="2296954" y="838390"/>
                </a:cubicBezTo>
                <a:cubicBezTo>
                  <a:pt x="2296954" y="832485"/>
                  <a:pt x="2292096" y="827627"/>
                  <a:pt x="2286191" y="827627"/>
                </a:cubicBezTo>
                <a:cubicBezTo>
                  <a:pt x="2280285" y="827627"/>
                  <a:pt x="2275427" y="832485"/>
                  <a:pt x="2275427" y="838390"/>
                </a:cubicBezTo>
                <a:cubicBezTo>
                  <a:pt x="2275427" y="844296"/>
                  <a:pt x="2280285" y="849154"/>
                  <a:pt x="2286191" y="849154"/>
                </a:cubicBezTo>
                <a:close/>
                <a:moveTo>
                  <a:pt x="2362391" y="848773"/>
                </a:moveTo>
                <a:cubicBezTo>
                  <a:pt x="2368106" y="848773"/>
                  <a:pt x="2372773" y="844106"/>
                  <a:pt x="2372773" y="838390"/>
                </a:cubicBezTo>
                <a:cubicBezTo>
                  <a:pt x="2372773" y="832676"/>
                  <a:pt x="2368106" y="828008"/>
                  <a:pt x="2362391" y="828008"/>
                </a:cubicBezTo>
                <a:cubicBezTo>
                  <a:pt x="2356676" y="828008"/>
                  <a:pt x="2352008" y="832676"/>
                  <a:pt x="2352008" y="838390"/>
                </a:cubicBezTo>
                <a:cubicBezTo>
                  <a:pt x="2352104" y="844106"/>
                  <a:pt x="2356676" y="848773"/>
                  <a:pt x="2362391" y="848773"/>
                </a:cubicBezTo>
                <a:close/>
                <a:moveTo>
                  <a:pt x="2438591" y="847915"/>
                </a:moveTo>
                <a:cubicBezTo>
                  <a:pt x="2443829" y="847915"/>
                  <a:pt x="2448116" y="843629"/>
                  <a:pt x="2448116" y="838390"/>
                </a:cubicBezTo>
                <a:cubicBezTo>
                  <a:pt x="2448116" y="833152"/>
                  <a:pt x="2443829" y="828865"/>
                  <a:pt x="2438591" y="828865"/>
                </a:cubicBezTo>
                <a:cubicBezTo>
                  <a:pt x="2433352" y="828865"/>
                  <a:pt x="2429066" y="833152"/>
                  <a:pt x="2429066" y="838390"/>
                </a:cubicBezTo>
                <a:cubicBezTo>
                  <a:pt x="2429066" y="843629"/>
                  <a:pt x="2433352" y="847915"/>
                  <a:pt x="2438591" y="847915"/>
                </a:cubicBezTo>
                <a:close/>
                <a:moveTo>
                  <a:pt x="2514791" y="847249"/>
                </a:moveTo>
                <a:cubicBezTo>
                  <a:pt x="2519648" y="847249"/>
                  <a:pt x="2523649" y="843248"/>
                  <a:pt x="2523649" y="838390"/>
                </a:cubicBezTo>
                <a:cubicBezTo>
                  <a:pt x="2523649" y="833533"/>
                  <a:pt x="2519648" y="829532"/>
                  <a:pt x="2514791" y="829532"/>
                </a:cubicBezTo>
                <a:cubicBezTo>
                  <a:pt x="2509933" y="829532"/>
                  <a:pt x="2505932" y="833533"/>
                  <a:pt x="2505932" y="838390"/>
                </a:cubicBezTo>
                <a:cubicBezTo>
                  <a:pt x="2505932" y="843344"/>
                  <a:pt x="2509933" y="847249"/>
                  <a:pt x="2514791" y="847249"/>
                </a:cubicBezTo>
                <a:close/>
                <a:moveTo>
                  <a:pt x="2590991" y="846487"/>
                </a:moveTo>
                <a:cubicBezTo>
                  <a:pt x="2595467" y="846487"/>
                  <a:pt x="2598991" y="842867"/>
                  <a:pt x="2598991" y="838486"/>
                </a:cubicBezTo>
                <a:cubicBezTo>
                  <a:pt x="2598991" y="834104"/>
                  <a:pt x="2595372" y="830485"/>
                  <a:pt x="2590991" y="830485"/>
                </a:cubicBezTo>
                <a:cubicBezTo>
                  <a:pt x="2586514" y="830485"/>
                  <a:pt x="2582990" y="834104"/>
                  <a:pt x="2582990" y="838486"/>
                </a:cubicBezTo>
                <a:cubicBezTo>
                  <a:pt x="2582990" y="842867"/>
                  <a:pt x="2586609" y="846487"/>
                  <a:pt x="2590991" y="846487"/>
                </a:cubicBezTo>
                <a:close/>
                <a:moveTo>
                  <a:pt x="2667191" y="845630"/>
                </a:moveTo>
                <a:cubicBezTo>
                  <a:pt x="2671191" y="845630"/>
                  <a:pt x="2674334" y="842391"/>
                  <a:pt x="2674334" y="838486"/>
                </a:cubicBezTo>
                <a:cubicBezTo>
                  <a:pt x="2674334" y="834485"/>
                  <a:pt x="2671096" y="831342"/>
                  <a:pt x="2667191" y="831342"/>
                </a:cubicBezTo>
                <a:cubicBezTo>
                  <a:pt x="2663190" y="831342"/>
                  <a:pt x="2660047" y="834581"/>
                  <a:pt x="2660047" y="838486"/>
                </a:cubicBezTo>
                <a:cubicBezTo>
                  <a:pt x="2660047" y="842391"/>
                  <a:pt x="2663285" y="845630"/>
                  <a:pt x="2667191" y="845630"/>
                </a:cubicBezTo>
                <a:close/>
                <a:moveTo>
                  <a:pt x="2743391" y="844772"/>
                </a:moveTo>
                <a:cubicBezTo>
                  <a:pt x="2746915" y="844772"/>
                  <a:pt x="2749772" y="841915"/>
                  <a:pt x="2749772" y="838390"/>
                </a:cubicBezTo>
                <a:cubicBezTo>
                  <a:pt x="2749772" y="834866"/>
                  <a:pt x="2746915" y="832009"/>
                  <a:pt x="2743391" y="832009"/>
                </a:cubicBezTo>
                <a:cubicBezTo>
                  <a:pt x="2739866" y="832009"/>
                  <a:pt x="2737009" y="834866"/>
                  <a:pt x="2737009" y="838390"/>
                </a:cubicBezTo>
                <a:cubicBezTo>
                  <a:pt x="2737104" y="841915"/>
                  <a:pt x="2739866" y="844772"/>
                  <a:pt x="2743391" y="844772"/>
                </a:cubicBezTo>
                <a:close/>
                <a:moveTo>
                  <a:pt x="2819591" y="843915"/>
                </a:moveTo>
                <a:cubicBezTo>
                  <a:pt x="2822639" y="843915"/>
                  <a:pt x="2825115" y="841438"/>
                  <a:pt x="2825115" y="838390"/>
                </a:cubicBezTo>
                <a:cubicBezTo>
                  <a:pt x="2825115" y="835343"/>
                  <a:pt x="2822639" y="832866"/>
                  <a:pt x="2819591" y="832866"/>
                </a:cubicBezTo>
                <a:cubicBezTo>
                  <a:pt x="2816543" y="832866"/>
                  <a:pt x="2814066" y="835343"/>
                  <a:pt x="2814066" y="838390"/>
                </a:cubicBezTo>
                <a:cubicBezTo>
                  <a:pt x="2814161" y="841438"/>
                  <a:pt x="2816543" y="843915"/>
                  <a:pt x="2819591" y="843915"/>
                </a:cubicBezTo>
                <a:close/>
                <a:moveTo>
                  <a:pt x="2895791" y="843058"/>
                </a:moveTo>
                <a:cubicBezTo>
                  <a:pt x="2898362" y="843058"/>
                  <a:pt x="2900458" y="840962"/>
                  <a:pt x="2900458" y="838390"/>
                </a:cubicBezTo>
                <a:cubicBezTo>
                  <a:pt x="2900458" y="835819"/>
                  <a:pt x="2898362" y="833723"/>
                  <a:pt x="2895791" y="833723"/>
                </a:cubicBezTo>
                <a:cubicBezTo>
                  <a:pt x="2893219" y="833723"/>
                  <a:pt x="2891123" y="835819"/>
                  <a:pt x="2891123" y="838390"/>
                </a:cubicBezTo>
                <a:cubicBezTo>
                  <a:pt x="2891123" y="840962"/>
                  <a:pt x="2893219" y="843058"/>
                  <a:pt x="2895791" y="843058"/>
                </a:cubicBezTo>
                <a:close/>
                <a:moveTo>
                  <a:pt x="2971991" y="842010"/>
                </a:moveTo>
                <a:cubicBezTo>
                  <a:pt x="2973991" y="842010"/>
                  <a:pt x="2975610" y="840391"/>
                  <a:pt x="2975610" y="838390"/>
                </a:cubicBezTo>
                <a:cubicBezTo>
                  <a:pt x="2975610" y="836390"/>
                  <a:pt x="2973991" y="834771"/>
                  <a:pt x="2971991" y="834771"/>
                </a:cubicBezTo>
                <a:cubicBezTo>
                  <a:pt x="2969990" y="834771"/>
                  <a:pt x="2968371" y="836390"/>
                  <a:pt x="2968371" y="838390"/>
                </a:cubicBezTo>
                <a:cubicBezTo>
                  <a:pt x="2968371" y="840391"/>
                  <a:pt x="2969990" y="842010"/>
                  <a:pt x="2971991" y="842010"/>
                </a:cubicBezTo>
                <a:close/>
                <a:moveTo>
                  <a:pt x="3048191" y="841153"/>
                </a:moveTo>
                <a:cubicBezTo>
                  <a:pt x="3049715" y="841153"/>
                  <a:pt x="3050953" y="839915"/>
                  <a:pt x="3050953" y="838390"/>
                </a:cubicBezTo>
                <a:cubicBezTo>
                  <a:pt x="3050953" y="836867"/>
                  <a:pt x="3049715" y="835628"/>
                  <a:pt x="3048191" y="835628"/>
                </a:cubicBezTo>
                <a:cubicBezTo>
                  <a:pt x="3046666" y="835628"/>
                  <a:pt x="3045428" y="836867"/>
                  <a:pt x="3045428" y="838390"/>
                </a:cubicBezTo>
                <a:cubicBezTo>
                  <a:pt x="3045428" y="839915"/>
                  <a:pt x="3046666" y="841153"/>
                  <a:pt x="3048191" y="841153"/>
                </a:cubicBezTo>
                <a:close/>
                <a:moveTo>
                  <a:pt x="3124391" y="840296"/>
                </a:moveTo>
                <a:cubicBezTo>
                  <a:pt x="3125438" y="840296"/>
                  <a:pt x="3126296" y="839438"/>
                  <a:pt x="3126296" y="838390"/>
                </a:cubicBezTo>
                <a:cubicBezTo>
                  <a:pt x="3126296" y="837343"/>
                  <a:pt x="3125438" y="836486"/>
                  <a:pt x="3124391" y="836486"/>
                </a:cubicBezTo>
                <a:cubicBezTo>
                  <a:pt x="3123343" y="836486"/>
                  <a:pt x="3122486" y="837343"/>
                  <a:pt x="3122486" y="838390"/>
                </a:cubicBezTo>
                <a:cubicBezTo>
                  <a:pt x="3122486" y="839438"/>
                  <a:pt x="3123343" y="840296"/>
                  <a:pt x="3124391" y="840296"/>
                </a:cubicBezTo>
                <a:close/>
                <a:moveTo>
                  <a:pt x="3200591" y="839248"/>
                </a:moveTo>
                <a:cubicBezTo>
                  <a:pt x="3201067" y="839248"/>
                  <a:pt x="3201448" y="838867"/>
                  <a:pt x="3201448" y="838390"/>
                </a:cubicBezTo>
                <a:cubicBezTo>
                  <a:pt x="3201448" y="837914"/>
                  <a:pt x="3201067" y="837533"/>
                  <a:pt x="3200591" y="837533"/>
                </a:cubicBezTo>
                <a:cubicBezTo>
                  <a:pt x="3200114" y="837533"/>
                  <a:pt x="3199733" y="837914"/>
                  <a:pt x="3199733" y="838390"/>
                </a:cubicBezTo>
                <a:cubicBezTo>
                  <a:pt x="3199733" y="838867"/>
                  <a:pt x="3200114" y="839248"/>
                  <a:pt x="3200591" y="839248"/>
                </a:cubicBezTo>
                <a:close/>
                <a:moveTo>
                  <a:pt x="228791" y="915067"/>
                </a:moveTo>
                <a:cubicBezTo>
                  <a:pt x="228981" y="915067"/>
                  <a:pt x="229172" y="914876"/>
                  <a:pt x="229172" y="914686"/>
                </a:cubicBezTo>
                <a:cubicBezTo>
                  <a:pt x="229172" y="914495"/>
                  <a:pt x="228981" y="914305"/>
                  <a:pt x="228791" y="914305"/>
                </a:cubicBezTo>
                <a:cubicBezTo>
                  <a:pt x="228600" y="914305"/>
                  <a:pt x="228410" y="914495"/>
                  <a:pt x="228410" y="914686"/>
                </a:cubicBezTo>
                <a:cubicBezTo>
                  <a:pt x="228410" y="914876"/>
                  <a:pt x="228600" y="915067"/>
                  <a:pt x="228791" y="915067"/>
                </a:cubicBezTo>
                <a:close/>
                <a:moveTo>
                  <a:pt x="304991" y="915924"/>
                </a:moveTo>
                <a:cubicBezTo>
                  <a:pt x="305657" y="915924"/>
                  <a:pt x="306229" y="915353"/>
                  <a:pt x="306229" y="914686"/>
                </a:cubicBezTo>
                <a:cubicBezTo>
                  <a:pt x="306229" y="914019"/>
                  <a:pt x="305657" y="913448"/>
                  <a:pt x="304991" y="913448"/>
                </a:cubicBezTo>
                <a:cubicBezTo>
                  <a:pt x="304324" y="913448"/>
                  <a:pt x="303752" y="914019"/>
                  <a:pt x="303752" y="914686"/>
                </a:cubicBezTo>
                <a:cubicBezTo>
                  <a:pt x="303752" y="915353"/>
                  <a:pt x="304324" y="915924"/>
                  <a:pt x="304991" y="915924"/>
                </a:cubicBezTo>
                <a:close/>
                <a:moveTo>
                  <a:pt x="381191" y="916972"/>
                </a:moveTo>
                <a:cubicBezTo>
                  <a:pt x="382429" y="916972"/>
                  <a:pt x="383476" y="915924"/>
                  <a:pt x="383476" y="914686"/>
                </a:cubicBezTo>
                <a:cubicBezTo>
                  <a:pt x="383476" y="913448"/>
                  <a:pt x="382429" y="912400"/>
                  <a:pt x="381191" y="912400"/>
                </a:cubicBezTo>
                <a:cubicBezTo>
                  <a:pt x="379952" y="912400"/>
                  <a:pt x="378905" y="913448"/>
                  <a:pt x="378905" y="914686"/>
                </a:cubicBezTo>
                <a:cubicBezTo>
                  <a:pt x="378905" y="915924"/>
                  <a:pt x="379952" y="916972"/>
                  <a:pt x="381191" y="916972"/>
                </a:cubicBezTo>
                <a:close/>
                <a:moveTo>
                  <a:pt x="457391" y="918020"/>
                </a:moveTo>
                <a:cubicBezTo>
                  <a:pt x="459296" y="918020"/>
                  <a:pt x="460724" y="916496"/>
                  <a:pt x="460724" y="914686"/>
                </a:cubicBezTo>
                <a:cubicBezTo>
                  <a:pt x="460724" y="912876"/>
                  <a:pt x="459200" y="911257"/>
                  <a:pt x="457391" y="911257"/>
                </a:cubicBezTo>
                <a:cubicBezTo>
                  <a:pt x="455486" y="911257"/>
                  <a:pt x="453962" y="912781"/>
                  <a:pt x="453962" y="914686"/>
                </a:cubicBezTo>
                <a:cubicBezTo>
                  <a:pt x="453962" y="916591"/>
                  <a:pt x="455581" y="918020"/>
                  <a:pt x="457391" y="918020"/>
                </a:cubicBezTo>
                <a:close/>
                <a:moveTo>
                  <a:pt x="533591" y="918877"/>
                </a:moveTo>
                <a:cubicBezTo>
                  <a:pt x="535877" y="918877"/>
                  <a:pt x="537782" y="916972"/>
                  <a:pt x="537782" y="914686"/>
                </a:cubicBezTo>
                <a:cubicBezTo>
                  <a:pt x="537782" y="912305"/>
                  <a:pt x="535877" y="910495"/>
                  <a:pt x="533591" y="910495"/>
                </a:cubicBezTo>
                <a:cubicBezTo>
                  <a:pt x="531209" y="910495"/>
                  <a:pt x="529400" y="912400"/>
                  <a:pt x="529400" y="914686"/>
                </a:cubicBezTo>
                <a:cubicBezTo>
                  <a:pt x="529400" y="916972"/>
                  <a:pt x="531305" y="918877"/>
                  <a:pt x="533591" y="918877"/>
                </a:cubicBezTo>
                <a:close/>
                <a:moveTo>
                  <a:pt x="609790" y="919925"/>
                </a:moveTo>
                <a:cubicBezTo>
                  <a:pt x="612743" y="919925"/>
                  <a:pt x="615029" y="917543"/>
                  <a:pt x="615029" y="914686"/>
                </a:cubicBezTo>
                <a:cubicBezTo>
                  <a:pt x="615029" y="911733"/>
                  <a:pt x="612648" y="909447"/>
                  <a:pt x="609790" y="909447"/>
                </a:cubicBezTo>
                <a:cubicBezTo>
                  <a:pt x="606838" y="909447"/>
                  <a:pt x="604552" y="911828"/>
                  <a:pt x="604552" y="914686"/>
                </a:cubicBezTo>
                <a:cubicBezTo>
                  <a:pt x="604552" y="917543"/>
                  <a:pt x="606933" y="919925"/>
                  <a:pt x="609790" y="919925"/>
                </a:cubicBezTo>
                <a:close/>
                <a:moveTo>
                  <a:pt x="685990" y="920782"/>
                </a:moveTo>
                <a:cubicBezTo>
                  <a:pt x="689420" y="920782"/>
                  <a:pt x="692087" y="918020"/>
                  <a:pt x="692087" y="914686"/>
                </a:cubicBezTo>
                <a:cubicBezTo>
                  <a:pt x="692087" y="911352"/>
                  <a:pt x="689324" y="908590"/>
                  <a:pt x="685990" y="908590"/>
                </a:cubicBezTo>
                <a:cubicBezTo>
                  <a:pt x="682657" y="908590"/>
                  <a:pt x="679895" y="911352"/>
                  <a:pt x="679895" y="914686"/>
                </a:cubicBezTo>
                <a:cubicBezTo>
                  <a:pt x="679895" y="918020"/>
                  <a:pt x="682657" y="920782"/>
                  <a:pt x="685990" y="920782"/>
                </a:cubicBezTo>
                <a:close/>
                <a:moveTo>
                  <a:pt x="762190" y="921830"/>
                </a:moveTo>
                <a:cubicBezTo>
                  <a:pt x="766191" y="921830"/>
                  <a:pt x="769334" y="918591"/>
                  <a:pt x="769334" y="914686"/>
                </a:cubicBezTo>
                <a:cubicBezTo>
                  <a:pt x="769334" y="910685"/>
                  <a:pt x="766096" y="907542"/>
                  <a:pt x="762190" y="907542"/>
                </a:cubicBezTo>
                <a:cubicBezTo>
                  <a:pt x="758190" y="907542"/>
                  <a:pt x="755047" y="910781"/>
                  <a:pt x="755047" y="914686"/>
                </a:cubicBezTo>
                <a:cubicBezTo>
                  <a:pt x="755047" y="918591"/>
                  <a:pt x="758285" y="921830"/>
                  <a:pt x="762190" y="921830"/>
                </a:cubicBezTo>
                <a:close/>
                <a:moveTo>
                  <a:pt x="838390" y="922687"/>
                </a:moveTo>
                <a:cubicBezTo>
                  <a:pt x="842867" y="922687"/>
                  <a:pt x="846392" y="919067"/>
                  <a:pt x="846392" y="914686"/>
                </a:cubicBezTo>
                <a:cubicBezTo>
                  <a:pt x="846392" y="910304"/>
                  <a:pt x="842772" y="906685"/>
                  <a:pt x="838390" y="906685"/>
                </a:cubicBezTo>
                <a:cubicBezTo>
                  <a:pt x="833914" y="906685"/>
                  <a:pt x="830390" y="910304"/>
                  <a:pt x="830390" y="914686"/>
                </a:cubicBezTo>
                <a:cubicBezTo>
                  <a:pt x="830390" y="919067"/>
                  <a:pt x="834009" y="922687"/>
                  <a:pt x="838390" y="922687"/>
                </a:cubicBezTo>
                <a:close/>
                <a:moveTo>
                  <a:pt x="914590" y="923449"/>
                </a:moveTo>
                <a:cubicBezTo>
                  <a:pt x="919448" y="923449"/>
                  <a:pt x="923449" y="919448"/>
                  <a:pt x="923449" y="914590"/>
                </a:cubicBezTo>
                <a:cubicBezTo>
                  <a:pt x="923449" y="909733"/>
                  <a:pt x="919448" y="905732"/>
                  <a:pt x="914590" y="905732"/>
                </a:cubicBezTo>
                <a:cubicBezTo>
                  <a:pt x="909733" y="905732"/>
                  <a:pt x="905732" y="909733"/>
                  <a:pt x="905732" y="914590"/>
                </a:cubicBezTo>
                <a:cubicBezTo>
                  <a:pt x="905732" y="919544"/>
                  <a:pt x="909733" y="923449"/>
                  <a:pt x="914590" y="923449"/>
                </a:cubicBezTo>
                <a:close/>
                <a:moveTo>
                  <a:pt x="990790" y="924306"/>
                </a:moveTo>
                <a:cubicBezTo>
                  <a:pt x="996125" y="924306"/>
                  <a:pt x="1000506" y="919925"/>
                  <a:pt x="1000506" y="914590"/>
                </a:cubicBezTo>
                <a:cubicBezTo>
                  <a:pt x="1000506" y="909257"/>
                  <a:pt x="996220" y="904875"/>
                  <a:pt x="990790" y="904875"/>
                </a:cubicBezTo>
                <a:cubicBezTo>
                  <a:pt x="985361" y="904875"/>
                  <a:pt x="981075" y="909257"/>
                  <a:pt x="981075" y="914590"/>
                </a:cubicBezTo>
                <a:cubicBezTo>
                  <a:pt x="981075" y="919925"/>
                  <a:pt x="985457" y="924306"/>
                  <a:pt x="990790" y="924306"/>
                </a:cubicBezTo>
                <a:close/>
                <a:moveTo>
                  <a:pt x="1066991" y="925163"/>
                </a:moveTo>
                <a:cubicBezTo>
                  <a:pt x="1072801" y="925163"/>
                  <a:pt x="1077563" y="920401"/>
                  <a:pt x="1077563" y="914590"/>
                </a:cubicBezTo>
                <a:cubicBezTo>
                  <a:pt x="1077563" y="908780"/>
                  <a:pt x="1072801" y="904018"/>
                  <a:pt x="1066991" y="904018"/>
                </a:cubicBezTo>
                <a:cubicBezTo>
                  <a:pt x="1061180" y="904018"/>
                  <a:pt x="1056418" y="908780"/>
                  <a:pt x="1056418" y="914590"/>
                </a:cubicBezTo>
                <a:cubicBezTo>
                  <a:pt x="1056418" y="920401"/>
                  <a:pt x="1061180" y="925163"/>
                  <a:pt x="1066991" y="925163"/>
                </a:cubicBezTo>
                <a:close/>
                <a:moveTo>
                  <a:pt x="1143191" y="925830"/>
                </a:moveTo>
                <a:cubicBezTo>
                  <a:pt x="1149382" y="925830"/>
                  <a:pt x="1154430" y="920782"/>
                  <a:pt x="1154430" y="914590"/>
                </a:cubicBezTo>
                <a:cubicBezTo>
                  <a:pt x="1154430" y="908399"/>
                  <a:pt x="1149382" y="903351"/>
                  <a:pt x="1143191" y="903351"/>
                </a:cubicBezTo>
                <a:cubicBezTo>
                  <a:pt x="1136999" y="903351"/>
                  <a:pt x="1131951" y="908399"/>
                  <a:pt x="1131951" y="914590"/>
                </a:cubicBezTo>
                <a:cubicBezTo>
                  <a:pt x="1132046" y="920782"/>
                  <a:pt x="1136999" y="925830"/>
                  <a:pt x="1143191" y="925830"/>
                </a:cubicBezTo>
                <a:close/>
                <a:moveTo>
                  <a:pt x="1219391" y="926402"/>
                </a:moveTo>
                <a:cubicBezTo>
                  <a:pt x="1225963" y="926402"/>
                  <a:pt x="1231202" y="921068"/>
                  <a:pt x="1231202" y="914590"/>
                </a:cubicBezTo>
                <a:cubicBezTo>
                  <a:pt x="1231202" y="908018"/>
                  <a:pt x="1225868" y="902780"/>
                  <a:pt x="1219391" y="902780"/>
                </a:cubicBezTo>
                <a:cubicBezTo>
                  <a:pt x="1212818" y="902780"/>
                  <a:pt x="1207580" y="908113"/>
                  <a:pt x="1207580" y="914590"/>
                </a:cubicBezTo>
                <a:cubicBezTo>
                  <a:pt x="1207580" y="921163"/>
                  <a:pt x="1212914" y="926402"/>
                  <a:pt x="1219391" y="926402"/>
                </a:cubicBezTo>
                <a:close/>
                <a:moveTo>
                  <a:pt x="1295591" y="927068"/>
                </a:moveTo>
                <a:cubicBezTo>
                  <a:pt x="1302449" y="927068"/>
                  <a:pt x="1308068" y="921449"/>
                  <a:pt x="1308068" y="914590"/>
                </a:cubicBezTo>
                <a:cubicBezTo>
                  <a:pt x="1308068" y="907733"/>
                  <a:pt x="1302449" y="902113"/>
                  <a:pt x="1295591" y="902113"/>
                </a:cubicBezTo>
                <a:cubicBezTo>
                  <a:pt x="1288733" y="902113"/>
                  <a:pt x="1283113" y="907733"/>
                  <a:pt x="1283113" y="914590"/>
                </a:cubicBezTo>
                <a:cubicBezTo>
                  <a:pt x="1283113" y="921544"/>
                  <a:pt x="1288733" y="927068"/>
                  <a:pt x="1295591" y="927068"/>
                </a:cubicBezTo>
                <a:close/>
                <a:moveTo>
                  <a:pt x="1371791" y="927545"/>
                </a:moveTo>
                <a:cubicBezTo>
                  <a:pt x="1378934" y="927545"/>
                  <a:pt x="1384649" y="921734"/>
                  <a:pt x="1384649" y="914686"/>
                </a:cubicBezTo>
                <a:cubicBezTo>
                  <a:pt x="1384649" y="907542"/>
                  <a:pt x="1378839" y="901827"/>
                  <a:pt x="1371791" y="901827"/>
                </a:cubicBezTo>
                <a:cubicBezTo>
                  <a:pt x="1364647" y="901827"/>
                  <a:pt x="1358932" y="907637"/>
                  <a:pt x="1358932" y="914686"/>
                </a:cubicBezTo>
                <a:cubicBezTo>
                  <a:pt x="1358932" y="921734"/>
                  <a:pt x="1364647" y="927545"/>
                  <a:pt x="1371791" y="927545"/>
                </a:cubicBezTo>
                <a:close/>
                <a:moveTo>
                  <a:pt x="1447991" y="927926"/>
                </a:moveTo>
                <a:cubicBezTo>
                  <a:pt x="1455325" y="927926"/>
                  <a:pt x="1461326" y="921925"/>
                  <a:pt x="1461326" y="914590"/>
                </a:cubicBezTo>
                <a:cubicBezTo>
                  <a:pt x="1461326" y="907256"/>
                  <a:pt x="1455325" y="901256"/>
                  <a:pt x="1447991" y="901256"/>
                </a:cubicBezTo>
                <a:cubicBezTo>
                  <a:pt x="1440656" y="901256"/>
                  <a:pt x="1434656" y="907256"/>
                  <a:pt x="1434656" y="914590"/>
                </a:cubicBezTo>
                <a:cubicBezTo>
                  <a:pt x="1434656" y="921925"/>
                  <a:pt x="1440656" y="927926"/>
                  <a:pt x="1447991" y="927926"/>
                </a:cubicBezTo>
                <a:close/>
                <a:moveTo>
                  <a:pt x="1524191" y="928307"/>
                </a:moveTo>
                <a:cubicBezTo>
                  <a:pt x="1531811" y="928307"/>
                  <a:pt x="1537907" y="922115"/>
                  <a:pt x="1537907" y="914590"/>
                </a:cubicBezTo>
                <a:cubicBezTo>
                  <a:pt x="1537907" y="907066"/>
                  <a:pt x="1531715" y="900875"/>
                  <a:pt x="1524191" y="900875"/>
                </a:cubicBezTo>
                <a:cubicBezTo>
                  <a:pt x="1516571" y="900875"/>
                  <a:pt x="1510475" y="907066"/>
                  <a:pt x="1510475" y="914590"/>
                </a:cubicBezTo>
                <a:cubicBezTo>
                  <a:pt x="1510475" y="922115"/>
                  <a:pt x="1516666" y="928307"/>
                  <a:pt x="1524191" y="928307"/>
                </a:cubicBezTo>
                <a:close/>
                <a:moveTo>
                  <a:pt x="1600391" y="928592"/>
                </a:moveTo>
                <a:cubicBezTo>
                  <a:pt x="1608106" y="928592"/>
                  <a:pt x="1614297" y="922306"/>
                  <a:pt x="1614297" y="914686"/>
                </a:cubicBezTo>
                <a:cubicBezTo>
                  <a:pt x="1614297" y="907066"/>
                  <a:pt x="1608011" y="900779"/>
                  <a:pt x="1600391" y="900779"/>
                </a:cubicBezTo>
                <a:cubicBezTo>
                  <a:pt x="1592675" y="900779"/>
                  <a:pt x="1586484" y="907066"/>
                  <a:pt x="1586484" y="914686"/>
                </a:cubicBezTo>
                <a:cubicBezTo>
                  <a:pt x="1586484" y="922306"/>
                  <a:pt x="1592675" y="928592"/>
                  <a:pt x="1600391" y="928592"/>
                </a:cubicBezTo>
                <a:close/>
                <a:moveTo>
                  <a:pt x="1676591" y="928783"/>
                </a:moveTo>
                <a:cubicBezTo>
                  <a:pt x="1684401" y="928783"/>
                  <a:pt x="1690783" y="922401"/>
                  <a:pt x="1690783" y="914590"/>
                </a:cubicBezTo>
                <a:cubicBezTo>
                  <a:pt x="1690783" y="906780"/>
                  <a:pt x="1684401" y="900398"/>
                  <a:pt x="1676591" y="900398"/>
                </a:cubicBezTo>
                <a:cubicBezTo>
                  <a:pt x="1668780" y="900398"/>
                  <a:pt x="1662398" y="906780"/>
                  <a:pt x="1662398" y="914590"/>
                </a:cubicBezTo>
                <a:cubicBezTo>
                  <a:pt x="1662398" y="922401"/>
                  <a:pt x="1668780" y="928783"/>
                  <a:pt x="1676591" y="928783"/>
                </a:cubicBezTo>
                <a:close/>
                <a:moveTo>
                  <a:pt x="1752791" y="928783"/>
                </a:moveTo>
                <a:cubicBezTo>
                  <a:pt x="1760601" y="928783"/>
                  <a:pt x="1766983" y="922401"/>
                  <a:pt x="1766983" y="914590"/>
                </a:cubicBezTo>
                <a:cubicBezTo>
                  <a:pt x="1766983" y="906780"/>
                  <a:pt x="1760601" y="900398"/>
                  <a:pt x="1752791" y="900398"/>
                </a:cubicBezTo>
                <a:cubicBezTo>
                  <a:pt x="1744980" y="900398"/>
                  <a:pt x="1738598" y="906780"/>
                  <a:pt x="1738598" y="914590"/>
                </a:cubicBezTo>
                <a:cubicBezTo>
                  <a:pt x="1738598" y="922401"/>
                  <a:pt x="1744980" y="928783"/>
                  <a:pt x="1752791" y="928783"/>
                </a:cubicBezTo>
                <a:close/>
                <a:moveTo>
                  <a:pt x="1828991" y="928783"/>
                </a:moveTo>
                <a:cubicBezTo>
                  <a:pt x="1836801" y="928783"/>
                  <a:pt x="1843183" y="922401"/>
                  <a:pt x="1843183" y="914590"/>
                </a:cubicBezTo>
                <a:cubicBezTo>
                  <a:pt x="1843183" y="906780"/>
                  <a:pt x="1836801" y="900398"/>
                  <a:pt x="1828991" y="900398"/>
                </a:cubicBezTo>
                <a:cubicBezTo>
                  <a:pt x="1821180" y="900398"/>
                  <a:pt x="1814798" y="906780"/>
                  <a:pt x="1814798" y="914590"/>
                </a:cubicBezTo>
                <a:cubicBezTo>
                  <a:pt x="1814798" y="922401"/>
                  <a:pt x="1821180" y="928783"/>
                  <a:pt x="1828991" y="928783"/>
                </a:cubicBezTo>
                <a:close/>
                <a:moveTo>
                  <a:pt x="1905191" y="928592"/>
                </a:moveTo>
                <a:cubicBezTo>
                  <a:pt x="1912906" y="928592"/>
                  <a:pt x="1919097" y="922306"/>
                  <a:pt x="1919097" y="914686"/>
                </a:cubicBezTo>
                <a:cubicBezTo>
                  <a:pt x="1919097" y="907066"/>
                  <a:pt x="1912811" y="900779"/>
                  <a:pt x="1905191" y="900779"/>
                </a:cubicBezTo>
                <a:cubicBezTo>
                  <a:pt x="1897475" y="900779"/>
                  <a:pt x="1891284" y="907066"/>
                  <a:pt x="1891284" y="914686"/>
                </a:cubicBezTo>
                <a:cubicBezTo>
                  <a:pt x="1891284" y="922306"/>
                  <a:pt x="1897475" y="928592"/>
                  <a:pt x="1905191" y="928592"/>
                </a:cubicBezTo>
                <a:close/>
                <a:moveTo>
                  <a:pt x="1981391" y="928307"/>
                </a:moveTo>
                <a:cubicBezTo>
                  <a:pt x="1989011" y="928307"/>
                  <a:pt x="1995107" y="922115"/>
                  <a:pt x="1995107" y="914590"/>
                </a:cubicBezTo>
                <a:cubicBezTo>
                  <a:pt x="1995107" y="907066"/>
                  <a:pt x="1988915" y="900875"/>
                  <a:pt x="1981391" y="900875"/>
                </a:cubicBezTo>
                <a:cubicBezTo>
                  <a:pt x="1973771" y="900875"/>
                  <a:pt x="1967675" y="907066"/>
                  <a:pt x="1967675" y="914590"/>
                </a:cubicBezTo>
                <a:cubicBezTo>
                  <a:pt x="1967675" y="922115"/>
                  <a:pt x="1973866" y="928307"/>
                  <a:pt x="1981391" y="928307"/>
                </a:cubicBezTo>
                <a:close/>
                <a:moveTo>
                  <a:pt x="2057591" y="927926"/>
                </a:moveTo>
                <a:cubicBezTo>
                  <a:pt x="2064925" y="927926"/>
                  <a:pt x="2070926" y="921925"/>
                  <a:pt x="2070926" y="914590"/>
                </a:cubicBezTo>
                <a:cubicBezTo>
                  <a:pt x="2070926" y="907256"/>
                  <a:pt x="2064925" y="901256"/>
                  <a:pt x="2057591" y="901256"/>
                </a:cubicBezTo>
                <a:cubicBezTo>
                  <a:pt x="2050256" y="901256"/>
                  <a:pt x="2044256" y="907256"/>
                  <a:pt x="2044256" y="914590"/>
                </a:cubicBezTo>
                <a:cubicBezTo>
                  <a:pt x="2044256" y="921925"/>
                  <a:pt x="2050256" y="927926"/>
                  <a:pt x="2057591" y="927926"/>
                </a:cubicBezTo>
                <a:close/>
                <a:moveTo>
                  <a:pt x="2133791" y="927545"/>
                </a:moveTo>
                <a:cubicBezTo>
                  <a:pt x="2140934" y="927545"/>
                  <a:pt x="2146649" y="921734"/>
                  <a:pt x="2146649" y="914686"/>
                </a:cubicBezTo>
                <a:cubicBezTo>
                  <a:pt x="2146649" y="907542"/>
                  <a:pt x="2140839" y="901827"/>
                  <a:pt x="2133791" y="901827"/>
                </a:cubicBezTo>
                <a:cubicBezTo>
                  <a:pt x="2126647" y="901827"/>
                  <a:pt x="2120932" y="907637"/>
                  <a:pt x="2120932" y="914686"/>
                </a:cubicBezTo>
                <a:cubicBezTo>
                  <a:pt x="2120932" y="921734"/>
                  <a:pt x="2126647" y="927545"/>
                  <a:pt x="2133791" y="927545"/>
                </a:cubicBezTo>
                <a:close/>
                <a:moveTo>
                  <a:pt x="2209991" y="927068"/>
                </a:moveTo>
                <a:cubicBezTo>
                  <a:pt x="2216849" y="927068"/>
                  <a:pt x="2222468" y="921449"/>
                  <a:pt x="2222468" y="914590"/>
                </a:cubicBezTo>
                <a:cubicBezTo>
                  <a:pt x="2222468" y="907733"/>
                  <a:pt x="2216849" y="902113"/>
                  <a:pt x="2209991" y="902113"/>
                </a:cubicBezTo>
                <a:cubicBezTo>
                  <a:pt x="2203133" y="902113"/>
                  <a:pt x="2197513" y="907733"/>
                  <a:pt x="2197513" y="914590"/>
                </a:cubicBezTo>
                <a:cubicBezTo>
                  <a:pt x="2197513" y="921544"/>
                  <a:pt x="2203133" y="927068"/>
                  <a:pt x="2209991" y="927068"/>
                </a:cubicBezTo>
                <a:close/>
                <a:moveTo>
                  <a:pt x="2286191" y="926402"/>
                </a:moveTo>
                <a:cubicBezTo>
                  <a:pt x="2292763" y="926402"/>
                  <a:pt x="2298002" y="921068"/>
                  <a:pt x="2298002" y="914590"/>
                </a:cubicBezTo>
                <a:cubicBezTo>
                  <a:pt x="2298002" y="908018"/>
                  <a:pt x="2292668" y="902780"/>
                  <a:pt x="2286191" y="902780"/>
                </a:cubicBezTo>
                <a:cubicBezTo>
                  <a:pt x="2279714" y="902780"/>
                  <a:pt x="2274380" y="908113"/>
                  <a:pt x="2274380" y="914590"/>
                </a:cubicBezTo>
                <a:cubicBezTo>
                  <a:pt x="2274380" y="921163"/>
                  <a:pt x="2279714" y="926402"/>
                  <a:pt x="2286191" y="926402"/>
                </a:cubicBezTo>
                <a:close/>
                <a:moveTo>
                  <a:pt x="2362391" y="925830"/>
                </a:moveTo>
                <a:cubicBezTo>
                  <a:pt x="2368582" y="925830"/>
                  <a:pt x="2373630" y="920782"/>
                  <a:pt x="2373630" y="914590"/>
                </a:cubicBezTo>
                <a:cubicBezTo>
                  <a:pt x="2373630" y="908399"/>
                  <a:pt x="2368582" y="903351"/>
                  <a:pt x="2362391" y="903351"/>
                </a:cubicBezTo>
                <a:cubicBezTo>
                  <a:pt x="2356199" y="903351"/>
                  <a:pt x="2351151" y="908399"/>
                  <a:pt x="2351151" y="914590"/>
                </a:cubicBezTo>
                <a:cubicBezTo>
                  <a:pt x="2351246" y="920782"/>
                  <a:pt x="2356199" y="925830"/>
                  <a:pt x="2362391" y="925830"/>
                </a:cubicBezTo>
                <a:close/>
                <a:moveTo>
                  <a:pt x="2438591" y="925163"/>
                </a:moveTo>
                <a:cubicBezTo>
                  <a:pt x="2444401" y="925163"/>
                  <a:pt x="2449163" y="920401"/>
                  <a:pt x="2449163" y="914590"/>
                </a:cubicBezTo>
                <a:cubicBezTo>
                  <a:pt x="2449163" y="908780"/>
                  <a:pt x="2444401" y="904018"/>
                  <a:pt x="2438591" y="904018"/>
                </a:cubicBezTo>
                <a:cubicBezTo>
                  <a:pt x="2432780" y="904018"/>
                  <a:pt x="2428018" y="908780"/>
                  <a:pt x="2428018" y="914590"/>
                </a:cubicBezTo>
                <a:cubicBezTo>
                  <a:pt x="2428018" y="920401"/>
                  <a:pt x="2432780" y="925163"/>
                  <a:pt x="2438591" y="925163"/>
                </a:cubicBezTo>
                <a:close/>
                <a:moveTo>
                  <a:pt x="2514791" y="924306"/>
                </a:moveTo>
                <a:cubicBezTo>
                  <a:pt x="2520124" y="924306"/>
                  <a:pt x="2524506" y="919925"/>
                  <a:pt x="2524506" y="914590"/>
                </a:cubicBezTo>
                <a:cubicBezTo>
                  <a:pt x="2524506" y="909257"/>
                  <a:pt x="2520220" y="904875"/>
                  <a:pt x="2514791" y="904875"/>
                </a:cubicBezTo>
                <a:cubicBezTo>
                  <a:pt x="2509361" y="904875"/>
                  <a:pt x="2505075" y="909257"/>
                  <a:pt x="2505075" y="914590"/>
                </a:cubicBezTo>
                <a:cubicBezTo>
                  <a:pt x="2505075" y="919925"/>
                  <a:pt x="2509457" y="924306"/>
                  <a:pt x="2514791" y="924306"/>
                </a:cubicBezTo>
                <a:close/>
                <a:moveTo>
                  <a:pt x="2590991" y="923449"/>
                </a:moveTo>
                <a:cubicBezTo>
                  <a:pt x="2595848" y="923449"/>
                  <a:pt x="2599849" y="919448"/>
                  <a:pt x="2599849" y="914590"/>
                </a:cubicBezTo>
                <a:cubicBezTo>
                  <a:pt x="2599849" y="909733"/>
                  <a:pt x="2595848" y="905732"/>
                  <a:pt x="2590991" y="905732"/>
                </a:cubicBezTo>
                <a:cubicBezTo>
                  <a:pt x="2586133" y="905732"/>
                  <a:pt x="2582132" y="909733"/>
                  <a:pt x="2582132" y="914590"/>
                </a:cubicBezTo>
                <a:cubicBezTo>
                  <a:pt x="2582132" y="919544"/>
                  <a:pt x="2586133" y="923449"/>
                  <a:pt x="2590991" y="923449"/>
                </a:cubicBezTo>
                <a:close/>
                <a:moveTo>
                  <a:pt x="2667191" y="922687"/>
                </a:moveTo>
                <a:cubicBezTo>
                  <a:pt x="2671667" y="922687"/>
                  <a:pt x="2675191" y="919067"/>
                  <a:pt x="2675191" y="914686"/>
                </a:cubicBezTo>
                <a:cubicBezTo>
                  <a:pt x="2675191" y="910304"/>
                  <a:pt x="2671572" y="906685"/>
                  <a:pt x="2667191" y="906685"/>
                </a:cubicBezTo>
                <a:cubicBezTo>
                  <a:pt x="2662714" y="906685"/>
                  <a:pt x="2659190" y="910304"/>
                  <a:pt x="2659190" y="914686"/>
                </a:cubicBezTo>
                <a:cubicBezTo>
                  <a:pt x="2659190" y="919067"/>
                  <a:pt x="2662809" y="922687"/>
                  <a:pt x="2667191" y="922687"/>
                </a:cubicBezTo>
                <a:close/>
                <a:moveTo>
                  <a:pt x="2743391" y="921830"/>
                </a:moveTo>
                <a:cubicBezTo>
                  <a:pt x="2747391" y="921830"/>
                  <a:pt x="2750534" y="918591"/>
                  <a:pt x="2750534" y="914686"/>
                </a:cubicBezTo>
                <a:cubicBezTo>
                  <a:pt x="2750534" y="910685"/>
                  <a:pt x="2747296" y="907542"/>
                  <a:pt x="2743391" y="907542"/>
                </a:cubicBezTo>
                <a:cubicBezTo>
                  <a:pt x="2739390" y="907542"/>
                  <a:pt x="2736247" y="910781"/>
                  <a:pt x="2736247" y="914686"/>
                </a:cubicBezTo>
                <a:cubicBezTo>
                  <a:pt x="2736247" y="918591"/>
                  <a:pt x="2739485" y="921830"/>
                  <a:pt x="2743391" y="921830"/>
                </a:cubicBezTo>
                <a:close/>
                <a:moveTo>
                  <a:pt x="2819591" y="920972"/>
                </a:moveTo>
                <a:cubicBezTo>
                  <a:pt x="2823115" y="920972"/>
                  <a:pt x="2825972" y="918115"/>
                  <a:pt x="2825972" y="914590"/>
                </a:cubicBezTo>
                <a:cubicBezTo>
                  <a:pt x="2825972" y="911066"/>
                  <a:pt x="2823115" y="908209"/>
                  <a:pt x="2819591" y="908209"/>
                </a:cubicBezTo>
                <a:cubicBezTo>
                  <a:pt x="2816066" y="908209"/>
                  <a:pt x="2813209" y="911066"/>
                  <a:pt x="2813209" y="914590"/>
                </a:cubicBezTo>
                <a:cubicBezTo>
                  <a:pt x="2813304" y="918115"/>
                  <a:pt x="2816066" y="920972"/>
                  <a:pt x="2819591" y="920972"/>
                </a:cubicBezTo>
                <a:close/>
                <a:moveTo>
                  <a:pt x="2895791" y="919925"/>
                </a:moveTo>
                <a:cubicBezTo>
                  <a:pt x="2898743" y="919925"/>
                  <a:pt x="2901029" y="917543"/>
                  <a:pt x="2901029" y="914686"/>
                </a:cubicBezTo>
                <a:cubicBezTo>
                  <a:pt x="2901029" y="911733"/>
                  <a:pt x="2898648" y="909447"/>
                  <a:pt x="2895791" y="909447"/>
                </a:cubicBezTo>
                <a:cubicBezTo>
                  <a:pt x="2892838" y="909447"/>
                  <a:pt x="2890552" y="911828"/>
                  <a:pt x="2890552" y="914686"/>
                </a:cubicBezTo>
                <a:cubicBezTo>
                  <a:pt x="2890552" y="917543"/>
                  <a:pt x="2892933" y="919925"/>
                  <a:pt x="2895791" y="919925"/>
                </a:cubicBezTo>
                <a:close/>
                <a:moveTo>
                  <a:pt x="2971991" y="919067"/>
                </a:moveTo>
                <a:cubicBezTo>
                  <a:pt x="2974467" y="919067"/>
                  <a:pt x="2976467" y="917067"/>
                  <a:pt x="2976467" y="914590"/>
                </a:cubicBezTo>
                <a:cubicBezTo>
                  <a:pt x="2976467" y="912114"/>
                  <a:pt x="2974467" y="910114"/>
                  <a:pt x="2971991" y="910114"/>
                </a:cubicBezTo>
                <a:cubicBezTo>
                  <a:pt x="2969514" y="910114"/>
                  <a:pt x="2967514" y="912114"/>
                  <a:pt x="2967514" y="914590"/>
                </a:cubicBezTo>
                <a:cubicBezTo>
                  <a:pt x="2967514" y="917067"/>
                  <a:pt x="2969514" y="919067"/>
                  <a:pt x="2971991" y="919067"/>
                </a:cubicBezTo>
                <a:close/>
                <a:moveTo>
                  <a:pt x="3048191" y="918020"/>
                </a:moveTo>
                <a:cubicBezTo>
                  <a:pt x="3050096" y="918020"/>
                  <a:pt x="3051524" y="916496"/>
                  <a:pt x="3051524" y="914686"/>
                </a:cubicBezTo>
                <a:cubicBezTo>
                  <a:pt x="3051524" y="912876"/>
                  <a:pt x="3050000" y="911257"/>
                  <a:pt x="3048191" y="911257"/>
                </a:cubicBezTo>
                <a:cubicBezTo>
                  <a:pt x="3046286" y="911257"/>
                  <a:pt x="3044857" y="912781"/>
                  <a:pt x="3044857" y="914686"/>
                </a:cubicBezTo>
                <a:cubicBezTo>
                  <a:pt x="3044857" y="916591"/>
                  <a:pt x="3046381" y="918020"/>
                  <a:pt x="3048191" y="918020"/>
                </a:cubicBezTo>
                <a:close/>
                <a:moveTo>
                  <a:pt x="3124391" y="916972"/>
                </a:moveTo>
                <a:cubicBezTo>
                  <a:pt x="3125629" y="916972"/>
                  <a:pt x="3126677" y="915924"/>
                  <a:pt x="3126677" y="914686"/>
                </a:cubicBezTo>
                <a:cubicBezTo>
                  <a:pt x="3126677" y="913448"/>
                  <a:pt x="3125629" y="912400"/>
                  <a:pt x="3124391" y="912400"/>
                </a:cubicBezTo>
                <a:cubicBezTo>
                  <a:pt x="3123153" y="912400"/>
                  <a:pt x="3122105" y="913448"/>
                  <a:pt x="3122105" y="914686"/>
                </a:cubicBezTo>
                <a:cubicBezTo>
                  <a:pt x="3122105" y="915924"/>
                  <a:pt x="3123153" y="916972"/>
                  <a:pt x="3124391" y="916972"/>
                </a:cubicBezTo>
                <a:close/>
                <a:moveTo>
                  <a:pt x="3200591" y="916115"/>
                </a:moveTo>
                <a:cubicBezTo>
                  <a:pt x="3201448" y="916115"/>
                  <a:pt x="3202115" y="915448"/>
                  <a:pt x="3202115" y="914590"/>
                </a:cubicBezTo>
                <a:cubicBezTo>
                  <a:pt x="3202115" y="913733"/>
                  <a:pt x="3201448" y="913067"/>
                  <a:pt x="3200591" y="913067"/>
                </a:cubicBezTo>
                <a:cubicBezTo>
                  <a:pt x="3199733" y="913067"/>
                  <a:pt x="3199066" y="913733"/>
                  <a:pt x="3199066" y="914590"/>
                </a:cubicBezTo>
                <a:cubicBezTo>
                  <a:pt x="3199066" y="915448"/>
                  <a:pt x="3199829" y="916115"/>
                  <a:pt x="3200591" y="916115"/>
                </a:cubicBezTo>
                <a:close/>
                <a:moveTo>
                  <a:pt x="3276791" y="915067"/>
                </a:moveTo>
                <a:cubicBezTo>
                  <a:pt x="3276981" y="915067"/>
                  <a:pt x="3277172" y="914876"/>
                  <a:pt x="3277172" y="914686"/>
                </a:cubicBezTo>
                <a:cubicBezTo>
                  <a:pt x="3277172" y="914495"/>
                  <a:pt x="3276981" y="914305"/>
                  <a:pt x="3276791" y="914305"/>
                </a:cubicBezTo>
                <a:cubicBezTo>
                  <a:pt x="3276600" y="914305"/>
                  <a:pt x="3276410" y="914495"/>
                  <a:pt x="3276410" y="914686"/>
                </a:cubicBezTo>
                <a:cubicBezTo>
                  <a:pt x="3276410" y="914876"/>
                  <a:pt x="3276600" y="915067"/>
                  <a:pt x="3276791" y="915067"/>
                </a:cubicBezTo>
                <a:close/>
                <a:moveTo>
                  <a:pt x="228791" y="991648"/>
                </a:moveTo>
                <a:cubicBezTo>
                  <a:pt x="229267" y="991648"/>
                  <a:pt x="229648" y="991267"/>
                  <a:pt x="229648" y="990790"/>
                </a:cubicBezTo>
                <a:cubicBezTo>
                  <a:pt x="229648" y="990314"/>
                  <a:pt x="229267" y="989933"/>
                  <a:pt x="228791" y="989933"/>
                </a:cubicBezTo>
                <a:cubicBezTo>
                  <a:pt x="228314" y="989933"/>
                  <a:pt x="227933" y="990314"/>
                  <a:pt x="227933" y="990790"/>
                </a:cubicBezTo>
                <a:cubicBezTo>
                  <a:pt x="227933" y="991267"/>
                  <a:pt x="228314" y="991648"/>
                  <a:pt x="228791" y="991648"/>
                </a:cubicBezTo>
                <a:close/>
                <a:moveTo>
                  <a:pt x="304991" y="992696"/>
                </a:moveTo>
                <a:cubicBezTo>
                  <a:pt x="306038" y="992696"/>
                  <a:pt x="306896" y="991838"/>
                  <a:pt x="306896" y="990790"/>
                </a:cubicBezTo>
                <a:cubicBezTo>
                  <a:pt x="306896" y="989743"/>
                  <a:pt x="306038" y="988886"/>
                  <a:pt x="304991" y="988886"/>
                </a:cubicBezTo>
                <a:cubicBezTo>
                  <a:pt x="303943" y="988886"/>
                  <a:pt x="303086" y="989743"/>
                  <a:pt x="303086" y="990790"/>
                </a:cubicBezTo>
                <a:cubicBezTo>
                  <a:pt x="303086" y="991838"/>
                  <a:pt x="303943" y="992696"/>
                  <a:pt x="304991" y="992696"/>
                </a:cubicBezTo>
                <a:close/>
                <a:moveTo>
                  <a:pt x="381191" y="993743"/>
                </a:moveTo>
                <a:cubicBezTo>
                  <a:pt x="382810" y="993743"/>
                  <a:pt x="384143" y="992410"/>
                  <a:pt x="384143" y="990790"/>
                </a:cubicBezTo>
                <a:cubicBezTo>
                  <a:pt x="384143" y="989171"/>
                  <a:pt x="382810" y="987838"/>
                  <a:pt x="381191" y="987838"/>
                </a:cubicBezTo>
                <a:cubicBezTo>
                  <a:pt x="379571" y="987838"/>
                  <a:pt x="378238" y="989171"/>
                  <a:pt x="378238" y="990790"/>
                </a:cubicBezTo>
                <a:cubicBezTo>
                  <a:pt x="378238" y="992410"/>
                  <a:pt x="379571" y="993743"/>
                  <a:pt x="381191" y="993743"/>
                </a:cubicBezTo>
                <a:close/>
                <a:moveTo>
                  <a:pt x="457391" y="994791"/>
                </a:moveTo>
                <a:cubicBezTo>
                  <a:pt x="459581" y="994791"/>
                  <a:pt x="461391" y="992981"/>
                  <a:pt x="461391" y="990790"/>
                </a:cubicBezTo>
                <a:cubicBezTo>
                  <a:pt x="461391" y="988600"/>
                  <a:pt x="459581" y="986790"/>
                  <a:pt x="457391" y="986790"/>
                </a:cubicBezTo>
                <a:cubicBezTo>
                  <a:pt x="455200" y="986790"/>
                  <a:pt x="453390" y="988600"/>
                  <a:pt x="453390" y="990790"/>
                </a:cubicBezTo>
                <a:cubicBezTo>
                  <a:pt x="453390" y="992981"/>
                  <a:pt x="455200" y="994791"/>
                  <a:pt x="457391" y="994791"/>
                </a:cubicBezTo>
                <a:close/>
                <a:moveTo>
                  <a:pt x="533591" y="995648"/>
                </a:moveTo>
                <a:cubicBezTo>
                  <a:pt x="536258" y="995648"/>
                  <a:pt x="538448" y="993458"/>
                  <a:pt x="538448" y="990790"/>
                </a:cubicBezTo>
                <a:cubicBezTo>
                  <a:pt x="538448" y="988124"/>
                  <a:pt x="536258" y="985933"/>
                  <a:pt x="533591" y="985933"/>
                </a:cubicBezTo>
                <a:cubicBezTo>
                  <a:pt x="530924" y="985933"/>
                  <a:pt x="528733" y="988124"/>
                  <a:pt x="528733" y="990790"/>
                </a:cubicBezTo>
                <a:cubicBezTo>
                  <a:pt x="528733" y="993458"/>
                  <a:pt x="530924" y="995648"/>
                  <a:pt x="533591" y="995648"/>
                </a:cubicBezTo>
                <a:close/>
                <a:moveTo>
                  <a:pt x="609790" y="996696"/>
                </a:moveTo>
                <a:cubicBezTo>
                  <a:pt x="613029" y="996696"/>
                  <a:pt x="615696" y="994029"/>
                  <a:pt x="615696" y="990790"/>
                </a:cubicBezTo>
                <a:cubicBezTo>
                  <a:pt x="615696" y="987552"/>
                  <a:pt x="613029" y="984885"/>
                  <a:pt x="609790" y="984885"/>
                </a:cubicBezTo>
                <a:cubicBezTo>
                  <a:pt x="606552" y="984885"/>
                  <a:pt x="603885" y="987552"/>
                  <a:pt x="603885" y="990790"/>
                </a:cubicBezTo>
                <a:cubicBezTo>
                  <a:pt x="603885" y="994124"/>
                  <a:pt x="606552" y="996696"/>
                  <a:pt x="609790" y="996696"/>
                </a:cubicBezTo>
                <a:close/>
                <a:moveTo>
                  <a:pt x="685990" y="997553"/>
                </a:moveTo>
                <a:cubicBezTo>
                  <a:pt x="689705" y="997553"/>
                  <a:pt x="692753" y="994505"/>
                  <a:pt x="692753" y="990790"/>
                </a:cubicBezTo>
                <a:cubicBezTo>
                  <a:pt x="692753" y="987076"/>
                  <a:pt x="689705" y="984028"/>
                  <a:pt x="685990" y="984028"/>
                </a:cubicBezTo>
                <a:cubicBezTo>
                  <a:pt x="682276" y="984028"/>
                  <a:pt x="679228" y="987076"/>
                  <a:pt x="679228" y="990790"/>
                </a:cubicBezTo>
                <a:cubicBezTo>
                  <a:pt x="679228" y="994505"/>
                  <a:pt x="682276" y="997553"/>
                  <a:pt x="685990" y="997553"/>
                </a:cubicBezTo>
                <a:close/>
                <a:moveTo>
                  <a:pt x="762190" y="998601"/>
                </a:moveTo>
                <a:cubicBezTo>
                  <a:pt x="766477" y="998601"/>
                  <a:pt x="770001" y="995077"/>
                  <a:pt x="770001" y="990790"/>
                </a:cubicBezTo>
                <a:cubicBezTo>
                  <a:pt x="770001" y="986504"/>
                  <a:pt x="766477" y="982980"/>
                  <a:pt x="762190" y="982980"/>
                </a:cubicBezTo>
                <a:cubicBezTo>
                  <a:pt x="757904" y="982980"/>
                  <a:pt x="754380" y="986504"/>
                  <a:pt x="754380" y="990790"/>
                </a:cubicBezTo>
                <a:cubicBezTo>
                  <a:pt x="754380" y="995077"/>
                  <a:pt x="757904" y="998601"/>
                  <a:pt x="762190" y="998601"/>
                </a:cubicBezTo>
                <a:close/>
                <a:moveTo>
                  <a:pt x="838390" y="999458"/>
                </a:moveTo>
                <a:cubicBezTo>
                  <a:pt x="843153" y="999458"/>
                  <a:pt x="847058" y="995553"/>
                  <a:pt x="847058" y="990790"/>
                </a:cubicBezTo>
                <a:cubicBezTo>
                  <a:pt x="847058" y="986028"/>
                  <a:pt x="843153" y="982123"/>
                  <a:pt x="838390" y="982123"/>
                </a:cubicBezTo>
                <a:cubicBezTo>
                  <a:pt x="833628" y="982123"/>
                  <a:pt x="829723" y="986028"/>
                  <a:pt x="829723" y="990790"/>
                </a:cubicBezTo>
                <a:cubicBezTo>
                  <a:pt x="829723" y="995553"/>
                  <a:pt x="833628" y="999458"/>
                  <a:pt x="838390" y="999458"/>
                </a:cubicBezTo>
                <a:close/>
                <a:moveTo>
                  <a:pt x="914590" y="1000506"/>
                </a:moveTo>
                <a:cubicBezTo>
                  <a:pt x="919925" y="1000506"/>
                  <a:pt x="924306" y="996125"/>
                  <a:pt x="924306" y="990790"/>
                </a:cubicBezTo>
                <a:cubicBezTo>
                  <a:pt x="924306" y="985457"/>
                  <a:pt x="920020" y="981075"/>
                  <a:pt x="914590" y="981075"/>
                </a:cubicBezTo>
                <a:cubicBezTo>
                  <a:pt x="909161" y="981075"/>
                  <a:pt x="904875" y="985457"/>
                  <a:pt x="904875" y="990790"/>
                </a:cubicBezTo>
                <a:cubicBezTo>
                  <a:pt x="904875" y="996125"/>
                  <a:pt x="909257" y="1000506"/>
                  <a:pt x="914590" y="1000506"/>
                </a:cubicBezTo>
                <a:close/>
                <a:moveTo>
                  <a:pt x="990790" y="1001363"/>
                </a:moveTo>
                <a:cubicBezTo>
                  <a:pt x="996601" y="1001363"/>
                  <a:pt x="1001363" y="996601"/>
                  <a:pt x="1001363" y="990790"/>
                </a:cubicBezTo>
                <a:cubicBezTo>
                  <a:pt x="1001363" y="984980"/>
                  <a:pt x="996601" y="980218"/>
                  <a:pt x="990790" y="980218"/>
                </a:cubicBezTo>
                <a:cubicBezTo>
                  <a:pt x="984980" y="980218"/>
                  <a:pt x="980218" y="984980"/>
                  <a:pt x="980218" y="990790"/>
                </a:cubicBezTo>
                <a:cubicBezTo>
                  <a:pt x="980218" y="996601"/>
                  <a:pt x="984980" y="1001363"/>
                  <a:pt x="990790" y="1001363"/>
                </a:cubicBezTo>
                <a:close/>
                <a:moveTo>
                  <a:pt x="1066991" y="1002221"/>
                </a:moveTo>
                <a:cubicBezTo>
                  <a:pt x="1073277" y="1002221"/>
                  <a:pt x="1078421" y="997077"/>
                  <a:pt x="1078421" y="990790"/>
                </a:cubicBezTo>
                <a:cubicBezTo>
                  <a:pt x="1078421" y="984504"/>
                  <a:pt x="1073277" y="979361"/>
                  <a:pt x="1066991" y="979361"/>
                </a:cubicBezTo>
                <a:cubicBezTo>
                  <a:pt x="1060704" y="979361"/>
                  <a:pt x="1055561" y="984504"/>
                  <a:pt x="1055561" y="990790"/>
                </a:cubicBezTo>
                <a:cubicBezTo>
                  <a:pt x="1055561" y="997077"/>
                  <a:pt x="1060704" y="1002221"/>
                  <a:pt x="1066991" y="1002221"/>
                </a:cubicBezTo>
                <a:close/>
                <a:moveTo>
                  <a:pt x="1143191" y="1002887"/>
                </a:moveTo>
                <a:cubicBezTo>
                  <a:pt x="1149858" y="1002887"/>
                  <a:pt x="1155192" y="997458"/>
                  <a:pt x="1155192" y="990886"/>
                </a:cubicBezTo>
                <a:cubicBezTo>
                  <a:pt x="1155192" y="984218"/>
                  <a:pt x="1149763" y="978884"/>
                  <a:pt x="1143191" y="978884"/>
                </a:cubicBezTo>
                <a:cubicBezTo>
                  <a:pt x="1136523" y="978884"/>
                  <a:pt x="1131189" y="984313"/>
                  <a:pt x="1131189" y="990886"/>
                </a:cubicBezTo>
                <a:cubicBezTo>
                  <a:pt x="1131189" y="997458"/>
                  <a:pt x="1136523" y="1002887"/>
                  <a:pt x="1143191" y="1002887"/>
                </a:cubicBezTo>
                <a:close/>
                <a:moveTo>
                  <a:pt x="1219391" y="1003745"/>
                </a:moveTo>
                <a:cubicBezTo>
                  <a:pt x="1226534" y="1003745"/>
                  <a:pt x="1232249" y="997934"/>
                  <a:pt x="1232249" y="990886"/>
                </a:cubicBezTo>
                <a:cubicBezTo>
                  <a:pt x="1232249" y="983742"/>
                  <a:pt x="1226439" y="978027"/>
                  <a:pt x="1219391" y="978027"/>
                </a:cubicBezTo>
                <a:cubicBezTo>
                  <a:pt x="1212247" y="978027"/>
                  <a:pt x="1206532" y="983837"/>
                  <a:pt x="1206532" y="990886"/>
                </a:cubicBezTo>
                <a:cubicBezTo>
                  <a:pt x="1206532" y="997934"/>
                  <a:pt x="1212247" y="1003745"/>
                  <a:pt x="1219391" y="1003745"/>
                </a:cubicBezTo>
                <a:close/>
                <a:moveTo>
                  <a:pt x="1295591" y="1004316"/>
                </a:moveTo>
                <a:cubicBezTo>
                  <a:pt x="1303020" y="1004316"/>
                  <a:pt x="1309116" y="998220"/>
                  <a:pt x="1309116" y="990790"/>
                </a:cubicBezTo>
                <a:cubicBezTo>
                  <a:pt x="1309116" y="983361"/>
                  <a:pt x="1303020" y="977265"/>
                  <a:pt x="1295591" y="977265"/>
                </a:cubicBezTo>
                <a:cubicBezTo>
                  <a:pt x="1288161" y="977265"/>
                  <a:pt x="1282065" y="983361"/>
                  <a:pt x="1282065" y="990790"/>
                </a:cubicBezTo>
                <a:cubicBezTo>
                  <a:pt x="1282065" y="998315"/>
                  <a:pt x="1288161" y="1004316"/>
                  <a:pt x="1295591" y="1004316"/>
                </a:cubicBezTo>
                <a:close/>
                <a:moveTo>
                  <a:pt x="1371791" y="1004792"/>
                </a:moveTo>
                <a:cubicBezTo>
                  <a:pt x="1379506" y="1004792"/>
                  <a:pt x="1385697" y="998506"/>
                  <a:pt x="1385697" y="990886"/>
                </a:cubicBezTo>
                <a:cubicBezTo>
                  <a:pt x="1385697" y="983266"/>
                  <a:pt x="1379411" y="976979"/>
                  <a:pt x="1371791" y="976979"/>
                </a:cubicBezTo>
                <a:cubicBezTo>
                  <a:pt x="1364075" y="976979"/>
                  <a:pt x="1357884" y="983266"/>
                  <a:pt x="1357884" y="990886"/>
                </a:cubicBezTo>
                <a:cubicBezTo>
                  <a:pt x="1357884" y="998506"/>
                  <a:pt x="1364075" y="1004792"/>
                  <a:pt x="1371791" y="1004792"/>
                </a:cubicBezTo>
                <a:close/>
                <a:moveTo>
                  <a:pt x="1447991" y="1005173"/>
                </a:moveTo>
                <a:cubicBezTo>
                  <a:pt x="1455896" y="1005173"/>
                  <a:pt x="1462373" y="998696"/>
                  <a:pt x="1462373" y="990790"/>
                </a:cubicBezTo>
                <a:cubicBezTo>
                  <a:pt x="1462373" y="982885"/>
                  <a:pt x="1455896" y="976408"/>
                  <a:pt x="1447991" y="976408"/>
                </a:cubicBezTo>
                <a:cubicBezTo>
                  <a:pt x="1440085" y="976408"/>
                  <a:pt x="1433608" y="982885"/>
                  <a:pt x="1433608" y="990790"/>
                </a:cubicBezTo>
                <a:cubicBezTo>
                  <a:pt x="1433608" y="998696"/>
                  <a:pt x="1440085" y="1005173"/>
                  <a:pt x="1447991" y="1005173"/>
                </a:cubicBezTo>
                <a:close/>
                <a:moveTo>
                  <a:pt x="1524191" y="1005650"/>
                </a:moveTo>
                <a:cubicBezTo>
                  <a:pt x="1532382" y="1005650"/>
                  <a:pt x="1538954" y="998982"/>
                  <a:pt x="1538954" y="990886"/>
                </a:cubicBezTo>
                <a:cubicBezTo>
                  <a:pt x="1538954" y="982694"/>
                  <a:pt x="1532287" y="976122"/>
                  <a:pt x="1524191" y="976122"/>
                </a:cubicBezTo>
                <a:cubicBezTo>
                  <a:pt x="1516094" y="976122"/>
                  <a:pt x="1509427" y="982790"/>
                  <a:pt x="1509427" y="990886"/>
                </a:cubicBezTo>
                <a:cubicBezTo>
                  <a:pt x="1509427" y="998982"/>
                  <a:pt x="1515999" y="1005650"/>
                  <a:pt x="1524191" y="1005650"/>
                </a:cubicBezTo>
                <a:close/>
                <a:moveTo>
                  <a:pt x="1600391" y="1006031"/>
                </a:moveTo>
                <a:cubicBezTo>
                  <a:pt x="1608773" y="1006031"/>
                  <a:pt x="1615631" y="999173"/>
                  <a:pt x="1615631" y="990790"/>
                </a:cubicBezTo>
                <a:cubicBezTo>
                  <a:pt x="1615631" y="982409"/>
                  <a:pt x="1608773" y="975551"/>
                  <a:pt x="1600391" y="975551"/>
                </a:cubicBezTo>
                <a:cubicBezTo>
                  <a:pt x="1592009" y="975551"/>
                  <a:pt x="1585151" y="982409"/>
                  <a:pt x="1585151" y="990790"/>
                </a:cubicBezTo>
                <a:cubicBezTo>
                  <a:pt x="1585246" y="999173"/>
                  <a:pt x="1592009" y="1006031"/>
                  <a:pt x="1600391" y="1006031"/>
                </a:cubicBezTo>
                <a:close/>
                <a:moveTo>
                  <a:pt x="1676591" y="1006031"/>
                </a:moveTo>
                <a:cubicBezTo>
                  <a:pt x="1684973" y="1006031"/>
                  <a:pt x="1691831" y="999173"/>
                  <a:pt x="1691831" y="990790"/>
                </a:cubicBezTo>
                <a:cubicBezTo>
                  <a:pt x="1691831" y="982409"/>
                  <a:pt x="1684973" y="975551"/>
                  <a:pt x="1676591" y="975551"/>
                </a:cubicBezTo>
                <a:cubicBezTo>
                  <a:pt x="1668209" y="975551"/>
                  <a:pt x="1661351" y="982409"/>
                  <a:pt x="1661351" y="990790"/>
                </a:cubicBezTo>
                <a:cubicBezTo>
                  <a:pt x="1661446" y="999173"/>
                  <a:pt x="1668209" y="1006031"/>
                  <a:pt x="1676591" y="1006031"/>
                </a:cubicBezTo>
                <a:close/>
                <a:moveTo>
                  <a:pt x="1752791" y="1006221"/>
                </a:moveTo>
                <a:cubicBezTo>
                  <a:pt x="1761268" y="1006221"/>
                  <a:pt x="1768221" y="999363"/>
                  <a:pt x="1768221" y="990790"/>
                </a:cubicBezTo>
                <a:cubicBezTo>
                  <a:pt x="1768221" y="982218"/>
                  <a:pt x="1761268" y="975360"/>
                  <a:pt x="1752791" y="975360"/>
                </a:cubicBezTo>
                <a:cubicBezTo>
                  <a:pt x="1744313" y="975360"/>
                  <a:pt x="1737360" y="982218"/>
                  <a:pt x="1737360" y="990790"/>
                </a:cubicBezTo>
                <a:cubicBezTo>
                  <a:pt x="1737360" y="999363"/>
                  <a:pt x="1744313" y="1006221"/>
                  <a:pt x="1752791" y="1006221"/>
                </a:cubicBezTo>
                <a:close/>
                <a:moveTo>
                  <a:pt x="1828991" y="1006221"/>
                </a:moveTo>
                <a:cubicBezTo>
                  <a:pt x="1837468" y="1006221"/>
                  <a:pt x="1844421" y="999363"/>
                  <a:pt x="1844421" y="990790"/>
                </a:cubicBezTo>
                <a:cubicBezTo>
                  <a:pt x="1844421" y="982218"/>
                  <a:pt x="1837468" y="975360"/>
                  <a:pt x="1828991" y="975360"/>
                </a:cubicBezTo>
                <a:cubicBezTo>
                  <a:pt x="1820513" y="975360"/>
                  <a:pt x="1813560" y="982218"/>
                  <a:pt x="1813560" y="990790"/>
                </a:cubicBezTo>
                <a:cubicBezTo>
                  <a:pt x="1813560" y="999363"/>
                  <a:pt x="1820513" y="1006221"/>
                  <a:pt x="1828991" y="1006221"/>
                </a:cubicBezTo>
                <a:close/>
                <a:moveTo>
                  <a:pt x="1905191" y="1006031"/>
                </a:moveTo>
                <a:cubicBezTo>
                  <a:pt x="1913573" y="1006031"/>
                  <a:pt x="1920431" y="999173"/>
                  <a:pt x="1920431" y="990790"/>
                </a:cubicBezTo>
                <a:cubicBezTo>
                  <a:pt x="1920431" y="982409"/>
                  <a:pt x="1913573" y="975551"/>
                  <a:pt x="1905191" y="975551"/>
                </a:cubicBezTo>
                <a:cubicBezTo>
                  <a:pt x="1896809" y="975551"/>
                  <a:pt x="1889951" y="982409"/>
                  <a:pt x="1889951" y="990790"/>
                </a:cubicBezTo>
                <a:cubicBezTo>
                  <a:pt x="1890046" y="999173"/>
                  <a:pt x="1896809" y="1006031"/>
                  <a:pt x="1905191" y="1006031"/>
                </a:cubicBezTo>
                <a:close/>
                <a:moveTo>
                  <a:pt x="1981391" y="1005650"/>
                </a:moveTo>
                <a:cubicBezTo>
                  <a:pt x="1989582" y="1005650"/>
                  <a:pt x="1996154" y="998982"/>
                  <a:pt x="1996154" y="990886"/>
                </a:cubicBezTo>
                <a:cubicBezTo>
                  <a:pt x="1996154" y="982694"/>
                  <a:pt x="1989487" y="976122"/>
                  <a:pt x="1981391" y="976122"/>
                </a:cubicBezTo>
                <a:cubicBezTo>
                  <a:pt x="1973294" y="976122"/>
                  <a:pt x="1966627" y="982790"/>
                  <a:pt x="1966627" y="990886"/>
                </a:cubicBezTo>
                <a:cubicBezTo>
                  <a:pt x="1966627" y="998982"/>
                  <a:pt x="1973199" y="1005650"/>
                  <a:pt x="1981391" y="1005650"/>
                </a:cubicBezTo>
                <a:close/>
                <a:moveTo>
                  <a:pt x="2057591" y="1005364"/>
                </a:moveTo>
                <a:cubicBezTo>
                  <a:pt x="2065687" y="1005364"/>
                  <a:pt x="2072164" y="998792"/>
                  <a:pt x="2072164" y="990790"/>
                </a:cubicBezTo>
                <a:cubicBezTo>
                  <a:pt x="2072164" y="982790"/>
                  <a:pt x="2065592" y="976217"/>
                  <a:pt x="2057591" y="976217"/>
                </a:cubicBezTo>
                <a:cubicBezTo>
                  <a:pt x="2049589" y="976217"/>
                  <a:pt x="2043017" y="982790"/>
                  <a:pt x="2043017" y="990790"/>
                </a:cubicBezTo>
                <a:cubicBezTo>
                  <a:pt x="2043017" y="998792"/>
                  <a:pt x="2049589" y="1005364"/>
                  <a:pt x="2057591" y="1005364"/>
                </a:cubicBezTo>
                <a:close/>
                <a:moveTo>
                  <a:pt x="2133791" y="1004792"/>
                </a:moveTo>
                <a:cubicBezTo>
                  <a:pt x="2141506" y="1004792"/>
                  <a:pt x="2147697" y="998506"/>
                  <a:pt x="2147697" y="990886"/>
                </a:cubicBezTo>
                <a:cubicBezTo>
                  <a:pt x="2147697" y="983266"/>
                  <a:pt x="2141411" y="976979"/>
                  <a:pt x="2133791" y="976979"/>
                </a:cubicBezTo>
                <a:cubicBezTo>
                  <a:pt x="2126075" y="976979"/>
                  <a:pt x="2119884" y="983266"/>
                  <a:pt x="2119884" y="990886"/>
                </a:cubicBezTo>
                <a:cubicBezTo>
                  <a:pt x="2119884" y="998506"/>
                  <a:pt x="2126075" y="1004792"/>
                  <a:pt x="2133791" y="1004792"/>
                </a:cubicBezTo>
                <a:close/>
                <a:moveTo>
                  <a:pt x="2209991" y="1004316"/>
                </a:moveTo>
                <a:cubicBezTo>
                  <a:pt x="2217420" y="1004316"/>
                  <a:pt x="2223516" y="998220"/>
                  <a:pt x="2223516" y="990790"/>
                </a:cubicBezTo>
                <a:cubicBezTo>
                  <a:pt x="2223516" y="983361"/>
                  <a:pt x="2217420" y="977265"/>
                  <a:pt x="2209991" y="977265"/>
                </a:cubicBezTo>
                <a:cubicBezTo>
                  <a:pt x="2202561" y="977265"/>
                  <a:pt x="2196465" y="983361"/>
                  <a:pt x="2196465" y="990790"/>
                </a:cubicBezTo>
                <a:cubicBezTo>
                  <a:pt x="2196465" y="998315"/>
                  <a:pt x="2202561" y="1004316"/>
                  <a:pt x="2209991" y="1004316"/>
                </a:cubicBezTo>
                <a:close/>
                <a:moveTo>
                  <a:pt x="2286191" y="1003745"/>
                </a:moveTo>
                <a:cubicBezTo>
                  <a:pt x="2293334" y="1003745"/>
                  <a:pt x="2299049" y="997934"/>
                  <a:pt x="2299049" y="990886"/>
                </a:cubicBezTo>
                <a:cubicBezTo>
                  <a:pt x="2299049" y="983742"/>
                  <a:pt x="2293239" y="978027"/>
                  <a:pt x="2286191" y="978027"/>
                </a:cubicBezTo>
                <a:cubicBezTo>
                  <a:pt x="2279047" y="978027"/>
                  <a:pt x="2273332" y="983837"/>
                  <a:pt x="2273332" y="990886"/>
                </a:cubicBezTo>
                <a:cubicBezTo>
                  <a:pt x="2273332" y="997934"/>
                  <a:pt x="2279047" y="1003745"/>
                  <a:pt x="2286191" y="1003745"/>
                </a:cubicBezTo>
                <a:close/>
                <a:moveTo>
                  <a:pt x="2362391" y="1003078"/>
                </a:moveTo>
                <a:cubicBezTo>
                  <a:pt x="2369153" y="1003078"/>
                  <a:pt x="2374678" y="997553"/>
                  <a:pt x="2374678" y="990790"/>
                </a:cubicBezTo>
                <a:cubicBezTo>
                  <a:pt x="2374678" y="984028"/>
                  <a:pt x="2369153" y="978503"/>
                  <a:pt x="2362391" y="978503"/>
                </a:cubicBezTo>
                <a:cubicBezTo>
                  <a:pt x="2355628" y="978503"/>
                  <a:pt x="2350103" y="984028"/>
                  <a:pt x="2350103" y="990790"/>
                </a:cubicBezTo>
                <a:cubicBezTo>
                  <a:pt x="2350103" y="997553"/>
                  <a:pt x="2355628" y="1003078"/>
                  <a:pt x="2362391" y="1003078"/>
                </a:cubicBezTo>
                <a:close/>
                <a:moveTo>
                  <a:pt x="2438591" y="1002221"/>
                </a:moveTo>
                <a:cubicBezTo>
                  <a:pt x="2444877" y="1002221"/>
                  <a:pt x="2450021" y="997077"/>
                  <a:pt x="2450021" y="990790"/>
                </a:cubicBezTo>
                <a:cubicBezTo>
                  <a:pt x="2450021" y="984504"/>
                  <a:pt x="2444877" y="979361"/>
                  <a:pt x="2438591" y="979361"/>
                </a:cubicBezTo>
                <a:cubicBezTo>
                  <a:pt x="2432304" y="979361"/>
                  <a:pt x="2427161" y="984504"/>
                  <a:pt x="2427161" y="990790"/>
                </a:cubicBezTo>
                <a:cubicBezTo>
                  <a:pt x="2427161" y="997077"/>
                  <a:pt x="2432304" y="1002221"/>
                  <a:pt x="2438591" y="1002221"/>
                </a:cubicBezTo>
                <a:close/>
                <a:moveTo>
                  <a:pt x="2514791" y="1001363"/>
                </a:moveTo>
                <a:cubicBezTo>
                  <a:pt x="2520601" y="1001363"/>
                  <a:pt x="2525363" y="996601"/>
                  <a:pt x="2525363" y="990790"/>
                </a:cubicBezTo>
                <a:cubicBezTo>
                  <a:pt x="2525363" y="984980"/>
                  <a:pt x="2520601" y="980218"/>
                  <a:pt x="2514791" y="980218"/>
                </a:cubicBezTo>
                <a:cubicBezTo>
                  <a:pt x="2508980" y="980218"/>
                  <a:pt x="2504218" y="984980"/>
                  <a:pt x="2504218" y="990790"/>
                </a:cubicBezTo>
                <a:cubicBezTo>
                  <a:pt x="2504218" y="996601"/>
                  <a:pt x="2508980" y="1001363"/>
                  <a:pt x="2514791" y="1001363"/>
                </a:cubicBezTo>
                <a:close/>
                <a:moveTo>
                  <a:pt x="2590991" y="1000506"/>
                </a:moveTo>
                <a:cubicBezTo>
                  <a:pt x="2596324" y="1000506"/>
                  <a:pt x="2600706" y="996125"/>
                  <a:pt x="2600706" y="990790"/>
                </a:cubicBezTo>
                <a:cubicBezTo>
                  <a:pt x="2600706" y="985457"/>
                  <a:pt x="2596324" y="981075"/>
                  <a:pt x="2590991" y="981075"/>
                </a:cubicBezTo>
                <a:cubicBezTo>
                  <a:pt x="2585657" y="981075"/>
                  <a:pt x="2581275" y="985457"/>
                  <a:pt x="2581275" y="990790"/>
                </a:cubicBezTo>
                <a:cubicBezTo>
                  <a:pt x="2581275" y="996125"/>
                  <a:pt x="2585657" y="1000506"/>
                  <a:pt x="2590991" y="1000506"/>
                </a:cubicBezTo>
                <a:close/>
                <a:moveTo>
                  <a:pt x="2667191" y="999649"/>
                </a:moveTo>
                <a:cubicBezTo>
                  <a:pt x="2672048" y="999649"/>
                  <a:pt x="2676049" y="995648"/>
                  <a:pt x="2676049" y="990790"/>
                </a:cubicBezTo>
                <a:cubicBezTo>
                  <a:pt x="2676049" y="985933"/>
                  <a:pt x="2672048" y="981932"/>
                  <a:pt x="2667191" y="981932"/>
                </a:cubicBezTo>
                <a:cubicBezTo>
                  <a:pt x="2662333" y="981932"/>
                  <a:pt x="2658332" y="985933"/>
                  <a:pt x="2658332" y="990790"/>
                </a:cubicBezTo>
                <a:cubicBezTo>
                  <a:pt x="2658332" y="995744"/>
                  <a:pt x="2662333" y="999649"/>
                  <a:pt x="2667191" y="999649"/>
                </a:cubicBezTo>
                <a:close/>
                <a:moveTo>
                  <a:pt x="2743391" y="998601"/>
                </a:moveTo>
                <a:cubicBezTo>
                  <a:pt x="2747677" y="998601"/>
                  <a:pt x="2751201" y="995077"/>
                  <a:pt x="2751201" y="990790"/>
                </a:cubicBezTo>
                <a:cubicBezTo>
                  <a:pt x="2751201" y="986504"/>
                  <a:pt x="2747677" y="982980"/>
                  <a:pt x="2743391" y="982980"/>
                </a:cubicBezTo>
                <a:cubicBezTo>
                  <a:pt x="2739104" y="982980"/>
                  <a:pt x="2735580" y="986504"/>
                  <a:pt x="2735580" y="990790"/>
                </a:cubicBezTo>
                <a:cubicBezTo>
                  <a:pt x="2735580" y="995077"/>
                  <a:pt x="2739104" y="998601"/>
                  <a:pt x="2743391" y="998601"/>
                </a:cubicBezTo>
                <a:close/>
                <a:moveTo>
                  <a:pt x="2819591" y="997744"/>
                </a:moveTo>
                <a:cubicBezTo>
                  <a:pt x="2823401" y="997744"/>
                  <a:pt x="2826544" y="994601"/>
                  <a:pt x="2826544" y="990790"/>
                </a:cubicBezTo>
                <a:cubicBezTo>
                  <a:pt x="2826544" y="986981"/>
                  <a:pt x="2823401" y="983837"/>
                  <a:pt x="2819591" y="983837"/>
                </a:cubicBezTo>
                <a:cubicBezTo>
                  <a:pt x="2815781" y="983837"/>
                  <a:pt x="2812637" y="986981"/>
                  <a:pt x="2812637" y="990790"/>
                </a:cubicBezTo>
                <a:cubicBezTo>
                  <a:pt x="2812637" y="994696"/>
                  <a:pt x="2815781" y="997744"/>
                  <a:pt x="2819591" y="997744"/>
                </a:cubicBezTo>
                <a:close/>
                <a:moveTo>
                  <a:pt x="2895791" y="996696"/>
                </a:moveTo>
                <a:cubicBezTo>
                  <a:pt x="2899029" y="996696"/>
                  <a:pt x="2901696" y="994029"/>
                  <a:pt x="2901696" y="990790"/>
                </a:cubicBezTo>
                <a:cubicBezTo>
                  <a:pt x="2901696" y="987552"/>
                  <a:pt x="2899029" y="984885"/>
                  <a:pt x="2895791" y="984885"/>
                </a:cubicBezTo>
                <a:cubicBezTo>
                  <a:pt x="2892552" y="984885"/>
                  <a:pt x="2889885" y="987552"/>
                  <a:pt x="2889885" y="990790"/>
                </a:cubicBezTo>
                <a:cubicBezTo>
                  <a:pt x="2889885" y="994124"/>
                  <a:pt x="2892552" y="996696"/>
                  <a:pt x="2895791" y="996696"/>
                </a:cubicBezTo>
                <a:close/>
                <a:moveTo>
                  <a:pt x="2971991" y="995839"/>
                </a:moveTo>
                <a:cubicBezTo>
                  <a:pt x="2974753" y="995839"/>
                  <a:pt x="2977039" y="993553"/>
                  <a:pt x="2977039" y="990790"/>
                </a:cubicBezTo>
                <a:cubicBezTo>
                  <a:pt x="2977039" y="988028"/>
                  <a:pt x="2974753" y="985742"/>
                  <a:pt x="2971991" y="985742"/>
                </a:cubicBezTo>
                <a:cubicBezTo>
                  <a:pt x="2969228" y="985742"/>
                  <a:pt x="2966942" y="988028"/>
                  <a:pt x="2966942" y="990790"/>
                </a:cubicBezTo>
                <a:cubicBezTo>
                  <a:pt x="2966942" y="993648"/>
                  <a:pt x="2969228" y="995839"/>
                  <a:pt x="2971991" y="995839"/>
                </a:cubicBezTo>
                <a:close/>
                <a:moveTo>
                  <a:pt x="3048191" y="994791"/>
                </a:moveTo>
                <a:cubicBezTo>
                  <a:pt x="3050381" y="994791"/>
                  <a:pt x="3052191" y="992981"/>
                  <a:pt x="3052191" y="990790"/>
                </a:cubicBezTo>
                <a:cubicBezTo>
                  <a:pt x="3052191" y="988600"/>
                  <a:pt x="3050381" y="986790"/>
                  <a:pt x="3048191" y="986790"/>
                </a:cubicBezTo>
                <a:cubicBezTo>
                  <a:pt x="3046000" y="986790"/>
                  <a:pt x="3044190" y="988600"/>
                  <a:pt x="3044190" y="990790"/>
                </a:cubicBezTo>
                <a:cubicBezTo>
                  <a:pt x="3044190" y="992981"/>
                  <a:pt x="3046000" y="994791"/>
                  <a:pt x="3048191" y="994791"/>
                </a:cubicBezTo>
                <a:close/>
                <a:moveTo>
                  <a:pt x="3124391" y="993743"/>
                </a:moveTo>
                <a:cubicBezTo>
                  <a:pt x="3126010" y="993743"/>
                  <a:pt x="3127343" y="992410"/>
                  <a:pt x="3127343" y="990790"/>
                </a:cubicBezTo>
                <a:cubicBezTo>
                  <a:pt x="3127343" y="989171"/>
                  <a:pt x="3126010" y="987838"/>
                  <a:pt x="3124391" y="987838"/>
                </a:cubicBezTo>
                <a:cubicBezTo>
                  <a:pt x="3122771" y="987838"/>
                  <a:pt x="3121438" y="989171"/>
                  <a:pt x="3121438" y="990790"/>
                </a:cubicBezTo>
                <a:cubicBezTo>
                  <a:pt x="3121438" y="992410"/>
                  <a:pt x="3122771" y="993743"/>
                  <a:pt x="3124391" y="993743"/>
                </a:cubicBezTo>
                <a:close/>
                <a:moveTo>
                  <a:pt x="3200591" y="992696"/>
                </a:moveTo>
                <a:cubicBezTo>
                  <a:pt x="3201638" y="992696"/>
                  <a:pt x="3202496" y="991838"/>
                  <a:pt x="3202496" y="990790"/>
                </a:cubicBezTo>
                <a:cubicBezTo>
                  <a:pt x="3202496" y="989743"/>
                  <a:pt x="3201638" y="988886"/>
                  <a:pt x="3200591" y="988886"/>
                </a:cubicBezTo>
                <a:cubicBezTo>
                  <a:pt x="3199543" y="988886"/>
                  <a:pt x="3198686" y="989743"/>
                  <a:pt x="3198686" y="990790"/>
                </a:cubicBezTo>
                <a:cubicBezTo>
                  <a:pt x="3198686" y="991838"/>
                  <a:pt x="3199543" y="992696"/>
                  <a:pt x="3200591" y="992696"/>
                </a:cubicBezTo>
                <a:close/>
                <a:moveTo>
                  <a:pt x="3276791" y="991838"/>
                </a:moveTo>
                <a:cubicBezTo>
                  <a:pt x="3277362" y="991838"/>
                  <a:pt x="3277838" y="991362"/>
                  <a:pt x="3277838" y="990790"/>
                </a:cubicBezTo>
                <a:cubicBezTo>
                  <a:pt x="3277838" y="990219"/>
                  <a:pt x="3277362" y="989743"/>
                  <a:pt x="3276791" y="989743"/>
                </a:cubicBezTo>
                <a:cubicBezTo>
                  <a:pt x="3276219" y="989743"/>
                  <a:pt x="3275743" y="990219"/>
                  <a:pt x="3275743" y="990790"/>
                </a:cubicBezTo>
                <a:cubicBezTo>
                  <a:pt x="3275743" y="991362"/>
                  <a:pt x="3276219" y="991838"/>
                  <a:pt x="3276791" y="991838"/>
                </a:cubicBezTo>
                <a:close/>
                <a:moveTo>
                  <a:pt x="152591" y="1067467"/>
                </a:moveTo>
                <a:cubicBezTo>
                  <a:pt x="152781" y="1067467"/>
                  <a:pt x="152972" y="1067276"/>
                  <a:pt x="152972" y="1067086"/>
                </a:cubicBezTo>
                <a:cubicBezTo>
                  <a:pt x="152972" y="1066895"/>
                  <a:pt x="152781" y="1066705"/>
                  <a:pt x="152591" y="1066705"/>
                </a:cubicBezTo>
                <a:cubicBezTo>
                  <a:pt x="152400" y="1066705"/>
                  <a:pt x="152210" y="1066895"/>
                  <a:pt x="152210" y="1067086"/>
                </a:cubicBezTo>
                <a:cubicBezTo>
                  <a:pt x="152210" y="1067276"/>
                  <a:pt x="152400" y="1067467"/>
                  <a:pt x="152591" y="1067467"/>
                </a:cubicBezTo>
                <a:close/>
                <a:moveTo>
                  <a:pt x="228791" y="1068324"/>
                </a:moveTo>
                <a:cubicBezTo>
                  <a:pt x="229457" y="1068324"/>
                  <a:pt x="230029" y="1067753"/>
                  <a:pt x="230029" y="1067086"/>
                </a:cubicBezTo>
                <a:cubicBezTo>
                  <a:pt x="230029" y="1066419"/>
                  <a:pt x="229457" y="1065848"/>
                  <a:pt x="228791" y="1065848"/>
                </a:cubicBezTo>
                <a:cubicBezTo>
                  <a:pt x="228124" y="1065848"/>
                  <a:pt x="227552" y="1066419"/>
                  <a:pt x="227552" y="1067086"/>
                </a:cubicBezTo>
                <a:cubicBezTo>
                  <a:pt x="227552" y="1067753"/>
                  <a:pt x="228124" y="1068324"/>
                  <a:pt x="228791" y="1068324"/>
                </a:cubicBezTo>
                <a:close/>
                <a:moveTo>
                  <a:pt x="304991" y="1069372"/>
                </a:moveTo>
                <a:cubicBezTo>
                  <a:pt x="306229" y="1069372"/>
                  <a:pt x="307276" y="1068324"/>
                  <a:pt x="307276" y="1067086"/>
                </a:cubicBezTo>
                <a:cubicBezTo>
                  <a:pt x="307276" y="1065848"/>
                  <a:pt x="306229" y="1064800"/>
                  <a:pt x="304991" y="1064800"/>
                </a:cubicBezTo>
                <a:cubicBezTo>
                  <a:pt x="303752" y="1064800"/>
                  <a:pt x="302705" y="1065848"/>
                  <a:pt x="302705" y="1067086"/>
                </a:cubicBezTo>
                <a:cubicBezTo>
                  <a:pt x="302705" y="1068324"/>
                  <a:pt x="303752" y="1069372"/>
                  <a:pt x="304991" y="1069372"/>
                </a:cubicBezTo>
                <a:close/>
                <a:moveTo>
                  <a:pt x="381191" y="1070420"/>
                </a:moveTo>
                <a:cubicBezTo>
                  <a:pt x="383096" y="1070420"/>
                  <a:pt x="384524" y="1068896"/>
                  <a:pt x="384524" y="1067086"/>
                </a:cubicBezTo>
                <a:cubicBezTo>
                  <a:pt x="384524" y="1065276"/>
                  <a:pt x="383000" y="1063657"/>
                  <a:pt x="381191" y="1063657"/>
                </a:cubicBezTo>
                <a:cubicBezTo>
                  <a:pt x="379286" y="1063657"/>
                  <a:pt x="377762" y="1065181"/>
                  <a:pt x="377762" y="1067086"/>
                </a:cubicBezTo>
                <a:cubicBezTo>
                  <a:pt x="377762" y="1068991"/>
                  <a:pt x="379381" y="1070420"/>
                  <a:pt x="381191" y="1070420"/>
                </a:cubicBezTo>
                <a:close/>
                <a:moveTo>
                  <a:pt x="457391" y="1071467"/>
                </a:moveTo>
                <a:cubicBezTo>
                  <a:pt x="459867" y="1071467"/>
                  <a:pt x="461867" y="1069467"/>
                  <a:pt x="461867" y="1066991"/>
                </a:cubicBezTo>
                <a:cubicBezTo>
                  <a:pt x="461867" y="1064514"/>
                  <a:pt x="459867" y="1062514"/>
                  <a:pt x="457391" y="1062514"/>
                </a:cubicBezTo>
                <a:cubicBezTo>
                  <a:pt x="454914" y="1062514"/>
                  <a:pt x="452914" y="1064514"/>
                  <a:pt x="452914" y="1066991"/>
                </a:cubicBezTo>
                <a:cubicBezTo>
                  <a:pt x="452914" y="1069467"/>
                  <a:pt x="454914" y="1071467"/>
                  <a:pt x="457391" y="1071467"/>
                </a:cubicBezTo>
                <a:close/>
                <a:moveTo>
                  <a:pt x="533591" y="1072515"/>
                </a:moveTo>
                <a:cubicBezTo>
                  <a:pt x="536639" y="1072515"/>
                  <a:pt x="539115" y="1070039"/>
                  <a:pt x="539115" y="1066991"/>
                </a:cubicBezTo>
                <a:cubicBezTo>
                  <a:pt x="539115" y="1063943"/>
                  <a:pt x="536639" y="1061466"/>
                  <a:pt x="533591" y="1061466"/>
                </a:cubicBezTo>
                <a:cubicBezTo>
                  <a:pt x="530543" y="1061466"/>
                  <a:pt x="528066" y="1063943"/>
                  <a:pt x="528066" y="1066991"/>
                </a:cubicBezTo>
                <a:cubicBezTo>
                  <a:pt x="528161" y="1070039"/>
                  <a:pt x="530543" y="1072515"/>
                  <a:pt x="533591" y="1072515"/>
                </a:cubicBezTo>
                <a:close/>
                <a:moveTo>
                  <a:pt x="609790" y="1073563"/>
                </a:moveTo>
                <a:cubicBezTo>
                  <a:pt x="613410" y="1073563"/>
                  <a:pt x="616363" y="1070610"/>
                  <a:pt x="616363" y="1066991"/>
                </a:cubicBezTo>
                <a:cubicBezTo>
                  <a:pt x="616363" y="1063371"/>
                  <a:pt x="613410" y="1060418"/>
                  <a:pt x="609790" y="1060418"/>
                </a:cubicBezTo>
                <a:cubicBezTo>
                  <a:pt x="606171" y="1060418"/>
                  <a:pt x="603218" y="1063371"/>
                  <a:pt x="603218" y="1066991"/>
                </a:cubicBezTo>
                <a:cubicBezTo>
                  <a:pt x="603218" y="1070610"/>
                  <a:pt x="606171" y="1073563"/>
                  <a:pt x="609790" y="1073563"/>
                </a:cubicBezTo>
                <a:close/>
                <a:moveTo>
                  <a:pt x="685990" y="1074611"/>
                </a:moveTo>
                <a:cubicBezTo>
                  <a:pt x="690182" y="1074611"/>
                  <a:pt x="693611" y="1071182"/>
                  <a:pt x="693611" y="1066991"/>
                </a:cubicBezTo>
                <a:cubicBezTo>
                  <a:pt x="693611" y="1062800"/>
                  <a:pt x="690182" y="1059371"/>
                  <a:pt x="685990" y="1059371"/>
                </a:cubicBezTo>
                <a:cubicBezTo>
                  <a:pt x="681800" y="1059371"/>
                  <a:pt x="678371" y="1062800"/>
                  <a:pt x="678371" y="1066991"/>
                </a:cubicBezTo>
                <a:cubicBezTo>
                  <a:pt x="678371" y="1071182"/>
                  <a:pt x="681800" y="1074611"/>
                  <a:pt x="685990" y="1074611"/>
                </a:cubicBezTo>
                <a:close/>
                <a:moveTo>
                  <a:pt x="762190" y="1075468"/>
                </a:moveTo>
                <a:cubicBezTo>
                  <a:pt x="766858" y="1075468"/>
                  <a:pt x="770668" y="1071658"/>
                  <a:pt x="770668" y="1066991"/>
                </a:cubicBezTo>
                <a:cubicBezTo>
                  <a:pt x="770668" y="1062323"/>
                  <a:pt x="766858" y="1058513"/>
                  <a:pt x="762190" y="1058513"/>
                </a:cubicBezTo>
                <a:cubicBezTo>
                  <a:pt x="757523" y="1058513"/>
                  <a:pt x="753713" y="1062323"/>
                  <a:pt x="753713" y="1066991"/>
                </a:cubicBezTo>
                <a:cubicBezTo>
                  <a:pt x="753713" y="1071658"/>
                  <a:pt x="757523" y="1075468"/>
                  <a:pt x="762190" y="1075468"/>
                </a:cubicBezTo>
                <a:close/>
                <a:moveTo>
                  <a:pt x="838390" y="1076516"/>
                </a:moveTo>
                <a:cubicBezTo>
                  <a:pt x="843629" y="1076516"/>
                  <a:pt x="847915" y="1072229"/>
                  <a:pt x="847915" y="1066991"/>
                </a:cubicBezTo>
                <a:cubicBezTo>
                  <a:pt x="847915" y="1061752"/>
                  <a:pt x="843629" y="1057466"/>
                  <a:pt x="838390" y="1057466"/>
                </a:cubicBezTo>
                <a:cubicBezTo>
                  <a:pt x="833152" y="1057466"/>
                  <a:pt x="828865" y="1061752"/>
                  <a:pt x="828865" y="1066991"/>
                </a:cubicBezTo>
                <a:cubicBezTo>
                  <a:pt x="828865" y="1072229"/>
                  <a:pt x="833152" y="1076516"/>
                  <a:pt x="838390" y="1076516"/>
                </a:cubicBezTo>
                <a:close/>
                <a:moveTo>
                  <a:pt x="914590" y="1077563"/>
                </a:moveTo>
                <a:cubicBezTo>
                  <a:pt x="920401" y="1077563"/>
                  <a:pt x="925163" y="1072801"/>
                  <a:pt x="925163" y="1066991"/>
                </a:cubicBezTo>
                <a:cubicBezTo>
                  <a:pt x="925163" y="1061180"/>
                  <a:pt x="920401" y="1056418"/>
                  <a:pt x="914590" y="1056418"/>
                </a:cubicBezTo>
                <a:cubicBezTo>
                  <a:pt x="908780" y="1056418"/>
                  <a:pt x="904018" y="1061180"/>
                  <a:pt x="904018" y="1066991"/>
                </a:cubicBezTo>
                <a:cubicBezTo>
                  <a:pt x="904018" y="1072801"/>
                  <a:pt x="908780" y="1077563"/>
                  <a:pt x="914590" y="1077563"/>
                </a:cubicBezTo>
                <a:close/>
                <a:moveTo>
                  <a:pt x="990790" y="1078421"/>
                </a:moveTo>
                <a:cubicBezTo>
                  <a:pt x="997077" y="1078421"/>
                  <a:pt x="1002221" y="1073277"/>
                  <a:pt x="1002221" y="1066991"/>
                </a:cubicBezTo>
                <a:cubicBezTo>
                  <a:pt x="1002221" y="1060704"/>
                  <a:pt x="997077" y="1055561"/>
                  <a:pt x="990790" y="1055561"/>
                </a:cubicBezTo>
                <a:cubicBezTo>
                  <a:pt x="984504" y="1055561"/>
                  <a:pt x="979361" y="1060704"/>
                  <a:pt x="979361" y="1066991"/>
                </a:cubicBezTo>
                <a:cubicBezTo>
                  <a:pt x="979361" y="1073277"/>
                  <a:pt x="984504" y="1078421"/>
                  <a:pt x="990790" y="1078421"/>
                </a:cubicBezTo>
                <a:close/>
                <a:moveTo>
                  <a:pt x="1066991" y="1079278"/>
                </a:moveTo>
                <a:cubicBezTo>
                  <a:pt x="1073753" y="1079278"/>
                  <a:pt x="1079278" y="1073753"/>
                  <a:pt x="1079278" y="1066991"/>
                </a:cubicBezTo>
                <a:cubicBezTo>
                  <a:pt x="1079278" y="1060228"/>
                  <a:pt x="1073753" y="1054703"/>
                  <a:pt x="1066991" y="1054703"/>
                </a:cubicBezTo>
                <a:cubicBezTo>
                  <a:pt x="1060228" y="1054703"/>
                  <a:pt x="1054703" y="1060228"/>
                  <a:pt x="1054703" y="1066991"/>
                </a:cubicBezTo>
                <a:cubicBezTo>
                  <a:pt x="1054703" y="1073753"/>
                  <a:pt x="1060228" y="1079278"/>
                  <a:pt x="1066991" y="1079278"/>
                </a:cubicBezTo>
                <a:close/>
                <a:moveTo>
                  <a:pt x="1143191" y="1080135"/>
                </a:moveTo>
                <a:cubicBezTo>
                  <a:pt x="1150430" y="1080135"/>
                  <a:pt x="1156335" y="1074230"/>
                  <a:pt x="1156335" y="1066991"/>
                </a:cubicBezTo>
                <a:cubicBezTo>
                  <a:pt x="1156335" y="1059752"/>
                  <a:pt x="1150430" y="1053846"/>
                  <a:pt x="1143191" y="1053846"/>
                </a:cubicBezTo>
                <a:cubicBezTo>
                  <a:pt x="1135952" y="1053846"/>
                  <a:pt x="1130046" y="1059752"/>
                  <a:pt x="1130046" y="1066991"/>
                </a:cubicBezTo>
                <a:cubicBezTo>
                  <a:pt x="1130046" y="1074230"/>
                  <a:pt x="1135952" y="1080135"/>
                  <a:pt x="1143191" y="1080135"/>
                </a:cubicBezTo>
                <a:close/>
                <a:moveTo>
                  <a:pt x="1219391" y="1080707"/>
                </a:moveTo>
                <a:cubicBezTo>
                  <a:pt x="1227011" y="1080707"/>
                  <a:pt x="1233107" y="1074515"/>
                  <a:pt x="1233107" y="1066991"/>
                </a:cubicBezTo>
                <a:cubicBezTo>
                  <a:pt x="1233107" y="1059466"/>
                  <a:pt x="1226915" y="1053275"/>
                  <a:pt x="1219391" y="1053275"/>
                </a:cubicBezTo>
                <a:cubicBezTo>
                  <a:pt x="1211771" y="1053275"/>
                  <a:pt x="1205675" y="1059466"/>
                  <a:pt x="1205675" y="1066991"/>
                </a:cubicBezTo>
                <a:cubicBezTo>
                  <a:pt x="1205675" y="1074515"/>
                  <a:pt x="1211866" y="1080707"/>
                  <a:pt x="1219391" y="1080707"/>
                </a:cubicBezTo>
                <a:close/>
                <a:moveTo>
                  <a:pt x="1295591" y="1081373"/>
                </a:moveTo>
                <a:cubicBezTo>
                  <a:pt x="1303496" y="1081373"/>
                  <a:pt x="1309973" y="1074896"/>
                  <a:pt x="1309973" y="1066991"/>
                </a:cubicBezTo>
                <a:cubicBezTo>
                  <a:pt x="1309973" y="1059085"/>
                  <a:pt x="1303496" y="1052608"/>
                  <a:pt x="1295591" y="1052608"/>
                </a:cubicBezTo>
                <a:cubicBezTo>
                  <a:pt x="1287685" y="1052608"/>
                  <a:pt x="1281208" y="1059085"/>
                  <a:pt x="1281208" y="1066991"/>
                </a:cubicBezTo>
                <a:cubicBezTo>
                  <a:pt x="1281208" y="1074896"/>
                  <a:pt x="1287685" y="1081373"/>
                  <a:pt x="1295591" y="1081373"/>
                </a:cubicBezTo>
                <a:close/>
                <a:moveTo>
                  <a:pt x="1371791" y="1082040"/>
                </a:moveTo>
                <a:cubicBezTo>
                  <a:pt x="1380077" y="1082040"/>
                  <a:pt x="1386745" y="1075277"/>
                  <a:pt x="1386745" y="1067086"/>
                </a:cubicBezTo>
                <a:cubicBezTo>
                  <a:pt x="1386745" y="1058799"/>
                  <a:pt x="1379982" y="1052036"/>
                  <a:pt x="1371791" y="1052036"/>
                </a:cubicBezTo>
                <a:cubicBezTo>
                  <a:pt x="1363599" y="1052036"/>
                  <a:pt x="1356741" y="1058799"/>
                  <a:pt x="1356741" y="1067086"/>
                </a:cubicBezTo>
                <a:cubicBezTo>
                  <a:pt x="1356836" y="1075277"/>
                  <a:pt x="1363504" y="1082040"/>
                  <a:pt x="1371791" y="1082040"/>
                </a:cubicBezTo>
                <a:close/>
                <a:moveTo>
                  <a:pt x="1447991" y="1082612"/>
                </a:moveTo>
                <a:cubicBezTo>
                  <a:pt x="1456658" y="1082612"/>
                  <a:pt x="1463612" y="1075563"/>
                  <a:pt x="1463612" y="1066991"/>
                </a:cubicBezTo>
                <a:cubicBezTo>
                  <a:pt x="1463612" y="1058418"/>
                  <a:pt x="1456563" y="1051370"/>
                  <a:pt x="1447991" y="1051370"/>
                </a:cubicBezTo>
                <a:cubicBezTo>
                  <a:pt x="1439418" y="1051370"/>
                  <a:pt x="1432370" y="1058418"/>
                  <a:pt x="1432370" y="1066991"/>
                </a:cubicBezTo>
                <a:cubicBezTo>
                  <a:pt x="1432370" y="1075563"/>
                  <a:pt x="1439418" y="1082612"/>
                  <a:pt x="1447991" y="1082612"/>
                </a:cubicBezTo>
                <a:close/>
                <a:moveTo>
                  <a:pt x="1524191" y="1082897"/>
                </a:moveTo>
                <a:cubicBezTo>
                  <a:pt x="1532954" y="1082897"/>
                  <a:pt x="1540002" y="1075849"/>
                  <a:pt x="1540002" y="1067086"/>
                </a:cubicBezTo>
                <a:cubicBezTo>
                  <a:pt x="1540002" y="1058323"/>
                  <a:pt x="1532954" y="1051274"/>
                  <a:pt x="1524191" y="1051274"/>
                </a:cubicBezTo>
                <a:cubicBezTo>
                  <a:pt x="1515428" y="1051274"/>
                  <a:pt x="1508379" y="1058323"/>
                  <a:pt x="1508379" y="1067086"/>
                </a:cubicBezTo>
                <a:cubicBezTo>
                  <a:pt x="1508379" y="1075849"/>
                  <a:pt x="1515428" y="1082897"/>
                  <a:pt x="1524191" y="1082897"/>
                </a:cubicBezTo>
                <a:close/>
                <a:moveTo>
                  <a:pt x="1600391" y="1083278"/>
                </a:moveTo>
                <a:cubicBezTo>
                  <a:pt x="1609344" y="1083278"/>
                  <a:pt x="1616678" y="1076039"/>
                  <a:pt x="1616678" y="1066991"/>
                </a:cubicBezTo>
                <a:cubicBezTo>
                  <a:pt x="1616678" y="1058037"/>
                  <a:pt x="1609439" y="1050703"/>
                  <a:pt x="1600391" y="1050703"/>
                </a:cubicBezTo>
                <a:cubicBezTo>
                  <a:pt x="1591342" y="1050703"/>
                  <a:pt x="1584103" y="1057942"/>
                  <a:pt x="1584103" y="1066991"/>
                </a:cubicBezTo>
                <a:cubicBezTo>
                  <a:pt x="1584103" y="1076039"/>
                  <a:pt x="1591437" y="1083278"/>
                  <a:pt x="1600391" y="1083278"/>
                </a:cubicBezTo>
                <a:close/>
                <a:moveTo>
                  <a:pt x="1676591" y="1083469"/>
                </a:moveTo>
                <a:cubicBezTo>
                  <a:pt x="1685735" y="1083469"/>
                  <a:pt x="1693069" y="1076135"/>
                  <a:pt x="1693069" y="1066991"/>
                </a:cubicBezTo>
                <a:cubicBezTo>
                  <a:pt x="1693069" y="1057847"/>
                  <a:pt x="1685735" y="1050512"/>
                  <a:pt x="1676591" y="1050512"/>
                </a:cubicBezTo>
                <a:cubicBezTo>
                  <a:pt x="1667447" y="1050512"/>
                  <a:pt x="1660112" y="1057847"/>
                  <a:pt x="1660112" y="1066991"/>
                </a:cubicBezTo>
                <a:cubicBezTo>
                  <a:pt x="1660112" y="1076135"/>
                  <a:pt x="1667542" y="1083469"/>
                  <a:pt x="1676591" y="1083469"/>
                </a:cubicBezTo>
                <a:close/>
                <a:moveTo>
                  <a:pt x="1752791" y="1083469"/>
                </a:moveTo>
                <a:cubicBezTo>
                  <a:pt x="1761935" y="1083469"/>
                  <a:pt x="1769269" y="1076135"/>
                  <a:pt x="1769269" y="1066991"/>
                </a:cubicBezTo>
                <a:cubicBezTo>
                  <a:pt x="1769269" y="1057847"/>
                  <a:pt x="1761935" y="1050512"/>
                  <a:pt x="1752791" y="1050512"/>
                </a:cubicBezTo>
                <a:cubicBezTo>
                  <a:pt x="1743647" y="1050512"/>
                  <a:pt x="1736312" y="1057847"/>
                  <a:pt x="1736312" y="1066991"/>
                </a:cubicBezTo>
                <a:cubicBezTo>
                  <a:pt x="1736312" y="1076135"/>
                  <a:pt x="1743742" y="1083469"/>
                  <a:pt x="1752791" y="1083469"/>
                </a:cubicBezTo>
                <a:close/>
                <a:moveTo>
                  <a:pt x="1828991" y="1083469"/>
                </a:moveTo>
                <a:cubicBezTo>
                  <a:pt x="1838135" y="1083469"/>
                  <a:pt x="1845469" y="1076135"/>
                  <a:pt x="1845469" y="1066991"/>
                </a:cubicBezTo>
                <a:cubicBezTo>
                  <a:pt x="1845469" y="1057847"/>
                  <a:pt x="1838135" y="1050512"/>
                  <a:pt x="1828991" y="1050512"/>
                </a:cubicBezTo>
                <a:cubicBezTo>
                  <a:pt x="1819847" y="1050512"/>
                  <a:pt x="1812512" y="1057847"/>
                  <a:pt x="1812512" y="1066991"/>
                </a:cubicBezTo>
                <a:cubicBezTo>
                  <a:pt x="1812512" y="1076135"/>
                  <a:pt x="1819942" y="1083469"/>
                  <a:pt x="1828991" y="1083469"/>
                </a:cubicBezTo>
                <a:close/>
                <a:moveTo>
                  <a:pt x="1905191" y="1083278"/>
                </a:moveTo>
                <a:cubicBezTo>
                  <a:pt x="1914144" y="1083278"/>
                  <a:pt x="1921478" y="1076039"/>
                  <a:pt x="1921478" y="1066991"/>
                </a:cubicBezTo>
                <a:cubicBezTo>
                  <a:pt x="1921478" y="1058037"/>
                  <a:pt x="1914239" y="1050703"/>
                  <a:pt x="1905191" y="1050703"/>
                </a:cubicBezTo>
                <a:cubicBezTo>
                  <a:pt x="1896142" y="1050703"/>
                  <a:pt x="1888903" y="1057942"/>
                  <a:pt x="1888903" y="1066991"/>
                </a:cubicBezTo>
                <a:cubicBezTo>
                  <a:pt x="1888903" y="1076039"/>
                  <a:pt x="1896237" y="1083278"/>
                  <a:pt x="1905191" y="1083278"/>
                </a:cubicBezTo>
                <a:close/>
                <a:moveTo>
                  <a:pt x="1981391" y="1083088"/>
                </a:moveTo>
                <a:cubicBezTo>
                  <a:pt x="1990249" y="1083088"/>
                  <a:pt x="1997488" y="1075944"/>
                  <a:pt x="1997488" y="1066991"/>
                </a:cubicBezTo>
                <a:cubicBezTo>
                  <a:pt x="1997488" y="1058037"/>
                  <a:pt x="1990344" y="1050893"/>
                  <a:pt x="1981391" y="1050893"/>
                </a:cubicBezTo>
                <a:cubicBezTo>
                  <a:pt x="1972532" y="1050893"/>
                  <a:pt x="1965293" y="1058037"/>
                  <a:pt x="1965293" y="1066991"/>
                </a:cubicBezTo>
                <a:cubicBezTo>
                  <a:pt x="1965293" y="1075944"/>
                  <a:pt x="1972532" y="1083088"/>
                  <a:pt x="1981391" y="1083088"/>
                </a:cubicBezTo>
                <a:close/>
                <a:moveTo>
                  <a:pt x="2057591" y="1082612"/>
                </a:moveTo>
                <a:cubicBezTo>
                  <a:pt x="2066258" y="1082612"/>
                  <a:pt x="2073212" y="1075563"/>
                  <a:pt x="2073212" y="1066991"/>
                </a:cubicBezTo>
                <a:cubicBezTo>
                  <a:pt x="2073212" y="1058418"/>
                  <a:pt x="2066163" y="1051370"/>
                  <a:pt x="2057591" y="1051370"/>
                </a:cubicBezTo>
                <a:cubicBezTo>
                  <a:pt x="2049018" y="1051370"/>
                  <a:pt x="2041970" y="1058418"/>
                  <a:pt x="2041970" y="1066991"/>
                </a:cubicBezTo>
                <a:cubicBezTo>
                  <a:pt x="2041970" y="1075563"/>
                  <a:pt x="2049018" y="1082612"/>
                  <a:pt x="2057591" y="1082612"/>
                </a:cubicBezTo>
                <a:close/>
                <a:moveTo>
                  <a:pt x="2133791" y="1082040"/>
                </a:moveTo>
                <a:cubicBezTo>
                  <a:pt x="2142077" y="1082040"/>
                  <a:pt x="2148745" y="1075277"/>
                  <a:pt x="2148745" y="1067086"/>
                </a:cubicBezTo>
                <a:cubicBezTo>
                  <a:pt x="2148745" y="1058799"/>
                  <a:pt x="2141982" y="1052036"/>
                  <a:pt x="2133791" y="1052036"/>
                </a:cubicBezTo>
                <a:cubicBezTo>
                  <a:pt x="2125599" y="1052036"/>
                  <a:pt x="2118741" y="1058799"/>
                  <a:pt x="2118741" y="1067086"/>
                </a:cubicBezTo>
                <a:cubicBezTo>
                  <a:pt x="2118836" y="1075277"/>
                  <a:pt x="2125504" y="1082040"/>
                  <a:pt x="2133791" y="1082040"/>
                </a:cubicBezTo>
                <a:close/>
                <a:moveTo>
                  <a:pt x="2209991" y="1081373"/>
                </a:moveTo>
                <a:cubicBezTo>
                  <a:pt x="2217896" y="1081373"/>
                  <a:pt x="2224373" y="1074896"/>
                  <a:pt x="2224373" y="1066991"/>
                </a:cubicBezTo>
                <a:cubicBezTo>
                  <a:pt x="2224373" y="1059085"/>
                  <a:pt x="2217896" y="1052608"/>
                  <a:pt x="2209991" y="1052608"/>
                </a:cubicBezTo>
                <a:cubicBezTo>
                  <a:pt x="2202085" y="1052608"/>
                  <a:pt x="2195608" y="1059085"/>
                  <a:pt x="2195608" y="1066991"/>
                </a:cubicBezTo>
                <a:cubicBezTo>
                  <a:pt x="2195608" y="1074896"/>
                  <a:pt x="2202085" y="1081373"/>
                  <a:pt x="2209991" y="1081373"/>
                </a:cubicBezTo>
                <a:close/>
                <a:moveTo>
                  <a:pt x="2286191" y="1080707"/>
                </a:moveTo>
                <a:cubicBezTo>
                  <a:pt x="2293811" y="1080707"/>
                  <a:pt x="2299907" y="1074515"/>
                  <a:pt x="2299907" y="1066991"/>
                </a:cubicBezTo>
                <a:cubicBezTo>
                  <a:pt x="2299907" y="1059466"/>
                  <a:pt x="2293715" y="1053275"/>
                  <a:pt x="2286191" y="1053275"/>
                </a:cubicBezTo>
                <a:cubicBezTo>
                  <a:pt x="2278571" y="1053275"/>
                  <a:pt x="2272475" y="1059466"/>
                  <a:pt x="2272475" y="1066991"/>
                </a:cubicBezTo>
                <a:cubicBezTo>
                  <a:pt x="2272475" y="1074515"/>
                  <a:pt x="2278666" y="1080707"/>
                  <a:pt x="2286191" y="1080707"/>
                </a:cubicBezTo>
                <a:close/>
                <a:moveTo>
                  <a:pt x="2362391" y="1080135"/>
                </a:moveTo>
                <a:cubicBezTo>
                  <a:pt x="2369630" y="1080135"/>
                  <a:pt x="2375535" y="1074230"/>
                  <a:pt x="2375535" y="1066991"/>
                </a:cubicBezTo>
                <a:cubicBezTo>
                  <a:pt x="2375535" y="1059752"/>
                  <a:pt x="2369630" y="1053846"/>
                  <a:pt x="2362391" y="1053846"/>
                </a:cubicBezTo>
                <a:cubicBezTo>
                  <a:pt x="2355152" y="1053846"/>
                  <a:pt x="2349246" y="1059752"/>
                  <a:pt x="2349246" y="1066991"/>
                </a:cubicBezTo>
                <a:cubicBezTo>
                  <a:pt x="2349246" y="1074230"/>
                  <a:pt x="2355152" y="1080135"/>
                  <a:pt x="2362391" y="1080135"/>
                </a:cubicBezTo>
                <a:close/>
                <a:moveTo>
                  <a:pt x="2438591" y="1079278"/>
                </a:moveTo>
                <a:cubicBezTo>
                  <a:pt x="2445353" y="1079278"/>
                  <a:pt x="2450878" y="1073753"/>
                  <a:pt x="2450878" y="1066991"/>
                </a:cubicBezTo>
                <a:cubicBezTo>
                  <a:pt x="2450878" y="1060228"/>
                  <a:pt x="2445353" y="1054703"/>
                  <a:pt x="2438591" y="1054703"/>
                </a:cubicBezTo>
                <a:cubicBezTo>
                  <a:pt x="2431828" y="1054703"/>
                  <a:pt x="2426303" y="1060228"/>
                  <a:pt x="2426303" y="1066991"/>
                </a:cubicBezTo>
                <a:cubicBezTo>
                  <a:pt x="2426303" y="1073753"/>
                  <a:pt x="2431828" y="1079278"/>
                  <a:pt x="2438591" y="1079278"/>
                </a:cubicBezTo>
                <a:close/>
                <a:moveTo>
                  <a:pt x="2514791" y="1078421"/>
                </a:moveTo>
                <a:cubicBezTo>
                  <a:pt x="2521077" y="1078421"/>
                  <a:pt x="2526221" y="1073277"/>
                  <a:pt x="2526221" y="1066991"/>
                </a:cubicBezTo>
                <a:cubicBezTo>
                  <a:pt x="2526221" y="1060704"/>
                  <a:pt x="2521077" y="1055561"/>
                  <a:pt x="2514791" y="1055561"/>
                </a:cubicBezTo>
                <a:cubicBezTo>
                  <a:pt x="2508504" y="1055561"/>
                  <a:pt x="2503361" y="1060704"/>
                  <a:pt x="2503361" y="1066991"/>
                </a:cubicBezTo>
                <a:cubicBezTo>
                  <a:pt x="2503361" y="1073277"/>
                  <a:pt x="2508504" y="1078421"/>
                  <a:pt x="2514791" y="1078421"/>
                </a:cubicBezTo>
                <a:close/>
                <a:moveTo>
                  <a:pt x="2590991" y="1077563"/>
                </a:moveTo>
                <a:cubicBezTo>
                  <a:pt x="2596801" y="1077563"/>
                  <a:pt x="2601563" y="1072801"/>
                  <a:pt x="2601563" y="1066991"/>
                </a:cubicBezTo>
                <a:cubicBezTo>
                  <a:pt x="2601563" y="1061180"/>
                  <a:pt x="2596801" y="1056418"/>
                  <a:pt x="2590991" y="1056418"/>
                </a:cubicBezTo>
                <a:cubicBezTo>
                  <a:pt x="2585180" y="1056418"/>
                  <a:pt x="2580418" y="1061180"/>
                  <a:pt x="2580418" y="1066991"/>
                </a:cubicBezTo>
                <a:cubicBezTo>
                  <a:pt x="2580418" y="1072801"/>
                  <a:pt x="2585180" y="1077563"/>
                  <a:pt x="2590991" y="1077563"/>
                </a:cubicBezTo>
                <a:close/>
                <a:moveTo>
                  <a:pt x="2667191" y="1076706"/>
                </a:moveTo>
                <a:cubicBezTo>
                  <a:pt x="2672524" y="1076706"/>
                  <a:pt x="2676906" y="1072325"/>
                  <a:pt x="2676906" y="1066991"/>
                </a:cubicBezTo>
                <a:cubicBezTo>
                  <a:pt x="2676906" y="1061657"/>
                  <a:pt x="2672524" y="1057275"/>
                  <a:pt x="2667191" y="1057275"/>
                </a:cubicBezTo>
                <a:cubicBezTo>
                  <a:pt x="2661857" y="1057275"/>
                  <a:pt x="2657475" y="1061657"/>
                  <a:pt x="2657475" y="1066991"/>
                </a:cubicBezTo>
                <a:cubicBezTo>
                  <a:pt x="2657475" y="1072325"/>
                  <a:pt x="2661857" y="1076706"/>
                  <a:pt x="2667191" y="1076706"/>
                </a:cubicBezTo>
                <a:close/>
                <a:moveTo>
                  <a:pt x="2743391" y="1075658"/>
                </a:moveTo>
                <a:cubicBezTo>
                  <a:pt x="2748153" y="1075658"/>
                  <a:pt x="2752058" y="1071753"/>
                  <a:pt x="2752058" y="1066991"/>
                </a:cubicBezTo>
                <a:cubicBezTo>
                  <a:pt x="2752058" y="1062228"/>
                  <a:pt x="2748153" y="1058323"/>
                  <a:pt x="2743391" y="1058323"/>
                </a:cubicBezTo>
                <a:cubicBezTo>
                  <a:pt x="2738628" y="1058323"/>
                  <a:pt x="2734723" y="1062228"/>
                  <a:pt x="2734723" y="1066991"/>
                </a:cubicBezTo>
                <a:cubicBezTo>
                  <a:pt x="2734723" y="1071753"/>
                  <a:pt x="2738628" y="1075658"/>
                  <a:pt x="2743391" y="1075658"/>
                </a:cubicBezTo>
                <a:close/>
                <a:moveTo>
                  <a:pt x="2819591" y="1074611"/>
                </a:moveTo>
                <a:cubicBezTo>
                  <a:pt x="2823782" y="1074611"/>
                  <a:pt x="2827211" y="1071182"/>
                  <a:pt x="2827211" y="1066991"/>
                </a:cubicBezTo>
                <a:cubicBezTo>
                  <a:pt x="2827211" y="1062800"/>
                  <a:pt x="2823782" y="1059371"/>
                  <a:pt x="2819591" y="1059371"/>
                </a:cubicBezTo>
                <a:cubicBezTo>
                  <a:pt x="2815399" y="1059371"/>
                  <a:pt x="2811971" y="1062800"/>
                  <a:pt x="2811971" y="1066991"/>
                </a:cubicBezTo>
                <a:cubicBezTo>
                  <a:pt x="2811971" y="1071182"/>
                  <a:pt x="2815399" y="1074611"/>
                  <a:pt x="2819591" y="1074611"/>
                </a:cubicBezTo>
                <a:close/>
                <a:moveTo>
                  <a:pt x="2895791" y="1073563"/>
                </a:moveTo>
                <a:cubicBezTo>
                  <a:pt x="2899410" y="1073563"/>
                  <a:pt x="2902363" y="1070610"/>
                  <a:pt x="2902363" y="1066991"/>
                </a:cubicBezTo>
                <a:cubicBezTo>
                  <a:pt x="2902363" y="1063371"/>
                  <a:pt x="2899410" y="1060418"/>
                  <a:pt x="2895791" y="1060418"/>
                </a:cubicBezTo>
                <a:cubicBezTo>
                  <a:pt x="2892171" y="1060418"/>
                  <a:pt x="2889218" y="1063371"/>
                  <a:pt x="2889218" y="1066991"/>
                </a:cubicBezTo>
                <a:cubicBezTo>
                  <a:pt x="2889218" y="1070610"/>
                  <a:pt x="2892171" y="1073563"/>
                  <a:pt x="2895791" y="1073563"/>
                </a:cubicBezTo>
                <a:close/>
                <a:moveTo>
                  <a:pt x="2971991" y="1072706"/>
                </a:moveTo>
                <a:cubicBezTo>
                  <a:pt x="2975134" y="1072706"/>
                  <a:pt x="2977706" y="1070134"/>
                  <a:pt x="2977706" y="1066991"/>
                </a:cubicBezTo>
                <a:cubicBezTo>
                  <a:pt x="2977706" y="1063847"/>
                  <a:pt x="2975134" y="1061276"/>
                  <a:pt x="2971991" y="1061276"/>
                </a:cubicBezTo>
                <a:cubicBezTo>
                  <a:pt x="2968847" y="1061276"/>
                  <a:pt x="2966276" y="1063847"/>
                  <a:pt x="2966276" y="1066991"/>
                </a:cubicBezTo>
                <a:cubicBezTo>
                  <a:pt x="2966276" y="1070134"/>
                  <a:pt x="2968847" y="1072706"/>
                  <a:pt x="2971991" y="1072706"/>
                </a:cubicBezTo>
                <a:close/>
                <a:moveTo>
                  <a:pt x="3048191" y="1071658"/>
                </a:moveTo>
                <a:cubicBezTo>
                  <a:pt x="3050762" y="1071658"/>
                  <a:pt x="3052858" y="1069562"/>
                  <a:pt x="3052858" y="1066991"/>
                </a:cubicBezTo>
                <a:cubicBezTo>
                  <a:pt x="3052858" y="1064419"/>
                  <a:pt x="3050762" y="1062323"/>
                  <a:pt x="3048191" y="1062323"/>
                </a:cubicBezTo>
                <a:cubicBezTo>
                  <a:pt x="3045619" y="1062323"/>
                  <a:pt x="3043523" y="1064419"/>
                  <a:pt x="3043523" y="1066991"/>
                </a:cubicBezTo>
                <a:cubicBezTo>
                  <a:pt x="3043523" y="1069562"/>
                  <a:pt x="3045619" y="1071658"/>
                  <a:pt x="3048191" y="1071658"/>
                </a:cubicBezTo>
                <a:close/>
                <a:moveTo>
                  <a:pt x="3124391" y="1070610"/>
                </a:moveTo>
                <a:cubicBezTo>
                  <a:pt x="3126391" y="1070610"/>
                  <a:pt x="3128010" y="1068991"/>
                  <a:pt x="3128010" y="1066991"/>
                </a:cubicBezTo>
                <a:cubicBezTo>
                  <a:pt x="3128010" y="1064990"/>
                  <a:pt x="3126391" y="1063371"/>
                  <a:pt x="3124391" y="1063371"/>
                </a:cubicBezTo>
                <a:cubicBezTo>
                  <a:pt x="3122390" y="1063371"/>
                  <a:pt x="3120771" y="1064990"/>
                  <a:pt x="3120771" y="1066991"/>
                </a:cubicBezTo>
                <a:cubicBezTo>
                  <a:pt x="3120771" y="1068991"/>
                  <a:pt x="3122390" y="1070610"/>
                  <a:pt x="3124391" y="1070610"/>
                </a:cubicBezTo>
                <a:close/>
                <a:moveTo>
                  <a:pt x="3200591" y="1069562"/>
                </a:moveTo>
                <a:cubicBezTo>
                  <a:pt x="3202020" y="1069562"/>
                  <a:pt x="3203162" y="1068419"/>
                  <a:pt x="3203162" y="1066991"/>
                </a:cubicBezTo>
                <a:cubicBezTo>
                  <a:pt x="3203162" y="1065562"/>
                  <a:pt x="3202020" y="1064419"/>
                  <a:pt x="3200591" y="1064419"/>
                </a:cubicBezTo>
                <a:cubicBezTo>
                  <a:pt x="3199162" y="1064419"/>
                  <a:pt x="3198019" y="1065562"/>
                  <a:pt x="3198019" y="1066991"/>
                </a:cubicBezTo>
                <a:cubicBezTo>
                  <a:pt x="3198114" y="1068419"/>
                  <a:pt x="3199257" y="1069562"/>
                  <a:pt x="3200591" y="1069562"/>
                </a:cubicBezTo>
                <a:close/>
                <a:moveTo>
                  <a:pt x="3276791" y="1068515"/>
                </a:moveTo>
                <a:cubicBezTo>
                  <a:pt x="3277648" y="1068515"/>
                  <a:pt x="3278315" y="1067848"/>
                  <a:pt x="3278315" y="1066991"/>
                </a:cubicBezTo>
                <a:cubicBezTo>
                  <a:pt x="3278315" y="1066133"/>
                  <a:pt x="3277648" y="1065467"/>
                  <a:pt x="3276791" y="1065467"/>
                </a:cubicBezTo>
                <a:cubicBezTo>
                  <a:pt x="3275933" y="1065467"/>
                  <a:pt x="3275266" y="1066133"/>
                  <a:pt x="3275266" y="1066991"/>
                </a:cubicBezTo>
                <a:cubicBezTo>
                  <a:pt x="3275266" y="1067848"/>
                  <a:pt x="3276029" y="1068515"/>
                  <a:pt x="3276791" y="1068515"/>
                </a:cubicBezTo>
                <a:close/>
                <a:moveTo>
                  <a:pt x="3352991" y="1067467"/>
                </a:moveTo>
                <a:cubicBezTo>
                  <a:pt x="3353181" y="1067467"/>
                  <a:pt x="3353372" y="1067276"/>
                  <a:pt x="3353372" y="1067086"/>
                </a:cubicBezTo>
                <a:cubicBezTo>
                  <a:pt x="3353372" y="1066895"/>
                  <a:pt x="3353181" y="1066705"/>
                  <a:pt x="3352991" y="1066705"/>
                </a:cubicBezTo>
                <a:cubicBezTo>
                  <a:pt x="3352800" y="1066705"/>
                  <a:pt x="3352610" y="1066895"/>
                  <a:pt x="3352610" y="1067086"/>
                </a:cubicBezTo>
                <a:cubicBezTo>
                  <a:pt x="3352610" y="1067276"/>
                  <a:pt x="3352800" y="1067467"/>
                  <a:pt x="3352991" y="1067467"/>
                </a:cubicBezTo>
                <a:close/>
                <a:moveTo>
                  <a:pt x="152591" y="1143857"/>
                </a:moveTo>
                <a:cubicBezTo>
                  <a:pt x="152972" y="1143857"/>
                  <a:pt x="153257" y="1143572"/>
                  <a:pt x="153257" y="1143191"/>
                </a:cubicBezTo>
                <a:cubicBezTo>
                  <a:pt x="153257" y="1142810"/>
                  <a:pt x="152972" y="1142524"/>
                  <a:pt x="152591" y="1142524"/>
                </a:cubicBezTo>
                <a:cubicBezTo>
                  <a:pt x="152210" y="1142524"/>
                  <a:pt x="151924" y="1142810"/>
                  <a:pt x="151924" y="1143191"/>
                </a:cubicBezTo>
                <a:cubicBezTo>
                  <a:pt x="152019" y="1143572"/>
                  <a:pt x="152305" y="1143857"/>
                  <a:pt x="152591" y="1143857"/>
                </a:cubicBezTo>
                <a:close/>
                <a:moveTo>
                  <a:pt x="228791" y="1145096"/>
                </a:moveTo>
                <a:cubicBezTo>
                  <a:pt x="229838" y="1145096"/>
                  <a:pt x="230696" y="1144238"/>
                  <a:pt x="230696" y="1143191"/>
                </a:cubicBezTo>
                <a:cubicBezTo>
                  <a:pt x="230696" y="1142143"/>
                  <a:pt x="229838" y="1141286"/>
                  <a:pt x="228791" y="1141286"/>
                </a:cubicBezTo>
                <a:cubicBezTo>
                  <a:pt x="227743" y="1141286"/>
                  <a:pt x="226886" y="1142143"/>
                  <a:pt x="226886" y="1143191"/>
                </a:cubicBezTo>
                <a:cubicBezTo>
                  <a:pt x="226886" y="1144238"/>
                  <a:pt x="227743" y="1145096"/>
                  <a:pt x="228791" y="1145096"/>
                </a:cubicBezTo>
                <a:close/>
                <a:moveTo>
                  <a:pt x="304991" y="1146143"/>
                </a:moveTo>
                <a:cubicBezTo>
                  <a:pt x="306610" y="1146143"/>
                  <a:pt x="307943" y="1144810"/>
                  <a:pt x="307943" y="1143191"/>
                </a:cubicBezTo>
                <a:cubicBezTo>
                  <a:pt x="307943" y="1141571"/>
                  <a:pt x="306610" y="1140238"/>
                  <a:pt x="304991" y="1140238"/>
                </a:cubicBezTo>
                <a:cubicBezTo>
                  <a:pt x="303371" y="1140238"/>
                  <a:pt x="302038" y="1141571"/>
                  <a:pt x="302038" y="1143191"/>
                </a:cubicBezTo>
                <a:cubicBezTo>
                  <a:pt x="302038" y="1144810"/>
                  <a:pt x="303371" y="1146143"/>
                  <a:pt x="304991" y="1146143"/>
                </a:cubicBezTo>
                <a:close/>
                <a:moveTo>
                  <a:pt x="381191" y="1147191"/>
                </a:moveTo>
                <a:cubicBezTo>
                  <a:pt x="383381" y="1147191"/>
                  <a:pt x="385191" y="1145381"/>
                  <a:pt x="385191" y="1143191"/>
                </a:cubicBezTo>
                <a:cubicBezTo>
                  <a:pt x="385191" y="1141000"/>
                  <a:pt x="383381" y="1139190"/>
                  <a:pt x="381191" y="1139190"/>
                </a:cubicBezTo>
                <a:cubicBezTo>
                  <a:pt x="379000" y="1139190"/>
                  <a:pt x="377190" y="1141000"/>
                  <a:pt x="377190" y="1143191"/>
                </a:cubicBezTo>
                <a:cubicBezTo>
                  <a:pt x="377190" y="1145381"/>
                  <a:pt x="379000" y="1147191"/>
                  <a:pt x="381191" y="1147191"/>
                </a:cubicBezTo>
                <a:close/>
                <a:moveTo>
                  <a:pt x="457391" y="1148239"/>
                </a:moveTo>
                <a:cubicBezTo>
                  <a:pt x="460153" y="1148239"/>
                  <a:pt x="462439" y="1145953"/>
                  <a:pt x="462439" y="1143191"/>
                </a:cubicBezTo>
                <a:cubicBezTo>
                  <a:pt x="462439" y="1140428"/>
                  <a:pt x="460153" y="1138142"/>
                  <a:pt x="457391" y="1138142"/>
                </a:cubicBezTo>
                <a:cubicBezTo>
                  <a:pt x="454628" y="1138142"/>
                  <a:pt x="452342" y="1140428"/>
                  <a:pt x="452342" y="1143191"/>
                </a:cubicBezTo>
                <a:cubicBezTo>
                  <a:pt x="452342" y="1146048"/>
                  <a:pt x="454628" y="1148239"/>
                  <a:pt x="457391" y="1148239"/>
                </a:cubicBezTo>
                <a:close/>
                <a:moveTo>
                  <a:pt x="533591" y="1149382"/>
                </a:moveTo>
                <a:cubicBezTo>
                  <a:pt x="537020" y="1149382"/>
                  <a:pt x="539687" y="1146620"/>
                  <a:pt x="539687" y="1143286"/>
                </a:cubicBezTo>
                <a:cubicBezTo>
                  <a:pt x="539687" y="1139952"/>
                  <a:pt x="536924" y="1137190"/>
                  <a:pt x="533591" y="1137190"/>
                </a:cubicBezTo>
                <a:cubicBezTo>
                  <a:pt x="530162" y="1137190"/>
                  <a:pt x="527495" y="1139952"/>
                  <a:pt x="527495" y="1143286"/>
                </a:cubicBezTo>
                <a:cubicBezTo>
                  <a:pt x="527495" y="1146620"/>
                  <a:pt x="530257" y="1149382"/>
                  <a:pt x="533591" y="1149382"/>
                </a:cubicBezTo>
                <a:close/>
                <a:moveTo>
                  <a:pt x="609790" y="1150430"/>
                </a:moveTo>
                <a:cubicBezTo>
                  <a:pt x="613791" y="1150430"/>
                  <a:pt x="616934" y="1147191"/>
                  <a:pt x="616934" y="1143286"/>
                </a:cubicBezTo>
                <a:cubicBezTo>
                  <a:pt x="616934" y="1139285"/>
                  <a:pt x="613696" y="1136142"/>
                  <a:pt x="609790" y="1136142"/>
                </a:cubicBezTo>
                <a:cubicBezTo>
                  <a:pt x="605790" y="1136142"/>
                  <a:pt x="602647" y="1139381"/>
                  <a:pt x="602647" y="1143286"/>
                </a:cubicBezTo>
                <a:cubicBezTo>
                  <a:pt x="602647" y="1147191"/>
                  <a:pt x="605885" y="1150430"/>
                  <a:pt x="609790" y="1150430"/>
                </a:cubicBezTo>
                <a:close/>
                <a:moveTo>
                  <a:pt x="685990" y="1151287"/>
                </a:moveTo>
                <a:cubicBezTo>
                  <a:pt x="690467" y="1151287"/>
                  <a:pt x="693992" y="1147667"/>
                  <a:pt x="693992" y="1143286"/>
                </a:cubicBezTo>
                <a:cubicBezTo>
                  <a:pt x="693992" y="1138904"/>
                  <a:pt x="690372" y="1135285"/>
                  <a:pt x="685990" y="1135285"/>
                </a:cubicBezTo>
                <a:cubicBezTo>
                  <a:pt x="681514" y="1135285"/>
                  <a:pt x="677990" y="1138904"/>
                  <a:pt x="677990" y="1143286"/>
                </a:cubicBezTo>
                <a:cubicBezTo>
                  <a:pt x="677990" y="1147667"/>
                  <a:pt x="681609" y="1151287"/>
                  <a:pt x="685990" y="1151287"/>
                </a:cubicBezTo>
                <a:close/>
                <a:moveTo>
                  <a:pt x="762190" y="1152335"/>
                </a:moveTo>
                <a:cubicBezTo>
                  <a:pt x="767239" y="1152335"/>
                  <a:pt x="771239" y="1148239"/>
                  <a:pt x="771239" y="1143286"/>
                </a:cubicBezTo>
                <a:cubicBezTo>
                  <a:pt x="771239" y="1138333"/>
                  <a:pt x="767144" y="1134237"/>
                  <a:pt x="762190" y="1134237"/>
                </a:cubicBezTo>
                <a:cubicBezTo>
                  <a:pt x="757238" y="1134237"/>
                  <a:pt x="753142" y="1138333"/>
                  <a:pt x="753142" y="1143286"/>
                </a:cubicBezTo>
                <a:cubicBezTo>
                  <a:pt x="753142" y="1148239"/>
                  <a:pt x="757238" y="1152335"/>
                  <a:pt x="762190" y="1152335"/>
                </a:cubicBezTo>
                <a:close/>
                <a:moveTo>
                  <a:pt x="838390" y="1153382"/>
                </a:moveTo>
                <a:cubicBezTo>
                  <a:pt x="844010" y="1153382"/>
                  <a:pt x="848487" y="1148810"/>
                  <a:pt x="848487" y="1143286"/>
                </a:cubicBezTo>
                <a:cubicBezTo>
                  <a:pt x="848487" y="1137666"/>
                  <a:pt x="843915" y="1133189"/>
                  <a:pt x="838390" y="1133189"/>
                </a:cubicBezTo>
                <a:cubicBezTo>
                  <a:pt x="832771" y="1133189"/>
                  <a:pt x="828294" y="1137761"/>
                  <a:pt x="828294" y="1143286"/>
                </a:cubicBezTo>
                <a:cubicBezTo>
                  <a:pt x="828294" y="1148810"/>
                  <a:pt x="832771" y="1153382"/>
                  <a:pt x="838390" y="1153382"/>
                </a:cubicBezTo>
                <a:close/>
                <a:moveTo>
                  <a:pt x="914590" y="1154430"/>
                </a:moveTo>
                <a:cubicBezTo>
                  <a:pt x="920782" y="1154430"/>
                  <a:pt x="925830" y="1149382"/>
                  <a:pt x="925830" y="1143191"/>
                </a:cubicBezTo>
                <a:cubicBezTo>
                  <a:pt x="925830" y="1136999"/>
                  <a:pt x="920782" y="1131951"/>
                  <a:pt x="914590" y="1131951"/>
                </a:cubicBezTo>
                <a:cubicBezTo>
                  <a:pt x="908399" y="1131951"/>
                  <a:pt x="903351" y="1136999"/>
                  <a:pt x="903351" y="1143191"/>
                </a:cubicBezTo>
                <a:cubicBezTo>
                  <a:pt x="903446" y="1149382"/>
                  <a:pt x="908399" y="1154430"/>
                  <a:pt x="914590" y="1154430"/>
                </a:cubicBezTo>
                <a:close/>
                <a:moveTo>
                  <a:pt x="990790" y="1155287"/>
                </a:moveTo>
                <a:cubicBezTo>
                  <a:pt x="997458" y="1155287"/>
                  <a:pt x="1002792" y="1149858"/>
                  <a:pt x="1002792" y="1143286"/>
                </a:cubicBezTo>
                <a:cubicBezTo>
                  <a:pt x="1002792" y="1136618"/>
                  <a:pt x="997363" y="1131284"/>
                  <a:pt x="990790" y="1131284"/>
                </a:cubicBezTo>
                <a:cubicBezTo>
                  <a:pt x="984123" y="1131284"/>
                  <a:pt x="978789" y="1136714"/>
                  <a:pt x="978789" y="1143286"/>
                </a:cubicBezTo>
                <a:cubicBezTo>
                  <a:pt x="978789" y="1149858"/>
                  <a:pt x="984123" y="1155287"/>
                  <a:pt x="990790" y="1155287"/>
                </a:cubicBezTo>
                <a:close/>
                <a:moveTo>
                  <a:pt x="1066991" y="1156335"/>
                </a:moveTo>
                <a:cubicBezTo>
                  <a:pt x="1074230" y="1156335"/>
                  <a:pt x="1080135" y="1150430"/>
                  <a:pt x="1080135" y="1143191"/>
                </a:cubicBezTo>
                <a:cubicBezTo>
                  <a:pt x="1080135" y="1135952"/>
                  <a:pt x="1074230" y="1130046"/>
                  <a:pt x="1066991" y="1130046"/>
                </a:cubicBezTo>
                <a:cubicBezTo>
                  <a:pt x="1059752" y="1130046"/>
                  <a:pt x="1053846" y="1135952"/>
                  <a:pt x="1053846" y="1143191"/>
                </a:cubicBezTo>
                <a:cubicBezTo>
                  <a:pt x="1053846" y="1150430"/>
                  <a:pt x="1059752" y="1156335"/>
                  <a:pt x="1066991" y="1156335"/>
                </a:cubicBezTo>
                <a:close/>
                <a:moveTo>
                  <a:pt x="1143191" y="1157192"/>
                </a:moveTo>
                <a:cubicBezTo>
                  <a:pt x="1150906" y="1157192"/>
                  <a:pt x="1157097" y="1150906"/>
                  <a:pt x="1157097" y="1143286"/>
                </a:cubicBezTo>
                <a:cubicBezTo>
                  <a:pt x="1157097" y="1135666"/>
                  <a:pt x="1150811" y="1129379"/>
                  <a:pt x="1143191" y="1129379"/>
                </a:cubicBezTo>
                <a:cubicBezTo>
                  <a:pt x="1135571" y="1129379"/>
                  <a:pt x="1129284" y="1135666"/>
                  <a:pt x="1129284" y="1143286"/>
                </a:cubicBezTo>
                <a:cubicBezTo>
                  <a:pt x="1129284" y="1150906"/>
                  <a:pt x="1135475" y="1157192"/>
                  <a:pt x="1143191" y="1157192"/>
                </a:cubicBezTo>
                <a:close/>
                <a:moveTo>
                  <a:pt x="1219391" y="1157764"/>
                </a:moveTo>
                <a:cubicBezTo>
                  <a:pt x="1227487" y="1157764"/>
                  <a:pt x="1233964" y="1151192"/>
                  <a:pt x="1233964" y="1143191"/>
                </a:cubicBezTo>
                <a:cubicBezTo>
                  <a:pt x="1233964" y="1135190"/>
                  <a:pt x="1227392" y="1128617"/>
                  <a:pt x="1219391" y="1128617"/>
                </a:cubicBezTo>
                <a:cubicBezTo>
                  <a:pt x="1211390" y="1128617"/>
                  <a:pt x="1204817" y="1135190"/>
                  <a:pt x="1204817" y="1143191"/>
                </a:cubicBezTo>
                <a:cubicBezTo>
                  <a:pt x="1204817" y="1151192"/>
                  <a:pt x="1211390" y="1157764"/>
                  <a:pt x="1219391" y="1157764"/>
                </a:cubicBezTo>
                <a:close/>
                <a:moveTo>
                  <a:pt x="1295591" y="1158621"/>
                </a:moveTo>
                <a:cubicBezTo>
                  <a:pt x="1304068" y="1158621"/>
                  <a:pt x="1311021" y="1151763"/>
                  <a:pt x="1311021" y="1143191"/>
                </a:cubicBezTo>
                <a:cubicBezTo>
                  <a:pt x="1311021" y="1134618"/>
                  <a:pt x="1304068" y="1127760"/>
                  <a:pt x="1295591" y="1127760"/>
                </a:cubicBezTo>
                <a:cubicBezTo>
                  <a:pt x="1287113" y="1127760"/>
                  <a:pt x="1280160" y="1134618"/>
                  <a:pt x="1280160" y="1143191"/>
                </a:cubicBezTo>
                <a:cubicBezTo>
                  <a:pt x="1280160" y="1151763"/>
                  <a:pt x="1287113" y="1158621"/>
                  <a:pt x="1295591" y="1158621"/>
                </a:cubicBezTo>
                <a:close/>
                <a:moveTo>
                  <a:pt x="1371791" y="1159288"/>
                </a:moveTo>
                <a:cubicBezTo>
                  <a:pt x="1380649" y="1159288"/>
                  <a:pt x="1387888" y="1152144"/>
                  <a:pt x="1387888" y="1143191"/>
                </a:cubicBezTo>
                <a:cubicBezTo>
                  <a:pt x="1387888" y="1134237"/>
                  <a:pt x="1380744" y="1127093"/>
                  <a:pt x="1371791" y="1127093"/>
                </a:cubicBezTo>
                <a:cubicBezTo>
                  <a:pt x="1362932" y="1127093"/>
                  <a:pt x="1355693" y="1134237"/>
                  <a:pt x="1355693" y="1143191"/>
                </a:cubicBezTo>
                <a:cubicBezTo>
                  <a:pt x="1355693" y="1152144"/>
                  <a:pt x="1362932" y="1159288"/>
                  <a:pt x="1371791" y="1159288"/>
                </a:cubicBezTo>
                <a:close/>
                <a:moveTo>
                  <a:pt x="1447991" y="1159669"/>
                </a:moveTo>
                <a:cubicBezTo>
                  <a:pt x="1457135" y="1159669"/>
                  <a:pt x="1464469" y="1152335"/>
                  <a:pt x="1464469" y="1143191"/>
                </a:cubicBezTo>
                <a:cubicBezTo>
                  <a:pt x="1464469" y="1134047"/>
                  <a:pt x="1457135" y="1126712"/>
                  <a:pt x="1447991" y="1126712"/>
                </a:cubicBezTo>
                <a:cubicBezTo>
                  <a:pt x="1438847" y="1126712"/>
                  <a:pt x="1431512" y="1134047"/>
                  <a:pt x="1431512" y="1143191"/>
                </a:cubicBezTo>
                <a:cubicBezTo>
                  <a:pt x="1431512" y="1152335"/>
                  <a:pt x="1438942" y="1159669"/>
                  <a:pt x="1447991" y="1159669"/>
                </a:cubicBezTo>
                <a:close/>
                <a:moveTo>
                  <a:pt x="1524191" y="1160336"/>
                </a:moveTo>
                <a:cubicBezTo>
                  <a:pt x="1533620" y="1160336"/>
                  <a:pt x="1541336" y="1152716"/>
                  <a:pt x="1541336" y="1143191"/>
                </a:cubicBezTo>
                <a:cubicBezTo>
                  <a:pt x="1541336" y="1133666"/>
                  <a:pt x="1533716" y="1126046"/>
                  <a:pt x="1524191" y="1126046"/>
                </a:cubicBezTo>
                <a:cubicBezTo>
                  <a:pt x="1514666" y="1126046"/>
                  <a:pt x="1507046" y="1133666"/>
                  <a:pt x="1507046" y="1143191"/>
                </a:cubicBezTo>
                <a:cubicBezTo>
                  <a:pt x="1507046" y="1152716"/>
                  <a:pt x="1514761" y="1160336"/>
                  <a:pt x="1524191" y="1160336"/>
                </a:cubicBezTo>
                <a:close/>
                <a:moveTo>
                  <a:pt x="1600391" y="1160526"/>
                </a:moveTo>
                <a:cubicBezTo>
                  <a:pt x="1609916" y="1160526"/>
                  <a:pt x="1617726" y="1152811"/>
                  <a:pt x="1617726" y="1143191"/>
                </a:cubicBezTo>
                <a:cubicBezTo>
                  <a:pt x="1617726" y="1133666"/>
                  <a:pt x="1610011" y="1125855"/>
                  <a:pt x="1600391" y="1125855"/>
                </a:cubicBezTo>
                <a:cubicBezTo>
                  <a:pt x="1590866" y="1125855"/>
                  <a:pt x="1583055" y="1133570"/>
                  <a:pt x="1583055" y="1143191"/>
                </a:cubicBezTo>
                <a:cubicBezTo>
                  <a:pt x="1583055" y="1152811"/>
                  <a:pt x="1590866" y="1160526"/>
                  <a:pt x="1600391" y="1160526"/>
                </a:cubicBezTo>
                <a:close/>
                <a:moveTo>
                  <a:pt x="1676591" y="1160717"/>
                </a:moveTo>
                <a:cubicBezTo>
                  <a:pt x="1686306" y="1160717"/>
                  <a:pt x="1694117" y="1152906"/>
                  <a:pt x="1694117" y="1143191"/>
                </a:cubicBezTo>
                <a:cubicBezTo>
                  <a:pt x="1694117" y="1133475"/>
                  <a:pt x="1686306" y="1125665"/>
                  <a:pt x="1676591" y="1125665"/>
                </a:cubicBezTo>
                <a:cubicBezTo>
                  <a:pt x="1666875" y="1125665"/>
                  <a:pt x="1659064" y="1133475"/>
                  <a:pt x="1659064" y="1143191"/>
                </a:cubicBezTo>
                <a:cubicBezTo>
                  <a:pt x="1659064" y="1152906"/>
                  <a:pt x="1666970" y="1160717"/>
                  <a:pt x="1676591" y="1160717"/>
                </a:cubicBezTo>
                <a:close/>
                <a:moveTo>
                  <a:pt x="1752791" y="1161002"/>
                </a:moveTo>
                <a:cubicBezTo>
                  <a:pt x="1762601" y="1161002"/>
                  <a:pt x="1770507" y="1153097"/>
                  <a:pt x="1770507" y="1143286"/>
                </a:cubicBezTo>
                <a:cubicBezTo>
                  <a:pt x="1770507" y="1133475"/>
                  <a:pt x="1762601" y="1125569"/>
                  <a:pt x="1752791" y="1125569"/>
                </a:cubicBezTo>
                <a:cubicBezTo>
                  <a:pt x="1742980" y="1125569"/>
                  <a:pt x="1735074" y="1133475"/>
                  <a:pt x="1735074" y="1143286"/>
                </a:cubicBezTo>
                <a:cubicBezTo>
                  <a:pt x="1735074" y="1153001"/>
                  <a:pt x="1742980" y="1161002"/>
                  <a:pt x="1752791" y="1161002"/>
                </a:cubicBezTo>
                <a:close/>
                <a:moveTo>
                  <a:pt x="1828991" y="1161002"/>
                </a:moveTo>
                <a:cubicBezTo>
                  <a:pt x="1838801" y="1161002"/>
                  <a:pt x="1846707" y="1153097"/>
                  <a:pt x="1846707" y="1143286"/>
                </a:cubicBezTo>
                <a:cubicBezTo>
                  <a:pt x="1846707" y="1133475"/>
                  <a:pt x="1838801" y="1125569"/>
                  <a:pt x="1828991" y="1125569"/>
                </a:cubicBezTo>
                <a:cubicBezTo>
                  <a:pt x="1819180" y="1125569"/>
                  <a:pt x="1811274" y="1133475"/>
                  <a:pt x="1811274" y="1143286"/>
                </a:cubicBezTo>
                <a:cubicBezTo>
                  <a:pt x="1811274" y="1153001"/>
                  <a:pt x="1819180" y="1161002"/>
                  <a:pt x="1828991" y="1161002"/>
                </a:cubicBezTo>
                <a:close/>
                <a:moveTo>
                  <a:pt x="1905191" y="1160717"/>
                </a:moveTo>
                <a:cubicBezTo>
                  <a:pt x="1914906" y="1160717"/>
                  <a:pt x="1922717" y="1152906"/>
                  <a:pt x="1922717" y="1143191"/>
                </a:cubicBezTo>
                <a:cubicBezTo>
                  <a:pt x="1922717" y="1133475"/>
                  <a:pt x="1914906" y="1125665"/>
                  <a:pt x="1905191" y="1125665"/>
                </a:cubicBezTo>
                <a:cubicBezTo>
                  <a:pt x="1895475" y="1125665"/>
                  <a:pt x="1887664" y="1133475"/>
                  <a:pt x="1887664" y="1143191"/>
                </a:cubicBezTo>
                <a:cubicBezTo>
                  <a:pt x="1887664" y="1152906"/>
                  <a:pt x="1895570" y="1160717"/>
                  <a:pt x="1905191" y="1160717"/>
                </a:cubicBezTo>
                <a:close/>
                <a:moveTo>
                  <a:pt x="1981391" y="1160336"/>
                </a:moveTo>
                <a:cubicBezTo>
                  <a:pt x="1990820" y="1160336"/>
                  <a:pt x="1998536" y="1152716"/>
                  <a:pt x="1998536" y="1143191"/>
                </a:cubicBezTo>
                <a:cubicBezTo>
                  <a:pt x="1998536" y="1133666"/>
                  <a:pt x="1990916" y="1126046"/>
                  <a:pt x="1981391" y="1126046"/>
                </a:cubicBezTo>
                <a:cubicBezTo>
                  <a:pt x="1971866" y="1126046"/>
                  <a:pt x="1964246" y="1133666"/>
                  <a:pt x="1964246" y="1143191"/>
                </a:cubicBezTo>
                <a:cubicBezTo>
                  <a:pt x="1964246" y="1152716"/>
                  <a:pt x="1971961" y="1160336"/>
                  <a:pt x="1981391" y="1160336"/>
                </a:cubicBezTo>
                <a:close/>
                <a:moveTo>
                  <a:pt x="2057591" y="1159859"/>
                </a:moveTo>
                <a:cubicBezTo>
                  <a:pt x="2066830" y="1159859"/>
                  <a:pt x="2074259" y="1152430"/>
                  <a:pt x="2074259" y="1143191"/>
                </a:cubicBezTo>
                <a:cubicBezTo>
                  <a:pt x="2074259" y="1133951"/>
                  <a:pt x="2066830" y="1126522"/>
                  <a:pt x="2057591" y="1126522"/>
                </a:cubicBezTo>
                <a:cubicBezTo>
                  <a:pt x="2048351" y="1126522"/>
                  <a:pt x="2040922" y="1133951"/>
                  <a:pt x="2040922" y="1143191"/>
                </a:cubicBezTo>
                <a:cubicBezTo>
                  <a:pt x="2040922" y="1152430"/>
                  <a:pt x="2048351" y="1159859"/>
                  <a:pt x="2057591" y="1159859"/>
                </a:cubicBezTo>
                <a:close/>
                <a:moveTo>
                  <a:pt x="2133791" y="1159288"/>
                </a:moveTo>
                <a:cubicBezTo>
                  <a:pt x="2142649" y="1159288"/>
                  <a:pt x="2149888" y="1152144"/>
                  <a:pt x="2149888" y="1143191"/>
                </a:cubicBezTo>
                <a:cubicBezTo>
                  <a:pt x="2149888" y="1134237"/>
                  <a:pt x="2142744" y="1127093"/>
                  <a:pt x="2133791" y="1127093"/>
                </a:cubicBezTo>
                <a:cubicBezTo>
                  <a:pt x="2124932" y="1127093"/>
                  <a:pt x="2117693" y="1134237"/>
                  <a:pt x="2117693" y="1143191"/>
                </a:cubicBezTo>
                <a:cubicBezTo>
                  <a:pt x="2117693" y="1152144"/>
                  <a:pt x="2124932" y="1159288"/>
                  <a:pt x="2133791" y="1159288"/>
                </a:cubicBezTo>
                <a:close/>
                <a:moveTo>
                  <a:pt x="2209991" y="1158621"/>
                </a:moveTo>
                <a:cubicBezTo>
                  <a:pt x="2218468" y="1158621"/>
                  <a:pt x="2225421" y="1151763"/>
                  <a:pt x="2225421" y="1143191"/>
                </a:cubicBezTo>
                <a:cubicBezTo>
                  <a:pt x="2225421" y="1134618"/>
                  <a:pt x="2218468" y="1127760"/>
                  <a:pt x="2209991" y="1127760"/>
                </a:cubicBezTo>
                <a:cubicBezTo>
                  <a:pt x="2201513" y="1127760"/>
                  <a:pt x="2194560" y="1134618"/>
                  <a:pt x="2194560" y="1143191"/>
                </a:cubicBezTo>
                <a:cubicBezTo>
                  <a:pt x="2194560" y="1151763"/>
                  <a:pt x="2201513" y="1158621"/>
                  <a:pt x="2209991" y="1158621"/>
                </a:cubicBezTo>
                <a:close/>
                <a:moveTo>
                  <a:pt x="2286191" y="1158050"/>
                </a:moveTo>
                <a:cubicBezTo>
                  <a:pt x="2294382" y="1158050"/>
                  <a:pt x="2300954" y="1151382"/>
                  <a:pt x="2300954" y="1143286"/>
                </a:cubicBezTo>
                <a:cubicBezTo>
                  <a:pt x="2300954" y="1135094"/>
                  <a:pt x="2294287" y="1128522"/>
                  <a:pt x="2286191" y="1128522"/>
                </a:cubicBezTo>
                <a:cubicBezTo>
                  <a:pt x="2278094" y="1128522"/>
                  <a:pt x="2271427" y="1135190"/>
                  <a:pt x="2271427" y="1143286"/>
                </a:cubicBezTo>
                <a:cubicBezTo>
                  <a:pt x="2271427" y="1151382"/>
                  <a:pt x="2277999" y="1158050"/>
                  <a:pt x="2286191" y="1158050"/>
                </a:cubicBezTo>
                <a:close/>
                <a:moveTo>
                  <a:pt x="2362391" y="1157192"/>
                </a:moveTo>
                <a:cubicBezTo>
                  <a:pt x="2370106" y="1157192"/>
                  <a:pt x="2376297" y="1150906"/>
                  <a:pt x="2376297" y="1143286"/>
                </a:cubicBezTo>
                <a:cubicBezTo>
                  <a:pt x="2376297" y="1135666"/>
                  <a:pt x="2370011" y="1129379"/>
                  <a:pt x="2362391" y="1129379"/>
                </a:cubicBezTo>
                <a:cubicBezTo>
                  <a:pt x="2354675" y="1129379"/>
                  <a:pt x="2348484" y="1135666"/>
                  <a:pt x="2348484" y="1143286"/>
                </a:cubicBezTo>
                <a:cubicBezTo>
                  <a:pt x="2348484" y="1150906"/>
                  <a:pt x="2354675" y="1157192"/>
                  <a:pt x="2362391" y="1157192"/>
                </a:cubicBezTo>
                <a:close/>
                <a:moveTo>
                  <a:pt x="2438591" y="1156335"/>
                </a:moveTo>
                <a:cubicBezTo>
                  <a:pt x="2445830" y="1156335"/>
                  <a:pt x="2451735" y="1150430"/>
                  <a:pt x="2451735" y="1143191"/>
                </a:cubicBezTo>
                <a:cubicBezTo>
                  <a:pt x="2451735" y="1135952"/>
                  <a:pt x="2445830" y="1130046"/>
                  <a:pt x="2438591" y="1130046"/>
                </a:cubicBezTo>
                <a:cubicBezTo>
                  <a:pt x="2431352" y="1130046"/>
                  <a:pt x="2425446" y="1135952"/>
                  <a:pt x="2425446" y="1143191"/>
                </a:cubicBezTo>
                <a:cubicBezTo>
                  <a:pt x="2425446" y="1150430"/>
                  <a:pt x="2431352" y="1156335"/>
                  <a:pt x="2438591" y="1156335"/>
                </a:cubicBezTo>
                <a:close/>
                <a:moveTo>
                  <a:pt x="2514791" y="1155478"/>
                </a:moveTo>
                <a:cubicBezTo>
                  <a:pt x="2521553" y="1155478"/>
                  <a:pt x="2527078" y="1149953"/>
                  <a:pt x="2527078" y="1143191"/>
                </a:cubicBezTo>
                <a:cubicBezTo>
                  <a:pt x="2527078" y="1136428"/>
                  <a:pt x="2521553" y="1130903"/>
                  <a:pt x="2514791" y="1130903"/>
                </a:cubicBezTo>
                <a:cubicBezTo>
                  <a:pt x="2508028" y="1130903"/>
                  <a:pt x="2502503" y="1136428"/>
                  <a:pt x="2502503" y="1143191"/>
                </a:cubicBezTo>
                <a:cubicBezTo>
                  <a:pt x="2502503" y="1149953"/>
                  <a:pt x="2508028" y="1155478"/>
                  <a:pt x="2514791" y="1155478"/>
                </a:cubicBezTo>
                <a:close/>
                <a:moveTo>
                  <a:pt x="2590991" y="1154430"/>
                </a:moveTo>
                <a:cubicBezTo>
                  <a:pt x="2597182" y="1154430"/>
                  <a:pt x="2602230" y="1149382"/>
                  <a:pt x="2602230" y="1143191"/>
                </a:cubicBezTo>
                <a:cubicBezTo>
                  <a:pt x="2602230" y="1136999"/>
                  <a:pt x="2597182" y="1131951"/>
                  <a:pt x="2590991" y="1131951"/>
                </a:cubicBezTo>
                <a:cubicBezTo>
                  <a:pt x="2584799" y="1131951"/>
                  <a:pt x="2579751" y="1136999"/>
                  <a:pt x="2579751" y="1143191"/>
                </a:cubicBezTo>
                <a:cubicBezTo>
                  <a:pt x="2579846" y="1149382"/>
                  <a:pt x="2584799" y="1154430"/>
                  <a:pt x="2590991" y="1154430"/>
                </a:cubicBezTo>
                <a:close/>
                <a:moveTo>
                  <a:pt x="2667191" y="1153573"/>
                </a:moveTo>
                <a:cubicBezTo>
                  <a:pt x="2672906" y="1153573"/>
                  <a:pt x="2677573" y="1148906"/>
                  <a:pt x="2677573" y="1143191"/>
                </a:cubicBezTo>
                <a:cubicBezTo>
                  <a:pt x="2677573" y="1137476"/>
                  <a:pt x="2672906" y="1132808"/>
                  <a:pt x="2667191" y="1132808"/>
                </a:cubicBezTo>
                <a:cubicBezTo>
                  <a:pt x="2661476" y="1132808"/>
                  <a:pt x="2656808" y="1137476"/>
                  <a:pt x="2656808" y="1143191"/>
                </a:cubicBezTo>
                <a:cubicBezTo>
                  <a:pt x="2656904" y="1148906"/>
                  <a:pt x="2661476" y="1153573"/>
                  <a:pt x="2667191" y="1153573"/>
                </a:cubicBezTo>
                <a:close/>
                <a:moveTo>
                  <a:pt x="2743391" y="1152525"/>
                </a:moveTo>
                <a:cubicBezTo>
                  <a:pt x="2748534" y="1152525"/>
                  <a:pt x="2752725" y="1148334"/>
                  <a:pt x="2752725" y="1143191"/>
                </a:cubicBezTo>
                <a:cubicBezTo>
                  <a:pt x="2752725" y="1138047"/>
                  <a:pt x="2748534" y="1133856"/>
                  <a:pt x="2743391" y="1133856"/>
                </a:cubicBezTo>
                <a:cubicBezTo>
                  <a:pt x="2738247" y="1133856"/>
                  <a:pt x="2734056" y="1138047"/>
                  <a:pt x="2734056" y="1143191"/>
                </a:cubicBezTo>
                <a:cubicBezTo>
                  <a:pt x="2734056" y="1148334"/>
                  <a:pt x="2738247" y="1152525"/>
                  <a:pt x="2743391" y="1152525"/>
                </a:cubicBezTo>
                <a:close/>
                <a:moveTo>
                  <a:pt x="2819591" y="1151477"/>
                </a:moveTo>
                <a:cubicBezTo>
                  <a:pt x="2824163" y="1151477"/>
                  <a:pt x="2827878" y="1147763"/>
                  <a:pt x="2827878" y="1143191"/>
                </a:cubicBezTo>
                <a:cubicBezTo>
                  <a:pt x="2827878" y="1138619"/>
                  <a:pt x="2824163" y="1134904"/>
                  <a:pt x="2819591" y="1134904"/>
                </a:cubicBezTo>
                <a:cubicBezTo>
                  <a:pt x="2815019" y="1134904"/>
                  <a:pt x="2811304" y="1138619"/>
                  <a:pt x="2811304" y="1143191"/>
                </a:cubicBezTo>
                <a:cubicBezTo>
                  <a:pt x="2811304" y="1147763"/>
                  <a:pt x="2815019" y="1151477"/>
                  <a:pt x="2819591" y="1151477"/>
                </a:cubicBezTo>
                <a:close/>
                <a:moveTo>
                  <a:pt x="2895791" y="1150430"/>
                </a:moveTo>
                <a:cubicBezTo>
                  <a:pt x="2899791" y="1150430"/>
                  <a:pt x="2902934" y="1147191"/>
                  <a:pt x="2902934" y="1143286"/>
                </a:cubicBezTo>
                <a:cubicBezTo>
                  <a:pt x="2902934" y="1139285"/>
                  <a:pt x="2899696" y="1136142"/>
                  <a:pt x="2895791" y="1136142"/>
                </a:cubicBezTo>
                <a:cubicBezTo>
                  <a:pt x="2891790" y="1136142"/>
                  <a:pt x="2888647" y="1139381"/>
                  <a:pt x="2888647" y="1143286"/>
                </a:cubicBezTo>
                <a:cubicBezTo>
                  <a:pt x="2888647" y="1147191"/>
                  <a:pt x="2891885" y="1150430"/>
                  <a:pt x="2895791" y="1150430"/>
                </a:cubicBezTo>
                <a:close/>
                <a:moveTo>
                  <a:pt x="2971991" y="1149382"/>
                </a:moveTo>
                <a:cubicBezTo>
                  <a:pt x="2975420" y="1149382"/>
                  <a:pt x="2978087" y="1146620"/>
                  <a:pt x="2978087" y="1143286"/>
                </a:cubicBezTo>
                <a:cubicBezTo>
                  <a:pt x="2978087" y="1139952"/>
                  <a:pt x="2975324" y="1137190"/>
                  <a:pt x="2971991" y="1137190"/>
                </a:cubicBezTo>
                <a:cubicBezTo>
                  <a:pt x="2968562" y="1137190"/>
                  <a:pt x="2965895" y="1139952"/>
                  <a:pt x="2965895" y="1143286"/>
                </a:cubicBezTo>
                <a:cubicBezTo>
                  <a:pt x="2965895" y="1146620"/>
                  <a:pt x="2968657" y="1149382"/>
                  <a:pt x="2971991" y="1149382"/>
                </a:cubicBezTo>
                <a:close/>
                <a:moveTo>
                  <a:pt x="3048191" y="1148239"/>
                </a:moveTo>
                <a:cubicBezTo>
                  <a:pt x="3050953" y="1148239"/>
                  <a:pt x="3053239" y="1145953"/>
                  <a:pt x="3053239" y="1143191"/>
                </a:cubicBezTo>
                <a:cubicBezTo>
                  <a:pt x="3053239" y="1140428"/>
                  <a:pt x="3050953" y="1138142"/>
                  <a:pt x="3048191" y="1138142"/>
                </a:cubicBezTo>
                <a:cubicBezTo>
                  <a:pt x="3045428" y="1138142"/>
                  <a:pt x="3043142" y="1140428"/>
                  <a:pt x="3043142" y="1143191"/>
                </a:cubicBezTo>
                <a:cubicBezTo>
                  <a:pt x="3043142" y="1146048"/>
                  <a:pt x="3045428" y="1148239"/>
                  <a:pt x="3048191" y="1148239"/>
                </a:cubicBezTo>
                <a:close/>
                <a:moveTo>
                  <a:pt x="3124391" y="1147191"/>
                </a:moveTo>
                <a:cubicBezTo>
                  <a:pt x="3126581" y="1147191"/>
                  <a:pt x="3128391" y="1145381"/>
                  <a:pt x="3128391" y="1143191"/>
                </a:cubicBezTo>
                <a:cubicBezTo>
                  <a:pt x="3128391" y="1141000"/>
                  <a:pt x="3126581" y="1139190"/>
                  <a:pt x="3124391" y="1139190"/>
                </a:cubicBezTo>
                <a:cubicBezTo>
                  <a:pt x="3122200" y="1139190"/>
                  <a:pt x="3120390" y="1141000"/>
                  <a:pt x="3120390" y="1143191"/>
                </a:cubicBezTo>
                <a:cubicBezTo>
                  <a:pt x="3120390" y="1145381"/>
                  <a:pt x="3122200" y="1147191"/>
                  <a:pt x="3124391" y="1147191"/>
                </a:cubicBezTo>
                <a:close/>
                <a:moveTo>
                  <a:pt x="3200591" y="1146143"/>
                </a:moveTo>
                <a:cubicBezTo>
                  <a:pt x="3202210" y="1146143"/>
                  <a:pt x="3203543" y="1144810"/>
                  <a:pt x="3203543" y="1143191"/>
                </a:cubicBezTo>
                <a:cubicBezTo>
                  <a:pt x="3203543" y="1141571"/>
                  <a:pt x="3202210" y="1140238"/>
                  <a:pt x="3200591" y="1140238"/>
                </a:cubicBezTo>
                <a:cubicBezTo>
                  <a:pt x="3198971" y="1140238"/>
                  <a:pt x="3197638" y="1141571"/>
                  <a:pt x="3197638" y="1143191"/>
                </a:cubicBezTo>
                <a:cubicBezTo>
                  <a:pt x="3197638" y="1144810"/>
                  <a:pt x="3198971" y="1146143"/>
                  <a:pt x="3200591" y="1146143"/>
                </a:cubicBezTo>
                <a:close/>
                <a:moveTo>
                  <a:pt x="3276791" y="1145096"/>
                </a:moveTo>
                <a:cubicBezTo>
                  <a:pt x="3277838" y="1145096"/>
                  <a:pt x="3278696" y="1144238"/>
                  <a:pt x="3278696" y="1143191"/>
                </a:cubicBezTo>
                <a:cubicBezTo>
                  <a:pt x="3278696" y="1142143"/>
                  <a:pt x="3277838" y="1141286"/>
                  <a:pt x="3276791" y="1141286"/>
                </a:cubicBezTo>
                <a:cubicBezTo>
                  <a:pt x="3275743" y="1141286"/>
                  <a:pt x="3274886" y="1142143"/>
                  <a:pt x="3274886" y="1143191"/>
                </a:cubicBezTo>
                <a:cubicBezTo>
                  <a:pt x="3274886" y="1144238"/>
                  <a:pt x="3275743" y="1145096"/>
                  <a:pt x="3276791" y="1145096"/>
                </a:cubicBezTo>
                <a:close/>
                <a:moveTo>
                  <a:pt x="3352991" y="1144048"/>
                </a:moveTo>
                <a:cubicBezTo>
                  <a:pt x="3353467" y="1144048"/>
                  <a:pt x="3353848" y="1143667"/>
                  <a:pt x="3353848" y="1143191"/>
                </a:cubicBezTo>
                <a:cubicBezTo>
                  <a:pt x="3353848" y="1142714"/>
                  <a:pt x="3353467" y="1142333"/>
                  <a:pt x="3352991" y="1142333"/>
                </a:cubicBezTo>
                <a:cubicBezTo>
                  <a:pt x="3352514" y="1142333"/>
                  <a:pt x="3352133" y="1142714"/>
                  <a:pt x="3352133" y="1143191"/>
                </a:cubicBezTo>
                <a:cubicBezTo>
                  <a:pt x="3352133" y="1143667"/>
                  <a:pt x="3352514" y="1144048"/>
                  <a:pt x="3352991" y="1144048"/>
                </a:cubicBezTo>
                <a:close/>
                <a:moveTo>
                  <a:pt x="76391" y="1219581"/>
                </a:moveTo>
                <a:cubicBezTo>
                  <a:pt x="76486" y="1219581"/>
                  <a:pt x="76581" y="1219486"/>
                  <a:pt x="76581" y="1219391"/>
                </a:cubicBezTo>
                <a:cubicBezTo>
                  <a:pt x="76581" y="1219295"/>
                  <a:pt x="76486" y="1219200"/>
                  <a:pt x="76391" y="1219200"/>
                </a:cubicBezTo>
                <a:cubicBezTo>
                  <a:pt x="76295" y="1219200"/>
                  <a:pt x="76200" y="1219295"/>
                  <a:pt x="76200" y="1219391"/>
                </a:cubicBezTo>
                <a:cubicBezTo>
                  <a:pt x="76200" y="1219486"/>
                  <a:pt x="76295" y="1219581"/>
                  <a:pt x="76391" y="1219581"/>
                </a:cubicBezTo>
                <a:close/>
                <a:moveTo>
                  <a:pt x="152591" y="1220438"/>
                </a:moveTo>
                <a:cubicBezTo>
                  <a:pt x="153162" y="1220438"/>
                  <a:pt x="153638" y="1219962"/>
                  <a:pt x="153638" y="1219391"/>
                </a:cubicBezTo>
                <a:cubicBezTo>
                  <a:pt x="153638" y="1218819"/>
                  <a:pt x="153162" y="1218343"/>
                  <a:pt x="152591" y="1218343"/>
                </a:cubicBezTo>
                <a:cubicBezTo>
                  <a:pt x="152019" y="1218343"/>
                  <a:pt x="151543" y="1218819"/>
                  <a:pt x="151543" y="1219391"/>
                </a:cubicBezTo>
                <a:cubicBezTo>
                  <a:pt x="151543" y="1219962"/>
                  <a:pt x="152019" y="1220438"/>
                  <a:pt x="152591" y="1220438"/>
                </a:cubicBezTo>
                <a:close/>
                <a:moveTo>
                  <a:pt x="228791" y="1221486"/>
                </a:moveTo>
                <a:cubicBezTo>
                  <a:pt x="229934" y="1221486"/>
                  <a:pt x="230886" y="1220534"/>
                  <a:pt x="230886" y="1219391"/>
                </a:cubicBezTo>
                <a:cubicBezTo>
                  <a:pt x="230886" y="1218248"/>
                  <a:pt x="229934" y="1217295"/>
                  <a:pt x="228791" y="1217295"/>
                </a:cubicBezTo>
                <a:cubicBezTo>
                  <a:pt x="227648" y="1217295"/>
                  <a:pt x="226695" y="1218248"/>
                  <a:pt x="226695" y="1219391"/>
                </a:cubicBezTo>
                <a:cubicBezTo>
                  <a:pt x="226695" y="1220534"/>
                  <a:pt x="227648" y="1221486"/>
                  <a:pt x="228791" y="1221486"/>
                </a:cubicBezTo>
                <a:close/>
                <a:moveTo>
                  <a:pt x="304991" y="1222820"/>
                </a:moveTo>
                <a:cubicBezTo>
                  <a:pt x="306896" y="1222820"/>
                  <a:pt x="308324" y="1221296"/>
                  <a:pt x="308324" y="1219486"/>
                </a:cubicBezTo>
                <a:cubicBezTo>
                  <a:pt x="308324" y="1217676"/>
                  <a:pt x="306800" y="1216057"/>
                  <a:pt x="304991" y="1216057"/>
                </a:cubicBezTo>
                <a:cubicBezTo>
                  <a:pt x="303086" y="1216057"/>
                  <a:pt x="301562" y="1217581"/>
                  <a:pt x="301562" y="1219486"/>
                </a:cubicBezTo>
                <a:cubicBezTo>
                  <a:pt x="301562" y="1221391"/>
                  <a:pt x="303181" y="1222820"/>
                  <a:pt x="304991" y="1222820"/>
                </a:cubicBezTo>
                <a:close/>
                <a:moveTo>
                  <a:pt x="381191" y="1223867"/>
                </a:moveTo>
                <a:cubicBezTo>
                  <a:pt x="383667" y="1223867"/>
                  <a:pt x="385667" y="1221867"/>
                  <a:pt x="385667" y="1219391"/>
                </a:cubicBezTo>
                <a:cubicBezTo>
                  <a:pt x="385667" y="1216914"/>
                  <a:pt x="383667" y="1214914"/>
                  <a:pt x="381191" y="1214914"/>
                </a:cubicBezTo>
                <a:cubicBezTo>
                  <a:pt x="378714" y="1214914"/>
                  <a:pt x="376714" y="1216914"/>
                  <a:pt x="376714" y="1219391"/>
                </a:cubicBezTo>
                <a:cubicBezTo>
                  <a:pt x="376809" y="1221867"/>
                  <a:pt x="378714" y="1223867"/>
                  <a:pt x="381191" y="1223867"/>
                </a:cubicBezTo>
                <a:close/>
                <a:moveTo>
                  <a:pt x="457391" y="1224915"/>
                </a:moveTo>
                <a:cubicBezTo>
                  <a:pt x="460439" y="1224915"/>
                  <a:pt x="462915" y="1222439"/>
                  <a:pt x="462915" y="1219391"/>
                </a:cubicBezTo>
                <a:cubicBezTo>
                  <a:pt x="462915" y="1216343"/>
                  <a:pt x="460439" y="1213866"/>
                  <a:pt x="457391" y="1213866"/>
                </a:cubicBezTo>
                <a:cubicBezTo>
                  <a:pt x="454343" y="1213866"/>
                  <a:pt x="451866" y="1216343"/>
                  <a:pt x="451866" y="1219391"/>
                </a:cubicBezTo>
                <a:cubicBezTo>
                  <a:pt x="451961" y="1222439"/>
                  <a:pt x="454343" y="1224915"/>
                  <a:pt x="457391" y="1224915"/>
                </a:cubicBezTo>
                <a:close/>
                <a:moveTo>
                  <a:pt x="533591" y="1225963"/>
                </a:moveTo>
                <a:cubicBezTo>
                  <a:pt x="537210" y="1225963"/>
                  <a:pt x="540163" y="1223010"/>
                  <a:pt x="540163" y="1219391"/>
                </a:cubicBezTo>
                <a:cubicBezTo>
                  <a:pt x="540163" y="1215771"/>
                  <a:pt x="537210" y="1212818"/>
                  <a:pt x="533591" y="1212818"/>
                </a:cubicBezTo>
                <a:cubicBezTo>
                  <a:pt x="529971" y="1212818"/>
                  <a:pt x="527018" y="1215771"/>
                  <a:pt x="527018" y="1219391"/>
                </a:cubicBezTo>
                <a:cubicBezTo>
                  <a:pt x="527018" y="1223010"/>
                  <a:pt x="529971" y="1225963"/>
                  <a:pt x="533591" y="1225963"/>
                </a:cubicBezTo>
                <a:close/>
                <a:moveTo>
                  <a:pt x="609790" y="1227011"/>
                </a:moveTo>
                <a:cubicBezTo>
                  <a:pt x="613982" y="1227011"/>
                  <a:pt x="617411" y="1223582"/>
                  <a:pt x="617411" y="1219391"/>
                </a:cubicBezTo>
                <a:cubicBezTo>
                  <a:pt x="617411" y="1215200"/>
                  <a:pt x="613982" y="1211771"/>
                  <a:pt x="609790" y="1211771"/>
                </a:cubicBezTo>
                <a:cubicBezTo>
                  <a:pt x="605600" y="1211771"/>
                  <a:pt x="602171" y="1215200"/>
                  <a:pt x="602171" y="1219391"/>
                </a:cubicBezTo>
                <a:cubicBezTo>
                  <a:pt x="602171" y="1223582"/>
                  <a:pt x="605600" y="1227011"/>
                  <a:pt x="609790" y="1227011"/>
                </a:cubicBezTo>
                <a:close/>
                <a:moveTo>
                  <a:pt x="685990" y="1228058"/>
                </a:moveTo>
                <a:cubicBezTo>
                  <a:pt x="690753" y="1228058"/>
                  <a:pt x="694658" y="1224153"/>
                  <a:pt x="694658" y="1219391"/>
                </a:cubicBezTo>
                <a:cubicBezTo>
                  <a:pt x="694658" y="1214628"/>
                  <a:pt x="690753" y="1210723"/>
                  <a:pt x="685990" y="1210723"/>
                </a:cubicBezTo>
                <a:cubicBezTo>
                  <a:pt x="681228" y="1210723"/>
                  <a:pt x="677323" y="1214628"/>
                  <a:pt x="677323" y="1219391"/>
                </a:cubicBezTo>
                <a:cubicBezTo>
                  <a:pt x="677323" y="1224153"/>
                  <a:pt x="681228" y="1228058"/>
                  <a:pt x="685990" y="1228058"/>
                </a:cubicBezTo>
                <a:close/>
                <a:moveTo>
                  <a:pt x="762190" y="1229106"/>
                </a:moveTo>
                <a:cubicBezTo>
                  <a:pt x="767525" y="1229106"/>
                  <a:pt x="771906" y="1224725"/>
                  <a:pt x="771906" y="1219391"/>
                </a:cubicBezTo>
                <a:cubicBezTo>
                  <a:pt x="771906" y="1214057"/>
                  <a:pt x="767620" y="1209675"/>
                  <a:pt x="762190" y="1209675"/>
                </a:cubicBezTo>
                <a:cubicBezTo>
                  <a:pt x="756761" y="1209675"/>
                  <a:pt x="752475" y="1214057"/>
                  <a:pt x="752475" y="1219391"/>
                </a:cubicBezTo>
                <a:cubicBezTo>
                  <a:pt x="752475" y="1224725"/>
                  <a:pt x="756857" y="1229106"/>
                  <a:pt x="762190" y="1229106"/>
                </a:cubicBezTo>
                <a:close/>
                <a:moveTo>
                  <a:pt x="838390" y="1230154"/>
                </a:moveTo>
                <a:cubicBezTo>
                  <a:pt x="844296" y="1230154"/>
                  <a:pt x="849154" y="1225296"/>
                  <a:pt x="849154" y="1219391"/>
                </a:cubicBezTo>
                <a:cubicBezTo>
                  <a:pt x="849154" y="1213485"/>
                  <a:pt x="844296" y="1208627"/>
                  <a:pt x="838390" y="1208627"/>
                </a:cubicBezTo>
                <a:cubicBezTo>
                  <a:pt x="832485" y="1208627"/>
                  <a:pt x="827627" y="1213485"/>
                  <a:pt x="827627" y="1219391"/>
                </a:cubicBezTo>
                <a:cubicBezTo>
                  <a:pt x="827627" y="1225296"/>
                  <a:pt x="832485" y="1230154"/>
                  <a:pt x="838390" y="1230154"/>
                </a:cubicBezTo>
                <a:close/>
                <a:moveTo>
                  <a:pt x="914590" y="1231202"/>
                </a:moveTo>
                <a:cubicBezTo>
                  <a:pt x="921163" y="1231202"/>
                  <a:pt x="926402" y="1225868"/>
                  <a:pt x="926402" y="1219391"/>
                </a:cubicBezTo>
                <a:cubicBezTo>
                  <a:pt x="926402" y="1212818"/>
                  <a:pt x="921068" y="1207580"/>
                  <a:pt x="914590" y="1207580"/>
                </a:cubicBezTo>
                <a:cubicBezTo>
                  <a:pt x="908018" y="1207580"/>
                  <a:pt x="902780" y="1212914"/>
                  <a:pt x="902780" y="1219391"/>
                </a:cubicBezTo>
                <a:cubicBezTo>
                  <a:pt x="902780" y="1225963"/>
                  <a:pt x="908113" y="1231202"/>
                  <a:pt x="914590" y="1231202"/>
                </a:cubicBezTo>
                <a:close/>
                <a:moveTo>
                  <a:pt x="990790" y="1232345"/>
                </a:moveTo>
                <a:cubicBezTo>
                  <a:pt x="997934" y="1232345"/>
                  <a:pt x="1003649" y="1226534"/>
                  <a:pt x="1003649" y="1219486"/>
                </a:cubicBezTo>
                <a:cubicBezTo>
                  <a:pt x="1003649" y="1212342"/>
                  <a:pt x="997839" y="1206627"/>
                  <a:pt x="990790" y="1206627"/>
                </a:cubicBezTo>
                <a:cubicBezTo>
                  <a:pt x="983647" y="1206627"/>
                  <a:pt x="977932" y="1212437"/>
                  <a:pt x="977932" y="1219486"/>
                </a:cubicBezTo>
                <a:cubicBezTo>
                  <a:pt x="977932" y="1226534"/>
                  <a:pt x="983647" y="1232345"/>
                  <a:pt x="990790" y="1232345"/>
                </a:cubicBezTo>
                <a:close/>
                <a:moveTo>
                  <a:pt x="1066991" y="1233107"/>
                </a:moveTo>
                <a:cubicBezTo>
                  <a:pt x="1074611" y="1233107"/>
                  <a:pt x="1080707" y="1226915"/>
                  <a:pt x="1080707" y="1219391"/>
                </a:cubicBezTo>
                <a:cubicBezTo>
                  <a:pt x="1080707" y="1211866"/>
                  <a:pt x="1074515" y="1205675"/>
                  <a:pt x="1066991" y="1205675"/>
                </a:cubicBezTo>
                <a:cubicBezTo>
                  <a:pt x="1059371" y="1205675"/>
                  <a:pt x="1053275" y="1211866"/>
                  <a:pt x="1053275" y="1219391"/>
                </a:cubicBezTo>
                <a:cubicBezTo>
                  <a:pt x="1053275" y="1226915"/>
                  <a:pt x="1059466" y="1233107"/>
                  <a:pt x="1066991" y="1233107"/>
                </a:cubicBezTo>
                <a:close/>
                <a:moveTo>
                  <a:pt x="1143191" y="1233964"/>
                </a:moveTo>
                <a:cubicBezTo>
                  <a:pt x="1151287" y="1233964"/>
                  <a:pt x="1157764" y="1227392"/>
                  <a:pt x="1157764" y="1219391"/>
                </a:cubicBezTo>
                <a:cubicBezTo>
                  <a:pt x="1157764" y="1211390"/>
                  <a:pt x="1151192" y="1204817"/>
                  <a:pt x="1143191" y="1204817"/>
                </a:cubicBezTo>
                <a:cubicBezTo>
                  <a:pt x="1135190" y="1204817"/>
                  <a:pt x="1128617" y="1211390"/>
                  <a:pt x="1128617" y="1219391"/>
                </a:cubicBezTo>
                <a:cubicBezTo>
                  <a:pt x="1128617" y="1227392"/>
                  <a:pt x="1135190" y="1233964"/>
                  <a:pt x="1143191" y="1233964"/>
                </a:cubicBezTo>
                <a:close/>
                <a:moveTo>
                  <a:pt x="1219391" y="1234821"/>
                </a:moveTo>
                <a:cubicBezTo>
                  <a:pt x="1227868" y="1234821"/>
                  <a:pt x="1234821" y="1227868"/>
                  <a:pt x="1234821" y="1219391"/>
                </a:cubicBezTo>
                <a:cubicBezTo>
                  <a:pt x="1234821" y="1210913"/>
                  <a:pt x="1227868" y="1203960"/>
                  <a:pt x="1219391" y="1203960"/>
                </a:cubicBezTo>
                <a:cubicBezTo>
                  <a:pt x="1210913" y="1203960"/>
                  <a:pt x="1203960" y="1210818"/>
                  <a:pt x="1203960" y="1219391"/>
                </a:cubicBezTo>
                <a:cubicBezTo>
                  <a:pt x="1203960" y="1227963"/>
                  <a:pt x="1210913" y="1234821"/>
                  <a:pt x="1219391" y="1234821"/>
                </a:cubicBezTo>
                <a:close/>
                <a:moveTo>
                  <a:pt x="1295591" y="1235678"/>
                </a:moveTo>
                <a:cubicBezTo>
                  <a:pt x="1304544" y="1235678"/>
                  <a:pt x="1311878" y="1228439"/>
                  <a:pt x="1311878" y="1219391"/>
                </a:cubicBezTo>
                <a:cubicBezTo>
                  <a:pt x="1311878" y="1210342"/>
                  <a:pt x="1304639" y="1203103"/>
                  <a:pt x="1295591" y="1203103"/>
                </a:cubicBezTo>
                <a:cubicBezTo>
                  <a:pt x="1286542" y="1203103"/>
                  <a:pt x="1279303" y="1210342"/>
                  <a:pt x="1279303" y="1219391"/>
                </a:cubicBezTo>
                <a:cubicBezTo>
                  <a:pt x="1279303" y="1228439"/>
                  <a:pt x="1286637" y="1235678"/>
                  <a:pt x="1295591" y="1235678"/>
                </a:cubicBezTo>
                <a:close/>
                <a:moveTo>
                  <a:pt x="1371791" y="1236345"/>
                </a:moveTo>
                <a:cubicBezTo>
                  <a:pt x="1381125" y="1236345"/>
                  <a:pt x="1388650" y="1228820"/>
                  <a:pt x="1388650" y="1219486"/>
                </a:cubicBezTo>
                <a:cubicBezTo>
                  <a:pt x="1388650" y="1210151"/>
                  <a:pt x="1381125" y="1202627"/>
                  <a:pt x="1371791" y="1202627"/>
                </a:cubicBezTo>
                <a:cubicBezTo>
                  <a:pt x="1362456" y="1202627"/>
                  <a:pt x="1354931" y="1210151"/>
                  <a:pt x="1354931" y="1219486"/>
                </a:cubicBezTo>
                <a:cubicBezTo>
                  <a:pt x="1354931" y="1228725"/>
                  <a:pt x="1362456" y="1236345"/>
                  <a:pt x="1371791" y="1236345"/>
                </a:cubicBezTo>
                <a:close/>
                <a:moveTo>
                  <a:pt x="1447991" y="1236917"/>
                </a:moveTo>
                <a:cubicBezTo>
                  <a:pt x="1457706" y="1236917"/>
                  <a:pt x="1465517" y="1229106"/>
                  <a:pt x="1465517" y="1219391"/>
                </a:cubicBezTo>
                <a:cubicBezTo>
                  <a:pt x="1465517" y="1209675"/>
                  <a:pt x="1457706" y="1201865"/>
                  <a:pt x="1447991" y="1201865"/>
                </a:cubicBezTo>
                <a:cubicBezTo>
                  <a:pt x="1438275" y="1201865"/>
                  <a:pt x="1430464" y="1209675"/>
                  <a:pt x="1430464" y="1219391"/>
                </a:cubicBezTo>
                <a:cubicBezTo>
                  <a:pt x="1430464" y="1229106"/>
                  <a:pt x="1438370" y="1236917"/>
                  <a:pt x="1447991" y="1236917"/>
                </a:cubicBezTo>
                <a:close/>
                <a:moveTo>
                  <a:pt x="1524191" y="1237583"/>
                </a:moveTo>
                <a:cubicBezTo>
                  <a:pt x="1534192" y="1237583"/>
                  <a:pt x="1542383" y="1229487"/>
                  <a:pt x="1542383" y="1219391"/>
                </a:cubicBezTo>
                <a:cubicBezTo>
                  <a:pt x="1542383" y="1209389"/>
                  <a:pt x="1534287" y="1201198"/>
                  <a:pt x="1524191" y="1201198"/>
                </a:cubicBezTo>
                <a:cubicBezTo>
                  <a:pt x="1514189" y="1201198"/>
                  <a:pt x="1505998" y="1209294"/>
                  <a:pt x="1505998" y="1219391"/>
                </a:cubicBezTo>
                <a:cubicBezTo>
                  <a:pt x="1505998" y="1229487"/>
                  <a:pt x="1514189" y="1237583"/>
                  <a:pt x="1524191" y="1237583"/>
                </a:cubicBezTo>
                <a:close/>
                <a:moveTo>
                  <a:pt x="1600391" y="1237964"/>
                </a:moveTo>
                <a:cubicBezTo>
                  <a:pt x="1610678" y="1237964"/>
                  <a:pt x="1618964" y="1229678"/>
                  <a:pt x="1618964" y="1219391"/>
                </a:cubicBezTo>
                <a:cubicBezTo>
                  <a:pt x="1618964" y="1209104"/>
                  <a:pt x="1610678" y="1200817"/>
                  <a:pt x="1600391" y="1200817"/>
                </a:cubicBezTo>
                <a:cubicBezTo>
                  <a:pt x="1590104" y="1200817"/>
                  <a:pt x="1581817" y="1209104"/>
                  <a:pt x="1581817" y="1219391"/>
                </a:cubicBezTo>
                <a:cubicBezTo>
                  <a:pt x="1581817" y="1229678"/>
                  <a:pt x="1590104" y="1237964"/>
                  <a:pt x="1600391" y="1237964"/>
                </a:cubicBezTo>
                <a:close/>
                <a:moveTo>
                  <a:pt x="1676591" y="1238250"/>
                </a:moveTo>
                <a:cubicBezTo>
                  <a:pt x="1686973" y="1238250"/>
                  <a:pt x="1695355" y="1229868"/>
                  <a:pt x="1695355" y="1219486"/>
                </a:cubicBezTo>
                <a:cubicBezTo>
                  <a:pt x="1695355" y="1209104"/>
                  <a:pt x="1686973" y="1200722"/>
                  <a:pt x="1676591" y="1200722"/>
                </a:cubicBezTo>
                <a:cubicBezTo>
                  <a:pt x="1666208" y="1200722"/>
                  <a:pt x="1657826" y="1209104"/>
                  <a:pt x="1657826" y="1219486"/>
                </a:cubicBezTo>
                <a:cubicBezTo>
                  <a:pt x="1657826" y="1229773"/>
                  <a:pt x="1666208" y="1238250"/>
                  <a:pt x="1676591" y="1238250"/>
                </a:cubicBezTo>
                <a:close/>
                <a:moveTo>
                  <a:pt x="1752791" y="1238441"/>
                </a:moveTo>
                <a:cubicBezTo>
                  <a:pt x="1763268" y="1238441"/>
                  <a:pt x="1771841" y="1229963"/>
                  <a:pt x="1771841" y="1219391"/>
                </a:cubicBezTo>
                <a:cubicBezTo>
                  <a:pt x="1771841" y="1208913"/>
                  <a:pt x="1763363" y="1200341"/>
                  <a:pt x="1752791" y="1200341"/>
                </a:cubicBezTo>
                <a:cubicBezTo>
                  <a:pt x="1742313" y="1200341"/>
                  <a:pt x="1733741" y="1208818"/>
                  <a:pt x="1733741" y="1219391"/>
                </a:cubicBezTo>
                <a:cubicBezTo>
                  <a:pt x="1733836" y="1229868"/>
                  <a:pt x="1742313" y="1238441"/>
                  <a:pt x="1752791" y="1238441"/>
                </a:cubicBezTo>
                <a:close/>
                <a:moveTo>
                  <a:pt x="1828991" y="1238250"/>
                </a:moveTo>
                <a:cubicBezTo>
                  <a:pt x="1839373" y="1238250"/>
                  <a:pt x="1847755" y="1229868"/>
                  <a:pt x="1847755" y="1219486"/>
                </a:cubicBezTo>
                <a:cubicBezTo>
                  <a:pt x="1847755" y="1209104"/>
                  <a:pt x="1839373" y="1200722"/>
                  <a:pt x="1828991" y="1200722"/>
                </a:cubicBezTo>
                <a:cubicBezTo>
                  <a:pt x="1818608" y="1200722"/>
                  <a:pt x="1810226" y="1209104"/>
                  <a:pt x="1810226" y="1219486"/>
                </a:cubicBezTo>
                <a:cubicBezTo>
                  <a:pt x="1810226" y="1229773"/>
                  <a:pt x="1818608" y="1238250"/>
                  <a:pt x="1828991" y="1238250"/>
                </a:cubicBezTo>
                <a:close/>
                <a:moveTo>
                  <a:pt x="1905191" y="1237964"/>
                </a:moveTo>
                <a:cubicBezTo>
                  <a:pt x="1915478" y="1237964"/>
                  <a:pt x="1923764" y="1229678"/>
                  <a:pt x="1923764" y="1219391"/>
                </a:cubicBezTo>
                <a:cubicBezTo>
                  <a:pt x="1923764" y="1209104"/>
                  <a:pt x="1915478" y="1200817"/>
                  <a:pt x="1905191" y="1200817"/>
                </a:cubicBezTo>
                <a:cubicBezTo>
                  <a:pt x="1894904" y="1200817"/>
                  <a:pt x="1886617" y="1209104"/>
                  <a:pt x="1886617" y="1219391"/>
                </a:cubicBezTo>
                <a:cubicBezTo>
                  <a:pt x="1886617" y="1229678"/>
                  <a:pt x="1894904" y="1237964"/>
                  <a:pt x="1905191" y="1237964"/>
                </a:cubicBezTo>
                <a:close/>
                <a:moveTo>
                  <a:pt x="1981391" y="1237583"/>
                </a:moveTo>
                <a:cubicBezTo>
                  <a:pt x="1991392" y="1237583"/>
                  <a:pt x="1999583" y="1229487"/>
                  <a:pt x="1999583" y="1219391"/>
                </a:cubicBezTo>
                <a:cubicBezTo>
                  <a:pt x="1999583" y="1209389"/>
                  <a:pt x="1991487" y="1201198"/>
                  <a:pt x="1981391" y="1201198"/>
                </a:cubicBezTo>
                <a:cubicBezTo>
                  <a:pt x="1971389" y="1201198"/>
                  <a:pt x="1963198" y="1209294"/>
                  <a:pt x="1963198" y="1219391"/>
                </a:cubicBezTo>
                <a:cubicBezTo>
                  <a:pt x="1963198" y="1229487"/>
                  <a:pt x="1971389" y="1237583"/>
                  <a:pt x="1981391" y="1237583"/>
                </a:cubicBezTo>
                <a:close/>
                <a:moveTo>
                  <a:pt x="2057591" y="1237202"/>
                </a:moveTo>
                <a:cubicBezTo>
                  <a:pt x="2067401" y="1237202"/>
                  <a:pt x="2075307" y="1229297"/>
                  <a:pt x="2075307" y="1219486"/>
                </a:cubicBezTo>
                <a:cubicBezTo>
                  <a:pt x="2075307" y="1209675"/>
                  <a:pt x="2067401" y="1201769"/>
                  <a:pt x="2057591" y="1201769"/>
                </a:cubicBezTo>
                <a:cubicBezTo>
                  <a:pt x="2047780" y="1201769"/>
                  <a:pt x="2039874" y="1209675"/>
                  <a:pt x="2039874" y="1219486"/>
                </a:cubicBezTo>
                <a:cubicBezTo>
                  <a:pt x="2039874" y="1229201"/>
                  <a:pt x="2047780" y="1237202"/>
                  <a:pt x="2057591" y="1237202"/>
                </a:cubicBezTo>
                <a:close/>
                <a:moveTo>
                  <a:pt x="2133791" y="1236536"/>
                </a:moveTo>
                <a:cubicBezTo>
                  <a:pt x="2143220" y="1236536"/>
                  <a:pt x="2150936" y="1228916"/>
                  <a:pt x="2150936" y="1219391"/>
                </a:cubicBezTo>
                <a:cubicBezTo>
                  <a:pt x="2150936" y="1209866"/>
                  <a:pt x="2143316" y="1202246"/>
                  <a:pt x="2133791" y="1202246"/>
                </a:cubicBezTo>
                <a:cubicBezTo>
                  <a:pt x="2124266" y="1202246"/>
                  <a:pt x="2116646" y="1209866"/>
                  <a:pt x="2116646" y="1219391"/>
                </a:cubicBezTo>
                <a:cubicBezTo>
                  <a:pt x="2116646" y="1228916"/>
                  <a:pt x="2124361" y="1236536"/>
                  <a:pt x="2133791" y="1236536"/>
                </a:cubicBezTo>
                <a:close/>
                <a:moveTo>
                  <a:pt x="2209991" y="1235678"/>
                </a:moveTo>
                <a:cubicBezTo>
                  <a:pt x="2218944" y="1235678"/>
                  <a:pt x="2226278" y="1228439"/>
                  <a:pt x="2226278" y="1219391"/>
                </a:cubicBezTo>
                <a:cubicBezTo>
                  <a:pt x="2226278" y="1210342"/>
                  <a:pt x="2219039" y="1203103"/>
                  <a:pt x="2209991" y="1203103"/>
                </a:cubicBezTo>
                <a:cubicBezTo>
                  <a:pt x="2200942" y="1203103"/>
                  <a:pt x="2193703" y="1210342"/>
                  <a:pt x="2193703" y="1219391"/>
                </a:cubicBezTo>
                <a:cubicBezTo>
                  <a:pt x="2193703" y="1228439"/>
                  <a:pt x="2201037" y="1235678"/>
                  <a:pt x="2209991" y="1235678"/>
                </a:cubicBezTo>
                <a:close/>
                <a:moveTo>
                  <a:pt x="2286191" y="1235012"/>
                </a:moveTo>
                <a:cubicBezTo>
                  <a:pt x="2294858" y="1235012"/>
                  <a:pt x="2301812" y="1227963"/>
                  <a:pt x="2301812" y="1219391"/>
                </a:cubicBezTo>
                <a:cubicBezTo>
                  <a:pt x="2301812" y="1210818"/>
                  <a:pt x="2294763" y="1203770"/>
                  <a:pt x="2286191" y="1203770"/>
                </a:cubicBezTo>
                <a:cubicBezTo>
                  <a:pt x="2277618" y="1203770"/>
                  <a:pt x="2270570" y="1210818"/>
                  <a:pt x="2270570" y="1219391"/>
                </a:cubicBezTo>
                <a:cubicBezTo>
                  <a:pt x="2270570" y="1227963"/>
                  <a:pt x="2277618" y="1235012"/>
                  <a:pt x="2286191" y="1235012"/>
                </a:cubicBezTo>
                <a:close/>
                <a:moveTo>
                  <a:pt x="2362391" y="1234250"/>
                </a:moveTo>
                <a:cubicBezTo>
                  <a:pt x="2370582" y="1234250"/>
                  <a:pt x="2377154" y="1227582"/>
                  <a:pt x="2377154" y="1219486"/>
                </a:cubicBezTo>
                <a:cubicBezTo>
                  <a:pt x="2377154" y="1211390"/>
                  <a:pt x="2370487" y="1204722"/>
                  <a:pt x="2362391" y="1204722"/>
                </a:cubicBezTo>
                <a:cubicBezTo>
                  <a:pt x="2354294" y="1204722"/>
                  <a:pt x="2347627" y="1211390"/>
                  <a:pt x="2347627" y="1219486"/>
                </a:cubicBezTo>
                <a:cubicBezTo>
                  <a:pt x="2347627" y="1227582"/>
                  <a:pt x="2354199" y="1234250"/>
                  <a:pt x="2362391" y="1234250"/>
                </a:cubicBezTo>
                <a:close/>
                <a:moveTo>
                  <a:pt x="2438591" y="1233107"/>
                </a:moveTo>
                <a:cubicBezTo>
                  <a:pt x="2446211" y="1233107"/>
                  <a:pt x="2452307" y="1226915"/>
                  <a:pt x="2452307" y="1219391"/>
                </a:cubicBezTo>
                <a:cubicBezTo>
                  <a:pt x="2452307" y="1211866"/>
                  <a:pt x="2446115" y="1205675"/>
                  <a:pt x="2438591" y="1205675"/>
                </a:cubicBezTo>
                <a:cubicBezTo>
                  <a:pt x="2430971" y="1205675"/>
                  <a:pt x="2424875" y="1211866"/>
                  <a:pt x="2424875" y="1219391"/>
                </a:cubicBezTo>
                <a:cubicBezTo>
                  <a:pt x="2424875" y="1226915"/>
                  <a:pt x="2431066" y="1233107"/>
                  <a:pt x="2438591" y="1233107"/>
                </a:cubicBezTo>
                <a:close/>
                <a:moveTo>
                  <a:pt x="2514791" y="1232345"/>
                </a:moveTo>
                <a:cubicBezTo>
                  <a:pt x="2521934" y="1232345"/>
                  <a:pt x="2527649" y="1226534"/>
                  <a:pt x="2527649" y="1219486"/>
                </a:cubicBezTo>
                <a:cubicBezTo>
                  <a:pt x="2527649" y="1212342"/>
                  <a:pt x="2521839" y="1206627"/>
                  <a:pt x="2514791" y="1206627"/>
                </a:cubicBezTo>
                <a:cubicBezTo>
                  <a:pt x="2507647" y="1206627"/>
                  <a:pt x="2501932" y="1212437"/>
                  <a:pt x="2501932" y="1219486"/>
                </a:cubicBezTo>
                <a:cubicBezTo>
                  <a:pt x="2501932" y="1226534"/>
                  <a:pt x="2507647" y="1232345"/>
                  <a:pt x="2514791" y="1232345"/>
                </a:cubicBezTo>
                <a:close/>
                <a:moveTo>
                  <a:pt x="2590991" y="1231202"/>
                </a:moveTo>
                <a:cubicBezTo>
                  <a:pt x="2597563" y="1231202"/>
                  <a:pt x="2602802" y="1225868"/>
                  <a:pt x="2602802" y="1219391"/>
                </a:cubicBezTo>
                <a:cubicBezTo>
                  <a:pt x="2602802" y="1212818"/>
                  <a:pt x="2597468" y="1207580"/>
                  <a:pt x="2590991" y="1207580"/>
                </a:cubicBezTo>
                <a:cubicBezTo>
                  <a:pt x="2584418" y="1207580"/>
                  <a:pt x="2579180" y="1212914"/>
                  <a:pt x="2579180" y="1219391"/>
                </a:cubicBezTo>
                <a:cubicBezTo>
                  <a:pt x="2579180" y="1225963"/>
                  <a:pt x="2584514" y="1231202"/>
                  <a:pt x="2590991" y="1231202"/>
                </a:cubicBezTo>
                <a:close/>
                <a:moveTo>
                  <a:pt x="2667191" y="1230439"/>
                </a:moveTo>
                <a:cubicBezTo>
                  <a:pt x="2673287" y="1230439"/>
                  <a:pt x="2678145" y="1225487"/>
                  <a:pt x="2678145" y="1219486"/>
                </a:cubicBezTo>
                <a:cubicBezTo>
                  <a:pt x="2678145" y="1213485"/>
                  <a:pt x="2673191" y="1208532"/>
                  <a:pt x="2667191" y="1208532"/>
                </a:cubicBezTo>
                <a:cubicBezTo>
                  <a:pt x="2661095" y="1208532"/>
                  <a:pt x="2656237" y="1213485"/>
                  <a:pt x="2656237" y="1219486"/>
                </a:cubicBezTo>
                <a:cubicBezTo>
                  <a:pt x="2656237" y="1225487"/>
                  <a:pt x="2661190" y="1230439"/>
                  <a:pt x="2667191" y="1230439"/>
                </a:cubicBezTo>
                <a:close/>
                <a:moveTo>
                  <a:pt x="2743391" y="1229297"/>
                </a:moveTo>
                <a:cubicBezTo>
                  <a:pt x="2748915" y="1229297"/>
                  <a:pt x="2753297" y="1224820"/>
                  <a:pt x="2753297" y="1219391"/>
                </a:cubicBezTo>
                <a:cubicBezTo>
                  <a:pt x="2753297" y="1213866"/>
                  <a:pt x="2748820" y="1209485"/>
                  <a:pt x="2743391" y="1209485"/>
                </a:cubicBezTo>
                <a:cubicBezTo>
                  <a:pt x="2737866" y="1209485"/>
                  <a:pt x="2733485" y="1213961"/>
                  <a:pt x="2733485" y="1219391"/>
                </a:cubicBezTo>
                <a:cubicBezTo>
                  <a:pt x="2733485" y="1224915"/>
                  <a:pt x="2737961" y="1229297"/>
                  <a:pt x="2743391" y="1229297"/>
                </a:cubicBezTo>
                <a:close/>
                <a:moveTo>
                  <a:pt x="2819591" y="1228249"/>
                </a:moveTo>
                <a:cubicBezTo>
                  <a:pt x="2824448" y="1228249"/>
                  <a:pt x="2828449" y="1224248"/>
                  <a:pt x="2828449" y="1219391"/>
                </a:cubicBezTo>
                <a:cubicBezTo>
                  <a:pt x="2828449" y="1214533"/>
                  <a:pt x="2824448" y="1210532"/>
                  <a:pt x="2819591" y="1210532"/>
                </a:cubicBezTo>
                <a:cubicBezTo>
                  <a:pt x="2814733" y="1210532"/>
                  <a:pt x="2810732" y="1214533"/>
                  <a:pt x="2810732" y="1219391"/>
                </a:cubicBezTo>
                <a:cubicBezTo>
                  <a:pt x="2810732" y="1224248"/>
                  <a:pt x="2814733" y="1228249"/>
                  <a:pt x="2819591" y="1228249"/>
                </a:cubicBezTo>
                <a:close/>
                <a:moveTo>
                  <a:pt x="2895791" y="1227201"/>
                </a:moveTo>
                <a:cubicBezTo>
                  <a:pt x="2900077" y="1227201"/>
                  <a:pt x="2903601" y="1223677"/>
                  <a:pt x="2903601" y="1219391"/>
                </a:cubicBezTo>
                <a:cubicBezTo>
                  <a:pt x="2903601" y="1215104"/>
                  <a:pt x="2900077" y="1211580"/>
                  <a:pt x="2895791" y="1211580"/>
                </a:cubicBezTo>
                <a:cubicBezTo>
                  <a:pt x="2891504" y="1211580"/>
                  <a:pt x="2887980" y="1215104"/>
                  <a:pt x="2887980" y="1219391"/>
                </a:cubicBezTo>
                <a:cubicBezTo>
                  <a:pt x="2887980" y="1223772"/>
                  <a:pt x="2891504" y="1227201"/>
                  <a:pt x="2895791" y="1227201"/>
                </a:cubicBezTo>
                <a:close/>
                <a:moveTo>
                  <a:pt x="2971991" y="1226153"/>
                </a:moveTo>
                <a:cubicBezTo>
                  <a:pt x="2975705" y="1226153"/>
                  <a:pt x="2978753" y="1223105"/>
                  <a:pt x="2978753" y="1219391"/>
                </a:cubicBezTo>
                <a:cubicBezTo>
                  <a:pt x="2978753" y="1215676"/>
                  <a:pt x="2975705" y="1212628"/>
                  <a:pt x="2971991" y="1212628"/>
                </a:cubicBezTo>
                <a:cubicBezTo>
                  <a:pt x="2968276" y="1212628"/>
                  <a:pt x="2965228" y="1215676"/>
                  <a:pt x="2965228" y="1219391"/>
                </a:cubicBezTo>
                <a:cubicBezTo>
                  <a:pt x="2965228" y="1223105"/>
                  <a:pt x="2968276" y="1226153"/>
                  <a:pt x="2971991" y="1226153"/>
                </a:cubicBezTo>
                <a:close/>
                <a:moveTo>
                  <a:pt x="3048191" y="1224915"/>
                </a:moveTo>
                <a:cubicBezTo>
                  <a:pt x="3051239" y="1224915"/>
                  <a:pt x="3053715" y="1222439"/>
                  <a:pt x="3053715" y="1219391"/>
                </a:cubicBezTo>
                <a:cubicBezTo>
                  <a:pt x="3053715" y="1216343"/>
                  <a:pt x="3051239" y="1213866"/>
                  <a:pt x="3048191" y="1213866"/>
                </a:cubicBezTo>
                <a:cubicBezTo>
                  <a:pt x="3045143" y="1213866"/>
                  <a:pt x="3042666" y="1216343"/>
                  <a:pt x="3042666" y="1219391"/>
                </a:cubicBezTo>
                <a:cubicBezTo>
                  <a:pt x="3042761" y="1222439"/>
                  <a:pt x="3045143" y="1224915"/>
                  <a:pt x="3048191" y="1224915"/>
                </a:cubicBezTo>
                <a:close/>
                <a:moveTo>
                  <a:pt x="3124391" y="1223867"/>
                </a:moveTo>
                <a:cubicBezTo>
                  <a:pt x="3126867" y="1223867"/>
                  <a:pt x="3128867" y="1221867"/>
                  <a:pt x="3128867" y="1219391"/>
                </a:cubicBezTo>
                <a:cubicBezTo>
                  <a:pt x="3128867" y="1216914"/>
                  <a:pt x="3126867" y="1214914"/>
                  <a:pt x="3124391" y="1214914"/>
                </a:cubicBezTo>
                <a:cubicBezTo>
                  <a:pt x="3121914" y="1214914"/>
                  <a:pt x="3119914" y="1216914"/>
                  <a:pt x="3119914" y="1219391"/>
                </a:cubicBezTo>
                <a:cubicBezTo>
                  <a:pt x="3120009" y="1221867"/>
                  <a:pt x="3121914" y="1223867"/>
                  <a:pt x="3124391" y="1223867"/>
                </a:cubicBezTo>
                <a:close/>
                <a:moveTo>
                  <a:pt x="3200591" y="1222820"/>
                </a:moveTo>
                <a:cubicBezTo>
                  <a:pt x="3202496" y="1222820"/>
                  <a:pt x="3203924" y="1221296"/>
                  <a:pt x="3203924" y="1219486"/>
                </a:cubicBezTo>
                <a:cubicBezTo>
                  <a:pt x="3203924" y="1217676"/>
                  <a:pt x="3202400" y="1216057"/>
                  <a:pt x="3200591" y="1216057"/>
                </a:cubicBezTo>
                <a:cubicBezTo>
                  <a:pt x="3198686" y="1216057"/>
                  <a:pt x="3197257" y="1217581"/>
                  <a:pt x="3197257" y="1219486"/>
                </a:cubicBezTo>
                <a:cubicBezTo>
                  <a:pt x="3197257" y="1221391"/>
                  <a:pt x="3198781" y="1222820"/>
                  <a:pt x="3200591" y="1222820"/>
                </a:cubicBezTo>
                <a:close/>
                <a:moveTo>
                  <a:pt x="3276791" y="1221772"/>
                </a:moveTo>
                <a:cubicBezTo>
                  <a:pt x="3278029" y="1221772"/>
                  <a:pt x="3279077" y="1220724"/>
                  <a:pt x="3279077" y="1219486"/>
                </a:cubicBezTo>
                <a:cubicBezTo>
                  <a:pt x="3279077" y="1218248"/>
                  <a:pt x="3278029" y="1217200"/>
                  <a:pt x="3276791" y="1217200"/>
                </a:cubicBezTo>
                <a:cubicBezTo>
                  <a:pt x="3275553" y="1217200"/>
                  <a:pt x="3274505" y="1218248"/>
                  <a:pt x="3274505" y="1219486"/>
                </a:cubicBezTo>
                <a:cubicBezTo>
                  <a:pt x="3274505" y="1220724"/>
                  <a:pt x="3275553" y="1221772"/>
                  <a:pt x="3276791" y="1221772"/>
                </a:cubicBezTo>
                <a:close/>
                <a:moveTo>
                  <a:pt x="3352991" y="1220724"/>
                </a:moveTo>
                <a:cubicBezTo>
                  <a:pt x="3353657" y="1220724"/>
                  <a:pt x="3354229" y="1220153"/>
                  <a:pt x="3354229" y="1219486"/>
                </a:cubicBezTo>
                <a:cubicBezTo>
                  <a:pt x="3354229" y="1218819"/>
                  <a:pt x="3353657" y="1218248"/>
                  <a:pt x="3352991" y="1218248"/>
                </a:cubicBezTo>
                <a:cubicBezTo>
                  <a:pt x="3352324" y="1218248"/>
                  <a:pt x="3351753" y="1218819"/>
                  <a:pt x="3351753" y="1219486"/>
                </a:cubicBezTo>
                <a:cubicBezTo>
                  <a:pt x="3351753" y="1220153"/>
                  <a:pt x="3352324" y="1220724"/>
                  <a:pt x="3352991" y="1220724"/>
                </a:cubicBezTo>
                <a:close/>
                <a:moveTo>
                  <a:pt x="3429191" y="1219581"/>
                </a:moveTo>
                <a:cubicBezTo>
                  <a:pt x="3429286" y="1219581"/>
                  <a:pt x="3429381" y="1219486"/>
                  <a:pt x="3429381" y="1219391"/>
                </a:cubicBezTo>
                <a:cubicBezTo>
                  <a:pt x="3429381" y="1219295"/>
                  <a:pt x="3429286" y="1219200"/>
                  <a:pt x="3429191" y="1219200"/>
                </a:cubicBezTo>
                <a:cubicBezTo>
                  <a:pt x="3429095" y="1219200"/>
                  <a:pt x="3429000" y="1219295"/>
                  <a:pt x="3429000" y="1219391"/>
                </a:cubicBezTo>
                <a:cubicBezTo>
                  <a:pt x="3429000" y="1219486"/>
                  <a:pt x="3429095" y="1219581"/>
                  <a:pt x="3429191" y="1219581"/>
                </a:cubicBezTo>
                <a:close/>
                <a:moveTo>
                  <a:pt x="76391" y="1296067"/>
                </a:moveTo>
                <a:cubicBezTo>
                  <a:pt x="76581" y="1296067"/>
                  <a:pt x="76772" y="1295876"/>
                  <a:pt x="76772" y="1295686"/>
                </a:cubicBezTo>
                <a:cubicBezTo>
                  <a:pt x="76772" y="1295495"/>
                  <a:pt x="76581" y="1295305"/>
                  <a:pt x="76391" y="1295305"/>
                </a:cubicBezTo>
                <a:cubicBezTo>
                  <a:pt x="76200" y="1295305"/>
                  <a:pt x="76010" y="1295495"/>
                  <a:pt x="76010" y="1295686"/>
                </a:cubicBezTo>
                <a:cubicBezTo>
                  <a:pt x="76010" y="1295876"/>
                  <a:pt x="76200" y="1296067"/>
                  <a:pt x="76391" y="1296067"/>
                </a:cubicBezTo>
                <a:close/>
                <a:moveTo>
                  <a:pt x="152591" y="1297114"/>
                </a:moveTo>
                <a:cubicBezTo>
                  <a:pt x="153448" y="1297114"/>
                  <a:pt x="154115" y="1296448"/>
                  <a:pt x="154115" y="1295591"/>
                </a:cubicBezTo>
                <a:cubicBezTo>
                  <a:pt x="154115" y="1294733"/>
                  <a:pt x="153448" y="1294067"/>
                  <a:pt x="152591" y="1294067"/>
                </a:cubicBezTo>
                <a:cubicBezTo>
                  <a:pt x="151733" y="1294067"/>
                  <a:pt x="151067" y="1294733"/>
                  <a:pt x="151067" y="1295591"/>
                </a:cubicBezTo>
                <a:cubicBezTo>
                  <a:pt x="151067" y="1296448"/>
                  <a:pt x="151829" y="1297114"/>
                  <a:pt x="152591" y="1297114"/>
                </a:cubicBezTo>
                <a:close/>
                <a:moveTo>
                  <a:pt x="228791" y="1298162"/>
                </a:moveTo>
                <a:cubicBezTo>
                  <a:pt x="230219" y="1298162"/>
                  <a:pt x="231362" y="1297019"/>
                  <a:pt x="231362" y="1295591"/>
                </a:cubicBezTo>
                <a:cubicBezTo>
                  <a:pt x="231362" y="1294162"/>
                  <a:pt x="230219" y="1293019"/>
                  <a:pt x="228791" y="1293019"/>
                </a:cubicBezTo>
                <a:cubicBezTo>
                  <a:pt x="227362" y="1293019"/>
                  <a:pt x="226219" y="1294162"/>
                  <a:pt x="226219" y="1295591"/>
                </a:cubicBezTo>
                <a:cubicBezTo>
                  <a:pt x="226219" y="1297019"/>
                  <a:pt x="227457" y="1298162"/>
                  <a:pt x="228791" y="1298162"/>
                </a:cubicBezTo>
                <a:close/>
                <a:moveTo>
                  <a:pt x="304991" y="1299210"/>
                </a:moveTo>
                <a:cubicBezTo>
                  <a:pt x="306991" y="1299210"/>
                  <a:pt x="308610" y="1297591"/>
                  <a:pt x="308610" y="1295591"/>
                </a:cubicBezTo>
                <a:cubicBezTo>
                  <a:pt x="308610" y="1293590"/>
                  <a:pt x="306991" y="1291971"/>
                  <a:pt x="304991" y="1291971"/>
                </a:cubicBezTo>
                <a:cubicBezTo>
                  <a:pt x="302990" y="1291971"/>
                  <a:pt x="301371" y="1293590"/>
                  <a:pt x="301371" y="1295591"/>
                </a:cubicBezTo>
                <a:cubicBezTo>
                  <a:pt x="301371" y="1297591"/>
                  <a:pt x="302990" y="1299210"/>
                  <a:pt x="304991" y="1299210"/>
                </a:cubicBezTo>
                <a:close/>
                <a:moveTo>
                  <a:pt x="381191" y="1300448"/>
                </a:moveTo>
                <a:cubicBezTo>
                  <a:pt x="383858" y="1300448"/>
                  <a:pt x="386048" y="1298258"/>
                  <a:pt x="386048" y="1295591"/>
                </a:cubicBezTo>
                <a:cubicBezTo>
                  <a:pt x="386048" y="1292924"/>
                  <a:pt x="383858" y="1290733"/>
                  <a:pt x="381191" y="1290733"/>
                </a:cubicBezTo>
                <a:cubicBezTo>
                  <a:pt x="378524" y="1290733"/>
                  <a:pt x="376333" y="1292924"/>
                  <a:pt x="376333" y="1295591"/>
                </a:cubicBezTo>
                <a:cubicBezTo>
                  <a:pt x="376333" y="1298258"/>
                  <a:pt x="378524" y="1300448"/>
                  <a:pt x="381191" y="1300448"/>
                </a:cubicBezTo>
                <a:close/>
                <a:moveTo>
                  <a:pt x="457391" y="1301496"/>
                </a:moveTo>
                <a:cubicBezTo>
                  <a:pt x="460629" y="1301496"/>
                  <a:pt x="463296" y="1298829"/>
                  <a:pt x="463296" y="1295591"/>
                </a:cubicBezTo>
                <a:cubicBezTo>
                  <a:pt x="463296" y="1292352"/>
                  <a:pt x="460629" y="1289685"/>
                  <a:pt x="457391" y="1289685"/>
                </a:cubicBezTo>
                <a:cubicBezTo>
                  <a:pt x="454152" y="1289685"/>
                  <a:pt x="451485" y="1292352"/>
                  <a:pt x="451485" y="1295591"/>
                </a:cubicBezTo>
                <a:cubicBezTo>
                  <a:pt x="451485" y="1298924"/>
                  <a:pt x="454152" y="1301496"/>
                  <a:pt x="457391" y="1301496"/>
                </a:cubicBezTo>
                <a:close/>
                <a:moveTo>
                  <a:pt x="533591" y="1302544"/>
                </a:moveTo>
                <a:cubicBezTo>
                  <a:pt x="537401" y="1302544"/>
                  <a:pt x="540544" y="1299401"/>
                  <a:pt x="540544" y="1295591"/>
                </a:cubicBezTo>
                <a:cubicBezTo>
                  <a:pt x="540544" y="1291781"/>
                  <a:pt x="537401" y="1288637"/>
                  <a:pt x="533591" y="1288637"/>
                </a:cubicBezTo>
                <a:cubicBezTo>
                  <a:pt x="529781" y="1288637"/>
                  <a:pt x="526637" y="1291781"/>
                  <a:pt x="526637" y="1295591"/>
                </a:cubicBezTo>
                <a:cubicBezTo>
                  <a:pt x="526637" y="1299401"/>
                  <a:pt x="529781" y="1302544"/>
                  <a:pt x="533591" y="1302544"/>
                </a:cubicBezTo>
                <a:close/>
                <a:moveTo>
                  <a:pt x="609790" y="1303687"/>
                </a:moveTo>
                <a:cubicBezTo>
                  <a:pt x="614267" y="1303687"/>
                  <a:pt x="617792" y="1300067"/>
                  <a:pt x="617792" y="1295686"/>
                </a:cubicBezTo>
                <a:cubicBezTo>
                  <a:pt x="617792" y="1291209"/>
                  <a:pt x="614172" y="1287685"/>
                  <a:pt x="609790" y="1287685"/>
                </a:cubicBezTo>
                <a:cubicBezTo>
                  <a:pt x="605314" y="1287685"/>
                  <a:pt x="601790" y="1291304"/>
                  <a:pt x="601790" y="1295686"/>
                </a:cubicBezTo>
                <a:cubicBezTo>
                  <a:pt x="601790" y="1300067"/>
                  <a:pt x="605409" y="1303687"/>
                  <a:pt x="609790" y="1303687"/>
                </a:cubicBezTo>
                <a:close/>
                <a:moveTo>
                  <a:pt x="685990" y="1304925"/>
                </a:moveTo>
                <a:cubicBezTo>
                  <a:pt x="691134" y="1304925"/>
                  <a:pt x="695325" y="1300734"/>
                  <a:pt x="695325" y="1295591"/>
                </a:cubicBezTo>
                <a:cubicBezTo>
                  <a:pt x="695325" y="1290447"/>
                  <a:pt x="691134" y="1286256"/>
                  <a:pt x="685990" y="1286256"/>
                </a:cubicBezTo>
                <a:cubicBezTo>
                  <a:pt x="680847" y="1286256"/>
                  <a:pt x="676656" y="1290447"/>
                  <a:pt x="676656" y="1295591"/>
                </a:cubicBezTo>
                <a:cubicBezTo>
                  <a:pt x="676751" y="1300734"/>
                  <a:pt x="680847" y="1304925"/>
                  <a:pt x="685990" y="1304925"/>
                </a:cubicBezTo>
                <a:close/>
                <a:moveTo>
                  <a:pt x="762190" y="1305973"/>
                </a:moveTo>
                <a:cubicBezTo>
                  <a:pt x="767906" y="1305973"/>
                  <a:pt x="772573" y="1301306"/>
                  <a:pt x="772573" y="1295591"/>
                </a:cubicBezTo>
                <a:cubicBezTo>
                  <a:pt x="772573" y="1289876"/>
                  <a:pt x="767906" y="1285208"/>
                  <a:pt x="762190" y="1285208"/>
                </a:cubicBezTo>
                <a:cubicBezTo>
                  <a:pt x="756476" y="1285208"/>
                  <a:pt x="751808" y="1289876"/>
                  <a:pt x="751808" y="1295591"/>
                </a:cubicBezTo>
                <a:cubicBezTo>
                  <a:pt x="751808" y="1301306"/>
                  <a:pt x="756476" y="1305973"/>
                  <a:pt x="762190" y="1305973"/>
                </a:cubicBezTo>
                <a:close/>
                <a:moveTo>
                  <a:pt x="838390" y="1307021"/>
                </a:moveTo>
                <a:cubicBezTo>
                  <a:pt x="844677" y="1307021"/>
                  <a:pt x="849821" y="1301877"/>
                  <a:pt x="849821" y="1295591"/>
                </a:cubicBezTo>
                <a:cubicBezTo>
                  <a:pt x="849821" y="1289304"/>
                  <a:pt x="844677" y="1284161"/>
                  <a:pt x="838390" y="1284161"/>
                </a:cubicBezTo>
                <a:cubicBezTo>
                  <a:pt x="832104" y="1284161"/>
                  <a:pt x="826961" y="1289304"/>
                  <a:pt x="826961" y="1295591"/>
                </a:cubicBezTo>
                <a:cubicBezTo>
                  <a:pt x="826961" y="1301877"/>
                  <a:pt x="832104" y="1307021"/>
                  <a:pt x="838390" y="1307021"/>
                </a:cubicBezTo>
                <a:close/>
                <a:moveTo>
                  <a:pt x="914590" y="1308068"/>
                </a:moveTo>
                <a:cubicBezTo>
                  <a:pt x="921449" y="1308068"/>
                  <a:pt x="927068" y="1302449"/>
                  <a:pt x="927068" y="1295591"/>
                </a:cubicBezTo>
                <a:cubicBezTo>
                  <a:pt x="927068" y="1288733"/>
                  <a:pt x="921449" y="1283113"/>
                  <a:pt x="914590" y="1283113"/>
                </a:cubicBezTo>
                <a:cubicBezTo>
                  <a:pt x="907733" y="1283113"/>
                  <a:pt x="902113" y="1288733"/>
                  <a:pt x="902113" y="1295591"/>
                </a:cubicBezTo>
                <a:cubicBezTo>
                  <a:pt x="902113" y="1302449"/>
                  <a:pt x="907733" y="1308068"/>
                  <a:pt x="914590" y="1308068"/>
                </a:cubicBezTo>
                <a:close/>
                <a:moveTo>
                  <a:pt x="990790" y="1309116"/>
                </a:moveTo>
                <a:cubicBezTo>
                  <a:pt x="998220" y="1309116"/>
                  <a:pt x="1004316" y="1303020"/>
                  <a:pt x="1004316" y="1295591"/>
                </a:cubicBezTo>
                <a:cubicBezTo>
                  <a:pt x="1004316" y="1288161"/>
                  <a:pt x="998220" y="1282065"/>
                  <a:pt x="990790" y="1282065"/>
                </a:cubicBezTo>
                <a:cubicBezTo>
                  <a:pt x="983361" y="1282065"/>
                  <a:pt x="977265" y="1288161"/>
                  <a:pt x="977265" y="1295591"/>
                </a:cubicBezTo>
                <a:cubicBezTo>
                  <a:pt x="977265" y="1303020"/>
                  <a:pt x="983361" y="1309116"/>
                  <a:pt x="990790" y="1309116"/>
                </a:cubicBezTo>
                <a:close/>
                <a:moveTo>
                  <a:pt x="1066991" y="1309973"/>
                </a:moveTo>
                <a:cubicBezTo>
                  <a:pt x="1074896" y="1309973"/>
                  <a:pt x="1081373" y="1303496"/>
                  <a:pt x="1081373" y="1295591"/>
                </a:cubicBezTo>
                <a:cubicBezTo>
                  <a:pt x="1081373" y="1287685"/>
                  <a:pt x="1074896" y="1281208"/>
                  <a:pt x="1066991" y="1281208"/>
                </a:cubicBezTo>
                <a:cubicBezTo>
                  <a:pt x="1059085" y="1281208"/>
                  <a:pt x="1052608" y="1287685"/>
                  <a:pt x="1052608" y="1295591"/>
                </a:cubicBezTo>
                <a:cubicBezTo>
                  <a:pt x="1052608" y="1303496"/>
                  <a:pt x="1059085" y="1309973"/>
                  <a:pt x="1066991" y="1309973"/>
                </a:cubicBezTo>
                <a:close/>
                <a:moveTo>
                  <a:pt x="1143191" y="1311021"/>
                </a:moveTo>
                <a:cubicBezTo>
                  <a:pt x="1151668" y="1311021"/>
                  <a:pt x="1158621" y="1304068"/>
                  <a:pt x="1158621" y="1295591"/>
                </a:cubicBezTo>
                <a:cubicBezTo>
                  <a:pt x="1158621" y="1287113"/>
                  <a:pt x="1151763" y="1280160"/>
                  <a:pt x="1143191" y="1280160"/>
                </a:cubicBezTo>
                <a:cubicBezTo>
                  <a:pt x="1134618" y="1280160"/>
                  <a:pt x="1127760" y="1287113"/>
                  <a:pt x="1127760" y="1295591"/>
                </a:cubicBezTo>
                <a:cubicBezTo>
                  <a:pt x="1127760" y="1304068"/>
                  <a:pt x="1134713" y="1311021"/>
                  <a:pt x="1143191" y="1311021"/>
                </a:cubicBezTo>
                <a:close/>
                <a:moveTo>
                  <a:pt x="1219391" y="1311878"/>
                </a:moveTo>
                <a:cubicBezTo>
                  <a:pt x="1228344" y="1311878"/>
                  <a:pt x="1235678" y="1304639"/>
                  <a:pt x="1235678" y="1295591"/>
                </a:cubicBezTo>
                <a:cubicBezTo>
                  <a:pt x="1235678" y="1286542"/>
                  <a:pt x="1228439" y="1279303"/>
                  <a:pt x="1219391" y="1279303"/>
                </a:cubicBezTo>
                <a:cubicBezTo>
                  <a:pt x="1210342" y="1279303"/>
                  <a:pt x="1203103" y="1286542"/>
                  <a:pt x="1203103" y="1295591"/>
                </a:cubicBezTo>
                <a:cubicBezTo>
                  <a:pt x="1203103" y="1304639"/>
                  <a:pt x="1210437" y="1311878"/>
                  <a:pt x="1219391" y="1311878"/>
                </a:cubicBezTo>
                <a:close/>
                <a:moveTo>
                  <a:pt x="1295591" y="1312736"/>
                </a:moveTo>
                <a:cubicBezTo>
                  <a:pt x="1305020" y="1312736"/>
                  <a:pt x="1312736" y="1305116"/>
                  <a:pt x="1312736" y="1295591"/>
                </a:cubicBezTo>
                <a:cubicBezTo>
                  <a:pt x="1312736" y="1286066"/>
                  <a:pt x="1305116" y="1278446"/>
                  <a:pt x="1295591" y="1278446"/>
                </a:cubicBezTo>
                <a:cubicBezTo>
                  <a:pt x="1286066" y="1278446"/>
                  <a:pt x="1278446" y="1286066"/>
                  <a:pt x="1278446" y="1295591"/>
                </a:cubicBezTo>
                <a:cubicBezTo>
                  <a:pt x="1278446" y="1305116"/>
                  <a:pt x="1286161" y="1312736"/>
                  <a:pt x="1295591" y="1312736"/>
                </a:cubicBezTo>
                <a:close/>
                <a:moveTo>
                  <a:pt x="1371791" y="1313593"/>
                </a:moveTo>
                <a:cubicBezTo>
                  <a:pt x="1381697" y="1313593"/>
                  <a:pt x="1389793" y="1305592"/>
                  <a:pt x="1389793" y="1295591"/>
                </a:cubicBezTo>
                <a:cubicBezTo>
                  <a:pt x="1389793" y="1285589"/>
                  <a:pt x="1381792" y="1277588"/>
                  <a:pt x="1371791" y="1277588"/>
                </a:cubicBezTo>
                <a:cubicBezTo>
                  <a:pt x="1361789" y="1277588"/>
                  <a:pt x="1353788" y="1285589"/>
                  <a:pt x="1353788" y="1295591"/>
                </a:cubicBezTo>
                <a:cubicBezTo>
                  <a:pt x="1353788" y="1305592"/>
                  <a:pt x="1361885" y="1313593"/>
                  <a:pt x="1371791" y="1313593"/>
                </a:cubicBezTo>
                <a:close/>
                <a:moveTo>
                  <a:pt x="1447991" y="1314450"/>
                </a:moveTo>
                <a:cubicBezTo>
                  <a:pt x="1458373" y="1314450"/>
                  <a:pt x="1466755" y="1306068"/>
                  <a:pt x="1466755" y="1295686"/>
                </a:cubicBezTo>
                <a:cubicBezTo>
                  <a:pt x="1466755" y="1285304"/>
                  <a:pt x="1458373" y="1276922"/>
                  <a:pt x="1447991" y="1276922"/>
                </a:cubicBezTo>
                <a:cubicBezTo>
                  <a:pt x="1437608" y="1276922"/>
                  <a:pt x="1429226" y="1285304"/>
                  <a:pt x="1429226" y="1295686"/>
                </a:cubicBezTo>
                <a:cubicBezTo>
                  <a:pt x="1429226" y="1305973"/>
                  <a:pt x="1437608" y="1314450"/>
                  <a:pt x="1447991" y="1314450"/>
                </a:cubicBezTo>
                <a:close/>
                <a:moveTo>
                  <a:pt x="1524191" y="1314831"/>
                </a:moveTo>
                <a:cubicBezTo>
                  <a:pt x="1534763" y="1314831"/>
                  <a:pt x="1543431" y="1306259"/>
                  <a:pt x="1543431" y="1295591"/>
                </a:cubicBezTo>
                <a:cubicBezTo>
                  <a:pt x="1543431" y="1284923"/>
                  <a:pt x="1534859" y="1276350"/>
                  <a:pt x="1524191" y="1276350"/>
                </a:cubicBezTo>
                <a:cubicBezTo>
                  <a:pt x="1513523" y="1276350"/>
                  <a:pt x="1504950" y="1284923"/>
                  <a:pt x="1504950" y="1295591"/>
                </a:cubicBezTo>
                <a:cubicBezTo>
                  <a:pt x="1504950" y="1306259"/>
                  <a:pt x="1513618" y="1314831"/>
                  <a:pt x="1524191" y="1314831"/>
                </a:cubicBezTo>
                <a:close/>
                <a:moveTo>
                  <a:pt x="1600391" y="1315307"/>
                </a:moveTo>
                <a:cubicBezTo>
                  <a:pt x="1611249" y="1315307"/>
                  <a:pt x="1620012" y="1306544"/>
                  <a:pt x="1620012" y="1295686"/>
                </a:cubicBezTo>
                <a:cubicBezTo>
                  <a:pt x="1620012" y="1284827"/>
                  <a:pt x="1611249" y="1276064"/>
                  <a:pt x="1600391" y="1276064"/>
                </a:cubicBezTo>
                <a:cubicBezTo>
                  <a:pt x="1589532" y="1276064"/>
                  <a:pt x="1580769" y="1284827"/>
                  <a:pt x="1580769" y="1295686"/>
                </a:cubicBezTo>
                <a:cubicBezTo>
                  <a:pt x="1580769" y="1306544"/>
                  <a:pt x="1589532" y="1315307"/>
                  <a:pt x="1600391" y="1315307"/>
                </a:cubicBezTo>
                <a:close/>
                <a:moveTo>
                  <a:pt x="1676591" y="1315688"/>
                </a:moveTo>
                <a:cubicBezTo>
                  <a:pt x="1687639" y="1315688"/>
                  <a:pt x="1696688" y="1306735"/>
                  <a:pt x="1696688" y="1295591"/>
                </a:cubicBezTo>
                <a:cubicBezTo>
                  <a:pt x="1696688" y="1284446"/>
                  <a:pt x="1687735" y="1275493"/>
                  <a:pt x="1676591" y="1275493"/>
                </a:cubicBezTo>
                <a:cubicBezTo>
                  <a:pt x="1665446" y="1275493"/>
                  <a:pt x="1656493" y="1284446"/>
                  <a:pt x="1656493" y="1295591"/>
                </a:cubicBezTo>
                <a:cubicBezTo>
                  <a:pt x="1656493" y="1306735"/>
                  <a:pt x="1665542" y="1315688"/>
                  <a:pt x="1676591" y="1315688"/>
                </a:cubicBezTo>
                <a:close/>
                <a:moveTo>
                  <a:pt x="1752791" y="1315688"/>
                </a:moveTo>
                <a:cubicBezTo>
                  <a:pt x="1763839" y="1315688"/>
                  <a:pt x="1772888" y="1306735"/>
                  <a:pt x="1772888" y="1295591"/>
                </a:cubicBezTo>
                <a:cubicBezTo>
                  <a:pt x="1772888" y="1284446"/>
                  <a:pt x="1763935" y="1275493"/>
                  <a:pt x="1752791" y="1275493"/>
                </a:cubicBezTo>
                <a:cubicBezTo>
                  <a:pt x="1741646" y="1275493"/>
                  <a:pt x="1732693" y="1284446"/>
                  <a:pt x="1732693" y="1295591"/>
                </a:cubicBezTo>
                <a:cubicBezTo>
                  <a:pt x="1732693" y="1306735"/>
                  <a:pt x="1741742" y="1315688"/>
                  <a:pt x="1752791" y="1315688"/>
                </a:cubicBezTo>
                <a:close/>
                <a:moveTo>
                  <a:pt x="1828991" y="1315688"/>
                </a:moveTo>
                <a:cubicBezTo>
                  <a:pt x="1840039" y="1315688"/>
                  <a:pt x="1849088" y="1306735"/>
                  <a:pt x="1849088" y="1295591"/>
                </a:cubicBezTo>
                <a:cubicBezTo>
                  <a:pt x="1849088" y="1284446"/>
                  <a:pt x="1840135" y="1275493"/>
                  <a:pt x="1828991" y="1275493"/>
                </a:cubicBezTo>
                <a:cubicBezTo>
                  <a:pt x="1817846" y="1275493"/>
                  <a:pt x="1808893" y="1284446"/>
                  <a:pt x="1808893" y="1295591"/>
                </a:cubicBezTo>
                <a:cubicBezTo>
                  <a:pt x="1808893" y="1306735"/>
                  <a:pt x="1817942" y="1315688"/>
                  <a:pt x="1828991" y="1315688"/>
                </a:cubicBezTo>
                <a:close/>
                <a:moveTo>
                  <a:pt x="1905191" y="1315498"/>
                </a:moveTo>
                <a:cubicBezTo>
                  <a:pt x="1916144" y="1315498"/>
                  <a:pt x="1925098" y="1306639"/>
                  <a:pt x="1925098" y="1295591"/>
                </a:cubicBezTo>
                <a:cubicBezTo>
                  <a:pt x="1925098" y="1284542"/>
                  <a:pt x="1916239" y="1275683"/>
                  <a:pt x="1905191" y="1275683"/>
                </a:cubicBezTo>
                <a:cubicBezTo>
                  <a:pt x="1894237" y="1275683"/>
                  <a:pt x="1885283" y="1284542"/>
                  <a:pt x="1885283" y="1295591"/>
                </a:cubicBezTo>
                <a:cubicBezTo>
                  <a:pt x="1885283" y="1306639"/>
                  <a:pt x="1894237" y="1315498"/>
                  <a:pt x="1905191" y="1315498"/>
                </a:cubicBezTo>
                <a:close/>
                <a:moveTo>
                  <a:pt x="1981391" y="1315022"/>
                </a:moveTo>
                <a:cubicBezTo>
                  <a:pt x="1992154" y="1315022"/>
                  <a:pt x="2000822" y="1306354"/>
                  <a:pt x="2000822" y="1295591"/>
                </a:cubicBezTo>
                <a:cubicBezTo>
                  <a:pt x="2000822" y="1284827"/>
                  <a:pt x="1992154" y="1276160"/>
                  <a:pt x="1981391" y="1276160"/>
                </a:cubicBezTo>
                <a:cubicBezTo>
                  <a:pt x="1970627" y="1276160"/>
                  <a:pt x="1961960" y="1284827"/>
                  <a:pt x="1961960" y="1295591"/>
                </a:cubicBezTo>
                <a:cubicBezTo>
                  <a:pt x="1961960" y="1306354"/>
                  <a:pt x="1970723" y="1315022"/>
                  <a:pt x="1981391" y="1315022"/>
                </a:cubicBezTo>
                <a:close/>
                <a:moveTo>
                  <a:pt x="2057591" y="1314450"/>
                </a:moveTo>
                <a:cubicBezTo>
                  <a:pt x="2067973" y="1314450"/>
                  <a:pt x="2076355" y="1306068"/>
                  <a:pt x="2076355" y="1295686"/>
                </a:cubicBezTo>
                <a:cubicBezTo>
                  <a:pt x="2076355" y="1285304"/>
                  <a:pt x="2067973" y="1276922"/>
                  <a:pt x="2057591" y="1276922"/>
                </a:cubicBezTo>
                <a:cubicBezTo>
                  <a:pt x="2047208" y="1276922"/>
                  <a:pt x="2038826" y="1285304"/>
                  <a:pt x="2038826" y="1295686"/>
                </a:cubicBezTo>
                <a:cubicBezTo>
                  <a:pt x="2038826" y="1305973"/>
                  <a:pt x="2047208" y="1314450"/>
                  <a:pt x="2057591" y="1314450"/>
                </a:cubicBezTo>
                <a:close/>
                <a:moveTo>
                  <a:pt x="2133791" y="1313593"/>
                </a:moveTo>
                <a:cubicBezTo>
                  <a:pt x="2143697" y="1313593"/>
                  <a:pt x="2151793" y="1305592"/>
                  <a:pt x="2151793" y="1295591"/>
                </a:cubicBezTo>
                <a:cubicBezTo>
                  <a:pt x="2151793" y="1285589"/>
                  <a:pt x="2143792" y="1277588"/>
                  <a:pt x="2133791" y="1277588"/>
                </a:cubicBezTo>
                <a:cubicBezTo>
                  <a:pt x="2123789" y="1277588"/>
                  <a:pt x="2115788" y="1285589"/>
                  <a:pt x="2115788" y="1295591"/>
                </a:cubicBezTo>
                <a:cubicBezTo>
                  <a:pt x="2115788" y="1305592"/>
                  <a:pt x="2123885" y="1313593"/>
                  <a:pt x="2133791" y="1313593"/>
                </a:cubicBezTo>
                <a:close/>
                <a:moveTo>
                  <a:pt x="2209991" y="1312736"/>
                </a:moveTo>
                <a:cubicBezTo>
                  <a:pt x="2219420" y="1312736"/>
                  <a:pt x="2227136" y="1305116"/>
                  <a:pt x="2227136" y="1295591"/>
                </a:cubicBezTo>
                <a:cubicBezTo>
                  <a:pt x="2227136" y="1286066"/>
                  <a:pt x="2219516" y="1278446"/>
                  <a:pt x="2209991" y="1278446"/>
                </a:cubicBezTo>
                <a:cubicBezTo>
                  <a:pt x="2200466" y="1278446"/>
                  <a:pt x="2192846" y="1286066"/>
                  <a:pt x="2192846" y="1295591"/>
                </a:cubicBezTo>
                <a:cubicBezTo>
                  <a:pt x="2192846" y="1305116"/>
                  <a:pt x="2200561" y="1312736"/>
                  <a:pt x="2209991" y="1312736"/>
                </a:cubicBezTo>
                <a:close/>
                <a:moveTo>
                  <a:pt x="2286191" y="1311878"/>
                </a:moveTo>
                <a:cubicBezTo>
                  <a:pt x="2295144" y="1311878"/>
                  <a:pt x="2302478" y="1304639"/>
                  <a:pt x="2302478" y="1295591"/>
                </a:cubicBezTo>
                <a:cubicBezTo>
                  <a:pt x="2302478" y="1286542"/>
                  <a:pt x="2295239" y="1279303"/>
                  <a:pt x="2286191" y="1279303"/>
                </a:cubicBezTo>
                <a:cubicBezTo>
                  <a:pt x="2277142" y="1279303"/>
                  <a:pt x="2269903" y="1286542"/>
                  <a:pt x="2269903" y="1295591"/>
                </a:cubicBezTo>
                <a:cubicBezTo>
                  <a:pt x="2269903" y="1304639"/>
                  <a:pt x="2277237" y="1311878"/>
                  <a:pt x="2286191" y="1311878"/>
                </a:cubicBezTo>
                <a:close/>
                <a:moveTo>
                  <a:pt x="2362391" y="1311021"/>
                </a:moveTo>
                <a:cubicBezTo>
                  <a:pt x="2370868" y="1311021"/>
                  <a:pt x="2377821" y="1304068"/>
                  <a:pt x="2377821" y="1295591"/>
                </a:cubicBezTo>
                <a:cubicBezTo>
                  <a:pt x="2377821" y="1287113"/>
                  <a:pt x="2370868" y="1280160"/>
                  <a:pt x="2362391" y="1280160"/>
                </a:cubicBezTo>
                <a:cubicBezTo>
                  <a:pt x="2353913" y="1280160"/>
                  <a:pt x="2346960" y="1287113"/>
                  <a:pt x="2346960" y="1295591"/>
                </a:cubicBezTo>
                <a:cubicBezTo>
                  <a:pt x="2346960" y="1304068"/>
                  <a:pt x="2353913" y="1311021"/>
                  <a:pt x="2362391" y="1311021"/>
                </a:cubicBezTo>
                <a:close/>
                <a:moveTo>
                  <a:pt x="2438591" y="1310164"/>
                </a:moveTo>
                <a:cubicBezTo>
                  <a:pt x="2446687" y="1310164"/>
                  <a:pt x="2453164" y="1303592"/>
                  <a:pt x="2453164" y="1295591"/>
                </a:cubicBezTo>
                <a:cubicBezTo>
                  <a:pt x="2453164" y="1287589"/>
                  <a:pt x="2446591" y="1281017"/>
                  <a:pt x="2438591" y="1281017"/>
                </a:cubicBezTo>
                <a:cubicBezTo>
                  <a:pt x="2430494" y="1281017"/>
                  <a:pt x="2424017" y="1287589"/>
                  <a:pt x="2424017" y="1295591"/>
                </a:cubicBezTo>
                <a:cubicBezTo>
                  <a:pt x="2424017" y="1303592"/>
                  <a:pt x="2430590" y="1310164"/>
                  <a:pt x="2438591" y="1310164"/>
                </a:cubicBezTo>
                <a:close/>
                <a:moveTo>
                  <a:pt x="2514791" y="1309116"/>
                </a:moveTo>
                <a:cubicBezTo>
                  <a:pt x="2522220" y="1309116"/>
                  <a:pt x="2528316" y="1303020"/>
                  <a:pt x="2528316" y="1295591"/>
                </a:cubicBezTo>
                <a:cubicBezTo>
                  <a:pt x="2528316" y="1288161"/>
                  <a:pt x="2522220" y="1282065"/>
                  <a:pt x="2514791" y="1282065"/>
                </a:cubicBezTo>
                <a:cubicBezTo>
                  <a:pt x="2507361" y="1282065"/>
                  <a:pt x="2501265" y="1288161"/>
                  <a:pt x="2501265" y="1295591"/>
                </a:cubicBezTo>
                <a:cubicBezTo>
                  <a:pt x="2501265" y="1303020"/>
                  <a:pt x="2507361" y="1309116"/>
                  <a:pt x="2514791" y="1309116"/>
                </a:cubicBezTo>
                <a:close/>
                <a:moveTo>
                  <a:pt x="2590991" y="1308068"/>
                </a:moveTo>
                <a:cubicBezTo>
                  <a:pt x="2597849" y="1308068"/>
                  <a:pt x="2603468" y="1302449"/>
                  <a:pt x="2603468" y="1295591"/>
                </a:cubicBezTo>
                <a:cubicBezTo>
                  <a:pt x="2603468" y="1288733"/>
                  <a:pt x="2597849" y="1283113"/>
                  <a:pt x="2590991" y="1283113"/>
                </a:cubicBezTo>
                <a:cubicBezTo>
                  <a:pt x="2584133" y="1283113"/>
                  <a:pt x="2578513" y="1288733"/>
                  <a:pt x="2578513" y="1295591"/>
                </a:cubicBezTo>
                <a:cubicBezTo>
                  <a:pt x="2578513" y="1302449"/>
                  <a:pt x="2584133" y="1308068"/>
                  <a:pt x="2590991" y="1308068"/>
                </a:cubicBezTo>
                <a:close/>
                <a:moveTo>
                  <a:pt x="2667191" y="1307021"/>
                </a:moveTo>
                <a:cubicBezTo>
                  <a:pt x="2673477" y="1307021"/>
                  <a:pt x="2678621" y="1301877"/>
                  <a:pt x="2678621" y="1295591"/>
                </a:cubicBezTo>
                <a:cubicBezTo>
                  <a:pt x="2678621" y="1289304"/>
                  <a:pt x="2673477" y="1284161"/>
                  <a:pt x="2667191" y="1284161"/>
                </a:cubicBezTo>
                <a:cubicBezTo>
                  <a:pt x="2660904" y="1284161"/>
                  <a:pt x="2655761" y="1289304"/>
                  <a:pt x="2655761" y="1295591"/>
                </a:cubicBezTo>
                <a:cubicBezTo>
                  <a:pt x="2655761" y="1301877"/>
                  <a:pt x="2660904" y="1307021"/>
                  <a:pt x="2667191" y="1307021"/>
                </a:cubicBezTo>
                <a:close/>
                <a:moveTo>
                  <a:pt x="2743391" y="1305973"/>
                </a:moveTo>
                <a:cubicBezTo>
                  <a:pt x="2749106" y="1305973"/>
                  <a:pt x="2753773" y="1301306"/>
                  <a:pt x="2753773" y="1295591"/>
                </a:cubicBezTo>
                <a:cubicBezTo>
                  <a:pt x="2753773" y="1289876"/>
                  <a:pt x="2749106" y="1285208"/>
                  <a:pt x="2743391" y="1285208"/>
                </a:cubicBezTo>
                <a:cubicBezTo>
                  <a:pt x="2737676" y="1285208"/>
                  <a:pt x="2733008" y="1289876"/>
                  <a:pt x="2733008" y="1295591"/>
                </a:cubicBezTo>
                <a:cubicBezTo>
                  <a:pt x="2733008" y="1301306"/>
                  <a:pt x="2737676" y="1305973"/>
                  <a:pt x="2743391" y="1305973"/>
                </a:cubicBezTo>
                <a:close/>
                <a:moveTo>
                  <a:pt x="2819591" y="1304925"/>
                </a:moveTo>
                <a:cubicBezTo>
                  <a:pt x="2824734" y="1304925"/>
                  <a:pt x="2828925" y="1300734"/>
                  <a:pt x="2828925" y="1295591"/>
                </a:cubicBezTo>
                <a:cubicBezTo>
                  <a:pt x="2828925" y="1290447"/>
                  <a:pt x="2824734" y="1286256"/>
                  <a:pt x="2819591" y="1286256"/>
                </a:cubicBezTo>
                <a:cubicBezTo>
                  <a:pt x="2814447" y="1286256"/>
                  <a:pt x="2810256" y="1290447"/>
                  <a:pt x="2810256" y="1295591"/>
                </a:cubicBezTo>
                <a:cubicBezTo>
                  <a:pt x="2810351" y="1300734"/>
                  <a:pt x="2814447" y="1304925"/>
                  <a:pt x="2819591" y="1304925"/>
                </a:cubicBezTo>
                <a:close/>
                <a:moveTo>
                  <a:pt x="2895791" y="1303877"/>
                </a:moveTo>
                <a:cubicBezTo>
                  <a:pt x="2900363" y="1303877"/>
                  <a:pt x="2904078" y="1300163"/>
                  <a:pt x="2904078" y="1295591"/>
                </a:cubicBezTo>
                <a:cubicBezTo>
                  <a:pt x="2904078" y="1291018"/>
                  <a:pt x="2900363" y="1287304"/>
                  <a:pt x="2895791" y="1287304"/>
                </a:cubicBezTo>
                <a:cubicBezTo>
                  <a:pt x="2891219" y="1287304"/>
                  <a:pt x="2887504" y="1291018"/>
                  <a:pt x="2887504" y="1295591"/>
                </a:cubicBezTo>
                <a:cubicBezTo>
                  <a:pt x="2887504" y="1300163"/>
                  <a:pt x="2891219" y="1303877"/>
                  <a:pt x="2895791" y="1303877"/>
                </a:cubicBezTo>
                <a:close/>
                <a:moveTo>
                  <a:pt x="2971991" y="1302830"/>
                </a:moveTo>
                <a:cubicBezTo>
                  <a:pt x="2975991" y="1302830"/>
                  <a:pt x="2979134" y="1299591"/>
                  <a:pt x="2979134" y="1295686"/>
                </a:cubicBezTo>
                <a:cubicBezTo>
                  <a:pt x="2979134" y="1291685"/>
                  <a:pt x="2975896" y="1288542"/>
                  <a:pt x="2971991" y="1288542"/>
                </a:cubicBezTo>
                <a:cubicBezTo>
                  <a:pt x="2967990" y="1288542"/>
                  <a:pt x="2964847" y="1291781"/>
                  <a:pt x="2964847" y="1295686"/>
                </a:cubicBezTo>
                <a:cubicBezTo>
                  <a:pt x="2964847" y="1299591"/>
                  <a:pt x="2968085" y="1302830"/>
                  <a:pt x="2971991" y="1302830"/>
                </a:cubicBezTo>
                <a:close/>
                <a:moveTo>
                  <a:pt x="3048191" y="1301496"/>
                </a:moveTo>
                <a:cubicBezTo>
                  <a:pt x="3051429" y="1301496"/>
                  <a:pt x="3054096" y="1298829"/>
                  <a:pt x="3054096" y="1295591"/>
                </a:cubicBezTo>
                <a:cubicBezTo>
                  <a:pt x="3054096" y="1292352"/>
                  <a:pt x="3051429" y="1289685"/>
                  <a:pt x="3048191" y="1289685"/>
                </a:cubicBezTo>
                <a:cubicBezTo>
                  <a:pt x="3044952" y="1289685"/>
                  <a:pt x="3042285" y="1292352"/>
                  <a:pt x="3042285" y="1295591"/>
                </a:cubicBezTo>
                <a:cubicBezTo>
                  <a:pt x="3042285" y="1298924"/>
                  <a:pt x="3044952" y="1301496"/>
                  <a:pt x="3048191" y="1301496"/>
                </a:cubicBezTo>
                <a:close/>
                <a:moveTo>
                  <a:pt x="3124391" y="1300448"/>
                </a:moveTo>
                <a:cubicBezTo>
                  <a:pt x="3127058" y="1300448"/>
                  <a:pt x="3129248" y="1298258"/>
                  <a:pt x="3129248" y="1295591"/>
                </a:cubicBezTo>
                <a:cubicBezTo>
                  <a:pt x="3129248" y="1292924"/>
                  <a:pt x="3127058" y="1290733"/>
                  <a:pt x="3124391" y="1290733"/>
                </a:cubicBezTo>
                <a:cubicBezTo>
                  <a:pt x="3121724" y="1290733"/>
                  <a:pt x="3119533" y="1292924"/>
                  <a:pt x="3119533" y="1295591"/>
                </a:cubicBezTo>
                <a:cubicBezTo>
                  <a:pt x="3119533" y="1298258"/>
                  <a:pt x="3121724" y="1300448"/>
                  <a:pt x="3124391" y="1300448"/>
                </a:cubicBezTo>
                <a:close/>
                <a:moveTo>
                  <a:pt x="3200591" y="1299401"/>
                </a:moveTo>
                <a:cubicBezTo>
                  <a:pt x="3202686" y="1299401"/>
                  <a:pt x="3204401" y="1297686"/>
                  <a:pt x="3204401" y="1295591"/>
                </a:cubicBezTo>
                <a:cubicBezTo>
                  <a:pt x="3204401" y="1293495"/>
                  <a:pt x="3202686" y="1291781"/>
                  <a:pt x="3200591" y="1291781"/>
                </a:cubicBezTo>
                <a:cubicBezTo>
                  <a:pt x="3198495" y="1291781"/>
                  <a:pt x="3196781" y="1293495"/>
                  <a:pt x="3196781" y="1295591"/>
                </a:cubicBezTo>
                <a:cubicBezTo>
                  <a:pt x="3196781" y="1297686"/>
                  <a:pt x="3198495" y="1299401"/>
                  <a:pt x="3200591" y="1299401"/>
                </a:cubicBezTo>
                <a:close/>
                <a:moveTo>
                  <a:pt x="3276791" y="1298353"/>
                </a:moveTo>
                <a:cubicBezTo>
                  <a:pt x="3278315" y="1298353"/>
                  <a:pt x="3279553" y="1297114"/>
                  <a:pt x="3279553" y="1295591"/>
                </a:cubicBezTo>
                <a:cubicBezTo>
                  <a:pt x="3279553" y="1294067"/>
                  <a:pt x="3278315" y="1292828"/>
                  <a:pt x="3276791" y="1292828"/>
                </a:cubicBezTo>
                <a:cubicBezTo>
                  <a:pt x="3275266" y="1292828"/>
                  <a:pt x="3274028" y="1294067"/>
                  <a:pt x="3274028" y="1295591"/>
                </a:cubicBezTo>
                <a:cubicBezTo>
                  <a:pt x="3274028" y="1297114"/>
                  <a:pt x="3275266" y="1298353"/>
                  <a:pt x="3276791" y="1298353"/>
                </a:cubicBezTo>
                <a:close/>
                <a:moveTo>
                  <a:pt x="3352991" y="1297114"/>
                </a:moveTo>
                <a:cubicBezTo>
                  <a:pt x="3353848" y="1297114"/>
                  <a:pt x="3354515" y="1296448"/>
                  <a:pt x="3354515" y="1295591"/>
                </a:cubicBezTo>
                <a:cubicBezTo>
                  <a:pt x="3354515" y="1294733"/>
                  <a:pt x="3353848" y="1294067"/>
                  <a:pt x="3352991" y="1294067"/>
                </a:cubicBezTo>
                <a:cubicBezTo>
                  <a:pt x="3352133" y="1294067"/>
                  <a:pt x="3351466" y="1294733"/>
                  <a:pt x="3351466" y="1295591"/>
                </a:cubicBezTo>
                <a:cubicBezTo>
                  <a:pt x="3351466" y="1296448"/>
                  <a:pt x="3352229" y="1297114"/>
                  <a:pt x="3352991" y="1297114"/>
                </a:cubicBezTo>
                <a:close/>
                <a:moveTo>
                  <a:pt x="3429191" y="1296067"/>
                </a:moveTo>
                <a:cubicBezTo>
                  <a:pt x="3429381" y="1296067"/>
                  <a:pt x="3429572" y="1295876"/>
                  <a:pt x="3429572" y="1295686"/>
                </a:cubicBezTo>
                <a:cubicBezTo>
                  <a:pt x="3429572" y="1295495"/>
                  <a:pt x="3429381" y="1295305"/>
                  <a:pt x="3429191" y="1295305"/>
                </a:cubicBezTo>
                <a:cubicBezTo>
                  <a:pt x="3429000" y="1295305"/>
                  <a:pt x="3428810" y="1295495"/>
                  <a:pt x="3428810" y="1295686"/>
                </a:cubicBezTo>
                <a:cubicBezTo>
                  <a:pt x="3428810" y="1295876"/>
                  <a:pt x="3429000" y="1296067"/>
                  <a:pt x="3429191" y="1296067"/>
                </a:cubicBezTo>
                <a:close/>
                <a:moveTo>
                  <a:pt x="76391" y="1372457"/>
                </a:moveTo>
                <a:cubicBezTo>
                  <a:pt x="76772" y="1372457"/>
                  <a:pt x="77057" y="1372172"/>
                  <a:pt x="77057" y="1371791"/>
                </a:cubicBezTo>
                <a:cubicBezTo>
                  <a:pt x="77057" y="1371410"/>
                  <a:pt x="76772" y="1371124"/>
                  <a:pt x="76391" y="1371124"/>
                </a:cubicBezTo>
                <a:cubicBezTo>
                  <a:pt x="76010" y="1371124"/>
                  <a:pt x="75724" y="1371410"/>
                  <a:pt x="75724" y="1371791"/>
                </a:cubicBezTo>
                <a:cubicBezTo>
                  <a:pt x="75819" y="1372172"/>
                  <a:pt x="76105" y="1372457"/>
                  <a:pt x="76391" y="1372457"/>
                </a:cubicBezTo>
                <a:close/>
                <a:moveTo>
                  <a:pt x="152591" y="1373505"/>
                </a:moveTo>
                <a:cubicBezTo>
                  <a:pt x="153543" y="1373505"/>
                  <a:pt x="154305" y="1372743"/>
                  <a:pt x="154305" y="1371791"/>
                </a:cubicBezTo>
                <a:cubicBezTo>
                  <a:pt x="154305" y="1370838"/>
                  <a:pt x="153543" y="1370076"/>
                  <a:pt x="152591" y="1370076"/>
                </a:cubicBezTo>
                <a:cubicBezTo>
                  <a:pt x="151638" y="1370076"/>
                  <a:pt x="150876" y="1370838"/>
                  <a:pt x="150876" y="1371791"/>
                </a:cubicBezTo>
                <a:cubicBezTo>
                  <a:pt x="150876" y="1372743"/>
                  <a:pt x="151638" y="1373505"/>
                  <a:pt x="152591" y="1373505"/>
                </a:cubicBezTo>
                <a:close/>
                <a:moveTo>
                  <a:pt x="228791" y="1374743"/>
                </a:moveTo>
                <a:cubicBezTo>
                  <a:pt x="230410" y="1374743"/>
                  <a:pt x="231743" y="1373410"/>
                  <a:pt x="231743" y="1371791"/>
                </a:cubicBezTo>
                <a:cubicBezTo>
                  <a:pt x="231743" y="1370171"/>
                  <a:pt x="230410" y="1368838"/>
                  <a:pt x="228791" y="1368838"/>
                </a:cubicBezTo>
                <a:cubicBezTo>
                  <a:pt x="227171" y="1368838"/>
                  <a:pt x="225838" y="1370171"/>
                  <a:pt x="225838" y="1371791"/>
                </a:cubicBezTo>
                <a:cubicBezTo>
                  <a:pt x="225838" y="1373410"/>
                  <a:pt x="227171" y="1374743"/>
                  <a:pt x="228791" y="1374743"/>
                </a:cubicBezTo>
                <a:close/>
                <a:moveTo>
                  <a:pt x="304991" y="1375791"/>
                </a:moveTo>
                <a:cubicBezTo>
                  <a:pt x="307181" y="1375791"/>
                  <a:pt x="308991" y="1373981"/>
                  <a:pt x="308991" y="1371791"/>
                </a:cubicBezTo>
                <a:cubicBezTo>
                  <a:pt x="308991" y="1369600"/>
                  <a:pt x="307181" y="1367790"/>
                  <a:pt x="304991" y="1367790"/>
                </a:cubicBezTo>
                <a:cubicBezTo>
                  <a:pt x="302800" y="1367790"/>
                  <a:pt x="300990" y="1369600"/>
                  <a:pt x="300990" y="1371791"/>
                </a:cubicBezTo>
                <a:cubicBezTo>
                  <a:pt x="300990" y="1373981"/>
                  <a:pt x="302800" y="1375791"/>
                  <a:pt x="304991" y="1375791"/>
                </a:cubicBezTo>
                <a:close/>
                <a:moveTo>
                  <a:pt x="381191" y="1376839"/>
                </a:moveTo>
                <a:cubicBezTo>
                  <a:pt x="383953" y="1376839"/>
                  <a:pt x="386239" y="1374553"/>
                  <a:pt x="386239" y="1371791"/>
                </a:cubicBezTo>
                <a:cubicBezTo>
                  <a:pt x="386239" y="1369028"/>
                  <a:pt x="383953" y="1366742"/>
                  <a:pt x="381191" y="1366742"/>
                </a:cubicBezTo>
                <a:cubicBezTo>
                  <a:pt x="378428" y="1366742"/>
                  <a:pt x="376142" y="1369028"/>
                  <a:pt x="376142" y="1371791"/>
                </a:cubicBezTo>
                <a:cubicBezTo>
                  <a:pt x="376142" y="1374648"/>
                  <a:pt x="378428" y="1376839"/>
                  <a:pt x="381191" y="1376839"/>
                </a:cubicBezTo>
                <a:close/>
                <a:moveTo>
                  <a:pt x="457391" y="1378172"/>
                </a:moveTo>
                <a:cubicBezTo>
                  <a:pt x="460915" y="1378172"/>
                  <a:pt x="463772" y="1375315"/>
                  <a:pt x="463772" y="1371791"/>
                </a:cubicBezTo>
                <a:cubicBezTo>
                  <a:pt x="463772" y="1368266"/>
                  <a:pt x="460915" y="1365409"/>
                  <a:pt x="457391" y="1365409"/>
                </a:cubicBezTo>
                <a:cubicBezTo>
                  <a:pt x="453866" y="1365409"/>
                  <a:pt x="451009" y="1368266"/>
                  <a:pt x="451009" y="1371791"/>
                </a:cubicBezTo>
                <a:cubicBezTo>
                  <a:pt x="451104" y="1375315"/>
                  <a:pt x="453866" y="1378172"/>
                  <a:pt x="457391" y="1378172"/>
                </a:cubicBezTo>
                <a:close/>
                <a:moveTo>
                  <a:pt x="533591" y="1379220"/>
                </a:moveTo>
                <a:cubicBezTo>
                  <a:pt x="537686" y="1379220"/>
                  <a:pt x="541020" y="1375886"/>
                  <a:pt x="541020" y="1371791"/>
                </a:cubicBezTo>
                <a:cubicBezTo>
                  <a:pt x="541020" y="1367695"/>
                  <a:pt x="537686" y="1364361"/>
                  <a:pt x="533591" y="1364361"/>
                </a:cubicBezTo>
                <a:cubicBezTo>
                  <a:pt x="529495" y="1364361"/>
                  <a:pt x="526161" y="1367695"/>
                  <a:pt x="526161" y="1371791"/>
                </a:cubicBezTo>
                <a:cubicBezTo>
                  <a:pt x="526161" y="1375886"/>
                  <a:pt x="529495" y="1379220"/>
                  <a:pt x="533591" y="1379220"/>
                </a:cubicBezTo>
                <a:close/>
                <a:moveTo>
                  <a:pt x="609790" y="1380268"/>
                </a:moveTo>
                <a:cubicBezTo>
                  <a:pt x="614458" y="1380268"/>
                  <a:pt x="618268" y="1376458"/>
                  <a:pt x="618268" y="1371791"/>
                </a:cubicBezTo>
                <a:cubicBezTo>
                  <a:pt x="618268" y="1367123"/>
                  <a:pt x="614458" y="1363313"/>
                  <a:pt x="609790" y="1363313"/>
                </a:cubicBezTo>
                <a:cubicBezTo>
                  <a:pt x="605123" y="1363313"/>
                  <a:pt x="601313" y="1367123"/>
                  <a:pt x="601313" y="1371791"/>
                </a:cubicBezTo>
                <a:cubicBezTo>
                  <a:pt x="601313" y="1376458"/>
                  <a:pt x="605123" y="1380268"/>
                  <a:pt x="609790" y="1380268"/>
                </a:cubicBezTo>
                <a:close/>
                <a:moveTo>
                  <a:pt x="685990" y="1381506"/>
                </a:moveTo>
                <a:cubicBezTo>
                  <a:pt x="691325" y="1381506"/>
                  <a:pt x="695706" y="1377125"/>
                  <a:pt x="695706" y="1371791"/>
                </a:cubicBezTo>
                <a:cubicBezTo>
                  <a:pt x="695706" y="1366457"/>
                  <a:pt x="691420" y="1362075"/>
                  <a:pt x="685990" y="1362075"/>
                </a:cubicBezTo>
                <a:cubicBezTo>
                  <a:pt x="680561" y="1362075"/>
                  <a:pt x="676275" y="1366457"/>
                  <a:pt x="676275" y="1371791"/>
                </a:cubicBezTo>
                <a:cubicBezTo>
                  <a:pt x="676275" y="1377125"/>
                  <a:pt x="680657" y="1381506"/>
                  <a:pt x="685990" y="1381506"/>
                </a:cubicBezTo>
                <a:close/>
                <a:moveTo>
                  <a:pt x="762190" y="1382554"/>
                </a:moveTo>
                <a:cubicBezTo>
                  <a:pt x="768096" y="1382554"/>
                  <a:pt x="772954" y="1377696"/>
                  <a:pt x="772954" y="1371791"/>
                </a:cubicBezTo>
                <a:cubicBezTo>
                  <a:pt x="772954" y="1365885"/>
                  <a:pt x="768096" y="1361027"/>
                  <a:pt x="762190" y="1361027"/>
                </a:cubicBezTo>
                <a:cubicBezTo>
                  <a:pt x="756285" y="1361027"/>
                  <a:pt x="751427" y="1365885"/>
                  <a:pt x="751427" y="1371791"/>
                </a:cubicBezTo>
                <a:cubicBezTo>
                  <a:pt x="751427" y="1377696"/>
                  <a:pt x="756285" y="1382554"/>
                  <a:pt x="762190" y="1382554"/>
                </a:cubicBezTo>
                <a:close/>
                <a:moveTo>
                  <a:pt x="838390" y="1383602"/>
                </a:moveTo>
                <a:cubicBezTo>
                  <a:pt x="844963" y="1383602"/>
                  <a:pt x="850202" y="1378268"/>
                  <a:pt x="850202" y="1371791"/>
                </a:cubicBezTo>
                <a:cubicBezTo>
                  <a:pt x="850202" y="1365314"/>
                  <a:pt x="844868" y="1359980"/>
                  <a:pt x="838390" y="1359980"/>
                </a:cubicBezTo>
                <a:cubicBezTo>
                  <a:pt x="831818" y="1359980"/>
                  <a:pt x="826580" y="1365314"/>
                  <a:pt x="826580" y="1371791"/>
                </a:cubicBezTo>
                <a:cubicBezTo>
                  <a:pt x="826580" y="1378268"/>
                  <a:pt x="831913" y="1383602"/>
                  <a:pt x="838390" y="1383602"/>
                </a:cubicBezTo>
                <a:close/>
                <a:moveTo>
                  <a:pt x="914590" y="1384745"/>
                </a:moveTo>
                <a:cubicBezTo>
                  <a:pt x="921734" y="1384745"/>
                  <a:pt x="927449" y="1378934"/>
                  <a:pt x="927449" y="1371886"/>
                </a:cubicBezTo>
                <a:cubicBezTo>
                  <a:pt x="927449" y="1364742"/>
                  <a:pt x="921639" y="1359027"/>
                  <a:pt x="914590" y="1359027"/>
                </a:cubicBezTo>
                <a:cubicBezTo>
                  <a:pt x="907447" y="1359027"/>
                  <a:pt x="901732" y="1364837"/>
                  <a:pt x="901732" y="1371886"/>
                </a:cubicBezTo>
                <a:cubicBezTo>
                  <a:pt x="901732" y="1378934"/>
                  <a:pt x="907447" y="1384745"/>
                  <a:pt x="914590" y="1384745"/>
                </a:cubicBezTo>
                <a:close/>
                <a:moveTo>
                  <a:pt x="990790" y="1385792"/>
                </a:moveTo>
                <a:cubicBezTo>
                  <a:pt x="998506" y="1385792"/>
                  <a:pt x="1004697" y="1379506"/>
                  <a:pt x="1004697" y="1371886"/>
                </a:cubicBezTo>
                <a:cubicBezTo>
                  <a:pt x="1004697" y="1364171"/>
                  <a:pt x="998411" y="1357979"/>
                  <a:pt x="990790" y="1357979"/>
                </a:cubicBezTo>
                <a:cubicBezTo>
                  <a:pt x="983171" y="1357979"/>
                  <a:pt x="976884" y="1364266"/>
                  <a:pt x="976884" y="1371886"/>
                </a:cubicBezTo>
                <a:cubicBezTo>
                  <a:pt x="976884" y="1379506"/>
                  <a:pt x="983075" y="1385792"/>
                  <a:pt x="990790" y="1385792"/>
                </a:cubicBezTo>
                <a:close/>
                <a:moveTo>
                  <a:pt x="1066991" y="1386840"/>
                </a:moveTo>
                <a:cubicBezTo>
                  <a:pt x="1075277" y="1386840"/>
                  <a:pt x="1081945" y="1380077"/>
                  <a:pt x="1081945" y="1371886"/>
                </a:cubicBezTo>
                <a:cubicBezTo>
                  <a:pt x="1081945" y="1363694"/>
                  <a:pt x="1075182" y="1356836"/>
                  <a:pt x="1066991" y="1356836"/>
                </a:cubicBezTo>
                <a:cubicBezTo>
                  <a:pt x="1058704" y="1356836"/>
                  <a:pt x="1051941" y="1363599"/>
                  <a:pt x="1051941" y="1371886"/>
                </a:cubicBezTo>
                <a:cubicBezTo>
                  <a:pt x="1051941" y="1380173"/>
                  <a:pt x="1058704" y="1386840"/>
                  <a:pt x="1066991" y="1386840"/>
                </a:cubicBezTo>
                <a:close/>
                <a:moveTo>
                  <a:pt x="1143191" y="1387888"/>
                </a:moveTo>
                <a:cubicBezTo>
                  <a:pt x="1152049" y="1387888"/>
                  <a:pt x="1159288" y="1380744"/>
                  <a:pt x="1159288" y="1371791"/>
                </a:cubicBezTo>
                <a:cubicBezTo>
                  <a:pt x="1159288" y="1362932"/>
                  <a:pt x="1152144" y="1355693"/>
                  <a:pt x="1143191" y="1355693"/>
                </a:cubicBezTo>
                <a:cubicBezTo>
                  <a:pt x="1134237" y="1355693"/>
                  <a:pt x="1127093" y="1362837"/>
                  <a:pt x="1127093" y="1371791"/>
                </a:cubicBezTo>
                <a:cubicBezTo>
                  <a:pt x="1127189" y="1380649"/>
                  <a:pt x="1134332" y="1387888"/>
                  <a:pt x="1143191" y="1387888"/>
                </a:cubicBezTo>
                <a:close/>
                <a:moveTo>
                  <a:pt x="1219391" y="1388745"/>
                </a:moveTo>
                <a:cubicBezTo>
                  <a:pt x="1228725" y="1388745"/>
                  <a:pt x="1236250" y="1381220"/>
                  <a:pt x="1236250" y="1371886"/>
                </a:cubicBezTo>
                <a:cubicBezTo>
                  <a:pt x="1236250" y="1362551"/>
                  <a:pt x="1228725" y="1355027"/>
                  <a:pt x="1219391" y="1355027"/>
                </a:cubicBezTo>
                <a:cubicBezTo>
                  <a:pt x="1210056" y="1355027"/>
                  <a:pt x="1202531" y="1362551"/>
                  <a:pt x="1202531" y="1371886"/>
                </a:cubicBezTo>
                <a:cubicBezTo>
                  <a:pt x="1202531" y="1381125"/>
                  <a:pt x="1210056" y="1388745"/>
                  <a:pt x="1219391" y="1388745"/>
                </a:cubicBezTo>
                <a:close/>
                <a:moveTo>
                  <a:pt x="1295591" y="1389793"/>
                </a:moveTo>
                <a:cubicBezTo>
                  <a:pt x="1305497" y="1389793"/>
                  <a:pt x="1313593" y="1381792"/>
                  <a:pt x="1313593" y="1371791"/>
                </a:cubicBezTo>
                <a:cubicBezTo>
                  <a:pt x="1313593" y="1361789"/>
                  <a:pt x="1305592" y="1353788"/>
                  <a:pt x="1295591" y="1353788"/>
                </a:cubicBezTo>
                <a:cubicBezTo>
                  <a:pt x="1285589" y="1353788"/>
                  <a:pt x="1277588" y="1361789"/>
                  <a:pt x="1277588" y="1371791"/>
                </a:cubicBezTo>
                <a:cubicBezTo>
                  <a:pt x="1277588" y="1381792"/>
                  <a:pt x="1285685" y="1389793"/>
                  <a:pt x="1295591" y="1389793"/>
                </a:cubicBezTo>
                <a:close/>
                <a:moveTo>
                  <a:pt x="1371791" y="1390650"/>
                </a:moveTo>
                <a:cubicBezTo>
                  <a:pt x="1382173" y="1390650"/>
                  <a:pt x="1390555" y="1382268"/>
                  <a:pt x="1390555" y="1371886"/>
                </a:cubicBezTo>
                <a:cubicBezTo>
                  <a:pt x="1390555" y="1361504"/>
                  <a:pt x="1382173" y="1353122"/>
                  <a:pt x="1371791" y="1353122"/>
                </a:cubicBezTo>
                <a:cubicBezTo>
                  <a:pt x="1361408" y="1353122"/>
                  <a:pt x="1353026" y="1361504"/>
                  <a:pt x="1353026" y="1371886"/>
                </a:cubicBezTo>
                <a:cubicBezTo>
                  <a:pt x="1353026" y="1382173"/>
                  <a:pt x="1361408" y="1390650"/>
                  <a:pt x="1371791" y="1390650"/>
                </a:cubicBezTo>
                <a:close/>
                <a:moveTo>
                  <a:pt x="1447991" y="1391507"/>
                </a:moveTo>
                <a:cubicBezTo>
                  <a:pt x="1458849" y="1391507"/>
                  <a:pt x="1467612" y="1382744"/>
                  <a:pt x="1467612" y="1371886"/>
                </a:cubicBezTo>
                <a:cubicBezTo>
                  <a:pt x="1467612" y="1361027"/>
                  <a:pt x="1458849" y="1352264"/>
                  <a:pt x="1447991" y="1352264"/>
                </a:cubicBezTo>
                <a:cubicBezTo>
                  <a:pt x="1437132" y="1352264"/>
                  <a:pt x="1428369" y="1361027"/>
                  <a:pt x="1428369" y="1371886"/>
                </a:cubicBezTo>
                <a:cubicBezTo>
                  <a:pt x="1428369" y="1382744"/>
                  <a:pt x="1437132" y="1391507"/>
                  <a:pt x="1447991" y="1391507"/>
                </a:cubicBezTo>
                <a:close/>
                <a:moveTo>
                  <a:pt x="1524191" y="1392079"/>
                </a:moveTo>
                <a:cubicBezTo>
                  <a:pt x="1535430" y="1392079"/>
                  <a:pt x="1544479" y="1383030"/>
                  <a:pt x="1544479" y="1371791"/>
                </a:cubicBezTo>
                <a:cubicBezTo>
                  <a:pt x="1544479" y="1360551"/>
                  <a:pt x="1535430" y="1351502"/>
                  <a:pt x="1524191" y="1351502"/>
                </a:cubicBezTo>
                <a:cubicBezTo>
                  <a:pt x="1512951" y="1351502"/>
                  <a:pt x="1503902" y="1360551"/>
                  <a:pt x="1503902" y="1371791"/>
                </a:cubicBezTo>
                <a:cubicBezTo>
                  <a:pt x="1503902" y="1383030"/>
                  <a:pt x="1513046" y="1392079"/>
                  <a:pt x="1524191" y="1392079"/>
                </a:cubicBezTo>
                <a:close/>
                <a:moveTo>
                  <a:pt x="1600391" y="1392746"/>
                </a:moveTo>
                <a:cubicBezTo>
                  <a:pt x="1611916" y="1392746"/>
                  <a:pt x="1621346" y="1383411"/>
                  <a:pt x="1621346" y="1371791"/>
                </a:cubicBezTo>
                <a:cubicBezTo>
                  <a:pt x="1621346" y="1360170"/>
                  <a:pt x="1612011" y="1350836"/>
                  <a:pt x="1600391" y="1350836"/>
                </a:cubicBezTo>
                <a:cubicBezTo>
                  <a:pt x="1588770" y="1350836"/>
                  <a:pt x="1579436" y="1360170"/>
                  <a:pt x="1579436" y="1371791"/>
                </a:cubicBezTo>
                <a:cubicBezTo>
                  <a:pt x="1579436" y="1383411"/>
                  <a:pt x="1588865" y="1392746"/>
                  <a:pt x="1600391" y="1392746"/>
                </a:cubicBezTo>
                <a:close/>
                <a:moveTo>
                  <a:pt x="1676591" y="1392936"/>
                </a:moveTo>
                <a:cubicBezTo>
                  <a:pt x="1688306" y="1392936"/>
                  <a:pt x="1697736" y="1383506"/>
                  <a:pt x="1697736" y="1371791"/>
                </a:cubicBezTo>
                <a:cubicBezTo>
                  <a:pt x="1697736" y="1360075"/>
                  <a:pt x="1688306" y="1350645"/>
                  <a:pt x="1676591" y="1350645"/>
                </a:cubicBezTo>
                <a:cubicBezTo>
                  <a:pt x="1664875" y="1350645"/>
                  <a:pt x="1655445" y="1360075"/>
                  <a:pt x="1655445" y="1371791"/>
                </a:cubicBezTo>
                <a:cubicBezTo>
                  <a:pt x="1655445" y="1383506"/>
                  <a:pt x="1664970" y="1392936"/>
                  <a:pt x="1676591" y="1392936"/>
                </a:cubicBezTo>
                <a:close/>
                <a:moveTo>
                  <a:pt x="1752791" y="1393127"/>
                </a:moveTo>
                <a:cubicBezTo>
                  <a:pt x="1764602" y="1393127"/>
                  <a:pt x="1774127" y="1383602"/>
                  <a:pt x="1774127" y="1371791"/>
                </a:cubicBezTo>
                <a:cubicBezTo>
                  <a:pt x="1774127" y="1359980"/>
                  <a:pt x="1764602" y="1350455"/>
                  <a:pt x="1752791" y="1350455"/>
                </a:cubicBezTo>
                <a:cubicBezTo>
                  <a:pt x="1740980" y="1350455"/>
                  <a:pt x="1731455" y="1359980"/>
                  <a:pt x="1731455" y="1371791"/>
                </a:cubicBezTo>
                <a:cubicBezTo>
                  <a:pt x="1731455" y="1383602"/>
                  <a:pt x="1740980" y="1393127"/>
                  <a:pt x="1752791" y="1393127"/>
                </a:cubicBezTo>
                <a:close/>
                <a:moveTo>
                  <a:pt x="1828991" y="1392936"/>
                </a:moveTo>
                <a:cubicBezTo>
                  <a:pt x="1840706" y="1392936"/>
                  <a:pt x="1850136" y="1383506"/>
                  <a:pt x="1850136" y="1371791"/>
                </a:cubicBezTo>
                <a:cubicBezTo>
                  <a:pt x="1850136" y="1360075"/>
                  <a:pt x="1840706" y="1350645"/>
                  <a:pt x="1828991" y="1350645"/>
                </a:cubicBezTo>
                <a:cubicBezTo>
                  <a:pt x="1817275" y="1350645"/>
                  <a:pt x="1807845" y="1360075"/>
                  <a:pt x="1807845" y="1371791"/>
                </a:cubicBezTo>
                <a:cubicBezTo>
                  <a:pt x="1807845" y="1383506"/>
                  <a:pt x="1817370" y="1392936"/>
                  <a:pt x="1828991" y="1392936"/>
                </a:cubicBezTo>
                <a:close/>
                <a:moveTo>
                  <a:pt x="1905191" y="1392746"/>
                </a:moveTo>
                <a:cubicBezTo>
                  <a:pt x="1916716" y="1392746"/>
                  <a:pt x="1926146" y="1383411"/>
                  <a:pt x="1926146" y="1371791"/>
                </a:cubicBezTo>
                <a:cubicBezTo>
                  <a:pt x="1926146" y="1360170"/>
                  <a:pt x="1916811" y="1350836"/>
                  <a:pt x="1905191" y="1350836"/>
                </a:cubicBezTo>
                <a:cubicBezTo>
                  <a:pt x="1893570" y="1350836"/>
                  <a:pt x="1884236" y="1360170"/>
                  <a:pt x="1884236" y="1371791"/>
                </a:cubicBezTo>
                <a:cubicBezTo>
                  <a:pt x="1884236" y="1383411"/>
                  <a:pt x="1893665" y="1392746"/>
                  <a:pt x="1905191" y="1392746"/>
                </a:cubicBezTo>
                <a:close/>
                <a:moveTo>
                  <a:pt x="1981391" y="1392079"/>
                </a:moveTo>
                <a:cubicBezTo>
                  <a:pt x="1992630" y="1392079"/>
                  <a:pt x="2001679" y="1383030"/>
                  <a:pt x="2001679" y="1371791"/>
                </a:cubicBezTo>
                <a:cubicBezTo>
                  <a:pt x="2001679" y="1360551"/>
                  <a:pt x="1992630" y="1351502"/>
                  <a:pt x="1981391" y="1351502"/>
                </a:cubicBezTo>
                <a:cubicBezTo>
                  <a:pt x="1970151" y="1351502"/>
                  <a:pt x="1961102" y="1360551"/>
                  <a:pt x="1961102" y="1371791"/>
                </a:cubicBezTo>
                <a:cubicBezTo>
                  <a:pt x="1961102" y="1383030"/>
                  <a:pt x="1970246" y="1392079"/>
                  <a:pt x="1981391" y="1392079"/>
                </a:cubicBezTo>
                <a:close/>
                <a:moveTo>
                  <a:pt x="2057591" y="1391507"/>
                </a:moveTo>
                <a:cubicBezTo>
                  <a:pt x="2068449" y="1391507"/>
                  <a:pt x="2077212" y="1382744"/>
                  <a:pt x="2077212" y="1371886"/>
                </a:cubicBezTo>
                <a:cubicBezTo>
                  <a:pt x="2077212" y="1361027"/>
                  <a:pt x="2068449" y="1352264"/>
                  <a:pt x="2057591" y="1352264"/>
                </a:cubicBezTo>
                <a:cubicBezTo>
                  <a:pt x="2046732" y="1352264"/>
                  <a:pt x="2037969" y="1361027"/>
                  <a:pt x="2037969" y="1371886"/>
                </a:cubicBezTo>
                <a:cubicBezTo>
                  <a:pt x="2037969" y="1382744"/>
                  <a:pt x="2046732" y="1391507"/>
                  <a:pt x="2057591" y="1391507"/>
                </a:cubicBezTo>
                <a:close/>
                <a:moveTo>
                  <a:pt x="2133791" y="1390841"/>
                </a:moveTo>
                <a:cubicBezTo>
                  <a:pt x="2144268" y="1390841"/>
                  <a:pt x="2152841" y="1382363"/>
                  <a:pt x="2152841" y="1371791"/>
                </a:cubicBezTo>
                <a:cubicBezTo>
                  <a:pt x="2152841" y="1361313"/>
                  <a:pt x="2144363" y="1352741"/>
                  <a:pt x="2133791" y="1352741"/>
                </a:cubicBezTo>
                <a:cubicBezTo>
                  <a:pt x="2123313" y="1352741"/>
                  <a:pt x="2114741" y="1361218"/>
                  <a:pt x="2114741" y="1371791"/>
                </a:cubicBezTo>
                <a:cubicBezTo>
                  <a:pt x="2114836" y="1382268"/>
                  <a:pt x="2123313" y="1390841"/>
                  <a:pt x="2133791" y="1390841"/>
                </a:cubicBezTo>
                <a:close/>
                <a:moveTo>
                  <a:pt x="2209991" y="1389793"/>
                </a:moveTo>
                <a:cubicBezTo>
                  <a:pt x="2219897" y="1389793"/>
                  <a:pt x="2227993" y="1381792"/>
                  <a:pt x="2227993" y="1371791"/>
                </a:cubicBezTo>
                <a:cubicBezTo>
                  <a:pt x="2227993" y="1361789"/>
                  <a:pt x="2219992" y="1353788"/>
                  <a:pt x="2209991" y="1353788"/>
                </a:cubicBezTo>
                <a:cubicBezTo>
                  <a:pt x="2199989" y="1353788"/>
                  <a:pt x="2191988" y="1361789"/>
                  <a:pt x="2191988" y="1371791"/>
                </a:cubicBezTo>
                <a:cubicBezTo>
                  <a:pt x="2191988" y="1381792"/>
                  <a:pt x="2200085" y="1389793"/>
                  <a:pt x="2209991" y="1389793"/>
                </a:cubicBezTo>
                <a:close/>
                <a:moveTo>
                  <a:pt x="2286191" y="1388936"/>
                </a:moveTo>
                <a:cubicBezTo>
                  <a:pt x="2295620" y="1388936"/>
                  <a:pt x="2303336" y="1381316"/>
                  <a:pt x="2303336" y="1371791"/>
                </a:cubicBezTo>
                <a:cubicBezTo>
                  <a:pt x="2303336" y="1362266"/>
                  <a:pt x="2295716" y="1354646"/>
                  <a:pt x="2286191" y="1354646"/>
                </a:cubicBezTo>
                <a:cubicBezTo>
                  <a:pt x="2276666" y="1354646"/>
                  <a:pt x="2269046" y="1362266"/>
                  <a:pt x="2269046" y="1371791"/>
                </a:cubicBezTo>
                <a:cubicBezTo>
                  <a:pt x="2269046" y="1381316"/>
                  <a:pt x="2276761" y="1388936"/>
                  <a:pt x="2286191" y="1388936"/>
                </a:cubicBezTo>
                <a:close/>
                <a:moveTo>
                  <a:pt x="2362391" y="1387888"/>
                </a:moveTo>
                <a:cubicBezTo>
                  <a:pt x="2371249" y="1387888"/>
                  <a:pt x="2378488" y="1380744"/>
                  <a:pt x="2378488" y="1371791"/>
                </a:cubicBezTo>
                <a:cubicBezTo>
                  <a:pt x="2378488" y="1362932"/>
                  <a:pt x="2371344" y="1355693"/>
                  <a:pt x="2362391" y="1355693"/>
                </a:cubicBezTo>
                <a:cubicBezTo>
                  <a:pt x="2353532" y="1355693"/>
                  <a:pt x="2346293" y="1362837"/>
                  <a:pt x="2346293" y="1371791"/>
                </a:cubicBezTo>
                <a:cubicBezTo>
                  <a:pt x="2346389" y="1380649"/>
                  <a:pt x="2353532" y="1387888"/>
                  <a:pt x="2362391" y="1387888"/>
                </a:cubicBezTo>
                <a:close/>
                <a:moveTo>
                  <a:pt x="2438591" y="1387031"/>
                </a:moveTo>
                <a:cubicBezTo>
                  <a:pt x="2446973" y="1387031"/>
                  <a:pt x="2453831" y="1380173"/>
                  <a:pt x="2453831" y="1371791"/>
                </a:cubicBezTo>
                <a:cubicBezTo>
                  <a:pt x="2453831" y="1363409"/>
                  <a:pt x="2446973" y="1356551"/>
                  <a:pt x="2438591" y="1356551"/>
                </a:cubicBezTo>
                <a:cubicBezTo>
                  <a:pt x="2430209" y="1356551"/>
                  <a:pt x="2423351" y="1363409"/>
                  <a:pt x="2423351" y="1371791"/>
                </a:cubicBezTo>
                <a:cubicBezTo>
                  <a:pt x="2423351" y="1380173"/>
                  <a:pt x="2430209" y="1387031"/>
                  <a:pt x="2438591" y="1387031"/>
                </a:cubicBezTo>
                <a:close/>
                <a:moveTo>
                  <a:pt x="2514791" y="1385983"/>
                </a:moveTo>
                <a:cubicBezTo>
                  <a:pt x="2522601" y="1385983"/>
                  <a:pt x="2528983" y="1379601"/>
                  <a:pt x="2528983" y="1371791"/>
                </a:cubicBezTo>
                <a:cubicBezTo>
                  <a:pt x="2528983" y="1363980"/>
                  <a:pt x="2522601" y="1357598"/>
                  <a:pt x="2514791" y="1357598"/>
                </a:cubicBezTo>
                <a:cubicBezTo>
                  <a:pt x="2506980" y="1357598"/>
                  <a:pt x="2500598" y="1363980"/>
                  <a:pt x="2500598" y="1371791"/>
                </a:cubicBezTo>
                <a:cubicBezTo>
                  <a:pt x="2500694" y="1379601"/>
                  <a:pt x="2506980" y="1385983"/>
                  <a:pt x="2514791" y="1385983"/>
                </a:cubicBezTo>
                <a:close/>
                <a:moveTo>
                  <a:pt x="2590991" y="1384935"/>
                </a:moveTo>
                <a:cubicBezTo>
                  <a:pt x="2598230" y="1384935"/>
                  <a:pt x="2604135" y="1379030"/>
                  <a:pt x="2604135" y="1371791"/>
                </a:cubicBezTo>
                <a:cubicBezTo>
                  <a:pt x="2604135" y="1364552"/>
                  <a:pt x="2598230" y="1358646"/>
                  <a:pt x="2590991" y="1358646"/>
                </a:cubicBezTo>
                <a:cubicBezTo>
                  <a:pt x="2583752" y="1358646"/>
                  <a:pt x="2577846" y="1364552"/>
                  <a:pt x="2577846" y="1371791"/>
                </a:cubicBezTo>
                <a:cubicBezTo>
                  <a:pt x="2577846" y="1379030"/>
                  <a:pt x="2583752" y="1384935"/>
                  <a:pt x="2590991" y="1384935"/>
                </a:cubicBezTo>
                <a:close/>
                <a:moveTo>
                  <a:pt x="2667191" y="1383887"/>
                </a:moveTo>
                <a:cubicBezTo>
                  <a:pt x="2673858" y="1383887"/>
                  <a:pt x="2679192" y="1378458"/>
                  <a:pt x="2679192" y="1371886"/>
                </a:cubicBezTo>
                <a:cubicBezTo>
                  <a:pt x="2679192" y="1365218"/>
                  <a:pt x="2673763" y="1359884"/>
                  <a:pt x="2667191" y="1359884"/>
                </a:cubicBezTo>
                <a:cubicBezTo>
                  <a:pt x="2660523" y="1359884"/>
                  <a:pt x="2655189" y="1365314"/>
                  <a:pt x="2655189" y="1371886"/>
                </a:cubicBezTo>
                <a:cubicBezTo>
                  <a:pt x="2655189" y="1378458"/>
                  <a:pt x="2660523" y="1383887"/>
                  <a:pt x="2667191" y="1383887"/>
                </a:cubicBezTo>
                <a:close/>
                <a:moveTo>
                  <a:pt x="2743391" y="1382839"/>
                </a:moveTo>
                <a:cubicBezTo>
                  <a:pt x="2749487" y="1382839"/>
                  <a:pt x="2754345" y="1377887"/>
                  <a:pt x="2754345" y="1371886"/>
                </a:cubicBezTo>
                <a:cubicBezTo>
                  <a:pt x="2754345" y="1365885"/>
                  <a:pt x="2749391" y="1360932"/>
                  <a:pt x="2743391" y="1360932"/>
                </a:cubicBezTo>
                <a:cubicBezTo>
                  <a:pt x="2737295" y="1360932"/>
                  <a:pt x="2732437" y="1365885"/>
                  <a:pt x="2732437" y="1371886"/>
                </a:cubicBezTo>
                <a:cubicBezTo>
                  <a:pt x="2732437" y="1377887"/>
                  <a:pt x="2737390" y="1382839"/>
                  <a:pt x="2743391" y="1382839"/>
                </a:cubicBezTo>
                <a:close/>
                <a:moveTo>
                  <a:pt x="2819591" y="1381506"/>
                </a:moveTo>
                <a:cubicBezTo>
                  <a:pt x="2824924" y="1381506"/>
                  <a:pt x="2829306" y="1377125"/>
                  <a:pt x="2829306" y="1371791"/>
                </a:cubicBezTo>
                <a:cubicBezTo>
                  <a:pt x="2829306" y="1366457"/>
                  <a:pt x="2824924" y="1362075"/>
                  <a:pt x="2819591" y="1362075"/>
                </a:cubicBezTo>
                <a:cubicBezTo>
                  <a:pt x="2814257" y="1362075"/>
                  <a:pt x="2809875" y="1366457"/>
                  <a:pt x="2809875" y="1371791"/>
                </a:cubicBezTo>
                <a:cubicBezTo>
                  <a:pt x="2809875" y="1377125"/>
                  <a:pt x="2814257" y="1381506"/>
                  <a:pt x="2819591" y="1381506"/>
                </a:cubicBezTo>
                <a:close/>
                <a:moveTo>
                  <a:pt x="2895791" y="1380458"/>
                </a:moveTo>
                <a:cubicBezTo>
                  <a:pt x="2900553" y="1380458"/>
                  <a:pt x="2904458" y="1376553"/>
                  <a:pt x="2904458" y="1371791"/>
                </a:cubicBezTo>
                <a:cubicBezTo>
                  <a:pt x="2904458" y="1367028"/>
                  <a:pt x="2900553" y="1363123"/>
                  <a:pt x="2895791" y="1363123"/>
                </a:cubicBezTo>
                <a:cubicBezTo>
                  <a:pt x="2891028" y="1363123"/>
                  <a:pt x="2887123" y="1367028"/>
                  <a:pt x="2887123" y="1371791"/>
                </a:cubicBezTo>
                <a:cubicBezTo>
                  <a:pt x="2887123" y="1376553"/>
                  <a:pt x="2891028" y="1380458"/>
                  <a:pt x="2895791" y="1380458"/>
                </a:cubicBezTo>
                <a:close/>
                <a:moveTo>
                  <a:pt x="2971991" y="1379220"/>
                </a:moveTo>
                <a:cubicBezTo>
                  <a:pt x="2976086" y="1379220"/>
                  <a:pt x="2979420" y="1375886"/>
                  <a:pt x="2979420" y="1371791"/>
                </a:cubicBezTo>
                <a:cubicBezTo>
                  <a:pt x="2979420" y="1367695"/>
                  <a:pt x="2976086" y="1364361"/>
                  <a:pt x="2971991" y="1364361"/>
                </a:cubicBezTo>
                <a:cubicBezTo>
                  <a:pt x="2967895" y="1364361"/>
                  <a:pt x="2964561" y="1367695"/>
                  <a:pt x="2964561" y="1371791"/>
                </a:cubicBezTo>
                <a:cubicBezTo>
                  <a:pt x="2964561" y="1375886"/>
                  <a:pt x="2967895" y="1379220"/>
                  <a:pt x="2971991" y="1379220"/>
                </a:cubicBezTo>
                <a:close/>
                <a:moveTo>
                  <a:pt x="3048191" y="1378172"/>
                </a:moveTo>
                <a:cubicBezTo>
                  <a:pt x="3051715" y="1378172"/>
                  <a:pt x="3054572" y="1375315"/>
                  <a:pt x="3054572" y="1371791"/>
                </a:cubicBezTo>
                <a:cubicBezTo>
                  <a:pt x="3054572" y="1368266"/>
                  <a:pt x="3051715" y="1365409"/>
                  <a:pt x="3048191" y="1365409"/>
                </a:cubicBezTo>
                <a:cubicBezTo>
                  <a:pt x="3044666" y="1365409"/>
                  <a:pt x="3041809" y="1368266"/>
                  <a:pt x="3041809" y="1371791"/>
                </a:cubicBezTo>
                <a:cubicBezTo>
                  <a:pt x="3041904" y="1375315"/>
                  <a:pt x="3044666" y="1378172"/>
                  <a:pt x="3048191" y="1378172"/>
                </a:cubicBezTo>
                <a:close/>
                <a:moveTo>
                  <a:pt x="3124391" y="1377125"/>
                </a:moveTo>
                <a:cubicBezTo>
                  <a:pt x="3127343" y="1377125"/>
                  <a:pt x="3129629" y="1374743"/>
                  <a:pt x="3129629" y="1371886"/>
                </a:cubicBezTo>
                <a:cubicBezTo>
                  <a:pt x="3129629" y="1369028"/>
                  <a:pt x="3127248" y="1366647"/>
                  <a:pt x="3124391" y="1366647"/>
                </a:cubicBezTo>
                <a:cubicBezTo>
                  <a:pt x="3121438" y="1366647"/>
                  <a:pt x="3119152" y="1369028"/>
                  <a:pt x="3119152" y="1371886"/>
                </a:cubicBezTo>
                <a:cubicBezTo>
                  <a:pt x="3119152" y="1374743"/>
                  <a:pt x="3121533" y="1377125"/>
                  <a:pt x="3124391" y="1377125"/>
                </a:cubicBezTo>
                <a:close/>
                <a:moveTo>
                  <a:pt x="3200591" y="1375791"/>
                </a:moveTo>
                <a:cubicBezTo>
                  <a:pt x="3202781" y="1375791"/>
                  <a:pt x="3204591" y="1373981"/>
                  <a:pt x="3204591" y="1371791"/>
                </a:cubicBezTo>
                <a:cubicBezTo>
                  <a:pt x="3204591" y="1369600"/>
                  <a:pt x="3202781" y="1367790"/>
                  <a:pt x="3200591" y="1367790"/>
                </a:cubicBezTo>
                <a:cubicBezTo>
                  <a:pt x="3198400" y="1367790"/>
                  <a:pt x="3196590" y="1369600"/>
                  <a:pt x="3196590" y="1371791"/>
                </a:cubicBezTo>
                <a:cubicBezTo>
                  <a:pt x="3196590" y="1373981"/>
                  <a:pt x="3198400" y="1375791"/>
                  <a:pt x="3200591" y="1375791"/>
                </a:cubicBezTo>
                <a:close/>
                <a:moveTo>
                  <a:pt x="3276791" y="1374743"/>
                </a:moveTo>
                <a:cubicBezTo>
                  <a:pt x="3278410" y="1374743"/>
                  <a:pt x="3279743" y="1373410"/>
                  <a:pt x="3279743" y="1371791"/>
                </a:cubicBezTo>
                <a:cubicBezTo>
                  <a:pt x="3279743" y="1370171"/>
                  <a:pt x="3278410" y="1368838"/>
                  <a:pt x="3276791" y="1368838"/>
                </a:cubicBezTo>
                <a:cubicBezTo>
                  <a:pt x="3275171" y="1368838"/>
                  <a:pt x="3273838" y="1370171"/>
                  <a:pt x="3273838" y="1371791"/>
                </a:cubicBezTo>
                <a:cubicBezTo>
                  <a:pt x="3273838" y="1373410"/>
                  <a:pt x="3275171" y="1374743"/>
                  <a:pt x="3276791" y="1374743"/>
                </a:cubicBezTo>
                <a:close/>
                <a:moveTo>
                  <a:pt x="3352991" y="1373696"/>
                </a:moveTo>
                <a:cubicBezTo>
                  <a:pt x="3354038" y="1373696"/>
                  <a:pt x="3354896" y="1372838"/>
                  <a:pt x="3354896" y="1371791"/>
                </a:cubicBezTo>
                <a:cubicBezTo>
                  <a:pt x="3354896" y="1370743"/>
                  <a:pt x="3354038" y="1369886"/>
                  <a:pt x="3352991" y="1369886"/>
                </a:cubicBezTo>
                <a:cubicBezTo>
                  <a:pt x="3351943" y="1369886"/>
                  <a:pt x="3351086" y="1370743"/>
                  <a:pt x="3351086" y="1371791"/>
                </a:cubicBezTo>
                <a:cubicBezTo>
                  <a:pt x="3351086" y="1372838"/>
                  <a:pt x="3351943" y="1373696"/>
                  <a:pt x="3352991" y="1373696"/>
                </a:cubicBezTo>
                <a:close/>
                <a:moveTo>
                  <a:pt x="3429191" y="1372457"/>
                </a:moveTo>
                <a:cubicBezTo>
                  <a:pt x="3429572" y="1372457"/>
                  <a:pt x="3429857" y="1372172"/>
                  <a:pt x="3429857" y="1371791"/>
                </a:cubicBezTo>
                <a:cubicBezTo>
                  <a:pt x="3429857" y="1371410"/>
                  <a:pt x="3429572" y="1371124"/>
                  <a:pt x="3429191" y="1371124"/>
                </a:cubicBezTo>
                <a:cubicBezTo>
                  <a:pt x="3428810" y="1371124"/>
                  <a:pt x="3428524" y="1371410"/>
                  <a:pt x="3428524" y="1371791"/>
                </a:cubicBezTo>
                <a:cubicBezTo>
                  <a:pt x="3428619" y="1372172"/>
                  <a:pt x="3428905" y="1372457"/>
                  <a:pt x="3429191" y="1372457"/>
                </a:cubicBezTo>
                <a:close/>
                <a:moveTo>
                  <a:pt x="76391" y="1448848"/>
                </a:moveTo>
                <a:cubicBezTo>
                  <a:pt x="76867" y="1448848"/>
                  <a:pt x="77248" y="1448467"/>
                  <a:pt x="77248" y="1447991"/>
                </a:cubicBezTo>
                <a:cubicBezTo>
                  <a:pt x="77248" y="1447514"/>
                  <a:pt x="76867" y="1447133"/>
                  <a:pt x="76391" y="1447133"/>
                </a:cubicBezTo>
                <a:cubicBezTo>
                  <a:pt x="75914" y="1447133"/>
                  <a:pt x="75533" y="1447514"/>
                  <a:pt x="75533" y="1447991"/>
                </a:cubicBezTo>
                <a:cubicBezTo>
                  <a:pt x="75533" y="1448467"/>
                  <a:pt x="75914" y="1448848"/>
                  <a:pt x="76391" y="1448848"/>
                </a:cubicBezTo>
                <a:close/>
                <a:moveTo>
                  <a:pt x="152591" y="1449896"/>
                </a:moveTo>
                <a:cubicBezTo>
                  <a:pt x="153638" y="1449896"/>
                  <a:pt x="154496" y="1449038"/>
                  <a:pt x="154496" y="1447991"/>
                </a:cubicBezTo>
                <a:cubicBezTo>
                  <a:pt x="154496" y="1446943"/>
                  <a:pt x="153638" y="1446086"/>
                  <a:pt x="152591" y="1446086"/>
                </a:cubicBezTo>
                <a:cubicBezTo>
                  <a:pt x="151543" y="1446086"/>
                  <a:pt x="150686" y="1446943"/>
                  <a:pt x="150686" y="1447991"/>
                </a:cubicBezTo>
                <a:cubicBezTo>
                  <a:pt x="150686" y="1449038"/>
                  <a:pt x="151543" y="1449896"/>
                  <a:pt x="152591" y="1449896"/>
                </a:cubicBezTo>
                <a:close/>
                <a:moveTo>
                  <a:pt x="228791" y="1451134"/>
                </a:moveTo>
                <a:cubicBezTo>
                  <a:pt x="230505" y="1451134"/>
                  <a:pt x="231934" y="1449705"/>
                  <a:pt x="231934" y="1447991"/>
                </a:cubicBezTo>
                <a:cubicBezTo>
                  <a:pt x="231934" y="1446276"/>
                  <a:pt x="230505" y="1444847"/>
                  <a:pt x="228791" y="1444847"/>
                </a:cubicBezTo>
                <a:cubicBezTo>
                  <a:pt x="227076" y="1444847"/>
                  <a:pt x="225647" y="1446276"/>
                  <a:pt x="225647" y="1447991"/>
                </a:cubicBezTo>
                <a:cubicBezTo>
                  <a:pt x="225647" y="1449800"/>
                  <a:pt x="227076" y="1451134"/>
                  <a:pt x="228791" y="1451134"/>
                </a:cubicBezTo>
                <a:close/>
                <a:moveTo>
                  <a:pt x="304991" y="1452277"/>
                </a:moveTo>
                <a:cubicBezTo>
                  <a:pt x="307276" y="1452277"/>
                  <a:pt x="309182" y="1450372"/>
                  <a:pt x="309182" y="1448086"/>
                </a:cubicBezTo>
                <a:cubicBezTo>
                  <a:pt x="309182" y="1445800"/>
                  <a:pt x="307276" y="1443895"/>
                  <a:pt x="304991" y="1443895"/>
                </a:cubicBezTo>
                <a:cubicBezTo>
                  <a:pt x="302609" y="1443895"/>
                  <a:pt x="300800" y="1445800"/>
                  <a:pt x="300800" y="1448086"/>
                </a:cubicBezTo>
                <a:cubicBezTo>
                  <a:pt x="300800" y="1450372"/>
                  <a:pt x="302705" y="1452277"/>
                  <a:pt x="304991" y="1452277"/>
                </a:cubicBezTo>
                <a:close/>
                <a:moveTo>
                  <a:pt x="381191" y="1453515"/>
                </a:moveTo>
                <a:cubicBezTo>
                  <a:pt x="384239" y="1453515"/>
                  <a:pt x="386715" y="1451039"/>
                  <a:pt x="386715" y="1447991"/>
                </a:cubicBezTo>
                <a:cubicBezTo>
                  <a:pt x="386715" y="1444943"/>
                  <a:pt x="384239" y="1442466"/>
                  <a:pt x="381191" y="1442466"/>
                </a:cubicBezTo>
                <a:cubicBezTo>
                  <a:pt x="378143" y="1442466"/>
                  <a:pt x="375666" y="1444943"/>
                  <a:pt x="375666" y="1447991"/>
                </a:cubicBezTo>
                <a:cubicBezTo>
                  <a:pt x="375761" y="1451039"/>
                  <a:pt x="378143" y="1453515"/>
                  <a:pt x="381191" y="1453515"/>
                </a:cubicBezTo>
                <a:close/>
                <a:moveTo>
                  <a:pt x="457391" y="1454563"/>
                </a:moveTo>
                <a:cubicBezTo>
                  <a:pt x="461010" y="1454563"/>
                  <a:pt x="463963" y="1451610"/>
                  <a:pt x="463963" y="1447991"/>
                </a:cubicBezTo>
                <a:cubicBezTo>
                  <a:pt x="463963" y="1444371"/>
                  <a:pt x="461010" y="1441418"/>
                  <a:pt x="457391" y="1441418"/>
                </a:cubicBezTo>
                <a:cubicBezTo>
                  <a:pt x="453771" y="1441418"/>
                  <a:pt x="450818" y="1444371"/>
                  <a:pt x="450818" y="1447991"/>
                </a:cubicBezTo>
                <a:cubicBezTo>
                  <a:pt x="450818" y="1451610"/>
                  <a:pt x="453771" y="1454563"/>
                  <a:pt x="457391" y="1454563"/>
                </a:cubicBezTo>
                <a:close/>
                <a:moveTo>
                  <a:pt x="533591" y="1455801"/>
                </a:moveTo>
                <a:cubicBezTo>
                  <a:pt x="537877" y="1455801"/>
                  <a:pt x="541401" y="1452277"/>
                  <a:pt x="541401" y="1447991"/>
                </a:cubicBezTo>
                <a:cubicBezTo>
                  <a:pt x="541401" y="1443704"/>
                  <a:pt x="537877" y="1440180"/>
                  <a:pt x="533591" y="1440180"/>
                </a:cubicBezTo>
                <a:cubicBezTo>
                  <a:pt x="529304" y="1440180"/>
                  <a:pt x="525780" y="1443704"/>
                  <a:pt x="525780" y="1447991"/>
                </a:cubicBezTo>
                <a:cubicBezTo>
                  <a:pt x="525780" y="1452372"/>
                  <a:pt x="529304" y="1455801"/>
                  <a:pt x="533591" y="1455801"/>
                </a:cubicBezTo>
                <a:close/>
                <a:moveTo>
                  <a:pt x="609790" y="1456849"/>
                </a:moveTo>
                <a:cubicBezTo>
                  <a:pt x="614648" y="1456849"/>
                  <a:pt x="618649" y="1452848"/>
                  <a:pt x="618649" y="1447991"/>
                </a:cubicBezTo>
                <a:cubicBezTo>
                  <a:pt x="618649" y="1443133"/>
                  <a:pt x="614648" y="1439132"/>
                  <a:pt x="609790" y="1439132"/>
                </a:cubicBezTo>
                <a:cubicBezTo>
                  <a:pt x="604933" y="1439132"/>
                  <a:pt x="600932" y="1443133"/>
                  <a:pt x="600932" y="1447991"/>
                </a:cubicBezTo>
                <a:cubicBezTo>
                  <a:pt x="600932" y="1452848"/>
                  <a:pt x="604933" y="1456849"/>
                  <a:pt x="609790" y="1456849"/>
                </a:cubicBezTo>
                <a:close/>
                <a:moveTo>
                  <a:pt x="685990" y="1458182"/>
                </a:moveTo>
                <a:cubicBezTo>
                  <a:pt x="691610" y="1458182"/>
                  <a:pt x="696087" y="1453610"/>
                  <a:pt x="696087" y="1448086"/>
                </a:cubicBezTo>
                <a:cubicBezTo>
                  <a:pt x="696087" y="1442561"/>
                  <a:pt x="691515" y="1437989"/>
                  <a:pt x="685990" y="1437989"/>
                </a:cubicBezTo>
                <a:cubicBezTo>
                  <a:pt x="680371" y="1437989"/>
                  <a:pt x="675894" y="1442561"/>
                  <a:pt x="675894" y="1448086"/>
                </a:cubicBezTo>
                <a:cubicBezTo>
                  <a:pt x="675894" y="1453610"/>
                  <a:pt x="680371" y="1458182"/>
                  <a:pt x="685990" y="1458182"/>
                </a:cubicBezTo>
                <a:close/>
                <a:moveTo>
                  <a:pt x="762190" y="1459230"/>
                </a:moveTo>
                <a:cubicBezTo>
                  <a:pt x="768382" y="1459230"/>
                  <a:pt x="773430" y="1454182"/>
                  <a:pt x="773430" y="1447991"/>
                </a:cubicBezTo>
                <a:cubicBezTo>
                  <a:pt x="773430" y="1441799"/>
                  <a:pt x="768382" y="1436751"/>
                  <a:pt x="762190" y="1436751"/>
                </a:cubicBezTo>
                <a:cubicBezTo>
                  <a:pt x="755999" y="1436751"/>
                  <a:pt x="750951" y="1441799"/>
                  <a:pt x="750951" y="1447991"/>
                </a:cubicBezTo>
                <a:cubicBezTo>
                  <a:pt x="751046" y="1454182"/>
                  <a:pt x="755999" y="1459230"/>
                  <a:pt x="762190" y="1459230"/>
                </a:cubicBezTo>
                <a:close/>
                <a:moveTo>
                  <a:pt x="838390" y="1460278"/>
                </a:moveTo>
                <a:cubicBezTo>
                  <a:pt x="845153" y="1460278"/>
                  <a:pt x="850678" y="1454753"/>
                  <a:pt x="850678" y="1447991"/>
                </a:cubicBezTo>
                <a:cubicBezTo>
                  <a:pt x="850678" y="1441228"/>
                  <a:pt x="845153" y="1435703"/>
                  <a:pt x="838390" y="1435703"/>
                </a:cubicBezTo>
                <a:cubicBezTo>
                  <a:pt x="831628" y="1435703"/>
                  <a:pt x="826103" y="1441228"/>
                  <a:pt x="826103" y="1447991"/>
                </a:cubicBezTo>
                <a:cubicBezTo>
                  <a:pt x="826103" y="1454753"/>
                  <a:pt x="831628" y="1460278"/>
                  <a:pt x="838390" y="1460278"/>
                </a:cubicBezTo>
                <a:close/>
                <a:moveTo>
                  <a:pt x="914590" y="1461326"/>
                </a:moveTo>
                <a:cubicBezTo>
                  <a:pt x="921925" y="1461326"/>
                  <a:pt x="927926" y="1455325"/>
                  <a:pt x="927926" y="1447991"/>
                </a:cubicBezTo>
                <a:cubicBezTo>
                  <a:pt x="927926" y="1440656"/>
                  <a:pt x="921925" y="1434656"/>
                  <a:pt x="914590" y="1434656"/>
                </a:cubicBezTo>
                <a:cubicBezTo>
                  <a:pt x="907256" y="1434656"/>
                  <a:pt x="901256" y="1440656"/>
                  <a:pt x="901256" y="1447991"/>
                </a:cubicBezTo>
                <a:cubicBezTo>
                  <a:pt x="901256" y="1455325"/>
                  <a:pt x="907256" y="1461326"/>
                  <a:pt x="914590" y="1461326"/>
                </a:cubicBezTo>
                <a:close/>
                <a:moveTo>
                  <a:pt x="990790" y="1462373"/>
                </a:moveTo>
                <a:cubicBezTo>
                  <a:pt x="998696" y="1462373"/>
                  <a:pt x="1005173" y="1455896"/>
                  <a:pt x="1005173" y="1447991"/>
                </a:cubicBezTo>
                <a:cubicBezTo>
                  <a:pt x="1005173" y="1440085"/>
                  <a:pt x="998696" y="1433608"/>
                  <a:pt x="990790" y="1433608"/>
                </a:cubicBezTo>
                <a:cubicBezTo>
                  <a:pt x="982885" y="1433608"/>
                  <a:pt x="976408" y="1440085"/>
                  <a:pt x="976408" y="1447991"/>
                </a:cubicBezTo>
                <a:cubicBezTo>
                  <a:pt x="976408" y="1455896"/>
                  <a:pt x="982885" y="1462373"/>
                  <a:pt x="990790" y="1462373"/>
                </a:cubicBezTo>
                <a:close/>
                <a:moveTo>
                  <a:pt x="1066991" y="1463612"/>
                </a:moveTo>
                <a:cubicBezTo>
                  <a:pt x="1075658" y="1463612"/>
                  <a:pt x="1082612" y="1456563"/>
                  <a:pt x="1082612" y="1447991"/>
                </a:cubicBezTo>
                <a:cubicBezTo>
                  <a:pt x="1082612" y="1439418"/>
                  <a:pt x="1075563" y="1432370"/>
                  <a:pt x="1066991" y="1432370"/>
                </a:cubicBezTo>
                <a:cubicBezTo>
                  <a:pt x="1058418" y="1432370"/>
                  <a:pt x="1051370" y="1439418"/>
                  <a:pt x="1051370" y="1447991"/>
                </a:cubicBezTo>
                <a:cubicBezTo>
                  <a:pt x="1051370" y="1456563"/>
                  <a:pt x="1058418" y="1463612"/>
                  <a:pt x="1066991" y="1463612"/>
                </a:cubicBezTo>
                <a:close/>
                <a:moveTo>
                  <a:pt x="1143191" y="1464469"/>
                </a:moveTo>
                <a:cubicBezTo>
                  <a:pt x="1152335" y="1464469"/>
                  <a:pt x="1159669" y="1457135"/>
                  <a:pt x="1159669" y="1447991"/>
                </a:cubicBezTo>
                <a:cubicBezTo>
                  <a:pt x="1159669" y="1438847"/>
                  <a:pt x="1152335" y="1431512"/>
                  <a:pt x="1143191" y="1431512"/>
                </a:cubicBezTo>
                <a:cubicBezTo>
                  <a:pt x="1134047" y="1431512"/>
                  <a:pt x="1126712" y="1438847"/>
                  <a:pt x="1126712" y="1447991"/>
                </a:cubicBezTo>
                <a:cubicBezTo>
                  <a:pt x="1126712" y="1457135"/>
                  <a:pt x="1134142" y="1464469"/>
                  <a:pt x="1143191" y="1464469"/>
                </a:cubicBezTo>
                <a:close/>
                <a:moveTo>
                  <a:pt x="1219391" y="1465517"/>
                </a:moveTo>
                <a:cubicBezTo>
                  <a:pt x="1229106" y="1465517"/>
                  <a:pt x="1236917" y="1457706"/>
                  <a:pt x="1236917" y="1447991"/>
                </a:cubicBezTo>
                <a:cubicBezTo>
                  <a:pt x="1236917" y="1438275"/>
                  <a:pt x="1229106" y="1430464"/>
                  <a:pt x="1219391" y="1430464"/>
                </a:cubicBezTo>
                <a:cubicBezTo>
                  <a:pt x="1209675" y="1430464"/>
                  <a:pt x="1201865" y="1438275"/>
                  <a:pt x="1201865" y="1447991"/>
                </a:cubicBezTo>
                <a:cubicBezTo>
                  <a:pt x="1201865" y="1457706"/>
                  <a:pt x="1209770" y="1465517"/>
                  <a:pt x="1219391" y="1465517"/>
                </a:cubicBezTo>
                <a:close/>
                <a:moveTo>
                  <a:pt x="1295591" y="1466850"/>
                </a:moveTo>
                <a:cubicBezTo>
                  <a:pt x="1305973" y="1466850"/>
                  <a:pt x="1314355" y="1458468"/>
                  <a:pt x="1314355" y="1448086"/>
                </a:cubicBezTo>
                <a:cubicBezTo>
                  <a:pt x="1314355" y="1437704"/>
                  <a:pt x="1305973" y="1429322"/>
                  <a:pt x="1295591" y="1429322"/>
                </a:cubicBezTo>
                <a:cubicBezTo>
                  <a:pt x="1285208" y="1429322"/>
                  <a:pt x="1276826" y="1437704"/>
                  <a:pt x="1276826" y="1448086"/>
                </a:cubicBezTo>
                <a:cubicBezTo>
                  <a:pt x="1276826" y="1458373"/>
                  <a:pt x="1285208" y="1466850"/>
                  <a:pt x="1295591" y="1466850"/>
                </a:cubicBezTo>
                <a:close/>
                <a:moveTo>
                  <a:pt x="1371791" y="1467707"/>
                </a:moveTo>
                <a:cubicBezTo>
                  <a:pt x="1382649" y="1467707"/>
                  <a:pt x="1391412" y="1458944"/>
                  <a:pt x="1391412" y="1448086"/>
                </a:cubicBezTo>
                <a:cubicBezTo>
                  <a:pt x="1391412" y="1437227"/>
                  <a:pt x="1382649" y="1428464"/>
                  <a:pt x="1371791" y="1428464"/>
                </a:cubicBezTo>
                <a:cubicBezTo>
                  <a:pt x="1360932" y="1428464"/>
                  <a:pt x="1352169" y="1437227"/>
                  <a:pt x="1352169" y="1448086"/>
                </a:cubicBezTo>
                <a:cubicBezTo>
                  <a:pt x="1352169" y="1458944"/>
                  <a:pt x="1360932" y="1467707"/>
                  <a:pt x="1371791" y="1467707"/>
                </a:cubicBezTo>
                <a:close/>
                <a:moveTo>
                  <a:pt x="1447991" y="1468469"/>
                </a:moveTo>
                <a:cubicBezTo>
                  <a:pt x="1459325" y="1468469"/>
                  <a:pt x="1468469" y="1459325"/>
                  <a:pt x="1468469" y="1447991"/>
                </a:cubicBezTo>
                <a:cubicBezTo>
                  <a:pt x="1468469" y="1436656"/>
                  <a:pt x="1459325" y="1427512"/>
                  <a:pt x="1447991" y="1427512"/>
                </a:cubicBezTo>
                <a:cubicBezTo>
                  <a:pt x="1436656" y="1427512"/>
                  <a:pt x="1427512" y="1436656"/>
                  <a:pt x="1427512" y="1447991"/>
                </a:cubicBezTo>
                <a:cubicBezTo>
                  <a:pt x="1427512" y="1459325"/>
                  <a:pt x="1436656" y="1468469"/>
                  <a:pt x="1447991" y="1468469"/>
                </a:cubicBezTo>
                <a:close/>
                <a:moveTo>
                  <a:pt x="1524191" y="1469327"/>
                </a:moveTo>
                <a:cubicBezTo>
                  <a:pt x="1536002" y="1469327"/>
                  <a:pt x="1545527" y="1459802"/>
                  <a:pt x="1545527" y="1447991"/>
                </a:cubicBezTo>
                <a:cubicBezTo>
                  <a:pt x="1545527" y="1436180"/>
                  <a:pt x="1536002" y="1426655"/>
                  <a:pt x="1524191" y="1426655"/>
                </a:cubicBezTo>
                <a:cubicBezTo>
                  <a:pt x="1512380" y="1426655"/>
                  <a:pt x="1502855" y="1436180"/>
                  <a:pt x="1502855" y="1447991"/>
                </a:cubicBezTo>
                <a:cubicBezTo>
                  <a:pt x="1502855" y="1459802"/>
                  <a:pt x="1512380" y="1469327"/>
                  <a:pt x="1524191" y="1469327"/>
                </a:cubicBezTo>
                <a:close/>
                <a:moveTo>
                  <a:pt x="1600391" y="1469993"/>
                </a:moveTo>
                <a:cubicBezTo>
                  <a:pt x="1612487" y="1469993"/>
                  <a:pt x="1622393" y="1460183"/>
                  <a:pt x="1622393" y="1447991"/>
                </a:cubicBezTo>
                <a:cubicBezTo>
                  <a:pt x="1622393" y="1435799"/>
                  <a:pt x="1612583" y="1425988"/>
                  <a:pt x="1600391" y="1425988"/>
                </a:cubicBezTo>
                <a:cubicBezTo>
                  <a:pt x="1588199" y="1425988"/>
                  <a:pt x="1578388" y="1435799"/>
                  <a:pt x="1578388" y="1447991"/>
                </a:cubicBezTo>
                <a:cubicBezTo>
                  <a:pt x="1578388" y="1460183"/>
                  <a:pt x="1588294" y="1469993"/>
                  <a:pt x="1600391" y="1469993"/>
                </a:cubicBezTo>
                <a:close/>
                <a:moveTo>
                  <a:pt x="1676591" y="1470374"/>
                </a:moveTo>
                <a:cubicBezTo>
                  <a:pt x="1688973" y="1470374"/>
                  <a:pt x="1698974" y="1460373"/>
                  <a:pt x="1698974" y="1447991"/>
                </a:cubicBezTo>
                <a:cubicBezTo>
                  <a:pt x="1698974" y="1435608"/>
                  <a:pt x="1688973" y="1425607"/>
                  <a:pt x="1676591" y="1425607"/>
                </a:cubicBezTo>
                <a:cubicBezTo>
                  <a:pt x="1664208" y="1425607"/>
                  <a:pt x="1654207" y="1435608"/>
                  <a:pt x="1654207" y="1447991"/>
                </a:cubicBezTo>
                <a:cubicBezTo>
                  <a:pt x="1654207" y="1460373"/>
                  <a:pt x="1664208" y="1470374"/>
                  <a:pt x="1676591" y="1470374"/>
                </a:cubicBezTo>
                <a:close/>
                <a:moveTo>
                  <a:pt x="1752791" y="1470374"/>
                </a:moveTo>
                <a:cubicBezTo>
                  <a:pt x="1765173" y="1470374"/>
                  <a:pt x="1775174" y="1460373"/>
                  <a:pt x="1775174" y="1447991"/>
                </a:cubicBezTo>
                <a:cubicBezTo>
                  <a:pt x="1775174" y="1435608"/>
                  <a:pt x="1765173" y="1425607"/>
                  <a:pt x="1752791" y="1425607"/>
                </a:cubicBezTo>
                <a:cubicBezTo>
                  <a:pt x="1740408" y="1425607"/>
                  <a:pt x="1730407" y="1435608"/>
                  <a:pt x="1730407" y="1447991"/>
                </a:cubicBezTo>
                <a:cubicBezTo>
                  <a:pt x="1730407" y="1460373"/>
                  <a:pt x="1740408" y="1470374"/>
                  <a:pt x="1752791" y="1470374"/>
                </a:cubicBezTo>
                <a:close/>
                <a:moveTo>
                  <a:pt x="1828991" y="1470374"/>
                </a:moveTo>
                <a:cubicBezTo>
                  <a:pt x="1841373" y="1470374"/>
                  <a:pt x="1851374" y="1460373"/>
                  <a:pt x="1851374" y="1447991"/>
                </a:cubicBezTo>
                <a:cubicBezTo>
                  <a:pt x="1851374" y="1435608"/>
                  <a:pt x="1841373" y="1425607"/>
                  <a:pt x="1828991" y="1425607"/>
                </a:cubicBezTo>
                <a:cubicBezTo>
                  <a:pt x="1816608" y="1425607"/>
                  <a:pt x="1806607" y="1435608"/>
                  <a:pt x="1806607" y="1447991"/>
                </a:cubicBezTo>
                <a:cubicBezTo>
                  <a:pt x="1806607" y="1460373"/>
                  <a:pt x="1816608" y="1470374"/>
                  <a:pt x="1828991" y="1470374"/>
                </a:cubicBezTo>
                <a:close/>
                <a:moveTo>
                  <a:pt x="1905191" y="1469993"/>
                </a:moveTo>
                <a:cubicBezTo>
                  <a:pt x="1917287" y="1469993"/>
                  <a:pt x="1927193" y="1460183"/>
                  <a:pt x="1927193" y="1447991"/>
                </a:cubicBezTo>
                <a:cubicBezTo>
                  <a:pt x="1927193" y="1435799"/>
                  <a:pt x="1917383" y="1425988"/>
                  <a:pt x="1905191" y="1425988"/>
                </a:cubicBezTo>
                <a:cubicBezTo>
                  <a:pt x="1892999" y="1425988"/>
                  <a:pt x="1883188" y="1435799"/>
                  <a:pt x="1883188" y="1447991"/>
                </a:cubicBezTo>
                <a:cubicBezTo>
                  <a:pt x="1883188" y="1460183"/>
                  <a:pt x="1893094" y="1469993"/>
                  <a:pt x="1905191" y="1469993"/>
                </a:cubicBezTo>
                <a:close/>
                <a:moveTo>
                  <a:pt x="1981391" y="1469327"/>
                </a:moveTo>
                <a:cubicBezTo>
                  <a:pt x="1993202" y="1469327"/>
                  <a:pt x="2002727" y="1459802"/>
                  <a:pt x="2002727" y="1447991"/>
                </a:cubicBezTo>
                <a:cubicBezTo>
                  <a:pt x="2002727" y="1436180"/>
                  <a:pt x="1993202" y="1426655"/>
                  <a:pt x="1981391" y="1426655"/>
                </a:cubicBezTo>
                <a:cubicBezTo>
                  <a:pt x="1969580" y="1426655"/>
                  <a:pt x="1960055" y="1436180"/>
                  <a:pt x="1960055" y="1447991"/>
                </a:cubicBezTo>
                <a:cubicBezTo>
                  <a:pt x="1960055" y="1459802"/>
                  <a:pt x="1969580" y="1469327"/>
                  <a:pt x="1981391" y="1469327"/>
                </a:cubicBezTo>
                <a:close/>
                <a:moveTo>
                  <a:pt x="2057591" y="1468469"/>
                </a:moveTo>
                <a:cubicBezTo>
                  <a:pt x="2068925" y="1468469"/>
                  <a:pt x="2078069" y="1459325"/>
                  <a:pt x="2078069" y="1447991"/>
                </a:cubicBezTo>
                <a:cubicBezTo>
                  <a:pt x="2078069" y="1436656"/>
                  <a:pt x="2068925" y="1427512"/>
                  <a:pt x="2057591" y="1427512"/>
                </a:cubicBezTo>
                <a:cubicBezTo>
                  <a:pt x="2046256" y="1427512"/>
                  <a:pt x="2037112" y="1436656"/>
                  <a:pt x="2037112" y="1447991"/>
                </a:cubicBezTo>
                <a:cubicBezTo>
                  <a:pt x="2037112" y="1459325"/>
                  <a:pt x="2046256" y="1468469"/>
                  <a:pt x="2057591" y="1468469"/>
                </a:cubicBezTo>
                <a:close/>
                <a:moveTo>
                  <a:pt x="2133791" y="1467707"/>
                </a:moveTo>
                <a:cubicBezTo>
                  <a:pt x="2144649" y="1467707"/>
                  <a:pt x="2153412" y="1458944"/>
                  <a:pt x="2153412" y="1448086"/>
                </a:cubicBezTo>
                <a:cubicBezTo>
                  <a:pt x="2153412" y="1437227"/>
                  <a:pt x="2144649" y="1428464"/>
                  <a:pt x="2133791" y="1428464"/>
                </a:cubicBezTo>
                <a:cubicBezTo>
                  <a:pt x="2122932" y="1428464"/>
                  <a:pt x="2114169" y="1437227"/>
                  <a:pt x="2114169" y="1448086"/>
                </a:cubicBezTo>
                <a:cubicBezTo>
                  <a:pt x="2114169" y="1458944"/>
                  <a:pt x="2122932" y="1467707"/>
                  <a:pt x="2133791" y="1467707"/>
                </a:cubicBezTo>
                <a:close/>
                <a:moveTo>
                  <a:pt x="2209991" y="1466850"/>
                </a:moveTo>
                <a:cubicBezTo>
                  <a:pt x="2220373" y="1466850"/>
                  <a:pt x="2228755" y="1458468"/>
                  <a:pt x="2228755" y="1448086"/>
                </a:cubicBezTo>
                <a:cubicBezTo>
                  <a:pt x="2228755" y="1437704"/>
                  <a:pt x="2220373" y="1429322"/>
                  <a:pt x="2209991" y="1429322"/>
                </a:cubicBezTo>
                <a:cubicBezTo>
                  <a:pt x="2199608" y="1429322"/>
                  <a:pt x="2191226" y="1437704"/>
                  <a:pt x="2191226" y="1448086"/>
                </a:cubicBezTo>
                <a:cubicBezTo>
                  <a:pt x="2191226" y="1458373"/>
                  <a:pt x="2199608" y="1466850"/>
                  <a:pt x="2209991" y="1466850"/>
                </a:cubicBezTo>
                <a:close/>
                <a:moveTo>
                  <a:pt x="2286191" y="1465802"/>
                </a:moveTo>
                <a:cubicBezTo>
                  <a:pt x="2296001" y="1465802"/>
                  <a:pt x="2303907" y="1457897"/>
                  <a:pt x="2303907" y="1448086"/>
                </a:cubicBezTo>
                <a:cubicBezTo>
                  <a:pt x="2303907" y="1438275"/>
                  <a:pt x="2296001" y="1430369"/>
                  <a:pt x="2286191" y="1430369"/>
                </a:cubicBezTo>
                <a:cubicBezTo>
                  <a:pt x="2276380" y="1430369"/>
                  <a:pt x="2268474" y="1438275"/>
                  <a:pt x="2268474" y="1448086"/>
                </a:cubicBezTo>
                <a:cubicBezTo>
                  <a:pt x="2268474" y="1457801"/>
                  <a:pt x="2276380" y="1465802"/>
                  <a:pt x="2286191" y="1465802"/>
                </a:cubicBezTo>
                <a:close/>
                <a:moveTo>
                  <a:pt x="2362391" y="1464659"/>
                </a:moveTo>
                <a:cubicBezTo>
                  <a:pt x="2371630" y="1464659"/>
                  <a:pt x="2379059" y="1457230"/>
                  <a:pt x="2379059" y="1447991"/>
                </a:cubicBezTo>
                <a:cubicBezTo>
                  <a:pt x="2379059" y="1438751"/>
                  <a:pt x="2371630" y="1431322"/>
                  <a:pt x="2362391" y="1431322"/>
                </a:cubicBezTo>
                <a:cubicBezTo>
                  <a:pt x="2353151" y="1431322"/>
                  <a:pt x="2345722" y="1438751"/>
                  <a:pt x="2345722" y="1447991"/>
                </a:cubicBezTo>
                <a:cubicBezTo>
                  <a:pt x="2345722" y="1457230"/>
                  <a:pt x="2353151" y="1464659"/>
                  <a:pt x="2362391" y="1464659"/>
                </a:cubicBezTo>
                <a:close/>
                <a:moveTo>
                  <a:pt x="2438591" y="1463612"/>
                </a:moveTo>
                <a:cubicBezTo>
                  <a:pt x="2447258" y="1463612"/>
                  <a:pt x="2454212" y="1456563"/>
                  <a:pt x="2454212" y="1447991"/>
                </a:cubicBezTo>
                <a:cubicBezTo>
                  <a:pt x="2454212" y="1439418"/>
                  <a:pt x="2447258" y="1432370"/>
                  <a:pt x="2438591" y="1432370"/>
                </a:cubicBezTo>
                <a:cubicBezTo>
                  <a:pt x="2429923" y="1432370"/>
                  <a:pt x="2422970" y="1439418"/>
                  <a:pt x="2422970" y="1447991"/>
                </a:cubicBezTo>
                <a:cubicBezTo>
                  <a:pt x="2422970" y="1456563"/>
                  <a:pt x="2430018" y="1463612"/>
                  <a:pt x="2438591" y="1463612"/>
                </a:cubicBezTo>
                <a:close/>
                <a:moveTo>
                  <a:pt x="2514791" y="1462564"/>
                </a:moveTo>
                <a:cubicBezTo>
                  <a:pt x="2522887" y="1462564"/>
                  <a:pt x="2529364" y="1455992"/>
                  <a:pt x="2529364" y="1447991"/>
                </a:cubicBezTo>
                <a:cubicBezTo>
                  <a:pt x="2529364" y="1439989"/>
                  <a:pt x="2522791" y="1433417"/>
                  <a:pt x="2514791" y="1433417"/>
                </a:cubicBezTo>
                <a:cubicBezTo>
                  <a:pt x="2506695" y="1433417"/>
                  <a:pt x="2500217" y="1439989"/>
                  <a:pt x="2500217" y="1447991"/>
                </a:cubicBezTo>
                <a:cubicBezTo>
                  <a:pt x="2500217" y="1455992"/>
                  <a:pt x="2506790" y="1462564"/>
                  <a:pt x="2514791" y="1462564"/>
                </a:cubicBezTo>
                <a:close/>
                <a:moveTo>
                  <a:pt x="2590991" y="1461516"/>
                </a:moveTo>
                <a:cubicBezTo>
                  <a:pt x="2598420" y="1461516"/>
                  <a:pt x="2604516" y="1455420"/>
                  <a:pt x="2604516" y="1447991"/>
                </a:cubicBezTo>
                <a:cubicBezTo>
                  <a:pt x="2604516" y="1440561"/>
                  <a:pt x="2598420" y="1434465"/>
                  <a:pt x="2590991" y="1434465"/>
                </a:cubicBezTo>
                <a:cubicBezTo>
                  <a:pt x="2583561" y="1434465"/>
                  <a:pt x="2577465" y="1440561"/>
                  <a:pt x="2577465" y="1447991"/>
                </a:cubicBezTo>
                <a:cubicBezTo>
                  <a:pt x="2577465" y="1455420"/>
                  <a:pt x="2583561" y="1461516"/>
                  <a:pt x="2590991" y="1461516"/>
                </a:cubicBezTo>
                <a:close/>
                <a:moveTo>
                  <a:pt x="2667191" y="1460468"/>
                </a:moveTo>
                <a:cubicBezTo>
                  <a:pt x="2674049" y="1460468"/>
                  <a:pt x="2679668" y="1454849"/>
                  <a:pt x="2679668" y="1447991"/>
                </a:cubicBezTo>
                <a:cubicBezTo>
                  <a:pt x="2679668" y="1441133"/>
                  <a:pt x="2674049" y="1435513"/>
                  <a:pt x="2667191" y="1435513"/>
                </a:cubicBezTo>
                <a:cubicBezTo>
                  <a:pt x="2660333" y="1435513"/>
                  <a:pt x="2654713" y="1441133"/>
                  <a:pt x="2654713" y="1447991"/>
                </a:cubicBezTo>
                <a:cubicBezTo>
                  <a:pt x="2654713" y="1454849"/>
                  <a:pt x="2660333" y="1460468"/>
                  <a:pt x="2667191" y="1460468"/>
                </a:cubicBezTo>
                <a:close/>
                <a:moveTo>
                  <a:pt x="2743391" y="1459230"/>
                </a:moveTo>
                <a:cubicBezTo>
                  <a:pt x="2749582" y="1459230"/>
                  <a:pt x="2754630" y="1454182"/>
                  <a:pt x="2754630" y="1447991"/>
                </a:cubicBezTo>
                <a:cubicBezTo>
                  <a:pt x="2754630" y="1441799"/>
                  <a:pt x="2749582" y="1436751"/>
                  <a:pt x="2743391" y="1436751"/>
                </a:cubicBezTo>
                <a:cubicBezTo>
                  <a:pt x="2737199" y="1436751"/>
                  <a:pt x="2732151" y="1441799"/>
                  <a:pt x="2732151" y="1447991"/>
                </a:cubicBezTo>
                <a:cubicBezTo>
                  <a:pt x="2732246" y="1454182"/>
                  <a:pt x="2737199" y="1459230"/>
                  <a:pt x="2743391" y="1459230"/>
                </a:cubicBezTo>
                <a:close/>
                <a:moveTo>
                  <a:pt x="2819591" y="1458182"/>
                </a:moveTo>
                <a:cubicBezTo>
                  <a:pt x="2825210" y="1458182"/>
                  <a:pt x="2829687" y="1453610"/>
                  <a:pt x="2829687" y="1448086"/>
                </a:cubicBezTo>
                <a:cubicBezTo>
                  <a:pt x="2829687" y="1442561"/>
                  <a:pt x="2825115" y="1437989"/>
                  <a:pt x="2819591" y="1437989"/>
                </a:cubicBezTo>
                <a:cubicBezTo>
                  <a:pt x="2813971" y="1437989"/>
                  <a:pt x="2809494" y="1442561"/>
                  <a:pt x="2809494" y="1448086"/>
                </a:cubicBezTo>
                <a:cubicBezTo>
                  <a:pt x="2809494" y="1453610"/>
                  <a:pt x="2813971" y="1458182"/>
                  <a:pt x="2819591" y="1458182"/>
                </a:cubicBezTo>
                <a:close/>
                <a:moveTo>
                  <a:pt x="2895791" y="1457135"/>
                </a:moveTo>
                <a:cubicBezTo>
                  <a:pt x="2900839" y="1457135"/>
                  <a:pt x="2904839" y="1453039"/>
                  <a:pt x="2904839" y="1448086"/>
                </a:cubicBezTo>
                <a:cubicBezTo>
                  <a:pt x="2904839" y="1443133"/>
                  <a:pt x="2900744" y="1439037"/>
                  <a:pt x="2895791" y="1439037"/>
                </a:cubicBezTo>
                <a:cubicBezTo>
                  <a:pt x="2890742" y="1439037"/>
                  <a:pt x="2886742" y="1443133"/>
                  <a:pt x="2886742" y="1448086"/>
                </a:cubicBezTo>
                <a:cubicBezTo>
                  <a:pt x="2886742" y="1453039"/>
                  <a:pt x="2890838" y="1457135"/>
                  <a:pt x="2895791" y="1457135"/>
                </a:cubicBezTo>
                <a:close/>
                <a:moveTo>
                  <a:pt x="2971991" y="1455801"/>
                </a:moveTo>
                <a:cubicBezTo>
                  <a:pt x="2976277" y="1455801"/>
                  <a:pt x="2979801" y="1452277"/>
                  <a:pt x="2979801" y="1447991"/>
                </a:cubicBezTo>
                <a:cubicBezTo>
                  <a:pt x="2979801" y="1443704"/>
                  <a:pt x="2976277" y="1440180"/>
                  <a:pt x="2971991" y="1440180"/>
                </a:cubicBezTo>
                <a:cubicBezTo>
                  <a:pt x="2967704" y="1440180"/>
                  <a:pt x="2964180" y="1443704"/>
                  <a:pt x="2964180" y="1447991"/>
                </a:cubicBezTo>
                <a:cubicBezTo>
                  <a:pt x="2964180" y="1452372"/>
                  <a:pt x="2967704" y="1455801"/>
                  <a:pt x="2971991" y="1455801"/>
                </a:cubicBezTo>
                <a:close/>
                <a:moveTo>
                  <a:pt x="3048191" y="1454753"/>
                </a:moveTo>
                <a:cubicBezTo>
                  <a:pt x="3051905" y="1454753"/>
                  <a:pt x="3054953" y="1451705"/>
                  <a:pt x="3054953" y="1447991"/>
                </a:cubicBezTo>
                <a:cubicBezTo>
                  <a:pt x="3054953" y="1444276"/>
                  <a:pt x="3051905" y="1441228"/>
                  <a:pt x="3048191" y="1441228"/>
                </a:cubicBezTo>
                <a:cubicBezTo>
                  <a:pt x="3044476" y="1441228"/>
                  <a:pt x="3041428" y="1444276"/>
                  <a:pt x="3041428" y="1447991"/>
                </a:cubicBezTo>
                <a:cubicBezTo>
                  <a:pt x="3041428" y="1451705"/>
                  <a:pt x="3044476" y="1454753"/>
                  <a:pt x="3048191" y="1454753"/>
                </a:cubicBezTo>
                <a:close/>
                <a:moveTo>
                  <a:pt x="3124391" y="1453515"/>
                </a:moveTo>
                <a:cubicBezTo>
                  <a:pt x="3127439" y="1453515"/>
                  <a:pt x="3129915" y="1451039"/>
                  <a:pt x="3129915" y="1447991"/>
                </a:cubicBezTo>
                <a:cubicBezTo>
                  <a:pt x="3129915" y="1444943"/>
                  <a:pt x="3127439" y="1442466"/>
                  <a:pt x="3124391" y="1442466"/>
                </a:cubicBezTo>
                <a:cubicBezTo>
                  <a:pt x="3121343" y="1442466"/>
                  <a:pt x="3118866" y="1444943"/>
                  <a:pt x="3118866" y="1447991"/>
                </a:cubicBezTo>
                <a:cubicBezTo>
                  <a:pt x="3118961" y="1451039"/>
                  <a:pt x="3121343" y="1453515"/>
                  <a:pt x="3124391" y="1453515"/>
                </a:cubicBezTo>
                <a:close/>
                <a:moveTo>
                  <a:pt x="3200591" y="1452467"/>
                </a:moveTo>
                <a:cubicBezTo>
                  <a:pt x="3203067" y="1452467"/>
                  <a:pt x="3205067" y="1450467"/>
                  <a:pt x="3205067" y="1447991"/>
                </a:cubicBezTo>
                <a:cubicBezTo>
                  <a:pt x="3205067" y="1445514"/>
                  <a:pt x="3203067" y="1443514"/>
                  <a:pt x="3200591" y="1443514"/>
                </a:cubicBezTo>
                <a:cubicBezTo>
                  <a:pt x="3198114" y="1443514"/>
                  <a:pt x="3196114" y="1445514"/>
                  <a:pt x="3196114" y="1447991"/>
                </a:cubicBezTo>
                <a:cubicBezTo>
                  <a:pt x="3196209" y="1450467"/>
                  <a:pt x="3198114" y="1452467"/>
                  <a:pt x="3200591" y="1452467"/>
                </a:cubicBezTo>
                <a:close/>
                <a:moveTo>
                  <a:pt x="3276791" y="1451134"/>
                </a:moveTo>
                <a:cubicBezTo>
                  <a:pt x="3278505" y="1451134"/>
                  <a:pt x="3279934" y="1449705"/>
                  <a:pt x="3279934" y="1447991"/>
                </a:cubicBezTo>
                <a:cubicBezTo>
                  <a:pt x="3279934" y="1446276"/>
                  <a:pt x="3278505" y="1444847"/>
                  <a:pt x="3276791" y="1444847"/>
                </a:cubicBezTo>
                <a:cubicBezTo>
                  <a:pt x="3275076" y="1444847"/>
                  <a:pt x="3273647" y="1446276"/>
                  <a:pt x="3273647" y="1447991"/>
                </a:cubicBezTo>
                <a:cubicBezTo>
                  <a:pt x="3273647" y="1449800"/>
                  <a:pt x="3275076" y="1451134"/>
                  <a:pt x="3276791" y="1451134"/>
                </a:cubicBezTo>
                <a:close/>
                <a:moveTo>
                  <a:pt x="3352991" y="1450086"/>
                </a:moveTo>
                <a:cubicBezTo>
                  <a:pt x="3354134" y="1450086"/>
                  <a:pt x="3355086" y="1449134"/>
                  <a:pt x="3355086" y="1447991"/>
                </a:cubicBezTo>
                <a:cubicBezTo>
                  <a:pt x="3355086" y="1446848"/>
                  <a:pt x="3354134" y="1445895"/>
                  <a:pt x="3352991" y="1445895"/>
                </a:cubicBezTo>
                <a:cubicBezTo>
                  <a:pt x="3351848" y="1445895"/>
                  <a:pt x="3350895" y="1446848"/>
                  <a:pt x="3350895" y="1447991"/>
                </a:cubicBezTo>
                <a:cubicBezTo>
                  <a:pt x="3350895" y="1449134"/>
                  <a:pt x="3351848" y="1450086"/>
                  <a:pt x="3352991" y="1450086"/>
                </a:cubicBezTo>
                <a:close/>
                <a:moveTo>
                  <a:pt x="3429191" y="1449038"/>
                </a:moveTo>
                <a:cubicBezTo>
                  <a:pt x="3429762" y="1449038"/>
                  <a:pt x="3430238" y="1448562"/>
                  <a:pt x="3430238" y="1447991"/>
                </a:cubicBezTo>
                <a:cubicBezTo>
                  <a:pt x="3430238" y="1447419"/>
                  <a:pt x="3429762" y="1446943"/>
                  <a:pt x="3429191" y="1446943"/>
                </a:cubicBezTo>
                <a:cubicBezTo>
                  <a:pt x="3428619" y="1446943"/>
                  <a:pt x="3428143" y="1447419"/>
                  <a:pt x="3428143" y="1447991"/>
                </a:cubicBezTo>
                <a:cubicBezTo>
                  <a:pt x="3428143" y="1448562"/>
                  <a:pt x="3428619" y="1449038"/>
                  <a:pt x="3429191" y="1449038"/>
                </a:cubicBezTo>
                <a:close/>
                <a:moveTo>
                  <a:pt x="76391" y="1525238"/>
                </a:moveTo>
                <a:cubicBezTo>
                  <a:pt x="76962" y="1525238"/>
                  <a:pt x="77438" y="1524762"/>
                  <a:pt x="77438" y="1524191"/>
                </a:cubicBezTo>
                <a:cubicBezTo>
                  <a:pt x="77438" y="1523619"/>
                  <a:pt x="76962" y="1523143"/>
                  <a:pt x="76391" y="1523143"/>
                </a:cubicBezTo>
                <a:cubicBezTo>
                  <a:pt x="75819" y="1523143"/>
                  <a:pt x="75343" y="1523619"/>
                  <a:pt x="75343" y="1524191"/>
                </a:cubicBezTo>
                <a:cubicBezTo>
                  <a:pt x="75343" y="1524762"/>
                  <a:pt x="75819" y="1525238"/>
                  <a:pt x="76391" y="1525238"/>
                </a:cubicBezTo>
                <a:close/>
                <a:moveTo>
                  <a:pt x="152591" y="1526286"/>
                </a:moveTo>
                <a:cubicBezTo>
                  <a:pt x="153734" y="1526286"/>
                  <a:pt x="154686" y="1525334"/>
                  <a:pt x="154686" y="1524191"/>
                </a:cubicBezTo>
                <a:cubicBezTo>
                  <a:pt x="154686" y="1523048"/>
                  <a:pt x="153734" y="1522095"/>
                  <a:pt x="152591" y="1522095"/>
                </a:cubicBezTo>
                <a:cubicBezTo>
                  <a:pt x="151448" y="1522095"/>
                  <a:pt x="150495" y="1523048"/>
                  <a:pt x="150495" y="1524191"/>
                </a:cubicBezTo>
                <a:cubicBezTo>
                  <a:pt x="150495" y="1525334"/>
                  <a:pt x="151448" y="1526286"/>
                  <a:pt x="152591" y="1526286"/>
                </a:cubicBezTo>
                <a:close/>
                <a:moveTo>
                  <a:pt x="228791" y="1527620"/>
                </a:moveTo>
                <a:cubicBezTo>
                  <a:pt x="230696" y="1527620"/>
                  <a:pt x="232124" y="1526096"/>
                  <a:pt x="232124" y="1524286"/>
                </a:cubicBezTo>
                <a:cubicBezTo>
                  <a:pt x="232124" y="1522476"/>
                  <a:pt x="230600" y="1520952"/>
                  <a:pt x="228791" y="1520952"/>
                </a:cubicBezTo>
                <a:cubicBezTo>
                  <a:pt x="226886" y="1520952"/>
                  <a:pt x="225457" y="1522476"/>
                  <a:pt x="225457" y="1524286"/>
                </a:cubicBezTo>
                <a:cubicBezTo>
                  <a:pt x="225457" y="1526096"/>
                  <a:pt x="226981" y="1527620"/>
                  <a:pt x="228791" y="1527620"/>
                </a:cubicBezTo>
                <a:close/>
                <a:moveTo>
                  <a:pt x="304991" y="1528667"/>
                </a:moveTo>
                <a:cubicBezTo>
                  <a:pt x="307467" y="1528667"/>
                  <a:pt x="309467" y="1526667"/>
                  <a:pt x="309467" y="1524191"/>
                </a:cubicBezTo>
                <a:cubicBezTo>
                  <a:pt x="309467" y="1521714"/>
                  <a:pt x="307467" y="1519714"/>
                  <a:pt x="304991" y="1519714"/>
                </a:cubicBezTo>
                <a:cubicBezTo>
                  <a:pt x="302514" y="1519714"/>
                  <a:pt x="300514" y="1521714"/>
                  <a:pt x="300514" y="1524191"/>
                </a:cubicBezTo>
                <a:cubicBezTo>
                  <a:pt x="300609" y="1526667"/>
                  <a:pt x="302514" y="1528667"/>
                  <a:pt x="304991" y="1528667"/>
                </a:cubicBezTo>
                <a:close/>
                <a:moveTo>
                  <a:pt x="381191" y="1529906"/>
                </a:moveTo>
                <a:cubicBezTo>
                  <a:pt x="384334" y="1529906"/>
                  <a:pt x="386906" y="1527334"/>
                  <a:pt x="386906" y="1524191"/>
                </a:cubicBezTo>
                <a:cubicBezTo>
                  <a:pt x="386906" y="1521047"/>
                  <a:pt x="384334" y="1518476"/>
                  <a:pt x="381191" y="1518476"/>
                </a:cubicBezTo>
                <a:cubicBezTo>
                  <a:pt x="378047" y="1518476"/>
                  <a:pt x="375475" y="1521047"/>
                  <a:pt x="375475" y="1524191"/>
                </a:cubicBezTo>
                <a:cubicBezTo>
                  <a:pt x="375475" y="1527334"/>
                  <a:pt x="378047" y="1529906"/>
                  <a:pt x="381191" y="1529906"/>
                </a:cubicBezTo>
                <a:close/>
                <a:moveTo>
                  <a:pt x="457391" y="1530953"/>
                </a:moveTo>
                <a:cubicBezTo>
                  <a:pt x="461105" y="1530953"/>
                  <a:pt x="464153" y="1527905"/>
                  <a:pt x="464153" y="1524191"/>
                </a:cubicBezTo>
                <a:cubicBezTo>
                  <a:pt x="464153" y="1520476"/>
                  <a:pt x="461105" y="1517428"/>
                  <a:pt x="457391" y="1517428"/>
                </a:cubicBezTo>
                <a:cubicBezTo>
                  <a:pt x="453676" y="1517428"/>
                  <a:pt x="450628" y="1520476"/>
                  <a:pt x="450628" y="1524191"/>
                </a:cubicBezTo>
                <a:cubicBezTo>
                  <a:pt x="450628" y="1527905"/>
                  <a:pt x="453676" y="1530953"/>
                  <a:pt x="457391" y="1530953"/>
                </a:cubicBezTo>
                <a:close/>
                <a:moveTo>
                  <a:pt x="533591" y="1532287"/>
                </a:moveTo>
                <a:cubicBezTo>
                  <a:pt x="538067" y="1532287"/>
                  <a:pt x="541592" y="1528667"/>
                  <a:pt x="541592" y="1524286"/>
                </a:cubicBezTo>
                <a:cubicBezTo>
                  <a:pt x="541592" y="1519809"/>
                  <a:pt x="537972" y="1516285"/>
                  <a:pt x="533591" y="1516285"/>
                </a:cubicBezTo>
                <a:cubicBezTo>
                  <a:pt x="529114" y="1516285"/>
                  <a:pt x="525590" y="1519904"/>
                  <a:pt x="525590" y="1524286"/>
                </a:cubicBezTo>
                <a:cubicBezTo>
                  <a:pt x="525590" y="1528667"/>
                  <a:pt x="529209" y="1532287"/>
                  <a:pt x="533591" y="1532287"/>
                </a:cubicBezTo>
                <a:close/>
                <a:moveTo>
                  <a:pt x="609790" y="1533335"/>
                </a:moveTo>
                <a:cubicBezTo>
                  <a:pt x="614839" y="1533335"/>
                  <a:pt x="618839" y="1529239"/>
                  <a:pt x="618839" y="1524286"/>
                </a:cubicBezTo>
                <a:cubicBezTo>
                  <a:pt x="618839" y="1519333"/>
                  <a:pt x="614744" y="1515237"/>
                  <a:pt x="609790" y="1515237"/>
                </a:cubicBezTo>
                <a:cubicBezTo>
                  <a:pt x="604838" y="1515237"/>
                  <a:pt x="600742" y="1519333"/>
                  <a:pt x="600742" y="1524286"/>
                </a:cubicBezTo>
                <a:cubicBezTo>
                  <a:pt x="600742" y="1529239"/>
                  <a:pt x="604838" y="1533335"/>
                  <a:pt x="609790" y="1533335"/>
                </a:cubicBezTo>
                <a:close/>
                <a:moveTo>
                  <a:pt x="685990" y="1534573"/>
                </a:moveTo>
                <a:cubicBezTo>
                  <a:pt x="691706" y="1534573"/>
                  <a:pt x="696373" y="1529906"/>
                  <a:pt x="696373" y="1524191"/>
                </a:cubicBezTo>
                <a:cubicBezTo>
                  <a:pt x="696373" y="1518476"/>
                  <a:pt x="691706" y="1513808"/>
                  <a:pt x="685990" y="1513808"/>
                </a:cubicBezTo>
                <a:cubicBezTo>
                  <a:pt x="680276" y="1513808"/>
                  <a:pt x="675608" y="1518476"/>
                  <a:pt x="675608" y="1524191"/>
                </a:cubicBezTo>
                <a:cubicBezTo>
                  <a:pt x="675608" y="1529906"/>
                  <a:pt x="680276" y="1534573"/>
                  <a:pt x="685990" y="1534573"/>
                </a:cubicBezTo>
                <a:close/>
                <a:moveTo>
                  <a:pt x="762190" y="1535621"/>
                </a:moveTo>
                <a:cubicBezTo>
                  <a:pt x="768477" y="1535621"/>
                  <a:pt x="773621" y="1530477"/>
                  <a:pt x="773621" y="1524191"/>
                </a:cubicBezTo>
                <a:cubicBezTo>
                  <a:pt x="773621" y="1517904"/>
                  <a:pt x="768477" y="1512761"/>
                  <a:pt x="762190" y="1512761"/>
                </a:cubicBezTo>
                <a:cubicBezTo>
                  <a:pt x="755904" y="1512761"/>
                  <a:pt x="750761" y="1517904"/>
                  <a:pt x="750761" y="1524191"/>
                </a:cubicBezTo>
                <a:cubicBezTo>
                  <a:pt x="750761" y="1530477"/>
                  <a:pt x="755904" y="1535621"/>
                  <a:pt x="762190" y="1535621"/>
                </a:cubicBezTo>
                <a:close/>
                <a:moveTo>
                  <a:pt x="838390" y="1536859"/>
                </a:moveTo>
                <a:cubicBezTo>
                  <a:pt x="845439" y="1536859"/>
                  <a:pt x="851059" y="1531144"/>
                  <a:pt x="851059" y="1524191"/>
                </a:cubicBezTo>
                <a:cubicBezTo>
                  <a:pt x="851059" y="1517142"/>
                  <a:pt x="845344" y="1511522"/>
                  <a:pt x="838390" y="1511522"/>
                </a:cubicBezTo>
                <a:cubicBezTo>
                  <a:pt x="831437" y="1511522"/>
                  <a:pt x="825722" y="1517237"/>
                  <a:pt x="825722" y="1524191"/>
                </a:cubicBezTo>
                <a:cubicBezTo>
                  <a:pt x="825722" y="1531239"/>
                  <a:pt x="831437" y="1536859"/>
                  <a:pt x="838390" y="1536859"/>
                </a:cubicBezTo>
                <a:close/>
                <a:moveTo>
                  <a:pt x="914590" y="1537907"/>
                </a:moveTo>
                <a:cubicBezTo>
                  <a:pt x="922211" y="1537907"/>
                  <a:pt x="928307" y="1531715"/>
                  <a:pt x="928307" y="1524191"/>
                </a:cubicBezTo>
                <a:cubicBezTo>
                  <a:pt x="928307" y="1516666"/>
                  <a:pt x="922115" y="1510475"/>
                  <a:pt x="914590" y="1510475"/>
                </a:cubicBezTo>
                <a:cubicBezTo>
                  <a:pt x="906971" y="1510475"/>
                  <a:pt x="900875" y="1516666"/>
                  <a:pt x="900875" y="1524191"/>
                </a:cubicBezTo>
                <a:cubicBezTo>
                  <a:pt x="900875" y="1531715"/>
                  <a:pt x="907066" y="1537907"/>
                  <a:pt x="914590" y="1537907"/>
                </a:cubicBezTo>
                <a:close/>
                <a:moveTo>
                  <a:pt x="990790" y="1539050"/>
                </a:moveTo>
                <a:cubicBezTo>
                  <a:pt x="998982" y="1539050"/>
                  <a:pt x="1005554" y="1532382"/>
                  <a:pt x="1005554" y="1524286"/>
                </a:cubicBezTo>
                <a:cubicBezTo>
                  <a:pt x="1005554" y="1516189"/>
                  <a:pt x="998887" y="1509522"/>
                  <a:pt x="990790" y="1509522"/>
                </a:cubicBezTo>
                <a:cubicBezTo>
                  <a:pt x="982599" y="1509522"/>
                  <a:pt x="976027" y="1516189"/>
                  <a:pt x="976027" y="1524286"/>
                </a:cubicBezTo>
                <a:cubicBezTo>
                  <a:pt x="976027" y="1532382"/>
                  <a:pt x="982599" y="1539050"/>
                  <a:pt x="990790" y="1539050"/>
                </a:cubicBezTo>
                <a:close/>
                <a:moveTo>
                  <a:pt x="1066991" y="1540097"/>
                </a:moveTo>
                <a:cubicBezTo>
                  <a:pt x="1075754" y="1540097"/>
                  <a:pt x="1082802" y="1533049"/>
                  <a:pt x="1082802" y="1524286"/>
                </a:cubicBezTo>
                <a:cubicBezTo>
                  <a:pt x="1082802" y="1515523"/>
                  <a:pt x="1075754" y="1508474"/>
                  <a:pt x="1066991" y="1508474"/>
                </a:cubicBezTo>
                <a:cubicBezTo>
                  <a:pt x="1058228" y="1508474"/>
                  <a:pt x="1051179" y="1515523"/>
                  <a:pt x="1051179" y="1524286"/>
                </a:cubicBezTo>
                <a:cubicBezTo>
                  <a:pt x="1051179" y="1533049"/>
                  <a:pt x="1058228" y="1540097"/>
                  <a:pt x="1066991" y="1540097"/>
                </a:cubicBezTo>
                <a:close/>
                <a:moveTo>
                  <a:pt x="1143191" y="1541336"/>
                </a:moveTo>
                <a:cubicBezTo>
                  <a:pt x="1152620" y="1541336"/>
                  <a:pt x="1160336" y="1533716"/>
                  <a:pt x="1160336" y="1524191"/>
                </a:cubicBezTo>
                <a:cubicBezTo>
                  <a:pt x="1160336" y="1514666"/>
                  <a:pt x="1152716" y="1507046"/>
                  <a:pt x="1143191" y="1507046"/>
                </a:cubicBezTo>
                <a:cubicBezTo>
                  <a:pt x="1133666" y="1507046"/>
                  <a:pt x="1126046" y="1514666"/>
                  <a:pt x="1126046" y="1524191"/>
                </a:cubicBezTo>
                <a:cubicBezTo>
                  <a:pt x="1126046" y="1533716"/>
                  <a:pt x="1133761" y="1541336"/>
                  <a:pt x="1143191" y="1541336"/>
                </a:cubicBezTo>
                <a:close/>
                <a:moveTo>
                  <a:pt x="1219391" y="1542383"/>
                </a:moveTo>
                <a:cubicBezTo>
                  <a:pt x="1229392" y="1542383"/>
                  <a:pt x="1237583" y="1534287"/>
                  <a:pt x="1237583" y="1524191"/>
                </a:cubicBezTo>
                <a:cubicBezTo>
                  <a:pt x="1237583" y="1514189"/>
                  <a:pt x="1229487" y="1505998"/>
                  <a:pt x="1219391" y="1505998"/>
                </a:cubicBezTo>
                <a:cubicBezTo>
                  <a:pt x="1209389" y="1505998"/>
                  <a:pt x="1201198" y="1514094"/>
                  <a:pt x="1201198" y="1524191"/>
                </a:cubicBezTo>
                <a:cubicBezTo>
                  <a:pt x="1201198" y="1534287"/>
                  <a:pt x="1209389" y="1542383"/>
                  <a:pt x="1219391" y="1542383"/>
                </a:cubicBezTo>
                <a:close/>
                <a:moveTo>
                  <a:pt x="1295591" y="1543431"/>
                </a:moveTo>
                <a:cubicBezTo>
                  <a:pt x="1306163" y="1543431"/>
                  <a:pt x="1314831" y="1534859"/>
                  <a:pt x="1314831" y="1524191"/>
                </a:cubicBezTo>
                <a:cubicBezTo>
                  <a:pt x="1314831" y="1513523"/>
                  <a:pt x="1306259" y="1504950"/>
                  <a:pt x="1295591" y="1504950"/>
                </a:cubicBezTo>
                <a:cubicBezTo>
                  <a:pt x="1284923" y="1504950"/>
                  <a:pt x="1276350" y="1513523"/>
                  <a:pt x="1276350" y="1524191"/>
                </a:cubicBezTo>
                <a:cubicBezTo>
                  <a:pt x="1276350" y="1534859"/>
                  <a:pt x="1285018" y="1543431"/>
                  <a:pt x="1295591" y="1543431"/>
                </a:cubicBezTo>
                <a:close/>
                <a:moveTo>
                  <a:pt x="1371791" y="1544479"/>
                </a:moveTo>
                <a:cubicBezTo>
                  <a:pt x="1383030" y="1544479"/>
                  <a:pt x="1392079" y="1535430"/>
                  <a:pt x="1392079" y="1524191"/>
                </a:cubicBezTo>
                <a:cubicBezTo>
                  <a:pt x="1392079" y="1512951"/>
                  <a:pt x="1383030" y="1503902"/>
                  <a:pt x="1371791" y="1503902"/>
                </a:cubicBezTo>
                <a:cubicBezTo>
                  <a:pt x="1360551" y="1503902"/>
                  <a:pt x="1351502" y="1512951"/>
                  <a:pt x="1351502" y="1524191"/>
                </a:cubicBezTo>
                <a:cubicBezTo>
                  <a:pt x="1351502" y="1535430"/>
                  <a:pt x="1360646" y="1544479"/>
                  <a:pt x="1371791" y="1544479"/>
                </a:cubicBezTo>
                <a:close/>
                <a:moveTo>
                  <a:pt x="1447991" y="1545527"/>
                </a:moveTo>
                <a:cubicBezTo>
                  <a:pt x="1459802" y="1545527"/>
                  <a:pt x="1469327" y="1536002"/>
                  <a:pt x="1469327" y="1524191"/>
                </a:cubicBezTo>
                <a:cubicBezTo>
                  <a:pt x="1469327" y="1512380"/>
                  <a:pt x="1459802" y="1502855"/>
                  <a:pt x="1447991" y="1502855"/>
                </a:cubicBezTo>
                <a:cubicBezTo>
                  <a:pt x="1436180" y="1502855"/>
                  <a:pt x="1426655" y="1512380"/>
                  <a:pt x="1426655" y="1524191"/>
                </a:cubicBezTo>
                <a:cubicBezTo>
                  <a:pt x="1426655" y="1536002"/>
                  <a:pt x="1436180" y="1545527"/>
                  <a:pt x="1447991" y="1545527"/>
                </a:cubicBezTo>
                <a:close/>
                <a:moveTo>
                  <a:pt x="1524191" y="1546384"/>
                </a:moveTo>
                <a:cubicBezTo>
                  <a:pt x="1536478" y="1546384"/>
                  <a:pt x="1546384" y="1536478"/>
                  <a:pt x="1546384" y="1524191"/>
                </a:cubicBezTo>
                <a:cubicBezTo>
                  <a:pt x="1546384" y="1511903"/>
                  <a:pt x="1536478" y="1501997"/>
                  <a:pt x="1524191" y="1501997"/>
                </a:cubicBezTo>
                <a:cubicBezTo>
                  <a:pt x="1511903" y="1501997"/>
                  <a:pt x="1501997" y="1511903"/>
                  <a:pt x="1501997" y="1524191"/>
                </a:cubicBezTo>
                <a:cubicBezTo>
                  <a:pt x="1501997" y="1536478"/>
                  <a:pt x="1511999" y="1546384"/>
                  <a:pt x="1524191" y="1546384"/>
                </a:cubicBezTo>
                <a:close/>
                <a:moveTo>
                  <a:pt x="1600391" y="1547051"/>
                </a:moveTo>
                <a:cubicBezTo>
                  <a:pt x="1612964" y="1547051"/>
                  <a:pt x="1623251" y="1536859"/>
                  <a:pt x="1623251" y="1524191"/>
                </a:cubicBezTo>
                <a:cubicBezTo>
                  <a:pt x="1623251" y="1511522"/>
                  <a:pt x="1613059" y="1501331"/>
                  <a:pt x="1600391" y="1501331"/>
                </a:cubicBezTo>
                <a:cubicBezTo>
                  <a:pt x="1587722" y="1501331"/>
                  <a:pt x="1577531" y="1511522"/>
                  <a:pt x="1577531" y="1524191"/>
                </a:cubicBezTo>
                <a:cubicBezTo>
                  <a:pt x="1577531" y="1536859"/>
                  <a:pt x="1587818" y="1547051"/>
                  <a:pt x="1600391" y="1547051"/>
                </a:cubicBezTo>
                <a:close/>
                <a:moveTo>
                  <a:pt x="1676591" y="1547622"/>
                </a:moveTo>
                <a:cubicBezTo>
                  <a:pt x="1689545" y="1547622"/>
                  <a:pt x="1700022" y="1537145"/>
                  <a:pt x="1700022" y="1524191"/>
                </a:cubicBezTo>
                <a:cubicBezTo>
                  <a:pt x="1700022" y="1511237"/>
                  <a:pt x="1689545" y="1500759"/>
                  <a:pt x="1676591" y="1500759"/>
                </a:cubicBezTo>
                <a:cubicBezTo>
                  <a:pt x="1663637" y="1500759"/>
                  <a:pt x="1653159" y="1511237"/>
                  <a:pt x="1653159" y="1524191"/>
                </a:cubicBezTo>
                <a:cubicBezTo>
                  <a:pt x="1653159" y="1537145"/>
                  <a:pt x="1663637" y="1547622"/>
                  <a:pt x="1676591" y="1547622"/>
                </a:cubicBezTo>
                <a:close/>
                <a:moveTo>
                  <a:pt x="1752791" y="1547908"/>
                </a:moveTo>
                <a:cubicBezTo>
                  <a:pt x="1765840" y="1547908"/>
                  <a:pt x="1776413" y="1537335"/>
                  <a:pt x="1776413" y="1524286"/>
                </a:cubicBezTo>
                <a:cubicBezTo>
                  <a:pt x="1776413" y="1511237"/>
                  <a:pt x="1765840" y="1500664"/>
                  <a:pt x="1752791" y="1500664"/>
                </a:cubicBezTo>
                <a:cubicBezTo>
                  <a:pt x="1739741" y="1500664"/>
                  <a:pt x="1729168" y="1511237"/>
                  <a:pt x="1729168" y="1524286"/>
                </a:cubicBezTo>
                <a:cubicBezTo>
                  <a:pt x="1729168" y="1537240"/>
                  <a:pt x="1739741" y="1547908"/>
                  <a:pt x="1752791" y="1547908"/>
                </a:cubicBezTo>
                <a:close/>
                <a:moveTo>
                  <a:pt x="1828991" y="1547622"/>
                </a:moveTo>
                <a:cubicBezTo>
                  <a:pt x="1841945" y="1547622"/>
                  <a:pt x="1852422" y="1537145"/>
                  <a:pt x="1852422" y="1524191"/>
                </a:cubicBezTo>
                <a:cubicBezTo>
                  <a:pt x="1852422" y="1511237"/>
                  <a:pt x="1841945" y="1500759"/>
                  <a:pt x="1828991" y="1500759"/>
                </a:cubicBezTo>
                <a:cubicBezTo>
                  <a:pt x="1816037" y="1500759"/>
                  <a:pt x="1805559" y="1511237"/>
                  <a:pt x="1805559" y="1524191"/>
                </a:cubicBezTo>
                <a:cubicBezTo>
                  <a:pt x="1805559" y="1537145"/>
                  <a:pt x="1816037" y="1547622"/>
                  <a:pt x="1828991" y="1547622"/>
                </a:cubicBezTo>
                <a:close/>
                <a:moveTo>
                  <a:pt x="1905191" y="1547241"/>
                </a:moveTo>
                <a:cubicBezTo>
                  <a:pt x="1917954" y="1547241"/>
                  <a:pt x="1928241" y="1536954"/>
                  <a:pt x="1928241" y="1524191"/>
                </a:cubicBezTo>
                <a:cubicBezTo>
                  <a:pt x="1928241" y="1511427"/>
                  <a:pt x="1917954" y="1501140"/>
                  <a:pt x="1905191" y="1501140"/>
                </a:cubicBezTo>
                <a:cubicBezTo>
                  <a:pt x="1892427" y="1501140"/>
                  <a:pt x="1882140" y="1511427"/>
                  <a:pt x="1882140" y="1524191"/>
                </a:cubicBezTo>
                <a:cubicBezTo>
                  <a:pt x="1882140" y="1536954"/>
                  <a:pt x="1892522" y="1547241"/>
                  <a:pt x="1905191" y="1547241"/>
                </a:cubicBezTo>
                <a:close/>
                <a:moveTo>
                  <a:pt x="1981391" y="1546384"/>
                </a:moveTo>
                <a:cubicBezTo>
                  <a:pt x="1993678" y="1546384"/>
                  <a:pt x="2003584" y="1536478"/>
                  <a:pt x="2003584" y="1524191"/>
                </a:cubicBezTo>
                <a:cubicBezTo>
                  <a:pt x="2003584" y="1511903"/>
                  <a:pt x="1993678" y="1501997"/>
                  <a:pt x="1981391" y="1501997"/>
                </a:cubicBezTo>
                <a:cubicBezTo>
                  <a:pt x="1969103" y="1501997"/>
                  <a:pt x="1959197" y="1511903"/>
                  <a:pt x="1959197" y="1524191"/>
                </a:cubicBezTo>
                <a:cubicBezTo>
                  <a:pt x="1959197" y="1536478"/>
                  <a:pt x="1969199" y="1546384"/>
                  <a:pt x="1981391" y="1546384"/>
                </a:cubicBezTo>
                <a:close/>
                <a:moveTo>
                  <a:pt x="2057591" y="1545527"/>
                </a:moveTo>
                <a:cubicBezTo>
                  <a:pt x="2069402" y="1545527"/>
                  <a:pt x="2078927" y="1536002"/>
                  <a:pt x="2078927" y="1524191"/>
                </a:cubicBezTo>
                <a:cubicBezTo>
                  <a:pt x="2078927" y="1512380"/>
                  <a:pt x="2069402" y="1502855"/>
                  <a:pt x="2057591" y="1502855"/>
                </a:cubicBezTo>
                <a:cubicBezTo>
                  <a:pt x="2045780" y="1502855"/>
                  <a:pt x="2036255" y="1512380"/>
                  <a:pt x="2036255" y="1524191"/>
                </a:cubicBezTo>
                <a:cubicBezTo>
                  <a:pt x="2036255" y="1536002"/>
                  <a:pt x="2045780" y="1545527"/>
                  <a:pt x="2057591" y="1545527"/>
                </a:cubicBezTo>
                <a:close/>
                <a:moveTo>
                  <a:pt x="2133791" y="1544669"/>
                </a:moveTo>
                <a:cubicBezTo>
                  <a:pt x="2145125" y="1544669"/>
                  <a:pt x="2154269" y="1535525"/>
                  <a:pt x="2154269" y="1524191"/>
                </a:cubicBezTo>
                <a:cubicBezTo>
                  <a:pt x="2154269" y="1512856"/>
                  <a:pt x="2145125" y="1503712"/>
                  <a:pt x="2133791" y="1503712"/>
                </a:cubicBezTo>
                <a:cubicBezTo>
                  <a:pt x="2122456" y="1503712"/>
                  <a:pt x="2113312" y="1512856"/>
                  <a:pt x="2113312" y="1524191"/>
                </a:cubicBezTo>
                <a:cubicBezTo>
                  <a:pt x="2113312" y="1535525"/>
                  <a:pt x="2122456" y="1544669"/>
                  <a:pt x="2133791" y="1544669"/>
                </a:cubicBezTo>
                <a:close/>
                <a:moveTo>
                  <a:pt x="2209991" y="1543622"/>
                </a:moveTo>
                <a:cubicBezTo>
                  <a:pt x="2220754" y="1543622"/>
                  <a:pt x="2229422" y="1534954"/>
                  <a:pt x="2229422" y="1524191"/>
                </a:cubicBezTo>
                <a:cubicBezTo>
                  <a:pt x="2229422" y="1513427"/>
                  <a:pt x="2220754" y="1504760"/>
                  <a:pt x="2209991" y="1504760"/>
                </a:cubicBezTo>
                <a:cubicBezTo>
                  <a:pt x="2199227" y="1504760"/>
                  <a:pt x="2190560" y="1513427"/>
                  <a:pt x="2190560" y="1524191"/>
                </a:cubicBezTo>
                <a:cubicBezTo>
                  <a:pt x="2190560" y="1534954"/>
                  <a:pt x="2199323" y="1543622"/>
                  <a:pt x="2209991" y="1543622"/>
                </a:cubicBezTo>
                <a:close/>
                <a:moveTo>
                  <a:pt x="2286191" y="1542574"/>
                </a:moveTo>
                <a:cubicBezTo>
                  <a:pt x="2296382" y="1542574"/>
                  <a:pt x="2304574" y="1534382"/>
                  <a:pt x="2304574" y="1524191"/>
                </a:cubicBezTo>
                <a:cubicBezTo>
                  <a:pt x="2304574" y="1513999"/>
                  <a:pt x="2296382" y="1505807"/>
                  <a:pt x="2286191" y="1505807"/>
                </a:cubicBezTo>
                <a:cubicBezTo>
                  <a:pt x="2275999" y="1505807"/>
                  <a:pt x="2267807" y="1513999"/>
                  <a:pt x="2267807" y="1524191"/>
                </a:cubicBezTo>
                <a:cubicBezTo>
                  <a:pt x="2267807" y="1534382"/>
                  <a:pt x="2276094" y="1542574"/>
                  <a:pt x="2286191" y="1542574"/>
                </a:cubicBezTo>
                <a:close/>
                <a:moveTo>
                  <a:pt x="2362391" y="1541336"/>
                </a:moveTo>
                <a:cubicBezTo>
                  <a:pt x="2371820" y="1541336"/>
                  <a:pt x="2379536" y="1533716"/>
                  <a:pt x="2379536" y="1524191"/>
                </a:cubicBezTo>
                <a:cubicBezTo>
                  <a:pt x="2379536" y="1514666"/>
                  <a:pt x="2371916" y="1507046"/>
                  <a:pt x="2362391" y="1507046"/>
                </a:cubicBezTo>
                <a:cubicBezTo>
                  <a:pt x="2352866" y="1507046"/>
                  <a:pt x="2345246" y="1514666"/>
                  <a:pt x="2345246" y="1524191"/>
                </a:cubicBezTo>
                <a:cubicBezTo>
                  <a:pt x="2345246" y="1533716"/>
                  <a:pt x="2352961" y="1541336"/>
                  <a:pt x="2362391" y="1541336"/>
                </a:cubicBezTo>
                <a:close/>
                <a:moveTo>
                  <a:pt x="2438591" y="1540288"/>
                </a:moveTo>
                <a:cubicBezTo>
                  <a:pt x="2447449" y="1540288"/>
                  <a:pt x="2454688" y="1533144"/>
                  <a:pt x="2454688" y="1524191"/>
                </a:cubicBezTo>
                <a:cubicBezTo>
                  <a:pt x="2454688" y="1515332"/>
                  <a:pt x="2447544" y="1508093"/>
                  <a:pt x="2438591" y="1508093"/>
                </a:cubicBezTo>
                <a:cubicBezTo>
                  <a:pt x="2429732" y="1508093"/>
                  <a:pt x="2422493" y="1515237"/>
                  <a:pt x="2422493" y="1524191"/>
                </a:cubicBezTo>
                <a:cubicBezTo>
                  <a:pt x="2422589" y="1533049"/>
                  <a:pt x="2429732" y="1540288"/>
                  <a:pt x="2438591" y="1540288"/>
                </a:cubicBezTo>
                <a:close/>
                <a:moveTo>
                  <a:pt x="2514791" y="1539240"/>
                </a:moveTo>
                <a:cubicBezTo>
                  <a:pt x="2523078" y="1539240"/>
                  <a:pt x="2529840" y="1532477"/>
                  <a:pt x="2529840" y="1524286"/>
                </a:cubicBezTo>
                <a:cubicBezTo>
                  <a:pt x="2529840" y="1516094"/>
                  <a:pt x="2523078" y="1509236"/>
                  <a:pt x="2514791" y="1509236"/>
                </a:cubicBezTo>
                <a:cubicBezTo>
                  <a:pt x="2506504" y="1509236"/>
                  <a:pt x="2499741" y="1515999"/>
                  <a:pt x="2499741" y="1524286"/>
                </a:cubicBezTo>
                <a:cubicBezTo>
                  <a:pt x="2499741" y="1532573"/>
                  <a:pt x="2506504" y="1539240"/>
                  <a:pt x="2514791" y="1539240"/>
                </a:cubicBezTo>
                <a:close/>
                <a:moveTo>
                  <a:pt x="2590991" y="1537907"/>
                </a:moveTo>
                <a:cubicBezTo>
                  <a:pt x="2598611" y="1537907"/>
                  <a:pt x="2604707" y="1531715"/>
                  <a:pt x="2604707" y="1524191"/>
                </a:cubicBezTo>
                <a:cubicBezTo>
                  <a:pt x="2604707" y="1516666"/>
                  <a:pt x="2598515" y="1510475"/>
                  <a:pt x="2590991" y="1510475"/>
                </a:cubicBezTo>
                <a:cubicBezTo>
                  <a:pt x="2583371" y="1510475"/>
                  <a:pt x="2577274" y="1516666"/>
                  <a:pt x="2577274" y="1524191"/>
                </a:cubicBezTo>
                <a:cubicBezTo>
                  <a:pt x="2577274" y="1531715"/>
                  <a:pt x="2583466" y="1537907"/>
                  <a:pt x="2590991" y="1537907"/>
                </a:cubicBezTo>
                <a:close/>
                <a:moveTo>
                  <a:pt x="2667191" y="1536859"/>
                </a:moveTo>
                <a:cubicBezTo>
                  <a:pt x="2674239" y="1536859"/>
                  <a:pt x="2679859" y="1531144"/>
                  <a:pt x="2679859" y="1524191"/>
                </a:cubicBezTo>
                <a:cubicBezTo>
                  <a:pt x="2679859" y="1517142"/>
                  <a:pt x="2674144" y="1511522"/>
                  <a:pt x="2667191" y="1511522"/>
                </a:cubicBezTo>
                <a:cubicBezTo>
                  <a:pt x="2660142" y="1511522"/>
                  <a:pt x="2654522" y="1517237"/>
                  <a:pt x="2654522" y="1524191"/>
                </a:cubicBezTo>
                <a:cubicBezTo>
                  <a:pt x="2654522" y="1531239"/>
                  <a:pt x="2660237" y="1536859"/>
                  <a:pt x="2667191" y="1536859"/>
                </a:cubicBezTo>
                <a:close/>
                <a:moveTo>
                  <a:pt x="2743391" y="1535811"/>
                </a:moveTo>
                <a:cubicBezTo>
                  <a:pt x="2749772" y="1535811"/>
                  <a:pt x="2755011" y="1530572"/>
                  <a:pt x="2755011" y="1524191"/>
                </a:cubicBezTo>
                <a:cubicBezTo>
                  <a:pt x="2755011" y="1517809"/>
                  <a:pt x="2749772" y="1512570"/>
                  <a:pt x="2743391" y="1512570"/>
                </a:cubicBezTo>
                <a:cubicBezTo>
                  <a:pt x="2737009" y="1512570"/>
                  <a:pt x="2731770" y="1517809"/>
                  <a:pt x="2731770" y="1524191"/>
                </a:cubicBezTo>
                <a:cubicBezTo>
                  <a:pt x="2731770" y="1530668"/>
                  <a:pt x="2737009" y="1535811"/>
                  <a:pt x="2743391" y="1535811"/>
                </a:cubicBezTo>
                <a:close/>
                <a:moveTo>
                  <a:pt x="2819591" y="1534573"/>
                </a:moveTo>
                <a:cubicBezTo>
                  <a:pt x="2825306" y="1534573"/>
                  <a:pt x="2829973" y="1529906"/>
                  <a:pt x="2829973" y="1524191"/>
                </a:cubicBezTo>
                <a:cubicBezTo>
                  <a:pt x="2829973" y="1518476"/>
                  <a:pt x="2825306" y="1513808"/>
                  <a:pt x="2819591" y="1513808"/>
                </a:cubicBezTo>
                <a:cubicBezTo>
                  <a:pt x="2813876" y="1513808"/>
                  <a:pt x="2809208" y="1518476"/>
                  <a:pt x="2809208" y="1524191"/>
                </a:cubicBezTo>
                <a:cubicBezTo>
                  <a:pt x="2809208" y="1529906"/>
                  <a:pt x="2813876" y="1534573"/>
                  <a:pt x="2819591" y="1534573"/>
                </a:cubicBezTo>
                <a:close/>
                <a:moveTo>
                  <a:pt x="2895791" y="1533525"/>
                </a:moveTo>
                <a:cubicBezTo>
                  <a:pt x="2900934" y="1533525"/>
                  <a:pt x="2905125" y="1529334"/>
                  <a:pt x="2905125" y="1524191"/>
                </a:cubicBezTo>
                <a:cubicBezTo>
                  <a:pt x="2905125" y="1519047"/>
                  <a:pt x="2900934" y="1514856"/>
                  <a:pt x="2895791" y="1514856"/>
                </a:cubicBezTo>
                <a:cubicBezTo>
                  <a:pt x="2890647" y="1514856"/>
                  <a:pt x="2886456" y="1519047"/>
                  <a:pt x="2886456" y="1524191"/>
                </a:cubicBezTo>
                <a:cubicBezTo>
                  <a:pt x="2886551" y="1529334"/>
                  <a:pt x="2890647" y="1533525"/>
                  <a:pt x="2895791" y="1533525"/>
                </a:cubicBezTo>
                <a:close/>
                <a:moveTo>
                  <a:pt x="2971991" y="1532287"/>
                </a:moveTo>
                <a:cubicBezTo>
                  <a:pt x="2976467" y="1532287"/>
                  <a:pt x="2979991" y="1528667"/>
                  <a:pt x="2979991" y="1524286"/>
                </a:cubicBezTo>
                <a:cubicBezTo>
                  <a:pt x="2979991" y="1519809"/>
                  <a:pt x="2976372" y="1516285"/>
                  <a:pt x="2971991" y="1516285"/>
                </a:cubicBezTo>
                <a:cubicBezTo>
                  <a:pt x="2967514" y="1516285"/>
                  <a:pt x="2963990" y="1519904"/>
                  <a:pt x="2963990" y="1524286"/>
                </a:cubicBezTo>
                <a:cubicBezTo>
                  <a:pt x="2963990" y="1528667"/>
                  <a:pt x="2967609" y="1532287"/>
                  <a:pt x="2971991" y="1532287"/>
                </a:cubicBezTo>
                <a:close/>
                <a:moveTo>
                  <a:pt x="3048191" y="1531144"/>
                </a:moveTo>
                <a:cubicBezTo>
                  <a:pt x="3052001" y="1531144"/>
                  <a:pt x="3055144" y="1528001"/>
                  <a:pt x="3055144" y="1524191"/>
                </a:cubicBezTo>
                <a:cubicBezTo>
                  <a:pt x="3055144" y="1520381"/>
                  <a:pt x="3052001" y="1517237"/>
                  <a:pt x="3048191" y="1517237"/>
                </a:cubicBezTo>
                <a:cubicBezTo>
                  <a:pt x="3044381" y="1517237"/>
                  <a:pt x="3041237" y="1520381"/>
                  <a:pt x="3041237" y="1524191"/>
                </a:cubicBezTo>
                <a:cubicBezTo>
                  <a:pt x="3041237" y="1528001"/>
                  <a:pt x="3044381" y="1531144"/>
                  <a:pt x="3048191" y="1531144"/>
                </a:cubicBezTo>
                <a:close/>
                <a:moveTo>
                  <a:pt x="3124391" y="1529906"/>
                </a:moveTo>
                <a:cubicBezTo>
                  <a:pt x="3127534" y="1529906"/>
                  <a:pt x="3130106" y="1527334"/>
                  <a:pt x="3130106" y="1524191"/>
                </a:cubicBezTo>
                <a:cubicBezTo>
                  <a:pt x="3130106" y="1521047"/>
                  <a:pt x="3127534" y="1518476"/>
                  <a:pt x="3124391" y="1518476"/>
                </a:cubicBezTo>
                <a:cubicBezTo>
                  <a:pt x="3121247" y="1518476"/>
                  <a:pt x="3118676" y="1521047"/>
                  <a:pt x="3118676" y="1524191"/>
                </a:cubicBezTo>
                <a:cubicBezTo>
                  <a:pt x="3118676" y="1527334"/>
                  <a:pt x="3121247" y="1529906"/>
                  <a:pt x="3124391" y="1529906"/>
                </a:cubicBezTo>
                <a:close/>
                <a:moveTo>
                  <a:pt x="3200591" y="1528858"/>
                </a:moveTo>
                <a:cubicBezTo>
                  <a:pt x="3203162" y="1528858"/>
                  <a:pt x="3205258" y="1526762"/>
                  <a:pt x="3205258" y="1524191"/>
                </a:cubicBezTo>
                <a:cubicBezTo>
                  <a:pt x="3205258" y="1521619"/>
                  <a:pt x="3203162" y="1519523"/>
                  <a:pt x="3200591" y="1519523"/>
                </a:cubicBezTo>
                <a:cubicBezTo>
                  <a:pt x="3198019" y="1519523"/>
                  <a:pt x="3195923" y="1521619"/>
                  <a:pt x="3195923" y="1524191"/>
                </a:cubicBezTo>
                <a:cubicBezTo>
                  <a:pt x="3195923" y="1526762"/>
                  <a:pt x="3198019" y="1528858"/>
                  <a:pt x="3200591" y="1528858"/>
                </a:cubicBezTo>
                <a:close/>
                <a:moveTo>
                  <a:pt x="3276791" y="1527620"/>
                </a:moveTo>
                <a:cubicBezTo>
                  <a:pt x="3278696" y="1527620"/>
                  <a:pt x="3280124" y="1526096"/>
                  <a:pt x="3280124" y="1524286"/>
                </a:cubicBezTo>
                <a:cubicBezTo>
                  <a:pt x="3280124" y="1522476"/>
                  <a:pt x="3278600" y="1520952"/>
                  <a:pt x="3276791" y="1520952"/>
                </a:cubicBezTo>
                <a:cubicBezTo>
                  <a:pt x="3274886" y="1520952"/>
                  <a:pt x="3273457" y="1522476"/>
                  <a:pt x="3273457" y="1524286"/>
                </a:cubicBezTo>
                <a:cubicBezTo>
                  <a:pt x="3273457" y="1526096"/>
                  <a:pt x="3274981" y="1527620"/>
                  <a:pt x="3276791" y="1527620"/>
                </a:cubicBezTo>
                <a:close/>
                <a:moveTo>
                  <a:pt x="3352991" y="1526572"/>
                </a:moveTo>
                <a:cubicBezTo>
                  <a:pt x="3354229" y="1526572"/>
                  <a:pt x="3355277" y="1525524"/>
                  <a:pt x="3355277" y="1524286"/>
                </a:cubicBezTo>
                <a:cubicBezTo>
                  <a:pt x="3355277" y="1523048"/>
                  <a:pt x="3354229" y="1522000"/>
                  <a:pt x="3352991" y="1522000"/>
                </a:cubicBezTo>
                <a:cubicBezTo>
                  <a:pt x="3351753" y="1522000"/>
                  <a:pt x="3350705" y="1523048"/>
                  <a:pt x="3350705" y="1524286"/>
                </a:cubicBezTo>
                <a:cubicBezTo>
                  <a:pt x="3350705" y="1525524"/>
                  <a:pt x="3351753" y="1526572"/>
                  <a:pt x="3352991" y="1526572"/>
                </a:cubicBezTo>
                <a:close/>
                <a:moveTo>
                  <a:pt x="3429191" y="1525524"/>
                </a:moveTo>
                <a:cubicBezTo>
                  <a:pt x="3429857" y="1525524"/>
                  <a:pt x="3430429" y="1524953"/>
                  <a:pt x="3430429" y="1524286"/>
                </a:cubicBezTo>
                <a:cubicBezTo>
                  <a:pt x="3430429" y="1523619"/>
                  <a:pt x="3429857" y="1523048"/>
                  <a:pt x="3429191" y="1523048"/>
                </a:cubicBezTo>
                <a:cubicBezTo>
                  <a:pt x="3428524" y="1523048"/>
                  <a:pt x="3427953" y="1523619"/>
                  <a:pt x="3427953" y="1524286"/>
                </a:cubicBezTo>
                <a:cubicBezTo>
                  <a:pt x="3427953" y="1524953"/>
                  <a:pt x="3428524" y="1525524"/>
                  <a:pt x="3429191" y="1525524"/>
                </a:cubicBezTo>
                <a:close/>
                <a:moveTo>
                  <a:pt x="3505391" y="1524381"/>
                </a:moveTo>
                <a:cubicBezTo>
                  <a:pt x="3505486" y="1524381"/>
                  <a:pt x="3505581" y="1524286"/>
                  <a:pt x="3505581" y="1524191"/>
                </a:cubicBezTo>
                <a:cubicBezTo>
                  <a:pt x="3505581" y="1524095"/>
                  <a:pt x="3505486" y="1524000"/>
                  <a:pt x="3505391" y="1524000"/>
                </a:cubicBezTo>
                <a:cubicBezTo>
                  <a:pt x="3505295" y="1524000"/>
                  <a:pt x="3505200" y="1524095"/>
                  <a:pt x="3505200" y="1524191"/>
                </a:cubicBezTo>
                <a:cubicBezTo>
                  <a:pt x="3505200" y="1524286"/>
                  <a:pt x="3505295" y="1524381"/>
                  <a:pt x="3505391" y="1524381"/>
                </a:cubicBezTo>
                <a:close/>
                <a:moveTo>
                  <a:pt x="191" y="1600581"/>
                </a:moveTo>
                <a:cubicBezTo>
                  <a:pt x="286" y="1600581"/>
                  <a:pt x="381" y="1600486"/>
                  <a:pt x="381" y="1600391"/>
                </a:cubicBezTo>
                <a:cubicBezTo>
                  <a:pt x="381" y="1600295"/>
                  <a:pt x="286" y="1600200"/>
                  <a:pt x="191" y="1600200"/>
                </a:cubicBezTo>
                <a:cubicBezTo>
                  <a:pt x="95" y="1600200"/>
                  <a:pt x="0" y="1600295"/>
                  <a:pt x="0" y="1600391"/>
                </a:cubicBezTo>
                <a:cubicBezTo>
                  <a:pt x="0" y="1600486"/>
                  <a:pt x="95" y="1600581"/>
                  <a:pt x="191" y="1600581"/>
                </a:cubicBezTo>
                <a:close/>
                <a:moveTo>
                  <a:pt x="76391" y="1601724"/>
                </a:moveTo>
                <a:cubicBezTo>
                  <a:pt x="77057" y="1601724"/>
                  <a:pt x="77629" y="1601153"/>
                  <a:pt x="77629" y="1600486"/>
                </a:cubicBezTo>
                <a:cubicBezTo>
                  <a:pt x="77629" y="1599819"/>
                  <a:pt x="77057" y="1599248"/>
                  <a:pt x="76391" y="1599248"/>
                </a:cubicBezTo>
                <a:cubicBezTo>
                  <a:pt x="75724" y="1599248"/>
                  <a:pt x="75152" y="1599819"/>
                  <a:pt x="75152" y="1600486"/>
                </a:cubicBezTo>
                <a:cubicBezTo>
                  <a:pt x="75152" y="1601153"/>
                  <a:pt x="75724" y="1601724"/>
                  <a:pt x="76391" y="1601724"/>
                </a:cubicBezTo>
                <a:close/>
                <a:moveTo>
                  <a:pt x="152591" y="1602772"/>
                </a:moveTo>
                <a:cubicBezTo>
                  <a:pt x="153829" y="1602772"/>
                  <a:pt x="154877" y="1601724"/>
                  <a:pt x="154877" y="1600486"/>
                </a:cubicBezTo>
                <a:cubicBezTo>
                  <a:pt x="154877" y="1599248"/>
                  <a:pt x="153829" y="1598200"/>
                  <a:pt x="152591" y="1598200"/>
                </a:cubicBezTo>
                <a:cubicBezTo>
                  <a:pt x="151352" y="1598200"/>
                  <a:pt x="150305" y="1599248"/>
                  <a:pt x="150305" y="1600486"/>
                </a:cubicBezTo>
                <a:cubicBezTo>
                  <a:pt x="150305" y="1601724"/>
                  <a:pt x="151352" y="1602772"/>
                  <a:pt x="152591" y="1602772"/>
                </a:cubicBezTo>
                <a:close/>
                <a:moveTo>
                  <a:pt x="228791" y="1604010"/>
                </a:moveTo>
                <a:cubicBezTo>
                  <a:pt x="230791" y="1604010"/>
                  <a:pt x="232410" y="1602391"/>
                  <a:pt x="232410" y="1600391"/>
                </a:cubicBezTo>
                <a:cubicBezTo>
                  <a:pt x="232410" y="1598390"/>
                  <a:pt x="230791" y="1596771"/>
                  <a:pt x="228791" y="1596771"/>
                </a:cubicBezTo>
                <a:cubicBezTo>
                  <a:pt x="226790" y="1596771"/>
                  <a:pt x="225171" y="1598390"/>
                  <a:pt x="225171" y="1600391"/>
                </a:cubicBezTo>
                <a:cubicBezTo>
                  <a:pt x="225171" y="1602391"/>
                  <a:pt x="226790" y="1604010"/>
                  <a:pt x="228791" y="1604010"/>
                </a:cubicBezTo>
                <a:close/>
                <a:moveTo>
                  <a:pt x="304991" y="1605058"/>
                </a:moveTo>
                <a:cubicBezTo>
                  <a:pt x="307562" y="1605058"/>
                  <a:pt x="309658" y="1602962"/>
                  <a:pt x="309658" y="1600391"/>
                </a:cubicBezTo>
                <a:cubicBezTo>
                  <a:pt x="309658" y="1597819"/>
                  <a:pt x="307562" y="1595723"/>
                  <a:pt x="304991" y="1595723"/>
                </a:cubicBezTo>
                <a:cubicBezTo>
                  <a:pt x="302419" y="1595723"/>
                  <a:pt x="300323" y="1597819"/>
                  <a:pt x="300323" y="1600391"/>
                </a:cubicBezTo>
                <a:cubicBezTo>
                  <a:pt x="300323" y="1602962"/>
                  <a:pt x="302419" y="1605058"/>
                  <a:pt x="304991" y="1605058"/>
                </a:cubicBezTo>
                <a:close/>
                <a:moveTo>
                  <a:pt x="381191" y="1606296"/>
                </a:moveTo>
                <a:cubicBezTo>
                  <a:pt x="384429" y="1606296"/>
                  <a:pt x="387096" y="1603629"/>
                  <a:pt x="387096" y="1600391"/>
                </a:cubicBezTo>
                <a:cubicBezTo>
                  <a:pt x="387096" y="1597152"/>
                  <a:pt x="384429" y="1594485"/>
                  <a:pt x="381191" y="1594485"/>
                </a:cubicBezTo>
                <a:cubicBezTo>
                  <a:pt x="377952" y="1594485"/>
                  <a:pt x="375285" y="1597152"/>
                  <a:pt x="375285" y="1600391"/>
                </a:cubicBezTo>
                <a:cubicBezTo>
                  <a:pt x="375285" y="1603724"/>
                  <a:pt x="377952" y="1606296"/>
                  <a:pt x="381191" y="1606296"/>
                </a:cubicBezTo>
                <a:close/>
                <a:moveTo>
                  <a:pt x="457391" y="1607344"/>
                </a:moveTo>
                <a:cubicBezTo>
                  <a:pt x="461200" y="1607344"/>
                  <a:pt x="464344" y="1604201"/>
                  <a:pt x="464344" y="1600391"/>
                </a:cubicBezTo>
                <a:cubicBezTo>
                  <a:pt x="464344" y="1596581"/>
                  <a:pt x="461200" y="1593437"/>
                  <a:pt x="457391" y="1593437"/>
                </a:cubicBezTo>
                <a:cubicBezTo>
                  <a:pt x="453581" y="1593437"/>
                  <a:pt x="450437" y="1596581"/>
                  <a:pt x="450437" y="1600391"/>
                </a:cubicBezTo>
                <a:cubicBezTo>
                  <a:pt x="450437" y="1604201"/>
                  <a:pt x="453581" y="1607344"/>
                  <a:pt x="457391" y="1607344"/>
                </a:cubicBezTo>
                <a:close/>
                <a:moveTo>
                  <a:pt x="533591" y="1608487"/>
                </a:moveTo>
                <a:cubicBezTo>
                  <a:pt x="538067" y="1608487"/>
                  <a:pt x="541592" y="1604867"/>
                  <a:pt x="541592" y="1600486"/>
                </a:cubicBezTo>
                <a:cubicBezTo>
                  <a:pt x="541592" y="1596009"/>
                  <a:pt x="537972" y="1592485"/>
                  <a:pt x="533591" y="1592485"/>
                </a:cubicBezTo>
                <a:cubicBezTo>
                  <a:pt x="529114" y="1592485"/>
                  <a:pt x="525590" y="1596104"/>
                  <a:pt x="525590" y="1600486"/>
                </a:cubicBezTo>
                <a:cubicBezTo>
                  <a:pt x="525590" y="1604867"/>
                  <a:pt x="529209" y="1608487"/>
                  <a:pt x="533591" y="1608487"/>
                </a:cubicBezTo>
                <a:close/>
                <a:moveTo>
                  <a:pt x="609790" y="1609725"/>
                </a:moveTo>
                <a:cubicBezTo>
                  <a:pt x="614934" y="1609725"/>
                  <a:pt x="619125" y="1605534"/>
                  <a:pt x="619125" y="1600391"/>
                </a:cubicBezTo>
                <a:cubicBezTo>
                  <a:pt x="619125" y="1595247"/>
                  <a:pt x="614934" y="1591056"/>
                  <a:pt x="609790" y="1591056"/>
                </a:cubicBezTo>
                <a:cubicBezTo>
                  <a:pt x="604647" y="1591056"/>
                  <a:pt x="600456" y="1595247"/>
                  <a:pt x="600456" y="1600391"/>
                </a:cubicBezTo>
                <a:cubicBezTo>
                  <a:pt x="600551" y="1605534"/>
                  <a:pt x="604647" y="1609725"/>
                  <a:pt x="609790" y="1609725"/>
                </a:cubicBezTo>
                <a:close/>
                <a:moveTo>
                  <a:pt x="685990" y="1610963"/>
                </a:moveTo>
                <a:cubicBezTo>
                  <a:pt x="691801" y="1610963"/>
                  <a:pt x="696563" y="1606201"/>
                  <a:pt x="696563" y="1600391"/>
                </a:cubicBezTo>
                <a:cubicBezTo>
                  <a:pt x="696563" y="1594580"/>
                  <a:pt x="691801" y="1589818"/>
                  <a:pt x="685990" y="1589818"/>
                </a:cubicBezTo>
                <a:cubicBezTo>
                  <a:pt x="680180" y="1589818"/>
                  <a:pt x="675418" y="1594580"/>
                  <a:pt x="675418" y="1600391"/>
                </a:cubicBezTo>
                <a:cubicBezTo>
                  <a:pt x="675418" y="1606201"/>
                  <a:pt x="680180" y="1610963"/>
                  <a:pt x="685990" y="1610963"/>
                </a:cubicBezTo>
                <a:close/>
                <a:moveTo>
                  <a:pt x="762190" y="1612011"/>
                </a:moveTo>
                <a:cubicBezTo>
                  <a:pt x="768572" y="1612011"/>
                  <a:pt x="773811" y="1606772"/>
                  <a:pt x="773811" y="1600391"/>
                </a:cubicBezTo>
                <a:cubicBezTo>
                  <a:pt x="773811" y="1594009"/>
                  <a:pt x="768572" y="1588770"/>
                  <a:pt x="762190" y="1588770"/>
                </a:cubicBezTo>
                <a:cubicBezTo>
                  <a:pt x="755809" y="1588770"/>
                  <a:pt x="750570" y="1594009"/>
                  <a:pt x="750570" y="1600391"/>
                </a:cubicBezTo>
                <a:cubicBezTo>
                  <a:pt x="750570" y="1606868"/>
                  <a:pt x="755809" y="1612011"/>
                  <a:pt x="762190" y="1612011"/>
                </a:cubicBezTo>
                <a:close/>
                <a:moveTo>
                  <a:pt x="838390" y="1613345"/>
                </a:moveTo>
                <a:cubicBezTo>
                  <a:pt x="845534" y="1613345"/>
                  <a:pt x="851249" y="1607534"/>
                  <a:pt x="851249" y="1600486"/>
                </a:cubicBezTo>
                <a:cubicBezTo>
                  <a:pt x="851249" y="1593342"/>
                  <a:pt x="845439" y="1587627"/>
                  <a:pt x="838390" y="1587627"/>
                </a:cubicBezTo>
                <a:cubicBezTo>
                  <a:pt x="831247" y="1587627"/>
                  <a:pt x="825532" y="1593437"/>
                  <a:pt x="825532" y="1600486"/>
                </a:cubicBezTo>
                <a:cubicBezTo>
                  <a:pt x="825532" y="1607534"/>
                  <a:pt x="831247" y="1613345"/>
                  <a:pt x="838390" y="1613345"/>
                </a:cubicBezTo>
                <a:close/>
                <a:moveTo>
                  <a:pt x="914590" y="1614392"/>
                </a:moveTo>
                <a:cubicBezTo>
                  <a:pt x="922306" y="1614392"/>
                  <a:pt x="928497" y="1608106"/>
                  <a:pt x="928497" y="1600486"/>
                </a:cubicBezTo>
                <a:cubicBezTo>
                  <a:pt x="928497" y="1592771"/>
                  <a:pt x="922211" y="1586579"/>
                  <a:pt x="914590" y="1586579"/>
                </a:cubicBezTo>
                <a:cubicBezTo>
                  <a:pt x="906971" y="1586579"/>
                  <a:pt x="900684" y="1592866"/>
                  <a:pt x="900684" y="1600486"/>
                </a:cubicBezTo>
                <a:cubicBezTo>
                  <a:pt x="900684" y="1608106"/>
                  <a:pt x="906875" y="1614392"/>
                  <a:pt x="914590" y="1614392"/>
                </a:cubicBezTo>
                <a:close/>
                <a:moveTo>
                  <a:pt x="990790" y="1615631"/>
                </a:moveTo>
                <a:cubicBezTo>
                  <a:pt x="999173" y="1615631"/>
                  <a:pt x="1006031" y="1608773"/>
                  <a:pt x="1006031" y="1600391"/>
                </a:cubicBezTo>
                <a:cubicBezTo>
                  <a:pt x="1006031" y="1592009"/>
                  <a:pt x="999173" y="1585151"/>
                  <a:pt x="990790" y="1585151"/>
                </a:cubicBezTo>
                <a:cubicBezTo>
                  <a:pt x="982409" y="1585151"/>
                  <a:pt x="975551" y="1592009"/>
                  <a:pt x="975551" y="1600391"/>
                </a:cubicBezTo>
                <a:cubicBezTo>
                  <a:pt x="975551" y="1608773"/>
                  <a:pt x="982409" y="1615631"/>
                  <a:pt x="990790" y="1615631"/>
                </a:cubicBezTo>
                <a:close/>
                <a:moveTo>
                  <a:pt x="1066991" y="1616678"/>
                </a:moveTo>
                <a:cubicBezTo>
                  <a:pt x="1075944" y="1616678"/>
                  <a:pt x="1083278" y="1609439"/>
                  <a:pt x="1083278" y="1600391"/>
                </a:cubicBezTo>
                <a:cubicBezTo>
                  <a:pt x="1083278" y="1591342"/>
                  <a:pt x="1076039" y="1584103"/>
                  <a:pt x="1066991" y="1584103"/>
                </a:cubicBezTo>
                <a:cubicBezTo>
                  <a:pt x="1058037" y="1584103"/>
                  <a:pt x="1050703" y="1591342"/>
                  <a:pt x="1050703" y="1600391"/>
                </a:cubicBezTo>
                <a:cubicBezTo>
                  <a:pt x="1050703" y="1609439"/>
                  <a:pt x="1058037" y="1616678"/>
                  <a:pt x="1066991" y="1616678"/>
                </a:cubicBezTo>
                <a:close/>
                <a:moveTo>
                  <a:pt x="1143191" y="1617726"/>
                </a:moveTo>
                <a:cubicBezTo>
                  <a:pt x="1152716" y="1617726"/>
                  <a:pt x="1160526" y="1610011"/>
                  <a:pt x="1160526" y="1600391"/>
                </a:cubicBezTo>
                <a:cubicBezTo>
                  <a:pt x="1160526" y="1590866"/>
                  <a:pt x="1152811" y="1583055"/>
                  <a:pt x="1143191" y="1583055"/>
                </a:cubicBezTo>
                <a:cubicBezTo>
                  <a:pt x="1133666" y="1583055"/>
                  <a:pt x="1125855" y="1590770"/>
                  <a:pt x="1125855" y="1600391"/>
                </a:cubicBezTo>
                <a:cubicBezTo>
                  <a:pt x="1125855" y="1610011"/>
                  <a:pt x="1133666" y="1617726"/>
                  <a:pt x="1143191" y="1617726"/>
                </a:cubicBezTo>
                <a:close/>
                <a:moveTo>
                  <a:pt x="1219391" y="1618964"/>
                </a:moveTo>
                <a:cubicBezTo>
                  <a:pt x="1229678" y="1618964"/>
                  <a:pt x="1237964" y="1610678"/>
                  <a:pt x="1237964" y="1600391"/>
                </a:cubicBezTo>
                <a:cubicBezTo>
                  <a:pt x="1237964" y="1590104"/>
                  <a:pt x="1229678" y="1581817"/>
                  <a:pt x="1219391" y="1581817"/>
                </a:cubicBezTo>
                <a:cubicBezTo>
                  <a:pt x="1209104" y="1581817"/>
                  <a:pt x="1200817" y="1590104"/>
                  <a:pt x="1200817" y="1600391"/>
                </a:cubicBezTo>
                <a:cubicBezTo>
                  <a:pt x="1200817" y="1610678"/>
                  <a:pt x="1209104" y="1618964"/>
                  <a:pt x="1219391" y="1618964"/>
                </a:cubicBezTo>
                <a:close/>
                <a:moveTo>
                  <a:pt x="1295591" y="1620107"/>
                </a:moveTo>
                <a:cubicBezTo>
                  <a:pt x="1306449" y="1620107"/>
                  <a:pt x="1315212" y="1611344"/>
                  <a:pt x="1315212" y="1600486"/>
                </a:cubicBezTo>
                <a:cubicBezTo>
                  <a:pt x="1315212" y="1589627"/>
                  <a:pt x="1306449" y="1580864"/>
                  <a:pt x="1295591" y="1580864"/>
                </a:cubicBezTo>
                <a:cubicBezTo>
                  <a:pt x="1284732" y="1580864"/>
                  <a:pt x="1275969" y="1589627"/>
                  <a:pt x="1275969" y="1600486"/>
                </a:cubicBezTo>
                <a:cubicBezTo>
                  <a:pt x="1275969" y="1611344"/>
                  <a:pt x="1284732" y="1620107"/>
                  <a:pt x="1295591" y="1620107"/>
                </a:cubicBezTo>
                <a:close/>
                <a:moveTo>
                  <a:pt x="1371791" y="1621346"/>
                </a:moveTo>
                <a:cubicBezTo>
                  <a:pt x="1383316" y="1621346"/>
                  <a:pt x="1392746" y="1612011"/>
                  <a:pt x="1392746" y="1600391"/>
                </a:cubicBezTo>
                <a:cubicBezTo>
                  <a:pt x="1392746" y="1588770"/>
                  <a:pt x="1383411" y="1579436"/>
                  <a:pt x="1371791" y="1579436"/>
                </a:cubicBezTo>
                <a:cubicBezTo>
                  <a:pt x="1360170" y="1579436"/>
                  <a:pt x="1350836" y="1588770"/>
                  <a:pt x="1350836" y="1600391"/>
                </a:cubicBezTo>
                <a:cubicBezTo>
                  <a:pt x="1350836" y="1612011"/>
                  <a:pt x="1360265" y="1621346"/>
                  <a:pt x="1371791" y="1621346"/>
                </a:cubicBezTo>
                <a:close/>
                <a:moveTo>
                  <a:pt x="1447991" y="1622393"/>
                </a:moveTo>
                <a:cubicBezTo>
                  <a:pt x="1460087" y="1622393"/>
                  <a:pt x="1469993" y="1612583"/>
                  <a:pt x="1469993" y="1600391"/>
                </a:cubicBezTo>
                <a:cubicBezTo>
                  <a:pt x="1469993" y="1588199"/>
                  <a:pt x="1460183" y="1578388"/>
                  <a:pt x="1447991" y="1578388"/>
                </a:cubicBezTo>
                <a:cubicBezTo>
                  <a:pt x="1435799" y="1578388"/>
                  <a:pt x="1425988" y="1588199"/>
                  <a:pt x="1425988" y="1600391"/>
                </a:cubicBezTo>
                <a:cubicBezTo>
                  <a:pt x="1425988" y="1612583"/>
                  <a:pt x="1435894" y="1622393"/>
                  <a:pt x="1447991" y="1622393"/>
                </a:cubicBezTo>
                <a:close/>
                <a:moveTo>
                  <a:pt x="1524191" y="1623251"/>
                </a:moveTo>
                <a:cubicBezTo>
                  <a:pt x="1536764" y="1623251"/>
                  <a:pt x="1547051" y="1613059"/>
                  <a:pt x="1547051" y="1600391"/>
                </a:cubicBezTo>
                <a:cubicBezTo>
                  <a:pt x="1547051" y="1587722"/>
                  <a:pt x="1536859" y="1577531"/>
                  <a:pt x="1524191" y="1577531"/>
                </a:cubicBezTo>
                <a:cubicBezTo>
                  <a:pt x="1511522" y="1577531"/>
                  <a:pt x="1501331" y="1587722"/>
                  <a:pt x="1501331" y="1600391"/>
                </a:cubicBezTo>
                <a:cubicBezTo>
                  <a:pt x="1501331" y="1613059"/>
                  <a:pt x="1511618" y="1623251"/>
                  <a:pt x="1524191" y="1623251"/>
                </a:cubicBezTo>
                <a:close/>
                <a:moveTo>
                  <a:pt x="1600391" y="1624298"/>
                </a:moveTo>
                <a:cubicBezTo>
                  <a:pt x="1613535" y="1624298"/>
                  <a:pt x="1624298" y="1613630"/>
                  <a:pt x="1624298" y="1600391"/>
                </a:cubicBezTo>
                <a:cubicBezTo>
                  <a:pt x="1624298" y="1587246"/>
                  <a:pt x="1613630" y="1576483"/>
                  <a:pt x="1600391" y="1576483"/>
                </a:cubicBezTo>
                <a:cubicBezTo>
                  <a:pt x="1587246" y="1576483"/>
                  <a:pt x="1576483" y="1587151"/>
                  <a:pt x="1576483" y="1600391"/>
                </a:cubicBezTo>
                <a:cubicBezTo>
                  <a:pt x="1576578" y="1613630"/>
                  <a:pt x="1587246" y="1624298"/>
                  <a:pt x="1600391" y="1624298"/>
                </a:cubicBezTo>
                <a:close/>
                <a:moveTo>
                  <a:pt x="1676591" y="1624965"/>
                </a:moveTo>
                <a:cubicBezTo>
                  <a:pt x="1690116" y="1624965"/>
                  <a:pt x="1701070" y="1614011"/>
                  <a:pt x="1701070" y="1600486"/>
                </a:cubicBezTo>
                <a:cubicBezTo>
                  <a:pt x="1701070" y="1586960"/>
                  <a:pt x="1690116" y="1576007"/>
                  <a:pt x="1676591" y="1576007"/>
                </a:cubicBezTo>
                <a:cubicBezTo>
                  <a:pt x="1663065" y="1576007"/>
                  <a:pt x="1652111" y="1586960"/>
                  <a:pt x="1652111" y="1600486"/>
                </a:cubicBezTo>
                <a:cubicBezTo>
                  <a:pt x="1652111" y="1614011"/>
                  <a:pt x="1663065" y="1624965"/>
                  <a:pt x="1676591" y="1624965"/>
                </a:cubicBezTo>
                <a:close/>
                <a:moveTo>
                  <a:pt x="1752791" y="1625156"/>
                </a:moveTo>
                <a:cubicBezTo>
                  <a:pt x="1766411" y="1625156"/>
                  <a:pt x="1777556" y="1614107"/>
                  <a:pt x="1777556" y="1600391"/>
                </a:cubicBezTo>
                <a:cubicBezTo>
                  <a:pt x="1777556" y="1586770"/>
                  <a:pt x="1766507" y="1575626"/>
                  <a:pt x="1752791" y="1575626"/>
                </a:cubicBezTo>
                <a:cubicBezTo>
                  <a:pt x="1739170" y="1575626"/>
                  <a:pt x="1728026" y="1586675"/>
                  <a:pt x="1728026" y="1600391"/>
                </a:cubicBezTo>
                <a:cubicBezTo>
                  <a:pt x="1728121" y="1614107"/>
                  <a:pt x="1739170" y="1625156"/>
                  <a:pt x="1752791" y="1625156"/>
                </a:cubicBezTo>
                <a:close/>
                <a:moveTo>
                  <a:pt x="1828991" y="1624965"/>
                </a:moveTo>
                <a:cubicBezTo>
                  <a:pt x="1842516" y="1624965"/>
                  <a:pt x="1853470" y="1614011"/>
                  <a:pt x="1853470" y="1600486"/>
                </a:cubicBezTo>
                <a:cubicBezTo>
                  <a:pt x="1853470" y="1586960"/>
                  <a:pt x="1842516" y="1576007"/>
                  <a:pt x="1828991" y="1576007"/>
                </a:cubicBezTo>
                <a:cubicBezTo>
                  <a:pt x="1815465" y="1576007"/>
                  <a:pt x="1804511" y="1586960"/>
                  <a:pt x="1804511" y="1600486"/>
                </a:cubicBezTo>
                <a:cubicBezTo>
                  <a:pt x="1804511" y="1614011"/>
                  <a:pt x="1815465" y="1624965"/>
                  <a:pt x="1828991" y="1624965"/>
                </a:cubicBezTo>
                <a:close/>
                <a:moveTo>
                  <a:pt x="1905191" y="1624298"/>
                </a:moveTo>
                <a:cubicBezTo>
                  <a:pt x="1918335" y="1624298"/>
                  <a:pt x="1929098" y="1613630"/>
                  <a:pt x="1929098" y="1600391"/>
                </a:cubicBezTo>
                <a:cubicBezTo>
                  <a:pt x="1929098" y="1587246"/>
                  <a:pt x="1918430" y="1576483"/>
                  <a:pt x="1905191" y="1576483"/>
                </a:cubicBezTo>
                <a:cubicBezTo>
                  <a:pt x="1892046" y="1576483"/>
                  <a:pt x="1881283" y="1587151"/>
                  <a:pt x="1881283" y="1600391"/>
                </a:cubicBezTo>
                <a:cubicBezTo>
                  <a:pt x="1881378" y="1613630"/>
                  <a:pt x="1892046" y="1624298"/>
                  <a:pt x="1905191" y="1624298"/>
                </a:cubicBezTo>
                <a:close/>
                <a:moveTo>
                  <a:pt x="1981391" y="1623441"/>
                </a:moveTo>
                <a:cubicBezTo>
                  <a:pt x="1994154" y="1623441"/>
                  <a:pt x="2004441" y="1613154"/>
                  <a:pt x="2004441" y="1600391"/>
                </a:cubicBezTo>
                <a:cubicBezTo>
                  <a:pt x="2004441" y="1587627"/>
                  <a:pt x="1994154" y="1577340"/>
                  <a:pt x="1981391" y="1577340"/>
                </a:cubicBezTo>
                <a:cubicBezTo>
                  <a:pt x="1968627" y="1577340"/>
                  <a:pt x="1958340" y="1587627"/>
                  <a:pt x="1958340" y="1600391"/>
                </a:cubicBezTo>
                <a:cubicBezTo>
                  <a:pt x="1958340" y="1613154"/>
                  <a:pt x="1968722" y="1623441"/>
                  <a:pt x="1981391" y="1623441"/>
                </a:cubicBezTo>
                <a:close/>
                <a:moveTo>
                  <a:pt x="2057591" y="1622393"/>
                </a:moveTo>
                <a:cubicBezTo>
                  <a:pt x="2069687" y="1622393"/>
                  <a:pt x="2079593" y="1612583"/>
                  <a:pt x="2079593" y="1600391"/>
                </a:cubicBezTo>
                <a:cubicBezTo>
                  <a:pt x="2079593" y="1588199"/>
                  <a:pt x="2069783" y="1578388"/>
                  <a:pt x="2057591" y="1578388"/>
                </a:cubicBezTo>
                <a:cubicBezTo>
                  <a:pt x="2045399" y="1578388"/>
                  <a:pt x="2035588" y="1588199"/>
                  <a:pt x="2035588" y="1600391"/>
                </a:cubicBezTo>
                <a:cubicBezTo>
                  <a:pt x="2035588" y="1612583"/>
                  <a:pt x="2045494" y="1622393"/>
                  <a:pt x="2057591" y="1622393"/>
                </a:cubicBezTo>
                <a:close/>
                <a:moveTo>
                  <a:pt x="2133791" y="1621346"/>
                </a:moveTo>
                <a:cubicBezTo>
                  <a:pt x="2145316" y="1621346"/>
                  <a:pt x="2154746" y="1612011"/>
                  <a:pt x="2154746" y="1600391"/>
                </a:cubicBezTo>
                <a:cubicBezTo>
                  <a:pt x="2154746" y="1588770"/>
                  <a:pt x="2145411" y="1579436"/>
                  <a:pt x="2133791" y="1579436"/>
                </a:cubicBezTo>
                <a:cubicBezTo>
                  <a:pt x="2122170" y="1579436"/>
                  <a:pt x="2112836" y="1588770"/>
                  <a:pt x="2112836" y="1600391"/>
                </a:cubicBezTo>
                <a:cubicBezTo>
                  <a:pt x="2112836" y="1612011"/>
                  <a:pt x="2122265" y="1621346"/>
                  <a:pt x="2133791" y="1621346"/>
                </a:cubicBezTo>
                <a:close/>
                <a:moveTo>
                  <a:pt x="2209991" y="1620298"/>
                </a:moveTo>
                <a:cubicBezTo>
                  <a:pt x="2220944" y="1620298"/>
                  <a:pt x="2229898" y="1611439"/>
                  <a:pt x="2229898" y="1600391"/>
                </a:cubicBezTo>
                <a:cubicBezTo>
                  <a:pt x="2229898" y="1589342"/>
                  <a:pt x="2221040" y="1580483"/>
                  <a:pt x="2209991" y="1580483"/>
                </a:cubicBezTo>
                <a:cubicBezTo>
                  <a:pt x="2199037" y="1580483"/>
                  <a:pt x="2190083" y="1589342"/>
                  <a:pt x="2190083" y="1600391"/>
                </a:cubicBezTo>
                <a:cubicBezTo>
                  <a:pt x="2190083" y="1611439"/>
                  <a:pt x="2199037" y="1620298"/>
                  <a:pt x="2209991" y="1620298"/>
                </a:cubicBezTo>
                <a:close/>
                <a:moveTo>
                  <a:pt x="2286191" y="1619250"/>
                </a:moveTo>
                <a:cubicBezTo>
                  <a:pt x="2296573" y="1619250"/>
                  <a:pt x="2304955" y="1610868"/>
                  <a:pt x="2304955" y="1600486"/>
                </a:cubicBezTo>
                <a:cubicBezTo>
                  <a:pt x="2304955" y="1590104"/>
                  <a:pt x="2296573" y="1581722"/>
                  <a:pt x="2286191" y="1581722"/>
                </a:cubicBezTo>
                <a:cubicBezTo>
                  <a:pt x="2275808" y="1581722"/>
                  <a:pt x="2267426" y="1590104"/>
                  <a:pt x="2267426" y="1600486"/>
                </a:cubicBezTo>
                <a:cubicBezTo>
                  <a:pt x="2267426" y="1610773"/>
                  <a:pt x="2275808" y="1619250"/>
                  <a:pt x="2286191" y="1619250"/>
                </a:cubicBezTo>
                <a:close/>
                <a:moveTo>
                  <a:pt x="2362391" y="1617917"/>
                </a:moveTo>
                <a:cubicBezTo>
                  <a:pt x="2372106" y="1617917"/>
                  <a:pt x="2379917" y="1610106"/>
                  <a:pt x="2379917" y="1600391"/>
                </a:cubicBezTo>
                <a:cubicBezTo>
                  <a:pt x="2379917" y="1590675"/>
                  <a:pt x="2372106" y="1582864"/>
                  <a:pt x="2362391" y="1582864"/>
                </a:cubicBezTo>
                <a:cubicBezTo>
                  <a:pt x="2352675" y="1582864"/>
                  <a:pt x="2344865" y="1590675"/>
                  <a:pt x="2344865" y="1600391"/>
                </a:cubicBezTo>
                <a:cubicBezTo>
                  <a:pt x="2344865" y="1610106"/>
                  <a:pt x="2352770" y="1617917"/>
                  <a:pt x="2362391" y="1617917"/>
                </a:cubicBezTo>
                <a:close/>
                <a:moveTo>
                  <a:pt x="2438591" y="1616869"/>
                </a:moveTo>
                <a:cubicBezTo>
                  <a:pt x="2447735" y="1616869"/>
                  <a:pt x="2455069" y="1609535"/>
                  <a:pt x="2455069" y="1600391"/>
                </a:cubicBezTo>
                <a:cubicBezTo>
                  <a:pt x="2455069" y="1591247"/>
                  <a:pt x="2447735" y="1583912"/>
                  <a:pt x="2438591" y="1583912"/>
                </a:cubicBezTo>
                <a:cubicBezTo>
                  <a:pt x="2429447" y="1583912"/>
                  <a:pt x="2422112" y="1591247"/>
                  <a:pt x="2422112" y="1600391"/>
                </a:cubicBezTo>
                <a:cubicBezTo>
                  <a:pt x="2422112" y="1609535"/>
                  <a:pt x="2429542" y="1616869"/>
                  <a:pt x="2438591" y="1616869"/>
                </a:cubicBezTo>
                <a:close/>
                <a:moveTo>
                  <a:pt x="2514791" y="1615631"/>
                </a:moveTo>
                <a:cubicBezTo>
                  <a:pt x="2523173" y="1615631"/>
                  <a:pt x="2530031" y="1608773"/>
                  <a:pt x="2530031" y="1600391"/>
                </a:cubicBezTo>
                <a:cubicBezTo>
                  <a:pt x="2530031" y="1592009"/>
                  <a:pt x="2523173" y="1585151"/>
                  <a:pt x="2514791" y="1585151"/>
                </a:cubicBezTo>
                <a:cubicBezTo>
                  <a:pt x="2506409" y="1585151"/>
                  <a:pt x="2499551" y="1592009"/>
                  <a:pt x="2499551" y="1600391"/>
                </a:cubicBezTo>
                <a:cubicBezTo>
                  <a:pt x="2499551" y="1608773"/>
                  <a:pt x="2506409" y="1615631"/>
                  <a:pt x="2514791" y="1615631"/>
                </a:cubicBezTo>
                <a:close/>
                <a:moveTo>
                  <a:pt x="2590991" y="1614583"/>
                </a:moveTo>
                <a:cubicBezTo>
                  <a:pt x="2598801" y="1614583"/>
                  <a:pt x="2605183" y="1608201"/>
                  <a:pt x="2605183" y="1600391"/>
                </a:cubicBezTo>
                <a:cubicBezTo>
                  <a:pt x="2605183" y="1592580"/>
                  <a:pt x="2598801" y="1586198"/>
                  <a:pt x="2590991" y="1586198"/>
                </a:cubicBezTo>
                <a:cubicBezTo>
                  <a:pt x="2583180" y="1586198"/>
                  <a:pt x="2576798" y="1592580"/>
                  <a:pt x="2576798" y="1600391"/>
                </a:cubicBezTo>
                <a:cubicBezTo>
                  <a:pt x="2576894" y="1608201"/>
                  <a:pt x="2583180" y="1614583"/>
                  <a:pt x="2590991" y="1614583"/>
                </a:cubicBezTo>
                <a:close/>
                <a:moveTo>
                  <a:pt x="2667191" y="1613345"/>
                </a:moveTo>
                <a:cubicBezTo>
                  <a:pt x="2674334" y="1613345"/>
                  <a:pt x="2680049" y="1607534"/>
                  <a:pt x="2680049" y="1600486"/>
                </a:cubicBezTo>
                <a:cubicBezTo>
                  <a:pt x="2680049" y="1593342"/>
                  <a:pt x="2674239" y="1587627"/>
                  <a:pt x="2667191" y="1587627"/>
                </a:cubicBezTo>
                <a:cubicBezTo>
                  <a:pt x="2660047" y="1587627"/>
                  <a:pt x="2654332" y="1593437"/>
                  <a:pt x="2654332" y="1600486"/>
                </a:cubicBezTo>
                <a:cubicBezTo>
                  <a:pt x="2654332" y="1607534"/>
                  <a:pt x="2660047" y="1613345"/>
                  <a:pt x="2667191" y="1613345"/>
                </a:cubicBezTo>
                <a:close/>
                <a:moveTo>
                  <a:pt x="2743391" y="1612202"/>
                </a:moveTo>
                <a:cubicBezTo>
                  <a:pt x="2749963" y="1612202"/>
                  <a:pt x="2755202" y="1606868"/>
                  <a:pt x="2755202" y="1600391"/>
                </a:cubicBezTo>
                <a:cubicBezTo>
                  <a:pt x="2755202" y="1593914"/>
                  <a:pt x="2749868" y="1588580"/>
                  <a:pt x="2743391" y="1588580"/>
                </a:cubicBezTo>
                <a:cubicBezTo>
                  <a:pt x="2736818" y="1588580"/>
                  <a:pt x="2731580" y="1593914"/>
                  <a:pt x="2731580" y="1600391"/>
                </a:cubicBezTo>
                <a:cubicBezTo>
                  <a:pt x="2731580" y="1606868"/>
                  <a:pt x="2736914" y="1612202"/>
                  <a:pt x="2743391" y="1612202"/>
                </a:cubicBezTo>
                <a:close/>
                <a:moveTo>
                  <a:pt x="2819591" y="1611154"/>
                </a:moveTo>
                <a:cubicBezTo>
                  <a:pt x="2825496" y="1611154"/>
                  <a:pt x="2830354" y="1606296"/>
                  <a:pt x="2830354" y="1600391"/>
                </a:cubicBezTo>
                <a:cubicBezTo>
                  <a:pt x="2830354" y="1594485"/>
                  <a:pt x="2825496" y="1589627"/>
                  <a:pt x="2819591" y="1589627"/>
                </a:cubicBezTo>
                <a:cubicBezTo>
                  <a:pt x="2813685" y="1589627"/>
                  <a:pt x="2808828" y="1594485"/>
                  <a:pt x="2808828" y="1600391"/>
                </a:cubicBezTo>
                <a:cubicBezTo>
                  <a:pt x="2808828" y="1606296"/>
                  <a:pt x="2813685" y="1611154"/>
                  <a:pt x="2819591" y="1611154"/>
                </a:cubicBezTo>
                <a:close/>
                <a:moveTo>
                  <a:pt x="2895791" y="1609916"/>
                </a:moveTo>
                <a:cubicBezTo>
                  <a:pt x="2901029" y="1609916"/>
                  <a:pt x="2905316" y="1605629"/>
                  <a:pt x="2905316" y="1600391"/>
                </a:cubicBezTo>
                <a:cubicBezTo>
                  <a:pt x="2905316" y="1595152"/>
                  <a:pt x="2901029" y="1590866"/>
                  <a:pt x="2895791" y="1590866"/>
                </a:cubicBezTo>
                <a:cubicBezTo>
                  <a:pt x="2890552" y="1590866"/>
                  <a:pt x="2886266" y="1595152"/>
                  <a:pt x="2886266" y="1600391"/>
                </a:cubicBezTo>
                <a:cubicBezTo>
                  <a:pt x="2886266" y="1605629"/>
                  <a:pt x="2890552" y="1609916"/>
                  <a:pt x="2895791" y="1609916"/>
                </a:cubicBezTo>
                <a:close/>
                <a:moveTo>
                  <a:pt x="2971991" y="1608677"/>
                </a:moveTo>
                <a:cubicBezTo>
                  <a:pt x="2976563" y="1608677"/>
                  <a:pt x="2980278" y="1604963"/>
                  <a:pt x="2980278" y="1600391"/>
                </a:cubicBezTo>
                <a:cubicBezTo>
                  <a:pt x="2980278" y="1595818"/>
                  <a:pt x="2976563" y="1592104"/>
                  <a:pt x="2971991" y="1592104"/>
                </a:cubicBezTo>
                <a:cubicBezTo>
                  <a:pt x="2967419" y="1592104"/>
                  <a:pt x="2963704" y="1595818"/>
                  <a:pt x="2963704" y="1600391"/>
                </a:cubicBezTo>
                <a:cubicBezTo>
                  <a:pt x="2963704" y="1604963"/>
                  <a:pt x="2967419" y="1608677"/>
                  <a:pt x="2971991" y="1608677"/>
                </a:cubicBezTo>
                <a:close/>
                <a:moveTo>
                  <a:pt x="3048191" y="1607630"/>
                </a:moveTo>
                <a:cubicBezTo>
                  <a:pt x="3052191" y="1607630"/>
                  <a:pt x="3055334" y="1604391"/>
                  <a:pt x="3055334" y="1600486"/>
                </a:cubicBezTo>
                <a:cubicBezTo>
                  <a:pt x="3055334" y="1596485"/>
                  <a:pt x="3052096" y="1593342"/>
                  <a:pt x="3048191" y="1593342"/>
                </a:cubicBezTo>
                <a:cubicBezTo>
                  <a:pt x="3044190" y="1593342"/>
                  <a:pt x="3041047" y="1596581"/>
                  <a:pt x="3041047" y="1600486"/>
                </a:cubicBezTo>
                <a:cubicBezTo>
                  <a:pt x="3041047" y="1604391"/>
                  <a:pt x="3044285" y="1607630"/>
                  <a:pt x="3048191" y="1607630"/>
                </a:cubicBezTo>
                <a:close/>
                <a:moveTo>
                  <a:pt x="3124391" y="1606296"/>
                </a:moveTo>
                <a:cubicBezTo>
                  <a:pt x="3127629" y="1606296"/>
                  <a:pt x="3130296" y="1603629"/>
                  <a:pt x="3130296" y="1600391"/>
                </a:cubicBezTo>
                <a:cubicBezTo>
                  <a:pt x="3130296" y="1597152"/>
                  <a:pt x="3127629" y="1594485"/>
                  <a:pt x="3124391" y="1594485"/>
                </a:cubicBezTo>
                <a:cubicBezTo>
                  <a:pt x="3121152" y="1594485"/>
                  <a:pt x="3118485" y="1597152"/>
                  <a:pt x="3118485" y="1600391"/>
                </a:cubicBezTo>
                <a:cubicBezTo>
                  <a:pt x="3118485" y="1603724"/>
                  <a:pt x="3121152" y="1606296"/>
                  <a:pt x="3124391" y="1606296"/>
                </a:cubicBezTo>
                <a:close/>
                <a:moveTo>
                  <a:pt x="3200591" y="1605248"/>
                </a:moveTo>
                <a:cubicBezTo>
                  <a:pt x="3203258" y="1605248"/>
                  <a:pt x="3205448" y="1603058"/>
                  <a:pt x="3205448" y="1600391"/>
                </a:cubicBezTo>
                <a:cubicBezTo>
                  <a:pt x="3205448" y="1597724"/>
                  <a:pt x="3203258" y="1595533"/>
                  <a:pt x="3200591" y="1595533"/>
                </a:cubicBezTo>
                <a:cubicBezTo>
                  <a:pt x="3197924" y="1595533"/>
                  <a:pt x="3195733" y="1597724"/>
                  <a:pt x="3195733" y="1600391"/>
                </a:cubicBezTo>
                <a:cubicBezTo>
                  <a:pt x="3195733" y="1603058"/>
                  <a:pt x="3197924" y="1605248"/>
                  <a:pt x="3200591" y="1605248"/>
                </a:cubicBezTo>
                <a:close/>
                <a:moveTo>
                  <a:pt x="3276791" y="1604010"/>
                </a:moveTo>
                <a:cubicBezTo>
                  <a:pt x="3278791" y="1604010"/>
                  <a:pt x="3280410" y="1602391"/>
                  <a:pt x="3280410" y="1600391"/>
                </a:cubicBezTo>
                <a:cubicBezTo>
                  <a:pt x="3280410" y="1598390"/>
                  <a:pt x="3278791" y="1596771"/>
                  <a:pt x="3276791" y="1596771"/>
                </a:cubicBezTo>
                <a:cubicBezTo>
                  <a:pt x="3274790" y="1596771"/>
                  <a:pt x="3273171" y="1598390"/>
                  <a:pt x="3273171" y="1600391"/>
                </a:cubicBezTo>
                <a:cubicBezTo>
                  <a:pt x="3273171" y="1602391"/>
                  <a:pt x="3274790" y="1604010"/>
                  <a:pt x="3276791" y="1604010"/>
                </a:cubicBezTo>
                <a:close/>
                <a:moveTo>
                  <a:pt x="3352991" y="1602962"/>
                </a:moveTo>
                <a:cubicBezTo>
                  <a:pt x="3354420" y="1602962"/>
                  <a:pt x="3355562" y="1601819"/>
                  <a:pt x="3355562" y="1600391"/>
                </a:cubicBezTo>
                <a:cubicBezTo>
                  <a:pt x="3355562" y="1598962"/>
                  <a:pt x="3354420" y="1597819"/>
                  <a:pt x="3352991" y="1597819"/>
                </a:cubicBezTo>
                <a:cubicBezTo>
                  <a:pt x="3351562" y="1597819"/>
                  <a:pt x="3350419" y="1598962"/>
                  <a:pt x="3350419" y="1600391"/>
                </a:cubicBezTo>
                <a:cubicBezTo>
                  <a:pt x="3350419" y="1601819"/>
                  <a:pt x="3351657" y="1602962"/>
                  <a:pt x="3352991" y="1602962"/>
                </a:cubicBezTo>
                <a:close/>
                <a:moveTo>
                  <a:pt x="3429191" y="1601724"/>
                </a:moveTo>
                <a:cubicBezTo>
                  <a:pt x="3429857" y="1601724"/>
                  <a:pt x="3430429" y="1601153"/>
                  <a:pt x="3430429" y="1600486"/>
                </a:cubicBezTo>
                <a:cubicBezTo>
                  <a:pt x="3430429" y="1599819"/>
                  <a:pt x="3429857" y="1599248"/>
                  <a:pt x="3429191" y="1599248"/>
                </a:cubicBezTo>
                <a:cubicBezTo>
                  <a:pt x="3428524" y="1599248"/>
                  <a:pt x="3427953" y="1599819"/>
                  <a:pt x="3427953" y="1600486"/>
                </a:cubicBezTo>
                <a:cubicBezTo>
                  <a:pt x="3427953" y="1601153"/>
                  <a:pt x="3428524" y="1601724"/>
                  <a:pt x="3429191" y="1601724"/>
                </a:cubicBezTo>
                <a:close/>
                <a:moveTo>
                  <a:pt x="3505391" y="1600581"/>
                </a:moveTo>
                <a:cubicBezTo>
                  <a:pt x="3505486" y="1600581"/>
                  <a:pt x="3505581" y="1600486"/>
                  <a:pt x="3505581" y="1600391"/>
                </a:cubicBezTo>
                <a:cubicBezTo>
                  <a:pt x="3505581" y="1600295"/>
                  <a:pt x="3505486" y="1600200"/>
                  <a:pt x="3505391" y="1600200"/>
                </a:cubicBezTo>
                <a:cubicBezTo>
                  <a:pt x="3505295" y="1600200"/>
                  <a:pt x="3505200" y="1600295"/>
                  <a:pt x="3505200" y="1600391"/>
                </a:cubicBezTo>
                <a:cubicBezTo>
                  <a:pt x="3505200" y="1600486"/>
                  <a:pt x="3505295" y="1600581"/>
                  <a:pt x="3505391" y="1600581"/>
                </a:cubicBezTo>
                <a:close/>
                <a:moveTo>
                  <a:pt x="191" y="1676781"/>
                </a:moveTo>
                <a:cubicBezTo>
                  <a:pt x="286" y="1676781"/>
                  <a:pt x="381" y="1676686"/>
                  <a:pt x="381" y="1676591"/>
                </a:cubicBezTo>
                <a:cubicBezTo>
                  <a:pt x="381" y="1676495"/>
                  <a:pt x="286" y="1676400"/>
                  <a:pt x="191" y="1676400"/>
                </a:cubicBezTo>
                <a:cubicBezTo>
                  <a:pt x="95" y="1676400"/>
                  <a:pt x="0" y="1676495"/>
                  <a:pt x="0" y="1676591"/>
                </a:cubicBezTo>
                <a:cubicBezTo>
                  <a:pt x="0" y="1676686"/>
                  <a:pt x="95" y="1676781"/>
                  <a:pt x="191" y="1676781"/>
                </a:cubicBezTo>
                <a:close/>
                <a:moveTo>
                  <a:pt x="76391" y="1677924"/>
                </a:moveTo>
                <a:cubicBezTo>
                  <a:pt x="77057" y="1677924"/>
                  <a:pt x="77629" y="1677353"/>
                  <a:pt x="77629" y="1676686"/>
                </a:cubicBezTo>
                <a:cubicBezTo>
                  <a:pt x="77629" y="1676019"/>
                  <a:pt x="77057" y="1675448"/>
                  <a:pt x="76391" y="1675448"/>
                </a:cubicBezTo>
                <a:cubicBezTo>
                  <a:pt x="75724" y="1675448"/>
                  <a:pt x="75152" y="1676019"/>
                  <a:pt x="75152" y="1676686"/>
                </a:cubicBezTo>
                <a:cubicBezTo>
                  <a:pt x="75152" y="1677353"/>
                  <a:pt x="75724" y="1677924"/>
                  <a:pt x="76391" y="1677924"/>
                </a:cubicBezTo>
                <a:close/>
                <a:moveTo>
                  <a:pt x="152591" y="1678972"/>
                </a:moveTo>
                <a:cubicBezTo>
                  <a:pt x="153829" y="1678972"/>
                  <a:pt x="154877" y="1677924"/>
                  <a:pt x="154877" y="1676686"/>
                </a:cubicBezTo>
                <a:cubicBezTo>
                  <a:pt x="154877" y="1675448"/>
                  <a:pt x="153829" y="1674400"/>
                  <a:pt x="152591" y="1674400"/>
                </a:cubicBezTo>
                <a:cubicBezTo>
                  <a:pt x="151352" y="1674400"/>
                  <a:pt x="150305" y="1675448"/>
                  <a:pt x="150305" y="1676686"/>
                </a:cubicBezTo>
                <a:cubicBezTo>
                  <a:pt x="150305" y="1677924"/>
                  <a:pt x="151352" y="1678972"/>
                  <a:pt x="152591" y="1678972"/>
                </a:cubicBezTo>
                <a:close/>
                <a:moveTo>
                  <a:pt x="228791" y="1680210"/>
                </a:moveTo>
                <a:cubicBezTo>
                  <a:pt x="230791" y="1680210"/>
                  <a:pt x="232410" y="1678591"/>
                  <a:pt x="232410" y="1676591"/>
                </a:cubicBezTo>
                <a:cubicBezTo>
                  <a:pt x="232410" y="1674590"/>
                  <a:pt x="230791" y="1672971"/>
                  <a:pt x="228791" y="1672971"/>
                </a:cubicBezTo>
                <a:cubicBezTo>
                  <a:pt x="226790" y="1672971"/>
                  <a:pt x="225171" y="1674590"/>
                  <a:pt x="225171" y="1676591"/>
                </a:cubicBezTo>
                <a:cubicBezTo>
                  <a:pt x="225171" y="1678591"/>
                  <a:pt x="226790" y="1680210"/>
                  <a:pt x="228791" y="1680210"/>
                </a:cubicBezTo>
                <a:close/>
                <a:moveTo>
                  <a:pt x="304991" y="1681258"/>
                </a:moveTo>
                <a:cubicBezTo>
                  <a:pt x="307562" y="1681258"/>
                  <a:pt x="309658" y="1679162"/>
                  <a:pt x="309658" y="1676591"/>
                </a:cubicBezTo>
                <a:cubicBezTo>
                  <a:pt x="309658" y="1674019"/>
                  <a:pt x="307562" y="1671923"/>
                  <a:pt x="304991" y="1671923"/>
                </a:cubicBezTo>
                <a:cubicBezTo>
                  <a:pt x="302419" y="1671923"/>
                  <a:pt x="300323" y="1674019"/>
                  <a:pt x="300323" y="1676591"/>
                </a:cubicBezTo>
                <a:cubicBezTo>
                  <a:pt x="300323" y="1679162"/>
                  <a:pt x="302419" y="1681258"/>
                  <a:pt x="304991" y="1681258"/>
                </a:cubicBezTo>
                <a:close/>
                <a:moveTo>
                  <a:pt x="381191" y="1682496"/>
                </a:moveTo>
                <a:cubicBezTo>
                  <a:pt x="384429" y="1682496"/>
                  <a:pt x="387096" y="1679829"/>
                  <a:pt x="387096" y="1676591"/>
                </a:cubicBezTo>
                <a:cubicBezTo>
                  <a:pt x="387096" y="1673352"/>
                  <a:pt x="384429" y="1670685"/>
                  <a:pt x="381191" y="1670685"/>
                </a:cubicBezTo>
                <a:cubicBezTo>
                  <a:pt x="377952" y="1670685"/>
                  <a:pt x="375285" y="1673352"/>
                  <a:pt x="375285" y="1676591"/>
                </a:cubicBezTo>
                <a:cubicBezTo>
                  <a:pt x="375285" y="1679924"/>
                  <a:pt x="377952" y="1682496"/>
                  <a:pt x="381191" y="1682496"/>
                </a:cubicBezTo>
                <a:close/>
                <a:moveTo>
                  <a:pt x="457391" y="1683544"/>
                </a:moveTo>
                <a:cubicBezTo>
                  <a:pt x="461200" y="1683544"/>
                  <a:pt x="464344" y="1680401"/>
                  <a:pt x="464344" y="1676591"/>
                </a:cubicBezTo>
                <a:cubicBezTo>
                  <a:pt x="464344" y="1672781"/>
                  <a:pt x="461200" y="1669637"/>
                  <a:pt x="457391" y="1669637"/>
                </a:cubicBezTo>
                <a:cubicBezTo>
                  <a:pt x="453581" y="1669637"/>
                  <a:pt x="450437" y="1672781"/>
                  <a:pt x="450437" y="1676591"/>
                </a:cubicBezTo>
                <a:cubicBezTo>
                  <a:pt x="450437" y="1680401"/>
                  <a:pt x="453581" y="1683544"/>
                  <a:pt x="457391" y="1683544"/>
                </a:cubicBezTo>
                <a:close/>
                <a:moveTo>
                  <a:pt x="533591" y="1684877"/>
                </a:moveTo>
                <a:cubicBezTo>
                  <a:pt x="538163" y="1684877"/>
                  <a:pt x="541877" y="1681163"/>
                  <a:pt x="541877" y="1676591"/>
                </a:cubicBezTo>
                <a:cubicBezTo>
                  <a:pt x="541877" y="1672018"/>
                  <a:pt x="538163" y="1668304"/>
                  <a:pt x="533591" y="1668304"/>
                </a:cubicBezTo>
                <a:cubicBezTo>
                  <a:pt x="529019" y="1668304"/>
                  <a:pt x="525304" y="1672018"/>
                  <a:pt x="525304" y="1676591"/>
                </a:cubicBezTo>
                <a:cubicBezTo>
                  <a:pt x="525304" y="1681163"/>
                  <a:pt x="529019" y="1684877"/>
                  <a:pt x="533591" y="1684877"/>
                </a:cubicBezTo>
                <a:close/>
                <a:moveTo>
                  <a:pt x="609790" y="1686116"/>
                </a:moveTo>
                <a:cubicBezTo>
                  <a:pt x="615029" y="1686116"/>
                  <a:pt x="619315" y="1681829"/>
                  <a:pt x="619315" y="1676591"/>
                </a:cubicBezTo>
                <a:cubicBezTo>
                  <a:pt x="619315" y="1671352"/>
                  <a:pt x="615029" y="1667066"/>
                  <a:pt x="609790" y="1667066"/>
                </a:cubicBezTo>
                <a:cubicBezTo>
                  <a:pt x="604552" y="1667066"/>
                  <a:pt x="600266" y="1671352"/>
                  <a:pt x="600266" y="1676591"/>
                </a:cubicBezTo>
                <a:cubicBezTo>
                  <a:pt x="600266" y="1681829"/>
                  <a:pt x="604552" y="1686116"/>
                  <a:pt x="609790" y="1686116"/>
                </a:cubicBezTo>
                <a:close/>
                <a:moveTo>
                  <a:pt x="685990" y="1687163"/>
                </a:moveTo>
                <a:cubicBezTo>
                  <a:pt x="691801" y="1687163"/>
                  <a:pt x="696563" y="1682401"/>
                  <a:pt x="696563" y="1676591"/>
                </a:cubicBezTo>
                <a:cubicBezTo>
                  <a:pt x="696563" y="1670780"/>
                  <a:pt x="691801" y="1666018"/>
                  <a:pt x="685990" y="1666018"/>
                </a:cubicBezTo>
                <a:cubicBezTo>
                  <a:pt x="680180" y="1666018"/>
                  <a:pt x="675418" y="1670780"/>
                  <a:pt x="675418" y="1676591"/>
                </a:cubicBezTo>
                <a:cubicBezTo>
                  <a:pt x="675418" y="1682401"/>
                  <a:pt x="680180" y="1687163"/>
                  <a:pt x="685990" y="1687163"/>
                </a:cubicBezTo>
                <a:close/>
                <a:moveTo>
                  <a:pt x="762190" y="1688402"/>
                </a:moveTo>
                <a:cubicBezTo>
                  <a:pt x="768763" y="1688402"/>
                  <a:pt x="774002" y="1683068"/>
                  <a:pt x="774002" y="1676591"/>
                </a:cubicBezTo>
                <a:cubicBezTo>
                  <a:pt x="774002" y="1670114"/>
                  <a:pt x="768668" y="1664780"/>
                  <a:pt x="762190" y="1664780"/>
                </a:cubicBezTo>
                <a:cubicBezTo>
                  <a:pt x="755618" y="1664780"/>
                  <a:pt x="750380" y="1670114"/>
                  <a:pt x="750380" y="1676591"/>
                </a:cubicBezTo>
                <a:cubicBezTo>
                  <a:pt x="750380" y="1683068"/>
                  <a:pt x="755713" y="1688402"/>
                  <a:pt x="762190" y="1688402"/>
                </a:cubicBezTo>
                <a:close/>
                <a:moveTo>
                  <a:pt x="838390" y="1689545"/>
                </a:moveTo>
                <a:cubicBezTo>
                  <a:pt x="845534" y="1689545"/>
                  <a:pt x="851249" y="1683734"/>
                  <a:pt x="851249" y="1676686"/>
                </a:cubicBezTo>
                <a:cubicBezTo>
                  <a:pt x="851249" y="1669542"/>
                  <a:pt x="845439" y="1663827"/>
                  <a:pt x="838390" y="1663827"/>
                </a:cubicBezTo>
                <a:cubicBezTo>
                  <a:pt x="831247" y="1663827"/>
                  <a:pt x="825532" y="1669637"/>
                  <a:pt x="825532" y="1676686"/>
                </a:cubicBezTo>
                <a:cubicBezTo>
                  <a:pt x="825532" y="1683734"/>
                  <a:pt x="831247" y="1689545"/>
                  <a:pt x="838390" y="1689545"/>
                </a:cubicBezTo>
                <a:close/>
                <a:moveTo>
                  <a:pt x="914590" y="1690783"/>
                </a:moveTo>
                <a:cubicBezTo>
                  <a:pt x="922401" y="1690783"/>
                  <a:pt x="928783" y="1684401"/>
                  <a:pt x="928783" y="1676591"/>
                </a:cubicBezTo>
                <a:cubicBezTo>
                  <a:pt x="928783" y="1668780"/>
                  <a:pt x="922401" y="1662398"/>
                  <a:pt x="914590" y="1662398"/>
                </a:cubicBezTo>
                <a:cubicBezTo>
                  <a:pt x="906780" y="1662398"/>
                  <a:pt x="900398" y="1668780"/>
                  <a:pt x="900398" y="1676591"/>
                </a:cubicBezTo>
                <a:cubicBezTo>
                  <a:pt x="900494" y="1684401"/>
                  <a:pt x="906780" y="1690783"/>
                  <a:pt x="914590" y="1690783"/>
                </a:cubicBezTo>
                <a:close/>
                <a:moveTo>
                  <a:pt x="990790" y="1691831"/>
                </a:moveTo>
                <a:cubicBezTo>
                  <a:pt x="999173" y="1691831"/>
                  <a:pt x="1006031" y="1684973"/>
                  <a:pt x="1006031" y="1676591"/>
                </a:cubicBezTo>
                <a:cubicBezTo>
                  <a:pt x="1006031" y="1668209"/>
                  <a:pt x="999173" y="1661351"/>
                  <a:pt x="990790" y="1661351"/>
                </a:cubicBezTo>
                <a:cubicBezTo>
                  <a:pt x="982409" y="1661351"/>
                  <a:pt x="975551" y="1668209"/>
                  <a:pt x="975551" y="1676591"/>
                </a:cubicBezTo>
                <a:cubicBezTo>
                  <a:pt x="975551" y="1684973"/>
                  <a:pt x="982409" y="1691831"/>
                  <a:pt x="990790" y="1691831"/>
                </a:cubicBezTo>
                <a:close/>
                <a:moveTo>
                  <a:pt x="1066991" y="1693069"/>
                </a:moveTo>
                <a:cubicBezTo>
                  <a:pt x="1076135" y="1693069"/>
                  <a:pt x="1083469" y="1685735"/>
                  <a:pt x="1083469" y="1676591"/>
                </a:cubicBezTo>
                <a:cubicBezTo>
                  <a:pt x="1083469" y="1667447"/>
                  <a:pt x="1076135" y="1660112"/>
                  <a:pt x="1066991" y="1660112"/>
                </a:cubicBezTo>
                <a:cubicBezTo>
                  <a:pt x="1057847" y="1660112"/>
                  <a:pt x="1050512" y="1667447"/>
                  <a:pt x="1050512" y="1676591"/>
                </a:cubicBezTo>
                <a:cubicBezTo>
                  <a:pt x="1050512" y="1685735"/>
                  <a:pt x="1057942" y="1693069"/>
                  <a:pt x="1066991" y="1693069"/>
                </a:cubicBezTo>
                <a:close/>
                <a:moveTo>
                  <a:pt x="1143191" y="1694117"/>
                </a:moveTo>
                <a:cubicBezTo>
                  <a:pt x="1152906" y="1694117"/>
                  <a:pt x="1160717" y="1686306"/>
                  <a:pt x="1160717" y="1676591"/>
                </a:cubicBezTo>
                <a:cubicBezTo>
                  <a:pt x="1160717" y="1666875"/>
                  <a:pt x="1152906" y="1659064"/>
                  <a:pt x="1143191" y="1659064"/>
                </a:cubicBezTo>
                <a:cubicBezTo>
                  <a:pt x="1133475" y="1659064"/>
                  <a:pt x="1125665" y="1666875"/>
                  <a:pt x="1125665" y="1676591"/>
                </a:cubicBezTo>
                <a:cubicBezTo>
                  <a:pt x="1125665" y="1686306"/>
                  <a:pt x="1133570" y="1694117"/>
                  <a:pt x="1143191" y="1694117"/>
                </a:cubicBezTo>
                <a:close/>
                <a:moveTo>
                  <a:pt x="1219391" y="1695450"/>
                </a:moveTo>
                <a:cubicBezTo>
                  <a:pt x="1229773" y="1695450"/>
                  <a:pt x="1238155" y="1687068"/>
                  <a:pt x="1238155" y="1676686"/>
                </a:cubicBezTo>
                <a:cubicBezTo>
                  <a:pt x="1238155" y="1666304"/>
                  <a:pt x="1229773" y="1657922"/>
                  <a:pt x="1219391" y="1657922"/>
                </a:cubicBezTo>
                <a:cubicBezTo>
                  <a:pt x="1209008" y="1657922"/>
                  <a:pt x="1200626" y="1666304"/>
                  <a:pt x="1200626" y="1676686"/>
                </a:cubicBezTo>
                <a:cubicBezTo>
                  <a:pt x="1200626" y="1686973"/>
                  <a:pt x="1209008" y="1695450"/>
                  <a:pt x="1219391" y="1695450"/>
                </a:cubicBezTo>
                <a:close/>
                <a:moveTo>
                  <a:pt x="1295591" y="1696688"/>
                </a:moveTo>
                <a:cubicBezTo>
                  <a:pt x="1306639" y="1696688"/>
                  <a:pt x="1315688" y="1687735"/>
                  <a:pt x="1315688" y="1676591"/>
                </a:cubicBezTo>
                <a:cubicBezTo>
                  <a:pt x="1315688" y="1665446"/>
                  <a:pt x="1306735" y="1656493"/>
                  <a:pt x="1295591" y="1656493"/>
                </a:cubicBezTo>
                <a:cubicBezTo>
                  <a:pt x="1284446" y="1656493"/>
                  <a:pt x="1275493" y="1665446"/>
                  <a:pt x="1275493" y="1676591"/>
                </a:cubicBezTo>
                <a:cubicBezTo>
                  <a:pt x="1275493" y="1687735"/>
                  <a:pt x="1284542" y="1696688"/>
                  <a:pt x="1295591" y="1696688"/>
                </a:cubicBezTo>
                <a:close/>
                <a:moveTo>
                  <a:pt x="1371791" y="1697736"/>
                </a:moveTo>
                <a:cubicBezTo>
                  <a:pt x="1383506" y="1697736"/>
                  <a:pt x="1392936" y="1688306"/>
                  <a:pt x="1392936" y="1676591"/>
                </a:cubicBezTo>
                <a:cubicBezTo>
                  <a:pt x="1392936" y="1664875"/>
                  <a:pt x="1383506" y="1655445"/>
                  <a:pt x="1371791" y="1655445"/>
                </a:cubicBezTo>
                <a:cubicBezTo>
                  <a:pt x="1360075" y="1655445"/>
                  <a:pt x="1350645" y="1664875"/>
                  <a:pt x="1350645" y="1676591"/>
                </a:cubicBezTo>
                <a:cubicBezTo>
                  <a:pt x="1350645" y="1688306"/>
                  <a:pt x="1360170" y="1697736"/>
                  <a:pt x="1371791" y="1697736"/>
                </a:cubicBezTo>
                <a:close/>
                <a:moveTo>
                  <a:pt x="1447991" y="1698974"/>
                </a:moveTo>
                <a:cubicBezTo>
                  <a:pt x="1460373" y="1698974"/>
                  <a:pt x="1470374" y="1688973"/>
                  <a:pt x="1470374" y="1676591"/>
                </a:cubicBezTo>
                <a:cubicBezTo>
                  <a:pt x="1470374" y="1664208"/>
                  <a:pt x="1460373" y="1654207"/>
                  <a:pt x="1447991" y="1654207"/>
                </a:cubicBezTo>
                <a:cubicBezTo>
                  <a:pt x="1435608" y="1654207"/>
                  <a:pt x="1425607" y="1664208"/>
                  <a:pt x="1425607" y="1676591"/>
                </a:cubicBezTo>
                <a:cubicBezTo>
                  <a:pt x="1425607" y="1688973"/>
                  <a:pt x="1435608" y="1698974"/>
                  <a:pt x="1447991" y="1698974"/>
                </a:cubicBezTo>
                <a:close/>
                <a:moveTo>
                  <a:pt x="1524191" y="1700022"/>
                </a:moveTo>
                <a:cubicBezTo>
                  <a:pt x="1537145" y="1700022"/>
                  <a:pt x="1547622" y="1689545"/>
                  <a:pt x="1547622" y="1676591"/>
                </a:cubicBezTo>
                <a:cubicBezTo>
                  <a:pt x="1547622" y="1663637"/>
                  <a:pt x="1537145" y="1653159"/>
                  <a:pt x="1524191" y="1653159"/>
                </a:cubicBezTo>
                <a:cubicBezTo>
                  <a:pt x="1511237" y="1653159"/>
                  <a:pt x="1500759" y="1663637"/>
                  <a:pt x="1500759" y="1676591"/>
                </a:cubicBezTo>
                <a:cubicBezTo>
                  <a:pt x="1500759" y="1689545"/>
                  <a:pt x="1511237" y="1700022"/>
                  <a:pt x="1524191" y="1700022"/>
                </a:cubicBezTo>
                <a:close/>
                <a:moveTo>
                  <a:pt x="1600391" y="1701165"/>
                </a:moveTo>
                <a:cubicBezTo>
                  <a:pt x="1613916" y="1701165"/>
                  <a:pt x="1624870" y="1690211"/>
                  <a:pt x="1624870" y="1676686"/>
                </a:cubicBezTo>
                <a:cubicBezTo>
                  <a:pt x="1624870" y="1663160"/>
                  <a:pt x="1613916" y="1652207"/>
                  <a:pt x="1600391" y="1652207"/>
                </a:cubicBezTo>
                <a:cubicBezTo>
                  <a:pt x="1586865" y="1652207"/>
                  <a:pt x="1575911" y="1663160"/>
                  <a:pt x="1575911" y="1676686"/>
                </a:cubicBezTo>
                <a:cubicBezTo>
                  <a:pt x="1575911" y="1690211"/>
                  <a:pt x="1586865" y="1701165"/>
                  <a:pt x="1600391" y="1701165"/>
                </a:cubicBezTo>
                <a:close/>
                <a:moveTo>
                  <a:pt x="1676591" y="1701927"/>
                </a:moveTo>
                <a:cubicBezTo>
                  <a:pt x="1690592" y="1701927"/>
                  <a:pt x="1701927" y="1690592"/>
                  <a:pt x="1701927" y="1676591"/>
                </a:cubicBezTo>
                <a:cubicBezTo>
                  <a:pt x="1701927" y="1662589"/>
                  <a:pt x="1690592" y="1651254"/>
                  <a:pt x="1676591" y="1651254"/>
                </a:cubicBezTo>
                <a:cubicBezTo>
                  <a:pt x="1662589" y="1651254"/>
                  <a:pt x="1651254" y="1662589"/>
                  <a:pt x="1651254" y="1676591"/>
                </a:cubicBezTo>
                <a:cubicBezTo>
                  <a:pt x="1651254" y="1690592"/>
                  <a:pt x="1662589" y="1701927"/>
                  <a:pt x="1676591" y="1701927"/>
                </a:cubicBezTo>
                <a:close/>
                <a:moveTo>
                  <a:pt x="1752791" y="1702594"/>
                </a:moveTo>
                <a:cubicBezTo>
                  <a:pt x="1767173" y="1702594"/>
                  <a:pt x="1778794" y="1690973"/>
                  <a:pt x="1778794" y="1676591"/>
                </a:cubicBezTo>
                <a:cubicBezTo>
                  <a:pt x="1778794" y="1662208"/>
                  <a:pt x="1767173" y="1650587"/>
                  <a:pt x="1752791" y="1650587"/>
                </a:cubicBezTo>
                <a:cubicBezTo>
                  <a:pt x="1738408" y="1650587"/>
                  <a:pt x="1726787" y="1662208"/>
                  <a:pt x="1726787" y="1676591"/>
                </a:cubicBezTo>
                <a:cubicBezTo>
                  <a:pt x="1726787" y="1690973"/>
                  <a:pt x="1738503" y="1702594"/>
                  <a:pt x="1752791" y="1702594"/>
                </a:cubicBezTo>
                <a:close/>
                <a:moveTo>
                  <a:pt x="1828991" y="1702213"/>
                </a:moveTo>
                <a:cubicBezTo>
                  <a:pt x="1843088" y="1702213"/>
                  <a:pt x="1854518" y="1690783"/>
                  <a:pt x="1854518" y="1676686"/>
                </a:cubicBezTo>
                <a:cubicBezTo>
                  <a:pt x="1854518" y="1662589"/>
                  <a:pt x="1843088" y="1651159"/>
                  <a:pt x="1828991" y="1651159"/>
                </a:cubicBezTo>
                <a:cubicBezTo>
                  <a:pt x="1814893" y="1651159"/>
                  <a:pt x="1803464" y="1662589"/>
                  <a:pt x="1803464" y="1676686"/>
                </a:cubicBezTo>
                <a:cubicBezTo>
                  <a:pt x="1803464" y="1690688"/>
                  <a:pt x="1814893" y="1702213"/>
                  <a:pt x="1828991" y="1702213"/>
                </a:cubicBezTo>
                <a:close/>
                <a:moveTo>
                  <a:pt x="1905191" y="1701165"/>
                </a:moveTo>
                <a:cubicBezTo>
                  <a:pt x="1918716" y="1701165"/>
                  <a:pt x="1929670" y="1690211"/>
                  <a:pt x="1929670" y="1676686"/>
                </a:cubicBezTo>
                <a:cubicBezTo>
                  <a:pt x="1929670" y="1663160"/>
                  <a:pt x="1918716" y="1652207"/>
                  <a:pt x="1905191" y="1652207"/>
                </a:cubicBezTo>
                <a:cubicBezTo>
                  <a:pt x="1891665" y="1652207"/>
                  <a:pt x="1880711" y="1663160"/>
                  <a:pt x="1880711" y="1676686"/>
                </a:cubicBezTo>
                <a:cubicBezTo>
                  <a:pt x="1880711" y="1690211"/>
                  <a:pt x="1891665" y="1701165"/>
                  <a:pt x="1905191" y="1701165"/>
                </a:cubicBezTo>
                <a:close/>
                <a:moveTo>
                  <a:pt x="1981391" y="1700022"/>
                </a:moveTo>
                <a:cubicBezTo>
                  <a:pt x="1994345" y="1700022"/>
                  <a:pt x="2004822" y="1689545"/>
                  <a:pt x="2004822" y="1676591"/>
                </a:cubicBezTo>
                <a:cubicBezTo>
                  <a:pt x="2004822" y="1663637"/>
                  <a:pt x="1994345" y="1653159"/>
                  <a:pt x="1981391" y="1653159"/>
                </a:cubicBezTo>
                <a:cubicBezTo>
                  <a:pt x="1968437" y="1653159"/>
                  <a:pt x="1957959" y="1663637"/>
                  <a:pt x="1957959" y="1676591"/>
                </a:cubicBezTo>
                <a:cubicBezTo>
                  <a:pt x="1957959" y="1689545"/>
                  <a:pt x="1968437" y="1700022"/>
                  <a:pt x="1981391" y="1700022"/>
                </a:cubicBezTo>
                <a:close/>
                <a:moveTo>
                  <a:pt x="2057591" y="1698974"/>
                </a:moveTo>
                <a:cubicBezTo>
                  <a:pt x="2069973" y="1698974"/>
                  <a:pt x="2079974" y="1688973"/>
                  <a:pt x="2079974" y="1676591"/>
                </a:cubicBezTo>
                <a:cubicBezTo>
                  <a:pt x="2079974" y="1664208"/>
                  <a:pt x="2069973" y="1654207"/>
                  <a:pt x="2057591" y="1654207"/>
                </a:cubicBezTo>
                <a:cubicBezTo>
                  <a:pt x="2045208" y="1654207"/>
                  <a:pt x="2035207" y="1664208"/>
                  <a:pt x="2035207" y="1676591"/>
                </a:cubicBezTo>
                <a:cubicBezTo>
                  <a:pt x="2035207" y="1688973"/>
                  <a:pt x="2045208" y="1698974"/>
                  <a:pt x="2057591" y="1698974"/>
                </a:cubicBezTo>
                <a:close/>
                <a:moveTo>
                  <a:pt x="2133791" y="1697927"/>
                </a:moveTo>
                <a:cubicBezTo>
                  <a:pt x="2145602" y="1697927"/>
                  <a:pt x="2155127" y="1688402"/>
                  <a:pt x="2155127" y="1676591"/>
                </a:cubicBezTo>
                <a:cubicBezTo>
                  <a:pt x="2155127" y="1664780"/>
                  <a:pt x="2145602" y="1655255"/>
                  <a:pt x="2133791" y="1655255"/>
                </a:cubicBezTo>
                <a:cubicBezTo>
                  <a:pt x="2121980" y="1655255"/>
                  <a:pt x="2112455" y="1664780"/>
                  <a:pt x="2112455" y="1676591"/>
                </a:cubicBezTo>
                <a:cubicBezTo>
                  <a:pt x="2112455" y="1688402"/>
                  <a:pt x="2121980" y="1697927"/>
                  <a:pt x="2133791" y="1697927"/>
                </a:cubicBezTo>
                <a:close/>
                <a:moveTo>
                  <a:pt x="2209991" y="1696688"/>
                </a:moveTo>
                <a:cubicBezTo>
                  <a:pt x="2221040" y="1696688"/>
                  <a:pt x="2230088" y="1687735"/>
                  <a:pt x="2230088" y="1676591"/>
                </a:cubicBezTo>
                <a:cubicBezTo>
                  <a:pt x="2230088" y="1665446"/>
                  <a:pt x="2221135" y="1656493"/>
                  <a:pt x="2209991" y="1656493"/>
                </a:cubicBezTo>
                <a:cubicBezTo>
                  <a:pt x="2198846" y="1656493"/>
                  <a:pt x="2189893" y="1665446"/>
                  <a:pt x="2189893" y="1676591"/>
                </a:cubicBezTo>
                <a:cubicBezTo>
                  <a:pt x="2189893" y="1687735"/>
                  <a:pt x="2198942" y="1696688"/>
                  <a:pt x="2209991" y="1696688"/>
                </a:cubicBezTo>
                <a:close/>
                <a:moveTo>
                  <a:pt x="2286191" y="1695641"/>
                </a:moveTo>
                <a:cubicBezTo>
                  <a:pt x="2296668" y="1695641"/>
                  <a:pt x="2305241" y="1687163"/>
                  <a:pt x="2305241" y="1676591"/>
                </a:cubicBezTo>
                <a:cubicBezTo>
                  <a:pt x="2305241" y="1666113"/>
                  <a:pt x="2296763" y="1657541"/>
                  <a:pt x="2286191" y="1657541"/>
                </a:cubicBezTo>
                <a:cubicBezTo>
                  <a:pt x="2275713" y="1657541"/>
                  <a:pt x="2267141" y="1666018"/>
                  <a:pt x="2267141" y="1676591"/>
                </a:cubicBezTo>
                <a:cubicBezTo>
                  <a:pt x="2267236" y="1687068"/>
                  <a:pt x="2275713" y="1695641"/>
                  <a:pt x="2286191" y="1695641"/>
                </a:cubicBezTo>
                <a:close/>
                <a:moveTo>
                  <a:pt x="2362391" y="1694402"/>
                </a:moveTo>
                <a:cubicBezTo>
                  <a:pt x="2372201" y="1694402"/>
                  <a:pt x="2380107" y="1686497"/>
                  <a:pt x="2380107" y="1676686"/>
                </a:cubicBezTo>
                <a:cubicBezTo>
                  <a:pt x="2380107" y="1666875"/>
                  <a:pt x="2372201" y="1658969"/>
                  <a:pt x="2362391" y="1658969"/>
                </a:cubicBezTo>
                <a:cubicBezTo>
                  <a:pt x="2352580" y="1658969"/>
                  <a:pt x="2344674" y="1666875"/>
                  <a:pt x="2344674" y="1676686"/>
                </a:cubicBezTo>
                <a:cubicBezTo>
                  <a:pt x="2344674" y="1686401"/>
                  <a:pt x="2352580" y="1694402"/>
                  <a:pt x="2362391" y="1694402"/>
                </a:cubicBezTo>
                <a:close/>
                <a:moveTo>
                  <a:pt x="2438591" y="1693259"/>
                </a:moveTo>
                <a:cubicBezTo>
                  <a:pt x="2447830" y="1693259"/>
                  <a:pt x="2455259" y="1685830"/>
                  <a:pt x="2455259" y="1676591"/>
                </a:cubicBezTo>
                <a:cubicBezTo>
                  <a:pt x="2455259" y="1667351"/>
                  <a:pt x="2447830" y="1659922"/>
                  <a:pt x="2438591" y="1659922"/>
                </a:cubicBezTo>
                <a:cubicBezTo>
                  <a:pt x="2429351" y="1659922"/>
                  <a:pt x="2421922" y="1667351"/>
                  <a:pt x="2421922" y="1676591"/>
                </a:cubicBezTo>
                <a:cubicBezTo>
                  <a:pt x="2421922" y="1685830"/>
                  <a:pt x="2429351" y="1693259"/>
                  <a:pt x="2438591" y="1693259"/>
                </a:cubicBezTo>
                <a:close/>
                <a:moveTo>
                  <a:pt x="2514791" y="1692021"/>
                </a:moveTo>
                <a:cubicBezTo>
                  <a:pt x="2523268" y="1692021"/>
                  <a:pt x="2530221" y="1685068"/>
                  <a:pt x="2530221" y="1676591"/>
                </a:cubicBezTo>
                <a:cubicBezTo>
                  <a:pt x="2530221" y="1668113"/>
                  <a:pt x="2523268" y="1661160"/>
                  <a:pt x="2514791" y="1661160"/>
                </a:cubicBezTo>
                <a:cubicBezTo>
                  <a:pt x="2506313" y="1661160"/>
                  <a:pt x="2499360" y="1668113"/>
                  <a:pt x="2499360" y="1676591"/>
                </a:cubicBezTo>
                <a:cubicBezTo>
                  <a:pt x="2499360" y="1685068"/>
                  <a:pt x="2506313" y="1692021"/>
                  <a:pt x="2514791" y="1692021"/>
                </a:cubicBezTo>
                <a:close/>
                <a:moveTo>
                  <a:pt x="2590991" y="1690973"/>
                </a:moveTo>
                <a:cubicBezTo>
                  <a:pt x="2598896" y="1690973"/>
                  <a:pt x="2605373" y="1684496"/>
                  <a:pt x="2605373" y="1676591"/>
                </a:cubicBezTo>
                <a:cubicBezTo>
                  <a:pt x="2605373" y="1668685"/>
                  <a:pt x="2598896" y="1662208"/>
                  <a:pt x="2590991" y="1662208"/>
                </a:cubicBezTo>
                <a:cubicBezTo>
                  <a:pt x="2583085" y="1662208"/>
                  <a:pt x="2576608" y="1668685"/>
                  <a:pt x="2576608" y="1676591"/>
                </a:cubicBezTo>
                <a:cubicBezTo>
                  <a:pt x="2576608" y="1684496"/>
                  <a:pt x="2583085" y="1690973"/>
                  <a:pt x="2590991" y="1690973"/>
                </a:cubicBezTo>
                <a:close/>
                <a:moveTo>
                  <a:pt x="2667191" y="1689735"/>
                </a:moveTo>
                <a:cubicBezTo>
                  <a:pt x="2674430" y="1689735"/>
                  <a:pt x="2680335" y="1683830"/>
                  <a:pt x="2680335" y="1676591"/>
                </a:cubicBezTo>
                <a:cubicBezTo>
                  <a:pt x="2680335" y="1669352"/>
                  <a:pt x="2674430" y="1663446"/>
                  <a:pt x="2667191" y="1663446"/>
                </a:cubicBezTo>
                <a:cubicBezTo>
                  <a:pt x="2659952" y="1663446"/>
                  <a:pt x="2654046" y="1669352"/>
                  <a:pt x="2654046" y="1676591"/>
                </a:cubicBezTo>
                <a:cubicBezTo>
                  <a:pt x="2654046" y="1683830"/>
                  <a:pt x="2659952" y="1689735"/>
                  <a:pt x="2667191" y="1689735"/>
                </a:cubicBezTo>
                <a:close/>
                <a:moveTo>
                  <a:pt x="2743391" y="1688687"/>
                </a:moveTo>
                <a:cubicBezTo>
                  <a:pt x="2750058" y="1688687"/>
                  <a:pt x="2755392" y="1683258"/>
                  <a:pt x="2755392" y="1676686"/>
                </a:cubicBezTo>
                <a:cubicBezTo>
                  <a:pt x="2755392" y="1670018"/>
                  <a:pt x="2749963" y="1664684"/>
                  <a:pt x="2743391" y="1664684"/>
                </a:cubicBezTo>
                <a:cubicBezTo>
                  <a:pt x="2736723" y="1664684"/>
                  <a:pt x="2731389" y="1670114"/>
                  <a:pt x="2731389" y="1676686"/>
                </a:cubicBezTo>
                <a:cubicBezTo>
                  <a:pt x="2731389" y="1683258"/>
                  <a:pt x="2736723" y="1688687"/>
                  <a:pt x="2743391" y="1688687"/>
                </a:cubicBezTo>
                <a:close/>
                <a:moveTo>
                  <a:pt x="2819591" y="1687354"/>
                </a:moveTo>
                <a:cubicBezTo>
                  <a:pt x="2825496" y="1687354"/>
                  <a:pt x="2830354" y="1682496"/>
                  <a:pt x="2830354" y="1676591"/>
                </a:cubicBezTo>
                <a:cubicBezTo>
                  <a:pt x="2830354" y="1670685"/>
                  <a:pt x="2825496" y="1665827"/>
                  <a:pt x="2819591" y="1665827"/>
                </a:cubicBezTo>
                <a:cubicBezTo>
                  <a:pt x="2813685" y="1665827"/>
                  <a:pt x="2808828" y="1670685"/>
                  <a:pt x="2808828" y="1676591"/>
                </a:cubicBezTo>
                <a:cubicBezTo>
                  <a:pt x="2808828" y="1682496"/>
                  <a:pt x="2813685" y="1687354"/>
                  <a:pt x="2819591" y="1687354"/>
                </a:cubicBezTo>
                <a:close/>
                <a:moveTo>
                  <a:pt x="2895791" y="1686116"/>
                </a:moveTo>
                <a:cubicBezTo>
                  <a:pt x="2901029" y="1686116"/>
                  <a:pt x="2905316" y="1681829"/>
                  <a:pt x="2905316" y="1676591"/>
                </a:cubicBezTo>
                <a:cubicBezTo>
                  <a:pt x="2905316" y="1671352"/>
                  <a:pt x="2901029" y="1667066"/>
                  <a:pt x="2895791" y="1667066"/>
                </a:cubicBezTo>
                <a:cubicBezTo>
                  <a:pt x="2890552" y="1667066"/>
                  <a:pt x="2886266" y="1671352"/>
                  <a:pt x="2886266" y="1676591"/>
                </a:cubicBezTo>
                <a:cubicBezTo>
                  <a:pt x="2886266" y="1681829"/>
                  <a:pt x="2890552" y="1686116"/>
                  <a:pt x="2895791" y="1686116"/>
                </a:cubicBezTo>
                <a:close/>
                <a:moveTo>
                  <a:pt x="2971991" y="1685068"/>
                </a:moveTo>
                <a:cubicBezTo>
                  <a:pt x="2976658" y="1685068"/>
                  <a:pt x="2980468" y="1681258"/>
                  <a:pt x="2980468" y="1676591"/>
                </a:cubicBezTo>
                <a:cubicBezTo>
                  <a:pt x="2980468" y="1671923"/>
                  <a:pt x="2976658" y="1668113"/>
                  <a:pt x="2971991" y="1668113"/>
                </a:cubicBezTo>
                <a:cubicBezTo>
                  <a:pt x="2967323" y="1668113"/>
                  <a:pt x="2963513" y="1671923"/>
                  <a:pt x="2963513" y="1676591"/>
                </a:cubicBezTo>
                <a:cubicBezTo>
                  <a:pt x="2963513" y="1681258"/>
                  <a:pt x="2967323" y="1685068"/>
                  <a:pt x="2971991" y="1685068"/>
                </a:cubicBezTo>
                <a:close/>
                <a:moveTo>
                  <a:pt x="3048191" y="1683830"/>
                </a:moveTo>
                <a:cubicBezTo>
                  <a:pt x="3052191" y="1683830"/>
                  <a:pt x="3055334" y="1680591"/>
                  <a:pt x="3055334" y="1676686"/>
                </a:cubicBezTo>
                <a:cubicBezTo>
                  <a:pt x="3055334" y="1672685"/>
                  <a:pt x="3052096" y="1669542"/>
                  <a:pt x="3048191" y="1669542"/>
                </a:cubicBezTo>
                <a:cubicBezTo>
                  <a:pt x="3044190" y="1669542"/>
                  <a:pt x="3041047" y="1672781"/>
                  <a:pt x="3041047" y="1676686"/>
                </a:cubicBezTo>
                <a:cubicBezTo>
                  <a:pt x="3041047" y="1680591"/>
                  <a:pt x="3044285" y="1683830"/>
                  <a:pt x="3048191" y="1683830"/>
                </a:cubicBezTo>
                <a:close/>
                <a:moveTo>
                  <a:pt x="3124391" y="1682782"/>
                </a:moveTo>
                <a:cubicBezTo>
                  <a:pt x="3127820" y="1682782"/>
                  <a:pt x="3130487" y="1680020"/>
                  <a:pt x="3130487" y="1676686"/>
                </a:cubicBezTo>
                <a:cubicBezTo>
                  <a:pt x="3130487" y="1673352"/>
                  <a:pt x="3127724" y="1670590"/>
                  <a:pt x="3124391" y="1670590"/>
                </a:cubicBezTo>
                <a:cubicBezTo>
                  <a:pt x="3120962" y="1670590"/>
                  <a:pt x="3118295" y="1673352"/>
                  <a:pt x="3118295" y="1676686"/>
                </a:cubicBezTo>
                <a:cubicBezTo>
                  <a:pt x="3118295" y="1680020"/>
                  <a:pt x="3121057" y="1682782"/>
                  <a:pt x="3124391" y="1682782"/>
                </a:cubicBezTo>
                <a:close/>
                <a:moveTo>
                  <a:pt x="3200591" y="1681448"/>
                </a:moveTo>
                <a:cubicBezTo>
                  <a:pt x="3203258" y="1681448"/>
                  <a:pt x="3205448" y="1679258"/>
                  <a:pt x="3205448" y="1676591"/>
                </a:cubicBezTo>
                <a:cubicBezTo>
                  <a:pt x="3205448" y="1673924"/>
                  <a:pt x="3203258" y="1671733"/>
                  <a:pt x="3200591" y="1671733"/>
                </a:cubicBezTo>
                <a:cubicBezTo>
                  <a:pt x="3197924" y="1671733"/>
                  <a:pt x="3195733" y="1673924"/>
                  <a:pt x="3195733" y="1676591"/>
                </a:cubicBezTo>
                <a:cubicBezTo>
                  <a:pt x="3195733" y="1679258"/>
                  <a:pt x="3197924" y="1681448"/>
                  <a:pt x="3200591" y="1681448"/>
                </a:cubicBezTo>
                <a:close/>
                <a:moveTo>
                  <a:pt x="3276791" y="1680401"/>
                </a:moveTo>
                <a:cubicBezTo>
                  <a:pt x="3278886" y="1680401"/>
                  <a:pt x="3280601" y="1678686"/>
                  <a:pt x="3280601" y="1676591"/>
                </a:cubicBezTo>
                <a:cubicBezTo>
                  <a:pt x="3280601" y="1674495"/>
                  <a:pt x="3278886" y="1672781"/>
                  <a:pt x="3276791" y="1672781"/>
                </a:cubicBezTo>
                <a:cubicBezTo>
                  <a:pt x="3274695" y="1672781"/>
                  <a:pt x="3272981" y="1674495"/>
                  <a:pt x="3272981" y="1676591"/>
                </a:cubicBezTo>
                <a:cubicBezTo>
                  <a:pt x="3272981" y="1678686"/>
                  <a:pt x="3274695" y="1680401"/>
                  <a:pt x="3276791" y="1680401"/>
                </a:cubicBezTo>
                <a:close/>
                <a:moveTo>
                  <a:pt x="3352991" y="1679162"/>
                </a:moveTo>
                <a:cubicBezTo>
                  <a:pt x="3354420" y="1679162"/>
                  <a:pt x="3355562" y="1678019"/>
                  <a:pt x="3355562" y="1676591"/>
                </a:cubicBezTo>
                <a:cubicBezTo>
                  <a:pt x="3355562" y="1675162"/>
                  <a:pt x="3354420" y="1674019"/>
                  <a:pt x="3352991" y="1674019"/>
                </a:cubicBezTo>
                <a:cubicBezTo>
                  <a:pt x="3351562" y="1674019"/>
                  <a:pt x="3350419" y="1675162"/>
                  <a:pt x="3350419" y="1676591"/>
                </a:cubicBezTo>
                <a:cubicBezTo>
                  <a:pt x="3350419" y="1678019"/>
                  <a:pt x="3351657" y="1679162"/>
                  <a:pt x="3352991" y="1679162"/>
                </a:cubicBezTo>
                <a:close/>
                <a:moveTo>
                  <a:pt x="3429191" y="1677924"/>
                </a:moveTo>
                <a:cubicBezTo>
                  <a:pt x="3429857" y="1677924"/>
                  <a:pt x="3430429" y="1677353"/>
                  <a:pt x="3430429" y="1676686"/>
                </a:cubicBezTo>
                <a:cubicBezTo>
                  <a:pt x="3430429" y="1676019"/>
                  <a:pt x="3429857" y="1675448"/>
                  <a:pt x="3429191" y="1675448"/>
                </a:cubicBezTo>
                <a:cubicBezTo>
                  <a:pt x="3428524" y="1675448"/>
                  <a:pt x="3427953" y="1676019"/>
                  <a:pt x="3427953" y="1676686"/>
                </a:cubicBezTo>
                <a:cubicBezTo>
                  <a:pt x="3427953" y="1677353"/>
                  <a:pt x="3428524" y="1677924"/>
                  <a:pt x="3429191" y="1677924"/>
                </a:cubicBezTo>
                <a:close/>
                <a:moveTo>
                  <a:pt x="3505391" y="1676781"/>
                </a:moveTo>
                <a:cubicBezTo>
                  <a:pt x="3505486" y="1676781"/>
                  <a:pt x="3505581" y="1676686"/>
                  <a:pt x="3505581" y="1676591"/>
                </a:cubicBezTo>
                <a:cubicBezTo>
                  <a:pt x="3505581" y="1676495"/>
                  <a:pt x="3505486" y="1676400"/>
                  <a:pt x="3505391" y="1676400"/>
                </a:cubicBezTo>
                <a:cubicBezTo>
                  <a:pt x="3505295" y="1676400"/>
                  <a:pt x="3505200" y="1676495"/>
                  <a:pt x="3505200" y="1676591"/>
                </a:cubicBezTo>
                <a:cubicBezTo>
                  <a:pt x="3505200" y="1676686"/>
                  <a:pt x="3505295" y="1676781"/>
                  <a:pt x="3505391" y="1676781"/>
                </a:cubicBezTo>
                <a:close/>
                <a:moveTo>
                  <a:pt x="191" y="1752981"/>
                </a:moveTo>
                <a:cubicBezTo>
                  <a:pt x="286" y="1752981"/>
                  <a:pt x="381" y="1752886"/>
                  <a:pt x="381" y="1752791"/>
                </a:cubicBezTo>
                <a:cubicBezTo>
                  <a:pt x="381" y="1752695"/>
                  <a:pt x="286" y="1752600"/>
                  <a:pt x="191" y="1752600"/>
                </a:cubicBezTo>
                <a:cubicBezTo>
                  <a:pt x="95" y="1752600"/>
                  <a:pt x="0" y="1752695"/>
                  <a:pt x="0" y="1752791"/>
                </a:cubicBezTo>
                <a:cubicBezTo>
                  <a:pt x="0" y="1752886"/>
                  <a:pt x="95" y="1752981"/>
                  <a:pt x="191" y="1752981"/>
                </a:cubicBezTo>
                <a:close/>
                <a:moveTo>
                  <a:pt x="76391" y="1754124"/>
                </a:moveTo>
                <a:cubicBezTo>
                  <a:pt x="77057" y="1754124"/>
                  <a:pt x="77629" y="1753553"/>
                  <a:pt x="77629" y="1752886"/>
                </a:cubicBezTo>
                <a:cubicBezTo>
                  <a:pt x="77629" y="1752219"/>
                  <a:pt x="77057" y="1751648"/>
                  <a:pt x="76391" y="1751648"/>
                </a:cubicBezTo>
                <a:cubicBezTo>
                  <a:pt x="75724" y="1751648"/>
                  <a:pt x="75152" y="1752219"/>
                  <a:pt x="75152" y="1752886"/>
                </a:cubicBezTo>
                <a:cubicBezTo>
                  <a:pt x="75152" y="1753553"/>
                  <a:pt x="75724" y="1754124"/>
                  <a:pt x="76391" y="1754124"/>
                </a:cubicBezTo>
                <a:close/>
                <a:moveTo>
                  <a:pt x="152591" y="1755362"/>
                </a:moveTo>
                <a:cubicBezTo>
                  <a:pt x="154019" y="1755362"/>
                  <a:pt x="155162" y="1754219"/>
                  <a:pt x="155162" y="1752791"/>
                </a:cubicBezTo>
                <a:cubicBezTo>
                  <a:pt x="155162" y="1751362"/>
                  <a:pt x="154019" y="1750219"/>
                  <a:pt x="152591" y="1750219"/>
                </a:cubicBezTo>
                <a:cubicBezTo>
                  <a:pt x="151162" y="1750219"/>
                  <a:pt x="150019" y="1751362"/>
                  <a:pt x="150019" y="1752791"/>
                </a:cubicBezTo>
                <a:cubicBezTo>
                  <a:pt x="150019" y="1754219"/>
                  <a:pt x="151257" y="1755362"/>
                  <a:pt x="152591" y="1755362"/>
                </a:cubicBezTo>
                <a:close/>
                <a:moveTo>
                  <a:pt x="228791" y="1756410"/>
                </a:moveTo>
                <a:cubicBezTo>
                  <a:pt x="230791" y="1756410"/>
                  <a:pt x="232410" y="1754791"/>
                  <a:pt x="232410" y="1752791"/>
                </a:cubicBezTo>
                <a:cubicBezTo>
                  <a:pt x="232410" y="1750790"/>
                  <a:pt x="230791" y="1749171"/>
                  <a:pt x="228791" y="1749171"/>
                </a:cubicBezTo>
                <a:cubicBezTo>
                  <a:pt x="226790" y="1749171"/>
                  <a:pt x="225171" y="1750790"/>
                  <a:pt x="225171" y="1752791"/>
                </a:cubicBezTo>
                <a:cubicBezTo>
                  <a:pt x="225171" y="1754791"/>
                  <a:pt x="226790" y="1756410"/>
                  <a:pt x="228791" y="1756410"/>
                </a:cubicBezTo>
                <a:close/>
                <a:moveTo>
                  <a:pt x="304991" y="1757648"/>
                </a:moveTo>
                <a:cubicBezTo>
                  <a:pt x="307658" y="1757648"/>
                  <a:pt x="309848" y="1755458"/>
                  <a:pt x="309848" y="1752791"/>
                </a:cubicBezTo>
                <a:cubicBezTo>
                  <a:pt x="309848" y="1750124"/>
                  <a:pt x="307658" y="1747933"/>
                  <a:pt x="304991" y="1747933"/>
                </a:cubicBezTo>
                <a:cubicBezTo>
                  <a:pt x="302324" y="1747933"/>
                  <a:pt x="300133" y="1750124"/>
                  <a:pt x="300133" y="1752791"/>
                </a:cubicBezTo>
                <a:cubicBezTo>
                  <a:pt x="300133" y="1755458"/>
                  <a:pt x="302324" y="1757648"/>
                  <a:pt x="304991" y="1757648"/>
                </a:cubicBezTo>
                <a:close/>
                <a:moveTo>
                  <a:pt x="381191" y="1758696"/>
                </a:moveTo>
                <a:cubicBezTo>
                  <a:pt x="384429" y="1758696"/>
                  <a:pt x="387096" y="1756029"/>
                  <a:pt x="387096" y="1752791"/>
                </a:cubicBezTo>
                <a:cubicBezTo>
                  <a:pt x="387096" y="1749552"/>
                  <a:pt x="384429" y="1746885"/>
                  <a:pt x="381191" y="1746885"/>
                </a:cubicBezTo>
                <a:cubicBezTo>
                  <a:pt x="377952" y="1746885"/>
                  <a:pt x="375285" y="1749552"/>
                  <a:pt x="375285" y="1752791"/>
                </a:cubicBezTo>
                <a:cubicBezTo>
                  <a:pt x="375285" y="1756124"/>
                  <a:pt x="377952" y="1758696"/>
                  <a:pt x="381191" y="1758696"/>
                </a:cubicBezTo>
                <a:close/>
                <a:moveTo>
                  <a:pt x="457391" y="1760030"/>
                </a:moveTo>
                <a:cubicBezTo>
                  <a:pt x="461391" y="1760030"/>
                  <a:pt x="464534" y="1756791"/>
                  <a:pt x="464534" y="1752886"/>
                </a:cubicBezTo>
                <a:cubicBezTo>
                  <a:pt x="464534" y="1748885"/>
                  <a:pt x="461296" y="1745742"/>
                  <a:pt x="457391" y="1745742"/>
                </a:cubicBezTo>
                <a:cubicBezTo>
                  <a:pt x="453390" y="1745742"/>
                  <a:pt x="450247" y="1748981"/>
                  <a:pt x="450247" y="1752886"/>
                </a:cubicBezTo>
                <a:cubicBezTo>
                  <a:pt x="450247" y="1756791"/>
                  <a:pt x="453485" y="1760030"/>
                  <a:pt x="457391" y="1760030"/>
                </a:cubicBezTo>
                <a:close/>
                <a:moveTo>
                  <a:pt x="533591" y="1761077"/>
                </a:moveTo>
                <a:cubicBezTo>
                  <a:pt x="538163" y="1761077"/>
                  <a:pt x="541877" y="1757363"/>
                  <a:pt x="541877" y="1752791"/>
                </a:cubicBezTo>
                <a:cubicBezTo>
                  <a:pt x="541877" y="1748218"/>
                  <a:pt x="538163" y="1744504"/>
                  <a:pt x="533591" y="1744504"/>
                </a:cubicBezTo>
                <a:cubicBezTo>
                  <a:pt x="529019" y="1744504"/>
                  <a:pt x="525304" y="1748218"/>
                  <a:pt x="525304" y="1752791"/>
                </a:cubicBezTo>
                <a:cubicBezTo>
                  <a:pt x="525304" y="1757363"/>
                  <a:pt x="529019" y="1761077"/>
                  <a:pt x="533591" y="1761077"/>
                </a:cubicBezTo>
                <a:close/>
                <a:moveTo>
                  <a:pt x="609790" y="1762316"/>
                </a:moveTo>
                <a:cubicBezTo>
                  <a:pt x="615029" y="1762316"/>
                  <a:pt x="619315" y="1758029"/>
                  <a:pt x="619315" y="1752791"/>
                </a:cubicBezTo>
                <a:cubicBezTo>
                  <a:pt x="619315" y="1747552"/>
                  <a:pt x="615029" y="1743266"/>
                  <a:pt x="609790" y="1743266"/>
                </a:cubicBezTo>
                <a:cubicBezTo>
                  <a:pt x="604552" y="1743266"/>
                  <a:pt x="600266" y="1747552"/>
                  <a:pt x="600266" y="1752791"/>
                </a:cubicBezTo>
                <a:cubicBezTo>
                  <a:pt x="600266" y="1758029"/>
                  <a:pt x="604552" y="1762316"/>
                  <a:pt x="609790" y="1762316"/>
                </a:cubicBezTo>
                <a:close/>
                <a:moveTo>
                  <a:pt x="685990" y="1763554"/>
                </a:moveTo>
                <a:cubicBezTo>
                  <a:pt x="691896" y="1763554"/>
                  <a:pt x="696754" y="1758696"/>
                  <a:pt x="696754" y="1752791"/>
                </a:cubicBezTo>
                <a:cubicBezTo>
                  <a:pt x="696754" y="1746885"/>
                  <a:pt x="691896" y="1742027"/>
                  <a:pt x="685990" y="1742027"/>
                </a:cubicBezTo>
                <a:cubicBezTo>
                  <a:pt x="680085" y="1742027"/>
                  <a:pt x="675227" y="1746885"/>
                  <a:pt x="675227" y="1752791"/>
                </a:cubicBezTo>
                <a:cubicBezTo>
                  <a:pt x="675227" y="1758696"/>
                  <a:pt x="680085" y="1763554"/>
                  <a:pt x="685990" y="1763554"/>
                </a:cubicBezTo>
                <a:close/>
                <a:moveTo>
                  <a:pt x="762190" y="1764602"/>
                </a:moveTo>
                <a:cubicBezTo>
                  <a:pt x="768763" y="1764602"/>
                  <a:pt x="774002" y="1759268"/>
                  <a:pt x="774002" y="1752791"/>
                </a:cubicBezTo>
                <a:cubicBezTo>
                  <a:pt x="774002" y="1746314"/>
                  <a:pt x="768668" y="1740980"/>
                  <a:pt x="762190" y="1740980"/>
                </a:cubicBezTo>
                <a:cubicBezTo>
                  <a:pt x="755618" y="1740980"/>
                  <a:pt x="750380" y="1746314"/>
                  <a:pt x="750380" y="1752791"/>
                </a:cubicBezTo>
                <a:cubicBezTo>
                  <a:pt x="750380" y="1759268"/>
                  <a:pt x="755713" y="1764602"/>
                  <a:pt x="762190" y="1764602"/>
                </a:cubicBezTo>
                <a:close/>
                <a:moveTo>
                  <a:pt x="838390" y="1765935"/>
                </a:moveTo>
                <a:cubicBezTo>
                  <a:pt x="845630" y="1765935"/>
                  <a:pt x="851535" y="1760030"/>
                  <a:pt x="851535" y="1752791"/>
                </a:cubicBezTo>
                <a:cubicBezTo>
                  <a:pt x="851535" y="1745552"/>
                  <a:pt x="845630" y="1739646"/>
                  <a:pt x="838390" y="1739646"/>
                </a:cubicBezTo>
                <a:cubicBezTo>
                  <a:pt x="831152" y="1739646"/>
                  <a:pt x="825246" y="1745552"/>
                  <a:pt x="825246" y="1752791"/>
                </a:cubicBezTo>
                <a:cubicBezTo>
                  <a:pt x="825246" y="1760030"/>
                  <a:pt x="831152" y="1765935"/>
                  <a:pt x="838390" y="1765935"/>
                </a:cubicBezTo>
                <a:close/>
                <a:moveTo>
                  <a:pt x="914590" y="1766983"/>
                </a:moveTo>
                <a:cubicBezTo>
                  <a:pt x="922401" y="1766983"/>
                  <a:pt x="928783" y="1760601"/>
                  <a:pt x="928783" y="1752791"/>
                </a:cubicBezTo>
                <a:cubicBezTo>
                  <a:pt x="928783" y="1744980"/>
                  <a:pt x="922401" y="1738598"/>
                  <a:pt x="914590" y="1738598"/>
                </a:cubicBezTo>
                <a:cubicBezTo>
                  <a:pt x="906780" y="1738598"/>
                  <a:pt x="900398" y="1744980"/>
                  <a:pt x="900398" y="1752791"/>
                </a:cubicBezTo>
                <a:cubicBezTo>
                  <a:pt x="900494" y="1760601"/>
                  <a:pt x="906780" y="1766983"/>
                  <a:pt x="914590" y="1766983"/>
                </a:cubicBezTo>
                <a:close/>
                <a:moveTo>
                  <a:pt x="990790" y="1768221"/>
                </a:moveTo>
                <a:cubicBezTo>
                  <a:pt x="999268" y="1768221"/>
                  <a:pt x="1006221" y="1761268"/>
                  <a:pt x="1006221" y="1752791"/>
                </a:cubicBezTo>
                <a:cubicBezTo>
                  <a:pt x="1006221" y="1744313"/>
                  <a:pt x="999363" y="1737360"/>
                  <a:pt x="990790" y="1737360"/>
                </a:cubicBezTo>
                <a:cubicBezTo>
                  <a:pt x="982218" y="1737360"/>
                  <a:pt x="975360" y="1744313"/>
                  <a:pt x="975360" y="1752791"/>
                </a:cubicBezTo>
                <a:cubicBezTo>
                  <a:pt x="975360" y="1761268"/>
                  <a:pt x="982313" y="1768221"/>
                  <a:pt x="990790" y="1768221"/>
                </a:cubicBezTo>
                <a:close/>
                <a:moveTo>
                  <a:pt x="1066991" y="1769269"/>
                </a:moveTo>
                <a:cubicBezTo>
                  <a:pt x="1076135" y="1769269"/>
                  <a:pt x="1083469" y="1761935"/>
                  <a:pt x="1083469" y="1752791"/>
                </a:cubicBezTo>
                <a:cubicBezTo>
                  <a:pt x="1083469" y="1743647"/>
                  <a:pt x="1076135" y="1736312"/>
                  <a:pt x="1066991" y="1736312"/>
                </a:cubicBezTo>
                <a:cubicBezTo>
                  <a:pt x="1057847" y="1736312"/>
                  <a:pt x="1050512" y="1743647"/>
                  <a:pt x="1050512" y="1752791"/>
                </a:cubicBezTo>
                <a:cubicBezTo>
                  <a:pt x="1050512" y="1761935"/>
                  <a:pt x="1057942" y="1769269"/>
                  <a:pt x="1066991" y="1769269"/>
                </a:cubicBezTo>
                <a:close/>
                <a:moveTo>
                  <a:pt x="1143191" y="1770602"/>
                </a:moveTo>
                <a:cubicBezTo>
                  <a:pt x="1153001" y="1770602"/>
                  <a:pt x="1160907" y="1762697"/>
                  <a:pt x="1160907" y="1752886"/>
                </a:cubicBezTo>
                <a:cubicBezTo>
                  <a:pt x="1160907" y="1743075"/>
                  <a:pt x="1153001" y="1735169"/>
                  <a:pt x="1143191" y="1735169"/>
                </a:cubicBezTo>
                <a:cubicBezTo>
                  <a:pt x="1133380" y="1735169"/>
                  <a:pt x="1125474" y="1743075"/>
                  <a:pt x="1125474" y="1752886"/>
                </a:cubicBezTo>
                <a:cubicBezTo>
                  <a:pt x="1125474" y="1762601"/>
                  <a:pt x="1133380" y="1770602"/>
                  <a:pt x="1143191" y="1770602"/>
                </a:cubicBezTo>
                <a:close/>
                <a:moveTo>
                  <a:pt x="1219391" y="1771841"/>
                </a:moveTo>
                <a:cubicBezTo>
                  <a:pt x="1229868" y="1771841"/>
                  <a:pt x="1238441" y="1763363"/>
                  <a:pt x="1238441" y="1752791"/>
                </a:cubicBezTo>
                <a:cubicBezTo>
                  <a:pt x="1238441" y="1742313"/>
                  <a:pt x="1229963" y="1733741"/>
                  <a:pt x="1219391" y="1733741"/>
                </a:cubicBezTo>
                <a:cubicBezTo>
                  <a:pt x="1208913" y="1733741"/>
                  <a:pt x="1200341" y="1742218"/>
                  <a:pt x="1200341" y="1752791"/>
                </a:cubicBezTo>
                <a:cubicBezTo>
                  <a:pt x="1200436" y="1763268"/>
                  <a:pt x="1208913" y="1771841"/>
                  <a:pt x="1219391" y="1771841"/>
                </a:cubicBezTo>
                <a:close/>
                <a:moveTo>
                  <a:pt x="1295591" y="1772888"/>
                </a:moveTo>
                <a:cubicBezTo>
                  <a:pt x="1306639" y="1772888"/>
                  <a:pt x="1315688" y="1763935"/>
                  <a:pt x="1315688" y="1752791"/>
                </a:cubicBezTo>
                <a:cubicBezTo>
                  <a:pt x="1315688" y="1741646"/>
                  <a:pt x="1306735" y="1732693"/>
                  <a:pt x="1295591" y="1732693"/>
                </a:cubicBezTo>
                <a:cubicBezTo>
                  <a:pt x="1284446" y="1732693"/>
                  <a:pt x="1275493" y="1741646"/>
                  <a:pt x="1275493" y="1752791"/>
                </a:cubicBezTo>
                <a:cubicBezTo>
                  <a:pt x="1275493" y="1763935"/>
                  <a:pt x="1284542" y="1772888"/>
                  <a:pt x="1295591" y="1772888"/>
                </a:cubicBezTo>
                <a:close/>
                <a:moveTo>
                  <a:pt x="1371791" y="1774127"/>
                </a:moveTo>
                <a:cubicBezTo>
                  <a:pt x="1383602" y="1774127"/>
                  <a:pt x="1393127" y="1764602"/>
                  <a:pt x="1393127" y="1752791"/>
                </a:cubicBezTo>
                <a:cubicBezTo>
                  <a:pt x="1393127" y="1740980"/>
                  <a:pt x="1383602" y="1731455"/>
                  <a:pt x="1371791" y="1731455"/>
                </a:cubicBezTo>
                <a:cubicBezTo>
                  <a:pt x="1359980" y="1731455"/>
                  <a:pt x="1350455" y="1740980"/>
                  <a:pt x="1350455" y="1752791"/>
                </a:cubicBezTo>
                <a:cubicBezTo>
                  <a:pt x="1350455" y="1764602"/>
                  <a:pt x="1359980" y="1774127"/>
                  <a:pt x="1371791" y="1774127"/>
                </a:cubicBezTo>
                <a:close/>
                <a:moveTo>
                  <a:pt x="1447991" y="1775174"/>
                </a:moveTo>
                <a:cubicBezTo>
                  <a:pt x="1460373" y="1775174"/>
                  <a:pt x="1470374" y="1765173"/>
                  <a:pt x="1470374" y="1752791"/>
                </a:cubicBezTo>
                <a:cubicBezTo>
                  <a:pt x="1470374" y="1740408"/>
                  <a:pt x="1460373" y="1730407"/>
                  <a:pt x="1447991" y="1730407"/>
                </a:cubicBezTo>
                <a:cubicBezTo>
                  <a:pt x="1435608" y="1730407"/>
                  <a:pt x="1425607" y="1740408"/>
                  <a:pt x="1425607" y="1752791"/>
                </a:cubicBezTo>
                <a:cubicBezTo>
                  <a:pt x="1425607" y="1765173"/>
                  <a:pt x="1435608" y="1775174"/>
                  <a:pt x="1447991" y="1775174"/>
                </a:cubicBezTo>
                <a:close/>
                <a:moveTo>
                  <a:pt x="1524191" y="1776508"/>
                </a:moveTo>
                <a:cubicBezTo>
                  <a:pt x="1537240" y="1776508"/>
                  <a:pt x="1547813" y="1765935"/>
                  <a:pt x="1547813" y="1752886"/>
                </a:cubicBezTo>
                <a:cubicBezTo>
                  <a:pt x="1547813" y="1739837"/>
                  <a:pt x="1537240" y="1729264"/>
                  <a:pt x="1524191" y="1729264"/>
                </a:cubicBezTo>
                <a:cubicBezTo>
                  <a:pt x="1511141" y="1729264"/>
                  <a:pt x="1500568" y="1739837"/>
                  <a:pt x="1500568" y="1752886"/>
                </a:cubicBezTo>
                <a:cubicBezTo>
                  <a:pt x="1500568" y="1765840"/>
                  <a:pt x="1511141" y="1776508"/>
                  <a:pt x="1524191" y="1776508"/>
                </a:cubicBezTo>
                <a:close/>
                <a:moveTo>
                  <a:pt x="1600391" y="1777556"/>
                </a:moveTo>
                <a:cubicBezTo>
                  <a:pt x="1614011" y="1777556"/>
                  <a:pt x="1625156" y="1766507"/>
                  <a:pt x="1625156" y="1752791"/>
                </a:cubicBezTo>
                <a:cubicBezTo>
                  <a:pt x="1625156" y="1739170"/>
                  <a:pt x="1614107" y="1728026"/>
                  <a:pt x="1600391" y="1728026"/>
                </a:cubicBezTo>
                <a:cubicBezTo>
                  <a:pt x="1586770" y="1728026"/>
                  <a:pt x="1575626" y="1739075"/>
                  <a:pt x="1575626" y="1752791"/>
                </a:cubicBezTo>
                <a:cubicBezTo>
                  <a:pt x="1575721" y="1766507"/>
                  <a:pt x="1586770" y="1777556"/>
                  <a:pt x="1600391" y="1777556"/>
                </a:cubicBezTo>
                <a:close/>
                <a:moveTo>
                  <a:pt x="1676591" y="1778794"/>
                </a:moveTo>
                <a:cubicBezTo>
                  <a:pt x="1690973" y="1778794"/>
                  <a:pt x="1702594" y="1767173"/>
                  <a:pt x="1702594" y="1752791"/>
                </a:cubicBezTo>
                <a:cubicBezTo>
                  <a:pt x="1702594" y="1738408"/>
                  <a:pt x="1690973" y="1726787"/>
                  <a:pt x="1676591" y="1726787"/>
                </a:cubicBezTo>
                <a:cubicBezTo>
                  <a:pt x="1662208" y="1726787"/>
                  <a:pt x="1650587" y="1738408"/>
                  <a:pt x="1650587" y="1752791"/>
                </a:cubicBezTo>
                <a:cubicBezTo>
                  <a:pt x="1650587" y="1767173"/>
                  <a:pt x="1662303" y="1778794"/>
                  <a:pt x="1676591" y="1778794"/>
                </a:cubicBezTo>
                <a:close/>
                <a:moveTo>
                  <a:pt x="1752791" y="1779461"/>
                </a:moveTo>
                <a:cubicBezTo>
                  <a:pt x="1767459" y="1779461"/>
                  <a:pt x="1779461" y="1767554"/>
                  <a:pt x="1779461" y="1752791"/>
                </a:cubicBezTo>
                <a:cubicBezTo>
                  <a:pt x="1779461" y="1738027"/>
                  <a:pt x="1767554" y="1726121"/>
                  <a:pt x="1752791" y="1726121"/>
                </a:cubicBezTo>
                <a:cubicBezTo>
                  <a:pt x="1738027" y="1726121"/>
                  <a:pt x="1726121" y="1738027"/>
                  <a:pt x="1726121" y="1752791"/>
                </a:cubicBezTo>
                <a:cubicBezTo>
                  <a:pt x="1726121" y="1767554"/>
                  <a:pt x="1738122" y="1779461"/>
                  <a:pt x="1752791" y="1779461"/>
                </a:cubicBezTo>
                <a:close/>
                <a:moveTo>
                  <a:pt x="1828991" y="1778794"/>
                </a:moveTo>
                <a:cubicBezTo>
                  <a:pt x="1843373" y="1778794"/>
                  <a:pt x="1854994" y="1767173"/>
                  <a:pt x="1854994" y="1752791"/>
                </a:cubicBezTo>
                <a:cubicBezTo>
                  <a:pt x="1854994" y="1738408"/>
                  <a:pt x="1843373" y="1726787"/>
                  <a:pt x="1828991" y="1726787"/>
                </a:cubicBezTo>
                <a:cubicBezTo>
                  <a:pt x="1814608" y="1726787"/>
                  <a:pt x="1802987" y="1738408"/>
                  <a:pt x="1802987" y="1752791"/>
                </a:cubicBezTo>
                <a:cubicBezTo>
                  <a:pt x="1802987" y="1767173"/>
                  <a:pt x="1814703" y="1778794"/>
                  <a:pt x="1828991" y="1778794"/>
                </a:cubicBezTo>
                <a:close/>
                <a:moveTo>
                  <a:pt x="1905191" y="1777746"/>
                </a:moveTo>
                <a:cubicBezTo>
                  <a:pt x="1919002" y="1777746"/>
                  <a:pt x="1930146" y="1766602"/>
                  <a:pt x="1930146" y="1752791"/>
                </a:cubicBezTo>
                <a:cubicBezTo>
                  <a:pt x="1930146" y="1738979"/>
                  <a:pt x="1919002" y="1727835"/>
                  <a:pt x="1905191" y="1727835"/>
                </a:cubicBezTo>
                <a:cubicBezTo>
                  <a:pt x="1891379" y="1727835"/>
                  <a:pt x="1880235" y="1738979"/>
                  <a:pt x="1880235" y="1752791"/>
                </a:cubicBezTo>
                <a:cubicBezTo>
                  <a:pt x="1880235" y="1766602"/>
                  <a:pt x="1891475" y="1777746"/>
                  <a:pt x="1905191" y="1777746"/>
                </a:cubicBezTo>
                <a:close/>
                <a:moveTo>
                  <a:pt x="1981391" y="1776508"/>
                </a:moveTo>
                <a:cubicBezTo>
                  <a:pt x="1994440" y="1776508"/>
                  <a:pt x="2005013" y="1765935"/>
                  <a:pt x="2005013" y="1752886"/>
                </a:cubicBezTo>
                <a:cubicBezTo>
                  <a:pt x="2005013" y="1739837"/>
                  <a:pt x="1994440" y="1729264"/>
                  <a:pt x="1981391" y="1729264"/>
                </a:cubicBezTo>
                <a:cubicBezTo>
                  <a:pt x="1968341" y="1729264"/>
                  <a:pt x="1957768" y="1739837"/>
                  <a:pt x="1957768" y="1752886"/>
                </a:cubicBezTo>
                <a:cubicBezTo>
                  <a:pt x="1957768" y="1765840"/>
                  <a:pt x="1968341" y="1776508"/>
                  <a:pt x="1981391" y="1776508"/>
                </a:cubicBezTo>
                <a:close/>
                <a:moveTo>
                  <a:pt x="2057591" y="1775460"/>
                </a:moveTo>
                <a:cubicBezTo>
                  <a:pt x="2070068" y="1775460"/>
                  <a:pt x="2080165" y="1765364"/>
                  <a:pt x="2080165" y="1752886"/>
                </a:cubicBezTo>
                <a:cubicBezTo>
                  <a:pt x="2080165" y="1740408"/>
                  <a:pt x="2070068" y="1730312"/>
                  <a:pt x="2057591" y="1730312"/>
                </a:cubicBezTo>
                <a:cubicBezTo>
                  <a:pt x="2045113" y="1730312"/>
                  <a:pt x="2035016" y="1740408"/>
                  <a:pt x="2035016" y="1752886"/>
                </a:cubicBezTo>
                <a:cubicBezTo>
                  <a:pt x="2035016" y="1765364"/>
                  <a:pt x="2045113" y="1775460"/>
                  <a:pt x="2057591" y="1775460"/>
                </a:cubicBezTo>
                <a:close/>
                <a:moveTo>
                  <a:pt x="2133791" y="1774127"/>
                </a:moveTo>
                <a:cubicBezTo>
                  <a:pt x="2145602" y="1774127"/>
                  <a:pt x="2155127" y="1764602"/>
                  <a:pt x="2155127" y="1752791"/>
                </a:cubicBezTo>
                <a:cubicBezTo>
                  <a:pt x="2155127" y="1740980"/>
                  <a:pt x="2145602" y="1731455"/>
                  <a:pt x="2133791" y="1731455"/>
                </a:cubicBezTo>
                <a:cubicBezTo>
                  <a:pt x="2121980" y="1731455"/>
                  <a:pt x="2112455" y="1740980"/>
                  <a:pt x="2112455" y="1752791"/>
                </a:cubicBezTo>
                <a:cubicBezTo>
                  <a:pt x="2112455" y="1764602"/>
                  <a:pt x="2121980" y="1774127"/>
                  <a:pt x="2133791" y="1774127"/>
                </a:cubicBezTo>
                <a:close/>
                <a:moveTo>
                  <a:pt x="2209991" y="1773079"/>
                </a:moveTo>
                <a:cubicBezTo>
                  <a:pt x="2221230" y="1773079"/>
                  <a:pt x="2230279" y="1764030"/>
                  <a:pt x="2230279" y="1752791"/>
                </a:cubicBezTo>
                <a:cubicBezTo>
                  <a:pt x="2230279" y="1741551"/>
                  <a:pt x="2221230" y="1732502"/>
                  <a:pt x="2209991" y="1732502"/>
                </a:cubicBezTo>
                <a:cubicBezTo>
                  <a:pt x="2198751" y="1732502"/>
                  <a:pt x="2189702" y="1741551"/>
                  <a:pt x="2189702" y="1752791"/>
                </a:cubicBezTo>
                <a:cubicBezTo>
                  <a:pt x="2189702" y="1764030"/>
                  <a:pt x="2198846" y="1773079"/>
                  <a:pt x="2209991" y="1773079"/>
                </a:cubicBezTo>
                <a:close/>
                <a:moveTo>
                  <a:pt x="2286191" y="1771841"/>
                </a:moveTo>
                <a:cubicBezTo>
                  <a:pt x="2296668" y="1771841"/>
                  <a:pt x="2305241" y="1763363"/>
                  <a:pt x="2305241" y="1752791"/>
                </a:cubicBezTo>
                <a:cubicBezTo>
                  <a:pt x="2305241" y="1742313"/>
                  <a:pt x="2296763" y="1733741"/>
                  <a:pt x="2286191" y="1733741"/>
                </a:cubicBezTo>
                <a:cubicBezTo>
                  <a:pt x="2275713" y="1733741"/>
                  <a:pt x="2267141" y="1742218"/>
                  <a:pt x="2267141" y="1752791"/>
                </a:cubicBezTo>
                <a:cubicBezTo>
                  <a:pt x="2267236" y="1763268"/>
                  <a:pt x="2275713" y="1771841"/>
                  <a:pt x="2286191" y="1771841"/>
                </a:cubicBezTo>
                <a:close/>
                <a:moveTo>
                  <a:pt x="2362391" y="1770793"/>
                </a:moveTo>
                <a:cubicBezTo>
                  <a:pt x="2372297" y="1770793"/>
                  <a:pt x="2380393" y="1762792"/>
                  <a:pt x="2380393" y="1752791"/>
                </a:cubicBezTo>
                <a:cubicBezTo>
                  <a:pt x="2380393" y="1742789"/>
                  <a:pt x="2372392" y="1734788"/>
                  <a:pt x="2362391" y="1734788"/>
                </a:cubicBezTo>
                <a:cubicBezTo>
                  <a:pt x="2352389" y="1734788"/>
                  <a:pt x="2344388" y="1742789"/>
                  <a:pt x="2344388" y="1752791"/>
                </a:cubicBezTo>
                <a:cubicBezTo>
                  <a:pt x="2344388" y="1762792"/>
                  <a:pt x="2352485" y="1770793"/>
                  <a:pt x="2362391" y="1770793"/>
                </a:cubicBezTo>
                <a:close/>
                <a:moveTo>
                  <a:pt x="2438591" y="1769459"/>
                </a:moveTo>
                <a:cubicBezTo>
                  <a:pt x="2447830" y="1769459"/>
                  <a:pt x="2455259" y="1762030"/>
                  <a:pt x="2455259" y="1752791"/>
                </a:cubicBezTo>
                <a:cubicBezTo>
                  <a:pt x="2455259" y="1743551"/>
                  <a:pt x="2447830" y="1736122"/>
                  <a:pt x="2438591" y="1736122"/>
                </a:cubicBezTo>
                <a:cubicBezTo>
                  <a:pt x="2429351" y="1736122"/>
                  <a:pt x="2421922" y="1743551"/>
                  <a:pt x="2421922" y="1752791"/>
                </a:cubicBezTo>
                <a:cubicBezTo>
                  <a:pt x="2421922" y="1762030"/>
                  <a:pt x="2429351" y="1769459"/>
                  <a:pt x="2438591" y="1769459"/>
                </a:cubicBezTo>
                <a:close/>
                <a:moveTo>
                  <a:pt x="2514791" y="1768221"/>
                </a:moveTo>
                <a:cubicBezTo>
                  <a:pt x="2523268" y="1768221"/>
                  <a:pt x="2530221" y="1761268"/>
                  <a:pt x="2530221" y="1752791"/>
                </a:cubicBezTo>
                <a:cubicBezTo>
                  <a:pt x="2530221" y="1744313"/>
                  <a:pt x="2523268" y="1737360"/>
                  <a:pt x="2514791" y="1737360"/>
                </a:cubicBezTo>
                <a:cubicBezTo>
                  <a:pt x="2506313" y="1737360"/>
                  <a:pt x="2499360" y="1744313"/>
                  <a:pt x="2499360" y="1752791"/>
                </a:cubicBezTo>
                <a:cubicBezTo>
                  <a:pt x="2499360" y="1761268"/>
                  <a:pt x="2506313" y="1768221"/>
                  <a:pt x="2514791" y="1768221"/>
                </a:cubicBezTo>
                <a:close/>
                <a:moveTo>
                  <a:pt x="2590991" y="1767173"/>
                </a:moveTo>
                <a:cubicBezTo>
                  <a:pt x="2598896" y="1767173"/>
                  <a:pt x="2605373" y="1760696"/>
                  <a:pt x="2605373" y="1752791"/>
                </a:cubicBezTo>
                <a:cubicBezTo>
                  <a:pt x="2605373" y="1744885"/>
                  <a:pt x="2598896" y="1738408"/>
                  <a:pt x="2590991" y="1738408"/>
                </a:cubicBezTo>
                <a:cubicBezTo>
                  <a:pt x="2583085" y="1738408"/>
                  <a:pt x="2576608" y="1744885"/>
                  <a:pt x="2576608" y="1752791"/>
                </a:cubicBezTo>
                <a:cubicBezTo>
                  <a:pt x="2576608" y="1760696"/>
                  <a:pt x="2583085" y="1767173"/>
                  <a:pt x="2590991" y="1767173"/>
                </a:cubicBezTo>
                <a:close/>
                <a:moveTo>
                  <a:pt x="2667191" y="1765935"/>
                </a:moveTo>
                <a:cubicBezTo>
                  <a:pt x="2674430" y="1765935"/>
                  <a:pt x="2680335" y="1760030"/>
                  <a:pt x="2680335" y="1752791"/>
                </a:cubicBezTo>
                <a:cubicBezTo>
                  <a:pt x="2680335" y="1745552"/>
                  <a:pt x="2674430" y="1739646"/>
                  <a:pt x="2667191" y="1739646"/>
                </a:cubicBezTo>
                <a:cubicBezTo>
                  <a:pt x="2659952" y="1739646"/>
                  <a:pt x="2654046" y="1745552"/>
                  <a:pt x="2654046" y="1752791"/>
                </a:cubicBezTo>
                <a:cubicBezTo>
                  <a:pt x="2654046" y="1760030"/>
                  <a:pt x="2659952" y="1765935"/>
                  <a:pt x="2667191" y="1765935"/>
                </a:cubicBezTo>
                <a:close/>
                <a:moveTo>
                  <a:pt x="2743391" y="1764887"/>
                </a:moveTo>
                <a:cubicBezTo>
                  <a:pt x="2750058" y="1764887"/>
                  <a:pt x="2755392" y="1759458"/>
                  <a:pt x="2755392" y="1752886"/>
                </a:cubicBezTo>
                <a:cubicBezTo>
                  <a:pt x="2755392" y="1746218"/>
                  <a:pt x="2749963" y="1740884"/>
                  <a:pt x="2743391" y="1740884"/>
                </a:cubicBezTo>
                <a:cubicBezTo>
                  <a:pt x="2736723" y="1740884"/>
                  <a:pt x="2731389" y="1746314"/>
                  <a:pt x="2731389" y="1752886"/>
                </a:cubicBezTo>
                <a:cubicBezTo>
                  <a:pt x="2731389" y="1759458"/>
                  <a:pt x="2736723" y="1764887"/>
                  <a:pt x="2743391" y="1764887"/>
                </a:cubicBezTo>
                <a:close/>
                <a:moveTo>
                  <a:pt x="2819591" y="1763554"/>
                </a:moveTo>
                <a:cubicBezTo>
                  <a:pt x="2825496" y="1763554"/>
                  <a:pt x="2830354" y="1758696"/>
                  <a:pt x="2830354" y="1752791"/>
                </a:cubicBezTo>
                <a:cubicBezTo>
                  <a:pt x="2830354" y="1746885"/>
                  <a:pt x="2825496" y="1742027"/>
                  <a:pt x="2819591" y="1742027"/>
                </a:cubicBezTo>
                <a:cubicBezTo>
                  <a:pt x="2813685" y="1742027"/>
                  <a:pt x="2808828" y="1746885"/>
                  <a:pt x="2808828" y="1752791"/>
                </a:cubicBezTo>
                <a:cubicBezTo>
                  <a:pt x="2808828" y="1758696"/>
                  <a:pt x="2813685" y="1763554"/>
                  <a:pt x="2819591" y="1763554"/>
                </a:cubicBezTo>
                <a:close/>
                <a:moveTo>
                  <a:pt x="2895791" y="1762506"/>
                </a:moveTo>
                <a:cubicBezTo>
                  <a:pt x="2901124" y="1762506"/>
                  <a:pt x="2905506" y="1758125"/>
                  <a:pt x="2905506" y="1752791"/>
                </a:cubicBezTo>
                <a:cubicBezTo>
                  <a:pt x="2905506" y="1747457"/>
                  <a:pt x="2901124" y="1743075"/>
                  <a:pt x="2895791" y="1743075"/>
                </a:cubicBezTo>
                <a:cubicBezTo>
                  <a:pt x="2890457" y="1743075"/>
                  <a:pt x="2886075" y="1747457"/>
                  <a:pt x="2886075" y="1752791"/>
                </a:cubicBezTo>
                <a:cubicBezTo>
                  <a:pt x="2886075" y="1758125"/>
                  <a:pt x="2890457" y="1762506"/>
                  <a:pt x="2895791" y="1762506"/>
                </a:cubicBezTo>
                <a:close/>
                <a:moveTo>
                  <a:pt x="2971991" y="1761268"/>
                </a:moveTo>
                <a:cubicBezTo>
                  <a:pt x="2976658" y="1761268"/>
                  <a:pt x="2980468" y="1757458"/>
                  <a:pt x="2980468" y="1752791"/>
                </a:cubicBezTo>
                <a:cubicBezTo>
                  <a:pt x="2980468" y="1748123"/>
                  <a:pt x="2976658" y="1744313"/>
                  <a:pt x="2971991" y="1744313"/>
                </a:cubicBezTo>
                <a:cubicBezTo>
                  <a:pt x="2967323" y="1744313"/>
                  <a:pt x="2963513" y="1748123"/>
                  <a:pt x="2963513" y="1752791"/>
                </a:cubicBezTo>
                <a:cubicBezTo>
                  <a:pt x="2963513" y="1757458"/>
                  <a:pt x="2967323" y="1761268"/>
                  <a:pt x="2971991" y="1761268"/>
                </a:cubicBezTo>
                <a:close/>
                <a:moveTo>
                  <a:pt x="3048191" y="1760030"/>
                </a:moveTo>
                <a:cubicBezTo>
                  <a:pt x="3052191" y="1760030"/>
                  <a:pt x="3055334" y="1756791"/>
                  <a:pt x="3055334" y="1752886"/>
                </a:cubicBezTo>
                <a:cubicBezTo>
                  <a:pt x="3055334" y="1748885"/>
                  <a:pt x="3052096" y="1745742"/>
                  <a:pt x="3048191" y="1745742"/>
                </a:cubicBezTo>
                <a:cubicBezTo>
                  <a:pt x="3044190" y="1745742"/>
                  <a:pt x="3041047" y="1748981"/>
                  <a:pt x="3041047" y="1752886"/>
                </a:cubicBezTo>
                <a:cubicBezTo>
                  <a:pt x="3041047" y="1756791"/>
                  <a:pt x="3044285" y="1760030"/>
                  <a:pt x="3048191" y="1760030"/>
                </a:cubicBezTo>
                <a:close/>
                <a:moveTo>
                  <a:pt x="3124391" y="1758982"/>
                </a:moveTo>
                <a:cubicBezTo>
                  <a:pt x="3127820" y="1758982"/>
                  <a:pt x="3130487" y="1756220"/>
                  <a:pt x="3130487" y="1752886"/>
                </a:cubicBezTo>
                <a:cubicBezTo>
                  <a:pt x="3130487" y="1749552"/>
                  <a:pt x="3127724" y="1746790"/>
                  <a:pt x="3124391" y="1746790"/>
                </a:cubicBezTo>
                <a:cubicBezTo>
                  <a:pt x="3120962" y="1746790"/>
                  <a:pt x="3118295" y="1749552"/>
                  <a:pt x="3118295" y="1752886"/>
                </a:cubicBezTo>
                <a:cubicBezTo>
                  <a:pt x="3118295" y="1756220"/>
                  <a:pt x="3121057" y="1758982"/>
                  <a:pt x="3124391" y="1758982"/>
                </a:cubicBezTo>
                <a:close/>
                <a:moveTo>
                  <a:pt x="3200591" y="1757648"/>
                </a:moveTo>
                <a:cubicBezTo>
                  <a:pt x="3203258" y="1757648"/>
                  <a:pt x="3205448" y="1755458"/>
                  <a:pt x="3205448" y="1752791"/>
                </a:cubicBezTo>
                <a:cubicBezTo>
                  <a:pt x="3205448" y="1750124"/>
                  <a:pt x="3203258" y="1747933"/>
                  <a:pt x="3200591" y="1747933"/>
                </a:cubicBezTo>
                <a:cubicBezTo>
                  <a:pt x="3197924" y="1747933"/>
                  <a:pt x="3195733" y="1750124"/>
                  <a:pt x="3195733" y="1752791"/>
                </a:cubicBezTo>
                <a:cubicBezTo>
                  <a:pt x="3195733" y="1755458"/>
                  <a:pt x="3197924" y="1757648"/>
                  <a:pt x="3200591" y="1757648"/>
                </a:cubicBezTo>
                <a:close/>
                <a:moveTo>
                  <a:pt x="3276791" y="1756601"/>
                </a:moveTo>
                <a:cubicBezTo>
                  <a:pt x="3278886" y="1756601"/>
                  <a:pt x="3280601" y="1754886"/>
                  <a:pt x="3280601" y="1752791"/>
                </a:cubicBezTo>
                <a:cubicBezTo>
                  <a:pt x="3280601" y="1750695"/>
                  <a:pt x="3278886" y="1748981"/>
                  <a:pt x="3276791" y="1748981"/>
                </a:cubicBezTo>
                <a:cubicBezTo>
                  <a:pt x="3274695" y="1748981"/>
                  <a:pt x="3272981" y="1750695"/>
                  <a:pt x="3272981" y="1752791"/>
                </a:cubicBezTo>
                <a:cubicBezTo>
                  <a:pt x="3272981" y="1754886"/>
                  <a:pt x="3274695" y="1756601"/>
                  <a:pt x="3276791" y="1756601"/>
                </a:cubicBezTo>
                <a:close/>
                <a:moveTo>
                  <a:pt x="3352991" y="1755362"/>
                </a:moveTo>
                <a:cubicBezTo>
                  <a:pt x="3354420" y="1755362"/>
                  <a:pt x="3355562" y="1754219"/>
                  <a:pt x="3355562" y="1752791"/>
                </a:cubicBezTo>
                <a:cubicBezTo>
                  <a:pt x="3355562" y="1751362"/>
                  <a:pt x="3354420" y="1750219"/>
                  <a:pt x="3352991" y="1750219"/>
                </a:cubicBezTo>
                <a:cubicBezTo>
                  <a:pt x="3351562" y="1750219"/>
                  <a:pt x="3350419" y="1751362"/>
                  <a:pt x="3350419" y="1752791"/>
                </a:cubicBezTo>
                <a:cubicBezTo>
                  <a:pt x="3350419" y="1754219"/>
                  <a:pt x="3351657" y="1755362"/>
                  <a:pt x="3352991" y="1755362"/>
                </a:cubicBezTo>
                <a:close/>
                <a:moveTo>
                  <a:pt x="3429191" y="1754314"/>
                </a:moveTo>
                <a:cubicBezTo>
                  <a:pt x="3430048" y="1754314"/>
                  <a:pt x="3430715" y="1753648"/>
                  <a:pt x="3430715" y="1752791"/>
                </a:cubicBezTo>
                <a:cubicBezTo>
                  <a:pt x="3430715" y="1751933"/>
                  <a:pt x="3430048" y="1751267"/>
                  <a:pt x="3429191" y="1751267"/>
                </a:cubicBezTo>
                <a:cubicBezTo>
                  <a:pt x="3428333" y="1751267"/>
                  <a:pt x="3427666" y="1751933"/>
                  <a:pt x="3427666" y="1752791"/>
                </a:cubicBezTo>
                <a:cubicBezTo>
                  <a:pt x="3427666" y="1753648"/>
                  <a:pt x="3428429" y="1754314"/>
                  <a:pt x="3429191" y="1754314"/>
                </a:cubicBezTo>
                <a:close/>
                <a:moveTo>
                  <a:pt x="3505391" y="1752981"/>
                </a:moveTo>
                <a:cubicBezTo>
                  <a:pt x="3505486" y="1752981"/>
                  <a:pt x="3505581" y="1752886"/>
                  <a:pt x="3505581" y="1752791"/>
                </a:cubicBezTo>
                <a:cubicBezTo>
                  <a:pt x="3505581" y="1752695"/>
                  <a:pt x="3505486" y="1752600"/>
                  <a:pt x="3505391" y="1752600"/>
                </a:cubicBezTo>
                <a:cubicBezTo>
                  <a:pt x="3505295" y="1752600"/>
                  <a:pt x="3505200" y="1752695"/>
                  <a:pt x="3505200" y="1752791"/>
                </a:cubicBezTo>
                <a:cubicBezTo>
                  <a:pt x="3505200" y="1752886"/>
                  <a:pt x="3505295" y="1752981"/>
                  <a:pt x="3505391" y="1752981"/>
                </a:cubicBezTo>
                <a:close/>
                <a:moveTo>
                  <a:pt x="191" y="1829181"/>
                </a:moveTo>
                <a:cubicBezTo>
                  <a:pt x="286" y="1829181"/>
                  <a:pt x="381" y="1829086"/>
                  <a:pt x="381" y="1828991"/>
                </a:cubicBezTo>
                <a:cubicBezTo>
                  <a:pt x="381" y="1828895"/>
                  <a:pt x="286" y="1828800"/>
                  <a:pt x="191" y="1828800"/>
                </a:cubicBezTo>
                <a:cubicBezTo>
                  <a:pt x="95" y="1828800"/>
                  <a:pt x="0" y="1828895"/>
                  <a:pt x="0" y="1828991"/>
                </a:cubicBezTo>
                <a:cubicBezTo>
                  <a:pt x="0" y="1829086"/>
                  <a:pt x="95" y="1829181"/>
                  <a:pt x="191" y="1829181"/>
                </a:cubicBezTo>
                <a:close/>
                <a:moveTo>
                  <a:pt x="76391" y="1830324"/>
                </a:moveTo>
                <a:cubicBezTo>
                  <a:pt x="77057" y="1830324"/>
                  <a:pt x="77629" y="1829753"/>
                  <a:pt x="77629" y="1829086"/>
                </a:cubicBezTo>
                <a:cubicBezTo>
                  <a:pt x="77629" y="1828419"/>
                  <a:pt x="77057" y="1827848"/>
                  <a:pt x="76391" y="1827848"/>
                </a:cubicBezTo>
                <a:cubicBezTo>
                  <a:pt x="75724" y="1827848"/>
                  <a:pt x="75152" y="1828419"/>
                  <a:pt x="75152" y="1829086"/>
                </a:cubicBezTo>
                <a:cubicBezTo>
                  <a:pt x="75152" y="1829753"/>
                  <a:pt x="75724" y="1830324"/>
                  <a:pt x="76391" y="1830324"/>
                </a:cubicBezTo>
                <a:close/>
                <a:moveTo>
                  <a:pt x="152591" y="1831372"/>
                </a:moveTo>
                <a:cubicBezTo>
                  <a:pt x="153829" y="1831372"/>
                  <a:pt x="154877" y="1830324"/>
                  <a:pt x="154877" y="1829086"/>
                </a:cubicBezTo>
                <a:cubicBezTo>
                  <a:pt x="154877" y="1827848"/>
                  <a:pt x="153829" y="1826800"/>
                  <a:pt x="152591" y="1826800"/>
                </a:cubicBezTo>
                <a:cubicBezTo>
                  <a:pt x="151352" y="1826800"/>
                  <a:pt x="150305" y="1827848"/>
                  <a:pt x="150305" y="1829086"/>
                </a:cubicBezTo>
                <a:cubicBezTo>
                  <a:pt x="150305" y="1830324"/>
                  <a:pt x="151352" y="1831372"/>
                  <a:pt x="152591" y="1831372"/>
                </a:cubicBezTo>
                <a:close/>
                <a:moveTo>
                  <a:pt x="228791" y="1832610"/>
                </a:moveTo>
                <a:cubicBezTo>
                  <a:pt x="230791" y="1832610"/>
                  <a:pt x="232410" y="1830991"/>
                  <a:pt x="232410" y="1828991"/>
                </a:cubicBezTo>
                <a:cubicBezTo>
                  <a:pt x="232410" y="1826990"/>
                  <a:pt x="230791" y="1825371"/>
                  <a:pt x="228791" y="1825371"/>
                </a:cubicBezTo>
                <a:cubicBezTo>
                  <a:pt x="226790" y="1825371"/>
                  <a:pt x="225171" y="1826990"/>
                  <a:pt x="225171" y="1828991"/>
                </a:cubicBezTo>
                <a:cubicBezTo>
                  <a:pt x="225171" y="1830991"/>
                  <a:pt x="226790" y="1832610"/>
                  <a:pt x="228791" y="1832610"/>
                </a:cubicBezTo>
                <a:close/>
                <a:moveTo>
                  <a:pt x="304991" y="1833658"/>
                </a:moveTo>
                <a:cubicBezTo>
                  <a:pt x="307562" y="1833658"/>
                  <a:pt x="309658" y="1831562"/>
                  <a:pt x="309658" y="1828991"/>
                </a:cubicBezTo>
                <a:cubicBezTo>
                  <a:pt x="309658" y="1826419"/>
                  <a:pt x="307562" y="1824323"/>
                  <a:pt x="304991" y="1824323"/>
                </a:cubicBezTo>
                <a:cubicBezTo>
                  <a:pt x="302419" y="1824323"/>
                  <a:pt x="300323" y="1826419"/>
                  <a:pt x="300323" y="1828991"/>
                </a:cubicBezTo>
                <a:cubicBezTo>
                  <a:pt x="300323" y="1831562"/>
                  <a:pt x="302419" y="1833658"/>
                  <a:pt x="304991" y="1833658"/>
                </a:cubicBezTo>
                <a:close/>
                <a:moveTo>
                  <a:pt x="381191" y="1834896"/>
                </a:moveTo>
                <a:cubicBezTo>
                  <a:pt x="384429" y="1834896"/>
                  <a:pt x="387096" y="1832229"/>
                  <a:pt x="387096" y="1828991"/>
                </a:cubicBezTo>
                <a:cubicBezTo>
                  <a:pt x="387096" y="1825752"/>
                  <a:pt x="384429" y="1823085"/>
                  <a:pt x="381191" y="1823085"/>
                </a:cubicBezTo>
                <a:cubicBezTo>
                  <a:pt x="377952" y="1823085"/>
                  <a:pt x="375285" y="1825752"/>
                  <a:pt x="375285" y="1828991"/>
                </a:cubicBezTo>
                <a:cubicBezTo>
                  <a:pt x="375285" y="1832324"/>
                  <a:pt x="377952" y="1834896"/>
                  <a:pt x="381191" y="1834896"/>
                </a:cubicBezTo>
                <a:close/>
                <a:moveTo>
                  <a:pt x="457391" y="1835944"/>
                </a:moveTo>
                <a:cubicBezTo>
                  <a:pt x="461200" y="1835944"/>
                  <a:pt x="464344" y="1832801"/>
                  <a:pt x="464344" y="1828991"/>
                </a:cubicBezTo>
                <a:cubicBezTo>
                  <a:pt x="464344" y="1825181"/>
                  <a:pt x="461200" y="1822037"/>
                  <a:pt x="457391" y="1822037"/>
                </a:cubicBezTo>
                <a:cubicBezTo>
                  <a:pt x="453581" y="1822037"/>
                  <a:pt x="450437" y="1825181"/>
                  <a:pt x="450437" y="1828991"/>
                </a:cubicBezTo>
                <a:cubicBezTo>
                  <a:pt x="450437" y="1832801"/>
                  <a:pt x="453581" y="1835944"/>
                  <a:pt x="457391" y="1835944"/>
                </a:cubicBezTo>
                <a:close/>
                <a:moveTo>
                  <a:pt x="533591" y="1837277"/>
                </a:moveTo>
                <a:cubicBezTo>
                  <a:pt x="538163" y="1837277"/>
                  <a:pt x="541877" y="1833563"/>
                  <a:pt x="541877" y="1828991"/>
                </a:cubicBezTo>
                <a:cubicBezTo>
                  <a:pt x="541877" y="1824418"/>
                  <a:pt x="538163" y="1820704"/>
                  <a:pt x="533591" y="1820704"/>
                </a:cubicBezTo>
                <a:cubicBezTo>
                  <a:pt x="529019" y="1820704"/>
                  <a:pt x="525304" y="1824418"/>
                  <a:pt x="525304" y="1828991"/>
                </a:cubicBezTo>
                <a:cubicBezTo>
                  <a:pt x="525304" y="1833563"/>
                  <a:pt x="529019" y="1837277"/>
                  <a:pt x="533591" y="1837277"/>
                </a:cubicBezTo>
                <a:close/>
                <a:moveTo>
                  <a:pt x="609790" y="1838516"/>
                </a:moveTo>
                <a:cubicBezTo>
                  <a:pt x="615029" y="1838516"/>
                  <a:pt x="619315" y="1834229"/>
                  <a:pt x="619315" y="1828991"/>
                </a:cubicBezTo>
                <a:cubicBezTo>
                  <a:pt x="619315" y="1823752"/>
                  <a:pt x="615029" y="1819466"/>
                  <a:pt x="609790" y="1819466"/>
                </a:cubicBezTo>
                <a:cubicBezTo>
                  <a:pt x="604552" y="1819466"/>
                  <a:pt x="600266" y="1823752"/>
                  <a:pt x="600266" y="1828991"/>
                </a:cubicBezTo>
                <a:cubicBezTo>
                  <a:pt x="600266" y="1834229"/>
                  <a:pt x="604552" y="1838516"/>
                  <a:pt x="609790" y="1838516"/>
                </a:cubicBezTo>
                <a:close/>
                <a:moveTo>
                  <a:pt x="685990" y="1839754"/>
                </a:moveTo>
                <a:cubicBezTo>
                  <a:pt x="691896" y="1839754"/>
                  <a:pt x="696754" y="1834896"/>
                  <a:pt x="696754" y="1828991"/>
                </a:cubicBezTo>
                <a:cubicBezTo>
                  <a:pt x="696754" y="1823085"/>
                  <a:pt x="691896" y="1818227"/>
                  <a:pt x="685990" y="1818227"/>
                </a:cubicBezTo>
                <a:cubicBezTo>
                  <a:pt x="680085" y="1818227"/>
                  <a:pt x="675227" y="1823085"/>
                  <a:pt x="675227" y="1828991"/>
                </a:cubicBezTo>
                <a:cubicBezTo>
                  <a:pt x="675227" y="1834896"/>
                  <a:pt x="680085" y="1839754"/>
                  <a:pt x="685990" y="1839754"/>
                </a:cubicBezTo>
                <a:close/>
                <a:moveTo>
                  <a:pt x="762190" y="1840802"/>
                </a:moveTo>
                <a:cubicBezTo>
                  <a:pt x="768763" y="1840802"/>
                  <a:pt x="774002" y="1835468"/>
                  <a:pt x="774002" y="1828991"/>
                </a:cubicBezTo>
                <a:cubicBezTo>
                  <a:pt x="774002" y="1822514"/>
                  <a:pt x="768668" y="1817180"/>
                  <a:pt x="762190" y="1817180"/>
                </a:cubicBezTo>
                <a:cubicBezTo>
                  <a:pt x="755618" y="1817180"/>
                  <a:pt x="750380" y="1822514"/>
                  <a:pt x="750380" y="1828991"/>
                </a:cubicBezTo>
                <a:cubicBezTo>
                  <a:pt x="750380" y="1835468"/>
                  <a:pt x="755713" y="1840802"/>
                  <a:pt x="762190" y="1840802"/>
                </a:cubicBezTo>
                <a:close/>
                <a:moveTo>
                  <a:pt x="838390" y="1842135"/>
                </a:moveTo>
                <a:cubicBezTo>
                  <a:pt x="845630" y="1842135"/>
                  <a:pt x="851535" y="1836230"/>
                  <a:pt x="851535" y="1828991"/>
                </a:cubicBezTo>
                <a:cubicBezTo>
                  <a:pt x="851535" y="1821752"/>
                  <a:pt x="845630" y="1815846"/>
                  <a:pt x="838390" y="1815846"/>
                </a:cubicBezTo>
                <a:cubicBezTo>
                  <a:pt x="831152" y="1815846"/>
                  <a:pt x="825246" y="1821752"/>
                  <a:pt x="825246" y="1828991"/>
                </a:cubicBezTo>
                <a:cubicBezTo>
                  <a:pt x="825246" y="1836230"/>
                  <a:pt x="831152" y="1842135"/>
                  <a:pt x="838390" y="1842135"/>
                </a:cubicBezTo>
                <a:close/>
                <a:moveTo>
                  <a:pt x="914590" y="1843183"/>
                </a:moveTo>
                <a:cubicBezTo>
                  <a:pt x="922401" y="1843183"/>
                  <a:pt x="928783" y="1836801"/>
                  <a:pt x="928783" y="1828991"/>
                </a:cubicBezTo>
                <a:cubicBezTo>
                  <a:pt x="928783" y="1821180"/>
                  <a:pt x="922401" y="1814798"/>
                  <a:pt x="914590" y="1814798"/>
                </a:cubicBezTo>
                <a:cubicBezTo>
                  <a:pt x="906780" y="1814798"/>
                  <a:pt x="900398" y="1821180"/>
                  <a:pt x="900398" y="1828991"/>
                </a:cubicBezTo>
                <a:cubicBezTo>
                  <a:pt x="900494" y="1836801"/>
                  <a:pt x="906780" y="1843183"/>
                  <a:pt x="914590" y="1843183"/>
                </a:cubicBezTo>
                <a:close/>
                <a:moveTo>
                  <a:pt x="990790" y="1844421"/>
                </a:moveTo>
                <a:cubicBezTo>
                  <a:pt x="999268" y="1844421"/>
                  <a:pt x="1006221" y="1837468"/>
                  <a:pt x="1006221" y="1828991"/>
                </a:cubicBezTo>
                <a:cubicBezTo>
                  <a:pt x="1006221" y="1820513"/>
                  <a:pt x="999363" y="1813560"/>
                  <a:pt x="990790" y="1813560"/>
                </a:cubicBezTo>
                <a:cubicBezTo>
                  <a:pt x="982218" y="1813560"/>
                  <a:pt x="975360" y="1820513"/>
                  <a:pt x="975360" y="1828991"/>
                </a:cubicBezTo>
                <a:cubicBezTo>
                  <a:pt x="975360" y="1837468"/>
                  <a:pt x="982313" y="1844421"/>
                  <a:pt x="990790" y="1844421"/>
                </a:cubicBezTo>
                <a:close/>
                <a:moveTo>
                  <a:pt x="1066991" y="1845469"/>
                </a:moveTo>
                <a:cubicBezTo>
                  <a:pt x="1076135" y="1845469"/>
                  <a:pt x="1083469" y="1838135"/>
                  <a:pt x="1083469" y="1828991"/>
                </a:cubicBezTo>
                <a:cubicBezTo>
                  <a:pt x="1083469" y="1819847"/>
                  <a:pt x="1076135" y="1812512"/>
                  <a:pt x="1066991" y="1812512"/>
                </a:cubicBezTo>
                <a:cubicBezTo>
                  <a:pt x="1057847" y="1812512"/>
                  <a:pt x="1050512" y="1819847"/>
                  <a:pt x="1050512" y="1828991"/>
                </a:cubicBezTo>
                <a:cubicBezTo>
                  <a:pt x="1050512" y="1838135"/>
                  <a:pt x="1057942" y="1845469"/>
                  <a:pt x="1066991" y="1845469"/>
                </a:cubicBezTo>
                <a:close/>
                <a:moveTo>
                  <a:pt x="1143191" y="1846802"/>
                </a:moveTo>
                <a:cubicBezTo>
                  <a:pt x="1153001" y="1846802"/>
                  <a:pt x="1160907" y="1838897"/>
                  <a:pt x="1160907" y="1829086"/>
                </a:cubicBezTo>
                <a:cubicBezTo>
                  <a:pt x="1160907" y="1819275"/>
                  <a:pt x="1153001" y="1811369"/>
                  <a:pt x="1143191" y="1811369"/>
                </a:cubicBezTo>
                <a:cubicBezTo>
                  <a:pt x="1133380" y="1811369"/>
                  <a:pt x="1125474" y="1819275"/>
                  <a:pt x="1125474" y="1829086"/>
                </a:cubicBezTo>
                <a:cubicBezTo>
                  <a:pt x="1125474" y="1838801"/>
                  <a:pt x="1133380" y="1846802"/>
                  <a:pt x="1143191" y="1846802"/>
                </a:cubicBezTo>
                <a:close/>
                <a:moveTo>
                  <a:pt x="1219391" y="1847850"/>
                </a:moveTo>
                <a:cubicBezTo>
                  <a:pt x="1229773" y="1847850"/>
                  <a:pt x="1238155" y="1839468"/>
                  <a:pt x="1238155" y="1829086"/>
                </a:cubicBezTo>
                <a:cubicBezTo>
                  <a:pt x="1238155" y="1818704"/>
                  <a:pt x="1229773" y="1810322"/>
                  <a:pt x="1219391" y="1810322"/>
                </a:cubicBezTo>
                <a:cubicBezTo>
                  <a:pt x="1209008" y="1810322"/>
                  <a:pt x="1200626" y="1818704"/>
                  <a:pt x="1200626" y="1829086"/>
                </a:cubicBezTo>
                <a:cubicBezTo>
                  <a:pt x="1200626" y="1839373"/>
                  <a:pt x="1209008" y="1847850"/>
                  <a:pt x="1219391" y="1847850"/>
                </a:cubicBezTo>
                <a:close/>
                <a:moveTo>
                  <a:pt x="1295591" y="1849088"/>
                </a:moveTo>
                <a:cubicBezTo>
                  <a:pt x="1306639" y="1849088"/>
                  <a:pt x="1315688" y="1840135"/>
                  <a:pt x="1315688" y="1828991"/>
                </a:cubicBezTo>
                <a:cubicBezTo>
                  <a:pt x="1315688" y="1817846"/>
                  <a:pt x="1306735" y="1808893"/>
                  <a:pt x="1295591" y="1808893"/>
                </a:cubicBezTo>
                <a:cubicBezTo>
                  <a:pt x="1284446" y="1808893"/>
                  <a:pt x="1275493" y="1817846"/>
                  <a:pt x="1275493" y="1828991"/>
                </a:cubicBezTo>
                <a:cubicBezTo>
                  <a:pt x="1275493" y="1840135"/>
                  <a:pt x="1284542" y="1849088"/>
                  <a:pt x="1295591" y="1849088"/>
                </a:cubicBezTo>
                <a:close/>
                <a:moveTo>
                  <a:pt x="1371791" y="1850136"/>
                </a:moveTo>
                <a:cubicBezTo>
                  <a:pt x="1383506" y="1850136"/>
                  <a:pt x="1392936" y="1840706"/>
                  <a:pt x="1392936" y="1828991"/>
                </a:cubicBezTo>
                <a:cubicBezTo>
                  <a:pt x="1392936" y="1817275"/>
                  <a:pt x="1383506" y="1807845"/>
                  <a:pt x="1371791" y="1807845"/>
                </a:cubicBezTo>
                <a:cubicBezTo>
                  <a:pt x="1360075" y="1807845"/>
                  <a:pt x="1350645" y="1817275"/>
                  <a:pt x="1350645" y="1828991"/>
                </a:cubicBezTo>
                <a:cubicBezTo>
                  <a:pt x="1350645" y="1840706"/>
                  <a:pt x="1360170" y="1850136"/>
                  <a:pt x="1371791" y="1850136"/>
                </a:cubicBezTo>
                <a:close/>
                <a:moveTo>
                  <a:pt x="1447991" y="1851374"/>
                </a:moveTo>
                <a:cubicBezTo>
                  <a:pt x="1460373" y="1851374"/>
                  <a:pt x="1470374" y="1841373"/>
                  <a:pt x="1470374" y="1828991"/>
                </a:cubicBezTo>
                <a:cubicBezTo>
                  <a:pt x="1470374" y="1816608"/>
                  <a:pt x="1460373" y="1806607"/>
                  <a:pt x="1447991" y="1806607"/>
                </a:cubicBezTo>
                <a:cubicBezTo>
                  <a:pt x="1435608" y="1806607"/>
                  <a:pt x="1425607" y="1816608"/>
                  <a:pt x="1425607" y="1828991"/>
                </a:cubicBezTo>
                <a:cubicBezTo>
                  <a:pt x="1425607" y="1841373"/>
                  <a:pt x="1435608" y="1851374"/>
                  <a:pt x="1447991" y="1851374"/>
                </a:cubicBezTo>
                <a:close/>
                <a:moveTo>
                  <a:pt x="1524191" y="1852422"/>
                </a:moveTo>
                <a:cubicBezTo>
                  <a:pt x="1537145" y="1852422"/>
                  <a:pt x="1547622" y="1841945"/>
                  <a:pt x="1547622" y="1828991"/>
                </a:cubicBezTo>
                <a:cubicBezTo>
                  <a:pt x="1547622" y="1816037"/>
                  <a:pt x="1537145" y="1805559"/>
                  <a:pt x="1524191" y="1805559"/>
                </a:cubicBezTo>
                <a:cubicBezTo>
                  <a:pt x="1511237" y="1805559"/>
                  <a:pt x="1500759" y="1816037"/>
                  <a:pt x="1500759" y="1828991"/>
                </a:cubicBezTo>
                <a:cubicBezTo>
                  <a:pt x="1500759" y="1841945"/>
                  <a:pt x="1511237" y="1852422"/>
                  <a:pt x="1524191" y="1852422"/>
                </a:cubicBezTo>
                <a:close/>
                <a:moveTo>
                  <a:pt x="1600391" y="1853565"/>
                </a:moveTo>
                <a:cubicBezTo>
                  <a:pt x="1613916" y="1853565"/>
                  <a:pt x="1624870" y="1842611"/>
                  <a:pt x="1624870" y="1829086"/>
                </a:cubicBezTo>
                <a:cubicBezTo>
                  <a:pt x="1624870" y="1815560"/>
                  <a:pt x="1613916" y="1804607"/>
                  <a:pt x="1600391" y="1804607"/>
                </a:cubicBezTo>
                <a:cubicBezTo>
                  <a:pt x="1586865" y="1804607"/>
                  <a:pt x="1575911" y="1815560"/>
                  <a:pt x="1575911" y="1829086"/>
                </a:cubicBezTo>
                <a:cubicBezTo>
                  <a:pt x="1575911" y="1842611"/>
                  <a:pt x="1586865" y="1853565"/>
                  <a:pt x="1600391" y="1853565"/>
                </a:cubicBezTo>
                <a:close/>
                <a:moveTo>
                  <a:pt x="1676591" y="1854613"/>
                </a:moveTo>
                <a:cubicBezTo>
                  <a:pt x="1690688" y="1854613"/>
                  <a:pt x="1702118" y="1843183"/>
                  <a:pt x="1702118" y="1829086"/>
                </a:cubicBezTo>
                <a:cubicBezTo>
                  <a:pt x="1702118" y="1814989"/>
                  <a:pt x="1690688" y="1803559"/>
                  <a:pt x="1676591" y="1803559"/>
                </a:cubicBezTo>
                <a:cubicBezTo>
                  <a:pt x="1662493" y="1803559"/>
                  <a:pt x="1651064" y="1814989"/>
                  <a:pt x="1651064" y="1829086"/>
                </a:cubicBezTo>
                <a:cubicBezTo>
                  <a:pt x="1651064" y="1843088"/>
                  <a:pt x="1662493" y="1854613"/>
                  <a:pt x="1676591" y="1854613"/>
                </a:cubicBezTo>
                <a:close/>
                <a:moveTo>
                  <a:pt x="1752791" y="1854994"/>
                </a:moveTo>
                <a:cubicBezTo>
                  <a:pt x="1767173" y="1854994"/>
                  <a:pt x="1778794" y="1843373"/>
                  <a:pt x="1778794" y="1828991"/>
                </a:cubicBezTo>
                <a:cubicBezTo>
                  <a:pt x="1778794" y="1814608"/>
                  <a:pt x="1767173" y="1802987"/>
                  <a:pt x="1752791" y="1802987"/>
                </a:cubicBezTo>
                <a:cubicBezTo>
                  <a:pt x="1738408" y="1802987"/>
                  <a:pt x="1726787" y="1814608"/>
                  <a:pt x="1726787" y="1828991"/>
                </a:cubicBezTo>
                <a:cubicBezTo>
                  <a:pt x="1726787" y="1843373"/>
                  <a:pt x="1738503" y="1854994"/>
                  <a:pt x="1752791" y="1854994"/>
                </a:cubicBezTo>
                <a:close/>
                <a:moveTo>
                  <a:pt x="1828991" y="1854613"/>
                </a:moveTo>
                <a:cubicBezTo>
                  <a:pt x="1843088" y="1854613"/>
                  <a:pt x="1854518" y="1843183"/>
                  <a:pt x="1854518" y="1829086"/>
                </a:cubicBezTo>
                <a:cubicBezTo>
                  <a:pt x="1854518" y="1814989"/>
                  <a:pt x="1843088" y="1803559"/>
                  <a:pt x="1828991" y="1803559"/>
                </a:cubicBezTo>
                <a:cubicBezTo>
                  <a:pt x="1814893" y="1803559"/>
                  <a:pt x="1803464" y="1814989"/>
                  <a:pt x="1803464" y="1829086"/>
                </a:cubicBezTo>
                <a:cubicBezTo>
                  <a:pt x="1803464" y="1843088"/>
                  <a:pt x="1814893" y="1854613"/>
                  <a:pt x="1828991" y="1854613"/>
                </a:cubicBezTo>
                <a:close/>
                <a:moveTo>
                  <a:pt x="1905191" y="1853756"/>
                </a:moveTo>
                <a:cubicBezTo>
                  <a:pt x="1918811" y="1853756"/>
                  <a:pt x="1929956" y="1842707"/>
                  <a:pt x="1929956" y="1828991"/>
                </a:cubicBezTo>
                <a:cubicBezTo>
                  <a:pt x="1929956" y="1815370"/>
                  <a:pt x="1918907" y="1804226"/>
                  <a:pt x="1905191" y="1804226"/>
                </a:cubicBezTo>
                <a:cubicBezTo>
                  <a:pt x="1891570" y="1804226"/>
                  <a:pt x="1880426" y="1815275"/>
                  <a:pt x="1880426" y="1828991"/>
                </a:cubicBezTo>
                <a:cubicBezTo>
                  <a:pt x="1880521" y="1842707"/>
                  <a:pt x="1891570" y="1853756"/>
                  <a:pt x="1905191" y="1853756"/>
                </a:cubicBezTo>
                <a:close/>
                <a:moveTo>
                  <a:pt x="1981391" y="1852708"/>
                </a:moveTo>
                <a:cubicBezTo>
                  <a:pt x="1994440" y="1852708"/>
                  <a:pt x="2005013" y="1842135"/>
                  <a:pt x="2005013" y="1829086"/>
                </a:cubicBezTo>
                <a:cubicBezTo>
                  <a:pt x="2005013" y="1816037"/>
                  <a:pt x="1994440" y="1805464"/>
                  <a:pt x="1981391" y="1805464"/>
                </a:cubicBezTo>
                <a:cubicBezTo>
                  <a:pt x="1968341" y="1805464"/>
                  <a:pt x="1957768" y="1816037"/>
                  <a:pt x="1957768" y="1829086"/>
                </a:cubicBezTo>
                <a:cubicBezTo>
                  <a:pt x="1957768" y="1842040"/>
                  <a:pt x="1968341" y="1852708"/>
                  <a:pt x="1981391" y="1852708"/>
                </a:cubicBezTo>
                <a:close/>
                <a:moveTo>
                  <a:pt x="2057591" y="1851374"/>
                </a:moveTo>
                <a:cubicBezTo>
                  <a:pt x="2069973" y="1851374"/>
                  <a:pt x="2079974" y="1841373"/>
                  <a:pt x="2079974" y="1828991"/>
                </a:cubicBezTo>
                <a:cubicBezTo>
                  <a:pt x="2079974" y="1816608"/>
                  <a:pt x="2069973" y="1806607"/>
                  <a:pt x="2057591" y="1806607"/>
                </a:cubicBezTo>
                <a:cubicBezTo>
                  <a:pt x="2045208" y="1806607"/>
                  <a:pt x="2035207" y="1816608"/>
                  <a:pt x="2035207" y="1828991"/>
                </a:cubicBezTo>
                <a:cubicBezTo>
                  <a:pt x="2035207" y="1841373"/>
                  <a:pt x="2045208" y="1851374"/>
                  <a:pt x="2057591" y="1851374"/>
                </a:cubicBezTo>
                <a:close/>
                <a:moveTo>
                  <a:pt x="2133791" y="1850327"/>
                </a:moveTo>
                <a:cubicBezTo>
                  <a:pt x="2145602" y="1850327"/>
                  <a:pt x="2155127" y="1840802"/>
                  <a:pt x="2155127" y="1828991"/>
                </a:cubicBezTo>
                <a:cubicBezTo>
                  <a:pt x="2155127" y="1817180"/>
                  <a:pt x="2145602" y="1807655"/>
                  <a:pt x="2133791" y="1807655"/>
                </a:cubicBezTo>
                <a:cubicBezTo>
                  <a:pt x="2121980" y="1807655"/>
                  <a:pt x="2112455" y="1817180"/>
                  <a:pt x="2112455" y="1828991"/>
                </a:cubicBezTo>
                <a:cubicBezTo>
                  <a:pt x="2112455" y="1840802"/>
                  <a:pt x="2121980" y="1850327"/>
                  <a:pt x="2133791" y="1850327"/>
                </a:cubicBezTo>
                <a:close/>
                <a:moveTo>
                  <a:pt x="2209991" y="1849088"/>
                </a:moveTo>
                <a:cubicBezTo>
                  <a:pt x="2221040" y="1849088"/>
                  <a:pt x="2230088" y="1840135"/>
                  <a:pt x="2230088" y="1828991"/>
                </a:cubicBezTo>
                <a:cubicBezTo>
                  <a:pt x="2230088" y="1817846"/>
                  <a:pt x="2221135" y="1808893"/>
                  <a:pt x="2209991" y="1808893"/>
                </a:cubicBezTo>
                <a:cubicBezTo>
                  <a:pt x="2198846" y="1808893"/>
                  <a:pt x="2189893" y="1817846"/>
                  <a:pt x="2189893" y="1828991"/>
                </a:cubicBezTo>
                <a:cubicBezTo>
                  <a:pt x="2189893" y="1840135"/>
                  <a:pt x="2198942" y="1849088"/>
                  <a:pt x="2209991" y="1849088"/>
                </a:cubicBezTo>
                <a:close/>
                <a:moveTo>
                  <a:pt x="2286191" y="1848041"/>
                </a:moveTo>
                <a:cubicBezTo>
                  <a:pt x="2296668" y="1848041"/>
                  <a:pt x="2305241" y="1839563"/>
                  <a:pt x="2305241" y="1828991"/>
                </a:cubicBezTo>
                <a:cubicBezTo>
                  <a:pt x="2305241" y="1818513"/>
                  <a:pt x="2296763" y="1809941"/>
                  <a:pt x="2286191" y="1809941"/>
                </a:cubicBezTo>
                <a:cubicBezTo>
                  <a:pt x="2275713" y="1809941"/>
                  <a:pt x="2267141" y="1818418"/>
                  <a:pt x="2267141" y="1828991"/>
                </a:cubicBezTo>
                <a:cubicBezTo>
                  <a:pt x="2267236" y="1839468"/>
                  <a:pt x="2275713" y="1848041"/>
                  <a:pt x="2286191" y="1848041"/>
                </a:cubicBezTo>
                <a:close/>
                <a:moveTo>
                  <a:pt x="2362391" y="1846802"/>
                </a:moveTo>
                <a:cubicBezTo>
                  <a:pt x="2372201" y="1846802"/>
                  <a:pt x="2380107" y="1838897"/>
                  <a:pt x="2380107" y="1829086"/>
                </a:cubicBezTo>
                <a:cubicBezTo>
                  <a:pt x="2380107" y="1819275"/>
                  <a:pt x="2372201" y="1811369"/>
                  <a:pt x="2362391" y="1811369"/>
                </a:cubicBezTo>
                <a:cubicBezTo>
                  <a:pt x="2352580" y="1811369"/>
                  <a:pt x="2344674" y="1819275"/>
                  <a:pt x="2344674" y="1829086"/>
                </a:cubicBezTo>
                <a:cubicBezTo>
                  <a:pt x="2344674" y="1838801"/>
                  <a:pt x="2352580" y="1846802"/>
                  <a:pt x="2362391" y="1846802"/>
                </a:cubicBezTo>
                <a:close/>
                <a:moveTo>
                  <a:pt x="2438591" y="1845659"/>
                </a:moveTo>
                <a:cubicBezTo>
                  <a:pt x="2447830" y="1845659"/>
                  <a:pt x="2455259" y="1838230"/>
                  <a:pt x="2455259" y="1828991"/>
                </a:cubicBezTo>
                <a:cubicBezTo>
                  <a:pt x="2455259" y="1819751"/>
                  <a:pt x="2447830" y="1812322"/>
                  <a:pt x="2438591" y="1812322"/>
                </a:cubicBezTo>
                <a:cubicBezTo>
                  <a:pt x="2429351" y="1812322"/>
                  <a:pt x="2421922" y="1819751"/>
                  <a:pt x="2421922" y="1828991"/>
                </a:cubicBezTo>
                <a:cubicBezTo>
                  <a:pt x="2421922" y="1838230"/>
                  <a:pt x="2429351" y="1845659"/>
                  <a:pt x="2438591" y="1845659"/>
                </a:cubicBezTo>
                <a:close/>
                <a:moveTo>
                  <a:pt x="2514791" y="1844421"/>
                </a:moveTo>
                <a:cubicBezTo>
                  <a:pt x="2523268" y="1844421"/>
                  <a:pt x="2530221" y="1837468"/>
                  <a:pt x="2530221" y="1828991"/>
                </a:cubicBezTo>
                <a:cubicBezTo>
                  <a:pt x="2530221" y="1820513"/>
                  <a:pt x="2523268" y="1813560"/>
                  <a:pt x="2514791" y="1813560"/>
                </a:cubicBezTo>
                <a:cubicBezTo>
                  <a:pt x="2506313" y="1813560"/>
                  <a:pt x="2499360" y="1820513"/>
                  <a:pt x="2499360" y="1828991"/>
                </a:cubicBezTo>
                <a:cubicBezTo>
                  <a:pt x="2499360" y="1837468"/>
                  <a:pt x="2506313" y="1844421"/>
                  <a:pt x="2514791" y="1844421"/>
                </a:cubicBezTo>
                <a:close/>
                <a:moveTo>
                  <a:pt x="2590991" y="1843373"/>
                </a:moveTo>
                <a:cubicBezTo>
                  <a:pt x="2598896" y="1843373"/>
                  <a:pt x="2605373" y="1836896"/>
                  <a:pt x="2605373" y="1828991"/>
                </a:cubicBezTo>
                <a:cubicBezTo>
                  <a:pt x="2605373" y="1821085"/>
                  <a:pt x="2598896" y="1814608"/>
                  <a:pt x="2590991" y="1814608"/>
                </a:cubicBezTo>
                <a:cubicBezTo>
                  <a:pt x="2583085" y="1814608"/>
                  <a:pt x="2576608" y="1821085"/>
                  <a:pt x="2576608" y="1828991"/>
                </a:cubicBezTo>
                <a:cubicBezTo>
                  <a:pt x="2576608" y="1836896"/>
                  <a:pt x="2583085" y="1843373"/>
                  <a:pt x="2590991" y="1843373"/>
                </a:cubicBezTo>
                <a:close/>
                <a:moveTo>
                  <a:pt x="2667191" y="1842135"/>
                </a:moveTo>
                <a:cubicBezTo>
                  <a:pt x="2674430" y="1842135"/>
                  <a:pt x="2680335" y="1836230"/>
                  <a:pt x="2680335" y="1828991"/>
                </a:cubicBezTo>
                <a:cubicBezTo>
                  <a:pt x="2680335" y="1821752"/>
                  <a:pt x="2674430" y="1815846"/>
                  <a:pt x="2667191" y="1815846"/>
                </a:cubicBezTo>
                <a:cubicBezTo>
                  <a:pt x="2659952" y="1815846"/>
                  <a:pt x="2654046" y="1821752"/>
                  <a:pt x="2654046" y="1828991"/>
                </a:cubicBezTo>
                <a:cubicBezTo>
                  <a:pt x="2654046" y="1836230"/>
                  <a:pt x="2659952" y="1842135"/>
                  <a:pt x="2667191" y="1842135"/>
                </a:cubicBezTo>
                <a:close/>
                <a:moveTo>
                  <a:pt x="2743391" y="1841087"/>
                </a:moveTo>
                <a:cubicBezTo>
                  <a:pt x="2750058" y="1841087"/>
                  <a:pt x="2755392" y="1835658"/>
                  <a:pt x="2755392" y="1829086"/>
                </a:cubicBezTo>
                <a:cubicBezTo>
                  <a:pt x="2755392" y="1822418"/>
                  <a:pt x="2749963" y="1817084"/>
                  <a:pt x="2743391" y="1817084"/>
                </a:cubicBezTo>
                <a:cubicBezTo>
                  <a:pt x="2736723" y="1817084"/>
                  <a:pt x="2731389" y="1822514"/>
                  <a:pt x="2731389" y="1829086"/>
                </a:cubicBezTo>
                <a:cubicBezTo>
                  <a:pt x="2731389" y="1835658"/>
                  <a:pt x="2736723" y="1841087"/>
                  <a:pt x="2743391" y="1841087"/>
                </a:cubicBezTo>
                <a:close/>
                <a:moveTo>
                  <a:pt x="2819591" y="1839754"/>
                </a:moveTo>
                <a:cubicBezTo>
                  <a:pt x="2825496" y="1839754"/>
                  <a:pt x="2830354" y="1834896"/>
                  <a:pt x="2830354" y="1828991"/>
                </a:cubicBezTo>
                <a:cubicBezTo>
                  <a:pt x="2830354" y="1823085"/>
                  <a:pt x="2825496" y="1818227"/>
                  <a:pt x="2819591" y="1818227"/>
                </a:cubicBezTo>
                <a:cubicBezTo>
                  <a:pt x="2813685" y="1818227"/>
                  <a:pt x="2808828" y="1823085"/>
                  <a:pt x="2808828" y="1828991"/>
                </a:cubicBezTo>
                <a:cubicBezTo>
                  <a:pt x="2808828" y="1834896"/>
                  <a:pt x="2813685" y="1839754"/>
                  <a:pt x="2819591" y="1839754"/>
                </a:cubicBezTo>
                <a:close/>
                <a:moveTo>
                  <a:pt x="2895791" y="1838706"/>
                </a:moveTo>
                <a:cubicBezTo>
                  <a:pt x="2901124" y="1838706"/>
                  <a:pt x="2905506" y="1834325"/>
                  <a:pt x="2905506" y="1828991"/>
                </a:cubicBezTo>
                <a:cubicBezTo>
                  <a:pt x="2905506" y="1823657"/>
                  <a:pt x="2901124" y="1819275"/>
                  <a:pt x="2895791" y="1819275"/>
                </a:cubicBezTo>
                <a:cubicBezTo>
                  <a:pt x="2890457" y="1819275"/>
                  <a:pt x="2886075" y="1823657"/>
                  <a:pt x="2886075" y="1828991"/>
                </a:cubicBezTo>
                <a:cubicBezTo>
                  <a:pt x="2886075" y="1834325"/>
                  <a:pt x="2890457" y="1838706"/>
                  <a:pt x="2895791" y="1838706"/>
                </a:cubicBezTo>
                <a:close/>
                <a:moveTo>
                  <a:pt x="2971991" y="1837468"/>
                </a:moveTo>
                <a:cubicBezTo>
                  <a:pt x="2976658" y="1837468"/>
                  <a:pt x="2980468" y="1833658"/>
                  <a:pt x="2980468" y="1828991"/>
                </a:cubicBezTo>
                <a:cubicBezTo>
                  <a:pt x="2980468" y="1824323"/>
                  <a:pt x="2976658" y="1820513"/>
                  <a:pt x="2971991" y="1820513"/>
                </a:cubicBezTo>
                <a:cubicBezTo>
                  <a:pt x="2967323" y="1820513"/>
                  <a:pt x="2963513" y="1824323"/>
                  <a:pt x="2963513" y="1828991"/>
                </a:cubicBezTo>
                <a:cubicBezTo>
                  <a:pt x="2963513" y="1833658"/>
                  <a:pt x="2967323" y="1837468"/>
                  <a:pt x="2971991" y="1837468"/>
                </a:cubicBezTo>
                <a:close/>
                <a:moveTo>
                  <a:pt x="3048191" y="1836230"/>
                </a:moveTo>
                <a:cubicBezTo>
                  <a:pt x="3052191" y="1836230"/>
                  <a:pt x="3055334" y="1832991"/>
                  <a:pt x="3055334" y="1829086"/>
                </a:cubicBezTo>
                <a:cubicBezTo>
                  <a:pt x="3055334" y="1825085"/>
                  <a:pt x="3052096" y="1821942"/>
                  <a:pt x="3048191" y="1821942"/>
                </a:cubicBezTo>
                <a:cubicBezTo>
                  <a:pt x="3044190" y="1821942"/>
                  <a:pt x="3041047" y="1825181"/>
                  <a:pt x="3041047" y="1829086"/>
                </a:cubicBezTo>
                <a:cubicBezTo>
                  <a:pt x="3041047" y="1832991"/>
                  <a:pt x="3044285" y="1836230"/>
                  <a:pt x="3048191" y="1836230"/>
                </a:cubicBezTo>
                <a:close/>
                <a:moveTo>
                  <a:pt x="3124391" y="1835182"/>
                </a:moveTo>
                <a:cubicBezTo>
                  <a:pt x="3127820" y="1835182"/>
                  <a:pt x="3130487" y="1832420"/>
                  <a:pt x="3130487" y="1829086"/>
                </a:cubicBezTo>
                <a:cubicBezTo>
                  <a:pt x="3130487" y="1825752"/>
                  <a:pt x="3127724" y="1822990"/>
                  <a:pt x="3124391" y="1822990"/>
                </a:cubicBezTo>
                <a:cubicBezTo>
                  <a:pt x="3120962" y="1822990"/>
                  <a:pt x="3118295" y="1825752"/>
                  <a:pt x="3118295" y="1829086"/>
                </a:cubicBezTo>
                <a:cubicBezTo>
                  <a:pt x="3118295" y="1832420"/>
                  <a:pt x="3121057" y="1835182"/>
                  <a:pt x="3124391" y="1835182"/>
                </a:cubicBezTo>
                <a:close/>
                <a:moveTo>
                  <a:pt x="3200591" y="1833848"/>
                </a:moveTo>
                <a:cubicBezTo>
                  <a:pt x="3203258" y="1833848"/>
                  <a:pt x="3205448" y="1831658"/>
                  <a:pt x="3205448" y="1828991"/>
                </a:cubicBezTo>
                <a:cubicBezTo>
                  <a:pt x="3205448" y="1826324"/>
                  <a:pt x="3203258" y="1824133"/>
                  <a:pt x="3200591" y="1824133"/>
                </a:cubicBezTo>
                <a:cubicBezTo>
                  <a:pt x="3197924" y="1824133"/>
                  <a:pt x="3195733" y="1826324"/>
                  <a:pt x="3195733" y="1828991"/>
                </a:cubicBezTo>
                <a:cubicBezTo>
                  <a:pt x="3195733" y="1831658"/>
                  <a:pt x="3197924" y="1833848"/>
                  <a:pt x="3200591" y="1833848"/>
                </a:cubicBezTo>
                <a:close/>
                <a:moveTo>
                  <a:pt x="3276791" y="1832801"/>
                </a:moveTo>
                <a:cubicBezTo>
                  <a:pt x="3278886" y="1832801"/>
                  <a:pt x="3280601" y="1831086"/>
                  <a:pt x="3280601" y="1828991"/>
                </a:cubicBezTo>
                <a:cubicBezTo>
                  <a:pt x="3280601" y="1826895"/>
                  <a:pt x="3278886" y="1825181"/>
                  <a:pt x="3276791" y="1825181"/>
                </a:cubicBezTo>
                <a:cubicBezTo>
                  <a:pt x="3274695" y="1825181"/>
                  <a:pt x="3272981" y="1826895"/>
                  <a:pt x="3272981" y="1828991"/>
                </a:cubicBezTo>
                <a:cubicBezTo>
                  <a:pt x="3272981" y="1831086"/>
                  <a:pt x="3274695" y="1832801"/>
                  <a:pt x="3276791" y="1832801"/>
                </a:cubicBezTo>
                <a:close/>
                <a:moveTo>
                  <a:pt x="3352991" y="1831562"/>
                </a:moveTo>
                <a:cubicBezTo>
                  <a:pt x="3354420" y="1831562"/>
                  <a:pt x="3355562" y="1830419"/>
                  <a:pt x="3355562" y="1828991"/>
                </a:cubicBezTo>
                <a:cubicBezTo>
                  <a:pt x="3355562" y="1827562"/>
                  <a:pt x="3354420" y="1826419"/>
                  <a:pt x="3352991" y="1826419"/>
                </a:cubicBezTo>
                <a:cubicBezTo>
                  <a:pt x="3351562" y="1826419"/>
                  <a:pt x="3350419" y="1827562"/>
                  <a:pt x="3350419" y="1828991"/>
                </a:cubicBezTo>
                <a:cubicBezTo>
                  <a:pt x="3350419" y="1830419"/>
                  <a:pt x="3351657" y="1831562"/>
                  <a:pt x="3352991" y="1831562"/>
                </a:cubicBezTo>
                <a:close/>
                <a:moveTo>
                  <a:pt x="3429191" y="1830514"/>
                </a:moveTo>
                <a:cubicBezTo>
                  <a:pt x="3430048" y="1830514"/>
                  <a:pt x="3430715" y="1829848"/>
                  <a:pt x="3430715" y="1828991"/>
                </a:cubicBezTo>
                <a:cubicBezTo>
                  <a:pt x="3430715" y="1828133"/>
                  <a:pt x="3430048" y="1827467"/>
                  <a:pt x="3429191" y="1827467"/>
                </a:cubicBezTo>
                <a:cubicBezTo>
                  <a:pt x="3428333" y="1827467"/>
                  <a:pt x="3427666" y="1828133"/>
                  <a:pt x="3427666" y="1828991"/>
                </a:cubicBezTo>
                <a:cubicBezTo>
                  <a:pt x="3427666" y="1829848"/>
                  <a:pt x="3428429" y="1830514"/>
                  <a:pt x="3429191" y="1830514"/>
                </a:cubicBezTo>
                <a:close/>
                <a:moveTo>
                  <a:pt x="3505391" y="1829181"/>
                </a:moveTo>
                <a:cubicBezTo>
                  <a:pt x="3505486" y="1829181"/>
                  <a:pt x="3505581" y="1829086"/>
                  <a:pt x="3505581" y="1828991"/>
                </a:cubicBezTo>
                <a:cubicBezTo>
                  <a:pt x="3505581" y="1828895"/>
                  <a:pt x="3505486" y="1828800"/>
                  <a:pt x="3505391" y="1828800"/>
                </a:cubicBezTo>
                <a:cubicBezTo>
                  <a:pt x="3505295" y="1828800"/>
                  <a:pt x="3505200" y="1828895"/>
                  <a:pt x="3505200" y="1828991"/>
                </a:cubicBezTo>
                <a:cubicBezTo>
                  <a:pt x="3505200" y="1829086"/>
                  <a:pt x="3505295" y="1829181"/>
                  <a:pt x="3505391" y="1829181"/>
                </a:cubicBezTo>
                <a:close/>
                <a:moveTo>
                  <a:pt x="191" y="1905381"/>
                </a:moveTo>
                <a:cubicBezTo>
                  <a:pt x="286" y="1905381"/>
                  <a:pt x="381" y="1905286"/>
                  <a:pt x="381" y="1905191"/>
                </a:cubicBezTo>
                <a:cubicBezTo>
                  <a:pt x="381" y="1905095"/>
                  <a:pt x="286" y="1905000"/>
                  <a:pt x="191" y="1905000"/>
                </a:cubicBezTo>
                <a:cubicBezTo>
                  <a:pt x="95" y="1905000"/>
                  <a:pt x="0" y="1905095"/>
                  <a:pt x="0" y="1905191"/>
                </a:cubicBezTo>
                <a:cubicBezTo>
                  <a:pt x="0" y="1905286"/>
                  <a:pt x="95" y="1905381"/>
                  <a:pt x="191" y="1905381"/>
                </a:cubicBezTo>
                <a:close/>
                <a:moveTo>
                  <a:pt x="76391" y="1906524"/>
                </a:moveTo>
                <a:cubicBezTo>
                  <a:pt x="77057" y="1906524"/>
                  <a:pt x="77629" y="1905953"/>
                  <a:pt x="77629" y="1905286"/>
                </a:cubicBezTo>
                <a:cubicBezTo>
                  <a:pt x="77629" y="1904619"/>
                  <a:pt x="77057" y="1904048"/>
                  <a:pt x="76391" y="1904048"/>
                </a:cubicBezTo>
                <a:cubicBezTo>
                  <a:pt x="75724" y="1904048"/>
                  <a:pt x="75152" y="1904619"/>
                  <a:pt x="75152" y="1905286"/>
                </a:cubicBezTo>
                <a:cubicBezTo>
                  <a:pt x="75152" y="1905953"/>
                  <a:pt x="75724" y="1906524"/>
                  <a:pt x="76391" y="1906524"/>
                </a:cubicBezTo>
                <a:close/>
                <a:moveTo>
                  <a:pt x="152591" y="1907572"/>
                </a:moveTo>
                <a:cubicBezTo>
                  <a:pt x="153829" y="1907572"/>
                  <a:pt x="154877" y="1906524"/>
                  <a:pt x="154877" y="1905286"/>
                </a:cubicBezTo>
                <a:cubicBezTo>
                  <a:pt x="154877" y="1904048"/>
                  <a:pt x="153829" y="1903000"/>
                  <a:pt x="152591" y="1903000"/>
                </a:cubicBezTo>
                <a:cubicBezTo>
                  <a:pt x="151352" y="1903000"/>
                  <a:pt x="150305" y="1904048"/>
                  <a:pt x="150305" y="1905286"/>
                </a:cubicBezTo>
                <a:cubicBezTo>
                  <a:pt x="150305" y="1906524"/>
                  <a:pt x="151352" y="1907572"/>
                  <a:pt x="152591" y="1907572"/>
                </a:cubicBezTo>
                <a:close/>
                <a:moveTo>
                  <a:pt x="228791" y="1908810"/>
                </a:moveTo>
                <a:cubicBezTo>
                  <a:pt x="230791" y="1908810"/>
                  <a:pt x="232410" y="1907191"/>
                  <a:pt x="232410" y="1905191"/>
                </a:cubicBezTo>
                <a:cubicBezTo>
                  <a:pt x="232410" y="1903190"/>
                  <a:pt x="230791" y="1901571"/>
                  <a:pt x="228791" y="1901571"/>
                </a:cubicBezTo>
                <a:cubicBezTo>
                  <a:pt x="226790" y="1901571"/>
                  <a:pt x="225171" y="1903190"/>
                  <a:pt x="225171" y="1905191"/>
                </a:cubicBezTo>
                <a:cubicBezTo>
                  <a:pt x="225171" y="1907191"/>
                  <a:pt x="226790" y="1908810"/>
                  <a:pt x="228791" y="1908810"/>
                </a:cubicBezTo>
                <a:close/>
                <a:moveTo>
                  <a:pt x="304991" y="1909858"/>
                </a:moveTo>
                <a:cubicBezTo>
                  <a:pt x="307562" y="1909858"/>
                  <a:pt x="309658" y="1907762"/>
                  <a:pt x="309658" y="1905191"/>
                </a:cubicBezTo>
                <a:cubicBezTo>
                  <a:pt x="309658" y="1902619"/>
                  <a:pt x="307562" y="1900523"/>
                  <a:pt x="304991" y="1900523"/>
                </a:cubicBezTo>
                <a:cubicBezTo>
                  <a:pt x="302419" y="1900523"/>
                  <a:pt x="300323" y="1902619"/>
                  <a:pt x="300323" y="1905191"/>
                </a:cubicBezTo>
                <a:cubicBezTo>
                  <a:pt x="300323" y="1907762"/>
                  <a:pt x="302419" y="1909858"/>
                  <a:pt x="304991" y="1909858"/>
                </a:cubicBezTo>
                <a:close/>
                <a:moveTo>
                  <a:pt x="381191" y="1911096"/>
                </a:moveTo>
                <a:cubicBezTo>
                  <a:pt x="384429" y="1911096"/>
                  <a:pt x="387096" y="1908429"/>
                  <a:pt x="387096" y="1905191"/>
                </a:cubicBezTo>
                <a:cubicBezTo>
                  <a:pt x="387096" y="1901952"/>
                  <a:pt x="384429" y="1899285"/>
                  <a:pt x="381191" y="1899285"/>
                </a:cubicBezTo>
                <a:cubicBezTo>
                  <a:pt x="377952" y="1899285"/>
                  <a:pt x="375285" y="1901952"/>
                  <a:pt x="375285" y="1905191"/>
                </a:cubicBezTo>
                <a:cubicBezTo>
                  <a:pt x="375285" y="1908524"/>
                  <a:pt x="377952" y="1911096"/>
                  <a:pt x="381191" y="1911096"/>
                </a:cubicBezTo>
                <a:close/>
                <a:moveTo>
                  <a:pt x="457391" y="1912144"/>
                </a:moveTo>
                <a:cubicBezTo>
                  <a:pt x="461200" y="1912144"/>
                  <a:pt x="464344" y="1909001"/>
                  <a:pt x="464344" y="1905191"/>
                </a:cubicBezTo>
                <a:cubicBezTo>
                  <a:pt x="464344" y="1901381"/>
                  <a:pt x="461200" y="1898237"/>
                  <a:pt x="457391" y="1898237"/>
                </a:cubicBezTo>
                <a:cubicBezTo>
                  <a:pt x="453581" y="1898237"/>
                  <a:pt x="450437" y="1901381"/>
                  <a:pt x="450437" y="1905191"/>
                </a:cubicBezTo>
                <a:cubicBezTo>
                  <a:pt x="450437" y="1909001"/>
                  <a:pt x="453581" y="1912144"/>
                  <a:pt x="457391" y="1912144"/>
                </a:cubicBezTo>
                <a:close/>
                <a:moveTo>
                  <a:pt x="533591" y="1913287"/>
                </a:moveTo>
                <a:cubicBezTo>
                  <a:pt x="538067" y="1913287"/>
                  <a:pt x="541592" y="1909667"/>
                  <a:pt x="541592" y="1905286"/>
                </a:cubicBezTo>
                <a:cubicBezTo>
                  <a:pt x="541592" y="1900809"/>
                  <a:pt x="537972" y="1897285"/>
                  <a:pt x="533591" y="1897285"/>
                </a:cubicBezTo>
                <a:cubicBezTo>
                  <a:pt x="529114" y="1897285"/>
                  <a:pt x="525590" y="1900904"/>
                  <a:pt x="525590" y="1905286"/>
                </a:cubicBezTo>
                <a:cubicBezTo>
                  <a:pt x="525590" y="1909667"/>
                  <a:pt x="529209" y="1913287"/>
                  <a:pt x="533591" y="1913287"/>
                </a:cubicBezTo>
                <a:close/>
                <a:moveTo>
                  <a:pt x="609790" y="1914525"/>
                </a:moveTo>
                <a:cubicBezTo>
                  <a:pt x="614934" y="1914525"/>
                  <a:pt x="619125" y="1910334"/>
                  <a:pt x="619125" y="1905191"/>
                </a:cubicBezTo>
                <a:cubicBezTo>
                  <a:pt x="619125" y="1900047"/>
                  <a:pt x="614934" y="1895856"/>
                  <a:pt x="609790" y="1895856"/>
                </a:cubicBezTo>
                <a:cubicBezTo>
                  <a:pt x="604647" y="1895856"/>
                  <a:pt x="600456" y="1900047"/>
                  <a:pt x="600456" y="1905191"/>
                </a:cubicBezTo>
                <a:cubicBezTo>
                  <a:pt x="600551" y="1910334"/>
                  <a:pt x="604647" y="1914525"/>
                  <a:pt x="609790" y="1914525"/>
                </a:cubicBezTo>
                <a:close/>
                <a:moveTo>
                  <a:pt x="685990" y="1915763"/>
                </a:moveTo>
                <a:cubicBezTo>
                  <a:pt x="691801" y="1915763"/>
                  <a:pt x="696563" y="1911001"/>
                  <a:pt x="696563" y="1905191"/>
                </a:cubicBezTo>
                <a:cubicBezTo>
                  <a:pt x="696563" y="1899380"/>
                  <a:pt x="691801" y="1894618"/>
                  <a:pt x="685990" y="1894618"/>
                </a:cubicBezTo>
                <a:cubicBezTo>
                  <a:pt x="680180" y="1894618"/>
                  <a:pt x="675418" y="1899380"/>
                  <a:pt x="675418" y="1905191"/>
                </a:cubicBezTo>
                <a:cubicBezTo>
                  <a:pt x="675418" y="1911001"/>
                  <a:pt x="680180" y="1915763"/>
                  <a:pt x="685990" y="1915763"/>
                </a:cubicBezTo>
                <a:close/>
                <a:moveTo>
                  <a:pt x="762190" y="1916811"/>
                </a:moveTo>
                <a:cubicBezTo>
                  <a:pt x="768572" y="1916811"/>
                  <a:pt x="773811" y="1911572"/>
                  <a:pt x="773811" y="1905191"/>
                </a:cubicBezTo>
                <a:cubicBezTo>
                  <a:pt x="773811" y="1898809"/>
                  <a:pt x="768572" y="1893570"/>
                  <a:pt x="762190" y="1893570"/>
                </a:cubicBezTo>
                <a:cubicBezTo>
                  <a:pt x="755809" y="1893570"/>
                  <a:pt x="750570" y="1898809"/>
                  <a:pt x="750570" y="1905191"/>
                </a:cubicBezTo>
                <a:cubicBezTo>
                  <a:pt x="750570" y="1911668"/>
                  <a:pt x="755809" y="1916811"/>
                  <a:pt x="762190" y="1916811"/>
                </a:cubicBezTo>
                <a:close/>
                <a:moveTo>
                  <a:pt x="838390" y="1918145"/>
                </a:moveTo>
                <a:cubicBezTo>
                  <a:pt x="845534" y="1918145"/>
                  <a:pt x="851249" y="1912334"/>
                  <a:pt x="851249" y="1905286"/>
                </a:cubicBezTo>
                <a:cubicBezTo>
                  <a:pt x="851249" y="1898142"/>
                  <a:pt x="845439" y="1892427"/>
                  <a:pt x="838390" y="1892427"/>
                </a:cubicBezTo>
                <a:cubicBezTo>
                  <a:pt x="831247" y="1892427"/>
                  <a:pt x="825532" y="1898237"/>
                  <a:pt x="825532" y="1905286"/>
                </a:cubicBezTo>
                <a:cubicBezTo>
                  <a:pt x="825532" y="1912334"/>
                  <a:pt x="831247" y="1918145"/>
                  <a:pt x="838390" y="1918145"/>
                </a:cubicBezTo>
                <a:close/>
                <a:moveTo>
                  <a:pt x="914590" y="1919192"/>
                </a:moveTo>
                <a:cubicBezTo>
                  <a:pt x="922306" y="1919192"/>
                  <a:pt x="928497" y="1912906"/>
                  <a:pt x="928497" y="1905286"/>
                </a:cubicBezTo>
                <a:cubicBezTo>
                  <a:pt x="928497" y="1897571"/>
                  <a:pt x="922211" y="1891379"/>
                  <a:pt x="914590" y="1891379"/>
                </a:cubicBezTo>
                <a:cubicBezTo>
                  <a:pt x="906971" y="1891379"/>
                  <a:pt x="900684" y="1897666"/>
                  <a:pt x="900684" y="1905286"/>
                </a:cubicBezTo>
                <a:cubicBezTo>
                  <a:pt x="900684" y="1912906"/>
                  <a:pt x="906875" y="1919192"/>
                  <a:pt x="914590" y="1919192"/>
                </a:cubicBezTo>
                <a:close/>
                <a:moveTo>
                  <a:pt x="990790" y="1920431"/>
                </a:moveTo>
                <a:cubicBezTo>
                  <a:pt x="999173" y="1920431"/>
                  <a:pt x="1006031" y="1913573"/>
                  <a:pt x="1006031" y="1905191"/>
                </a:cubicBezTo>
                <a:cubicBezTo>
                  <a:pt x="1006031" y="1896809"/>
                  <a:pt x="999173" y="1889951"/>
                  <a:pt x="990790" y="1889951"/>
                </a:cubicBezTo>
                <a:cubicBezTo>
                  <a:pt x="982409" y="1889951"/>
                  <a:pt x="975551" y="1896809"/>
                  <a:pt x="975551" y="1905191"/>
                </a:cubicBezTo>
                <a:cubicBezTo>
                  <a:pt x="975551" y="1913573"/>
                  <a:pt x="982409" y="1920431"/>
                  <a:pt x="990790" y="1920431"/>
                </a:cubicBezTo>
                <a:close/>
                <a:moveTo>
                  <a:pt x="1066991" y="1921478"/>
                </a:moveTo>
                <a:cubicBezTo>
                  <a:pt x="1075944" y="1921478"/>
                  <a:pt x="1083278" y="1914239"/>
                  <a:pt x="1083278" y="1905191"/>
                </a:cubicBezTo>
                <a:cubicBezTo>
                  <a:pt x="1083278" y="1896142"/>
                  <a:pt x="1076039" y="1888903"/>
                  <a:pt x="1066991" y="1888903"/>
                </a:cubicBezTo>
                <a:cubicBezTo>
                  <a:pt x="1058037" y="1888903"/>
                  <a:pt x="1050703" y="1896142"/>
                  <a:pt x="1050703" y="1905191"/>
                </a:cubicBezTo>
                <a:cubicBezTo>
                  <a:pt x="1050703" y="1914239"/>
                  <a:pt x="1058037" y="1921478"/>
                  <a:pt x="1066991" y="1921478"/>
                </a:cubicBezTo>
                <a:close/>
                <a:moveTo>
                  <a:pt x="1143191" y="1922717"/>
                </a:moveTo>
                <a:cubicBezTo>
                  <a:pt x="1152906" y="1922717"/>
                  <a:pt x="1160717" y="1914906"/>
                  <a:pt x="1160717" y="1905191"/>
                </a:cubicBezTo>
                <a:cubicBezTo>
                  <a:pt x="1160717" y="1895475"/>
                  <a:pt x="1152906" y="1887664"/>
                  <a:pt x="1143191" y="1887664"/>
                </a:cubicBezTo>
                <a:cubicBezTo>
                  <a:pt x="1133475" y="1887664"/>
                  <a:pt x="1125665" y="1895475"/>
                  <a:pt x="1125665" y="1905191"/>
                </a:cubicBezTo>
                <a:cubicBezTo>
                  <a:pt x="1125665" y="1914906"/>
                  <a:pt x="1133570" y="1922717"/>
                  <a:pt x="1143191" y="1922717"/>
                </a:cubicBezTo>
                <a:close/>
                <a:moveTo>
                  <a:pt x="1219391" y="1923764"/>
                </a:moveTo>
                <a:cubicBezTo>
                  <a:pt x="1229678" y="1923764"/>
                  <a:pt x="1237964" y="1915478"/>
                  <a:pt x="1237964" y="1905191"/>
                </a:cubicBezTo>
                <a:cubicBezTo>
                  <a:pt x="1237964" y="1894904"/>
                  <a:pt x="1229678" y="1886617"/>
                  <a:pt x="1219391" y="1886617"/>
                </a:cubicBezTo>
                <a:cubicBezTo>
                  <a:pt x="1209104" y="1886617"/>
                  <a:pt x="1200817" y="1894904"/>
                  <a:pt x="1200817" y="1905191"/>
                </a:cubicBezTo>
                <a:cubicBezTo>
                  <a:pt x="1200817" y="1915478"/>
                  <a:pt x="1209104" y="1923764"/>
                  <a:pt x="1219391" y="1923764"/>
                </a:cubicBezTo>
                <a:close/>
                <a:moveTo>
                  <a:pt x="1295591" y="1925098"/>
                </a:moveTo>
                <a:cubicBezTo>
                  <a:pt x="1306544" y="1925098"/>
                  <a:pt x="1315498" y="1916239"/>
                  <a:pt x="1315498" y="1905191"/>
                </a:cubicBezTo>
                <a:cubicBezTo>
                  <a:pt x="1315498" y="1894142"/>
                  <a:pt x="1306639" y="1885283"/>
                  <a:pt x="1295591" y="1885283"/>
                </a:cubicBezTo>
                <a:cubicBezTo>
                  <a:pt x="1284637" y="1885283"/>
                  <a:pt x="1275683" y="1894142"/>
                  <a:pt x="1275683" y="1905191"/>
                </a:cubicBezTo>
                <a:cubicBezTo>
                  <a:pt x="1275683" y="1916239"/>
                  <a:pt x="1284637" y="1925098"/>
                  <a:pt x="1295591" y="1925098"/>
                </a:cubicBezTo>
                <a:close/>
                <a:moveTo>
                  <a:pt x="1371791" y="1926146"/>
                </a:moveTo>
                <a:cubicBezTo>
                  <a:pt x="1383316" y="1926146"/>
                  <a:pt x="1392746" y="1916811"/>
                  <a:pt x="1392746" y="1905191"/>
                </a:cubicBezTo>
                <a:cubicBezTo>
                  <a:pt x="1392746" y="1893570"/>
                  <a:pt x="1383411" y="1884236"/>
                  <a:pt x="1371791" y="1884236"/>
                </a:cubicBezTo>
                <a:cubicBezTo>
                  <a:pt x="1360170" y="1884236"/>
                  <a:pt x="1350836" y="1893570"/>
                  <a:pt x="1350836" y="1905191"/>
                </a:cubicBezTo>
                <a:cubicBezTo>
                  <a:pt x="1350836" y="1916811"/>
                  <a:pt x="1360265" y="1926146"/>
                  <a:pt x="1371791" y="1926146"/>
                </a:cubicBezTo>
                <a:close/>
                <a:moveTo>
                  <a:pt x="1447991" y="1927193"/>
                </a:moveTo>
                <a:cubicBezTo>
                  <a:pt x="1460087" y="1927193"/>
                  <a:pt x="1469993" y="1917383"/>
                  <a:pt x="1469993" y="1905191"/>
                </a:cubicBezTo>
                <a:cubicBezTo>
                  <a:pt x="1469993" y="1892999"/>
                  <a:pt x="1460183" y="1883188"/>
                  <a:pt x="1447991" y="1883188"/>
                </a:cubicBezTo>
                <a:cubicBezTo>
                  <a:pt x="1435799" y="1883188"/>
                  <a:pt x="1425988" y="1892999"/>
                  <a:pt x="1425988" y="1905191"/>
                </a:cubicBezTo>
                <a:cubicBezTo>
                  <a:pt x="1425988" y="1917383"/>
                  <a:pt x="1435894" y="1927193"/>
                  <a:pt x="1447991" y="1927193"/>
                </a:cubicBezTo>
                <a:close/>
                <a:moveTo>
                  <a:pt x="1524191" y="1928241"/>
                </a:moveTo>
                <a:cubicBezTo>
                  <a:pt x="1536954" y="1928241"/>
                  <a:pt x="1547241" y="1917954"/>
                  <a:pt x="1547241" y="1905191"/>
                </a:cubicBezTo>
                <a:cubicBezTo>
                  <a:pt x="1547241" y="1892427"/>
                  <a:pt x="1536954" y="1882140"/>
                  <a:pt x="1524191" y="1882140"/>
                </a:cubicBezTo>
                <a:cubicBezTo>
                  <a:pt x="1511427" y="1882140"/>
                  <a:pt x="1501140" y="1892427"/>
                  <a:pt x="1501140" y="1905191"/>
                </a:cubicBezTo>
                <a:cubicBezTo>
                  <a:pt x="1501140" y="1917954"/>
                  <a:pt x="1511522" y="1928241"/>
                  <a:pt x="1524191" y="1928241"/>
                </a:cubicBezTo>
                <a:close/>
                <a:moveTo>
                  <a:pt x="1600391" y="1929098"/>
                </a:moveTo>
                <a:cubicBezTo>
                  <a:pt x="1613535" y="1929098"/>
                  <a:pt x="1624298" y="1918430"/>
                  <a:pt x="1624298" y="1905191"/>
                </a:cubicBezTo>
                <a:cubicBezTo>
                  <a:pt x="1624298" y="1892046"/>
                  <a:pt x="1613630" y="1881283"/>
                  <a:pt x="1600391" y="1881283"/>
                </a:cubicBezTo>
                <a:cubicBezTo>
                  <a:pt x="1587246" y="1881283"/>
                  <a:pt x="1576483" y="1891951"/>
                  <a:pt x="1576483" y="1905191"/>
                </a:cubicBezTo>
                <a:cubicBezTo>
                  <a:pt x="1576578" y="1918430"/>
                  <a:pt x="1587246" y="1929098"/>
                  <a:pt x="1600391" y="1929098"/>
                </a:cubicBezTo>
                <a:close/>
                <a:moveTo>
                  <a:pt x="1676591" y="1929765"/>
                </a:moveTo>
                <a:cubicBezTo>
                  <a:pt x="1690116" y="1929765"/>
                  <a:pt x="1701070" y="1918811"/>
                  <a:pt x="1701070" y="1905286"/>
                </a:cubicBezTo>
                <a:cubicBezTo>
                  <a:pt x="1701070" y="1891760"/>
                  <a:pt x="1690116" y="1880807"/>
                  <a:pt x="1676591" y="1880807"/>
                </a:cubicBezTo>
                <a:cubicBezTo>
                  <a:pt x="1663065" y="1880807"/>
                  <a:pt x="1652111" y="1891760"/>
                  <a:pt x="1652111" y="1905286"/>
                </a:cubicBezTo>
                <a:cubicBezTo>
                  <a:pt x="1652111" y="1918811"/>
                  <a:pt x="1663065" y="1929765"/>
                  <a:pt x="1676591" y="1929765"/>
                </a:cubicBezTo>
                <a:close/>
                <a:moveTo>
                  <a:pt x="1752791" y="1930146"/>
                </a:moveTo>
                <a:cubicBezTo>
                  <a:pt x="1766602" y="1930146"/>
                  <a:pt x="1777746" y="1919002"/>
                  <a:pt x="1777746" y="1905191"/>
                </a:cubicBezTo>
                <a:cubicBezTo>
                  <a:pt x="1777746" y="1891379"/>
                  <a:pt x="1766602" y="1880235"/>
                  <a:pt x="1752791" y="1880235"/>
                </a:cubicBezTo>
                <a:cubicBezTo>
                  <a:pt x="1738979" y="1880235"/>
                  <a:pt x="1727835" y="1891379"/>
                  <a:pt x="1727835" y="1905191"/>
                </a:cubicBezTo>
                <a:cubicBezTo>
                  <a:pt x="1727835" y="1919002"/>
                  <a:pt x="1739075" y="1930146"/>
                  <a:pt x="1752791" y="1930146"/>
                </a:cubicBezTo>
                <a:close/>
                <a:moveTo>
                  <a:pt x="1828991" y="1929956"/>
                </a:moveTo>
                <a:cubicBezTo>
                  <a:pt x="1842611" y="1929956"/>
                  <a:pt x="1853756" y="1918907"/>
                  <a:pt x="1853756" y="1905191"/>
                </a:cubicBezTo>
                <a:cubicBezTo>
                  <a:pt x="1853756" y="1891570"/>
                  <a:pt x="1842707" y="1880426"/>
                  <a:pt x="1828991" y="1880426"/>
                </a:cubicBezTo>
                <a:cubicBezTo>
                  <a:pt x="1815370" y="1880426"/>
                  <a:pt x="1804226" y="1891475"/>
                  <a:pt x="1804226" y="1905191"/>
                </a:cubicBezTo>
                <a:cubicBezTo>
                  <a:pt x="1804321" y="1918907"/>
                  <a:pt x="1815370" y="1929956"/>
                  <a:pt x="1828991" y="1929956"/>
                </a:cubicBezTo>
                <a:close/>
                <a:moveTo>
                  <a:pt x="1905191" y="1929098"/>
                </a:moveTo>
                <a:cubicBezTo>
                  <a:pt x="1918335" y="1929098"/>
                  <a:pt x="1929098" y="1918430"/>
                  <a:pt x="1929098" y="1905191"/>
                </a:cubicBezTo>
                <a:cubicBezTo>
                  <a:pt x="1929098" y="1892046"/>
                  <a:pt x="1918430" y="1881283"/>
                  <a:pt x="1905191" y="1881283"/>
                </a:cubicBezTo>
                <a:cubicBezTo>
                  <a:pt x="1892046" y="1881283"/>
                  <a:pt x="1881283" y="1891951"/>
                  <a:pt x="1881283" y="1905191"/>
                </a:cubicBezTo>
                <a:cubicBezTo>
                  <a:pt x="1881378" y="1918430"/>
                  <a:pt x="1892046" y="1929098"/>
                  <a:pt x="1905191" y="1929098"/>
                </a:cubicBezTo>
                <a:close/>
                <a:moveTo>
                  <a:pt x="1981391" y="1928241"/>
                </a:moveTo>
                <a:cubicBezTo>
                  <a:pt x="1994154" y="1928241"/>
                  <a:pt x="2004441" y="1917954"/>
                  <a:pt x="2004441" y="1905191"/>
                </a:cubicBezTo>
                <a:cubicBezTo>
                  <a:pt x="2004441" y="1892427"/>
                  <a:pt x="1994154" y="1882140"/>
                  <a:pt x="1981391" y="1882140"/>
                </a:cubicBezTo>
                <a:cubicBezTo>
                  <a:pt x="1968627" y="1882140"/>
                  <a:pt x="1958340" y="1892427"/>
                  <a:pt x="1958340" y="1905191"/>
                </a:cubicBezTo>
                <a:cubicBezTo>
                  <a:pt x="1958340" y="1917954"/>
                  <a:pt x="1968722" y="1928241"/>
                  <a:pt x="1981391" y="1928241"/>
                </a:cubicBezTo>
                <a:close/>
                <a:moveTo>
                  <a:pt x="2057591" y="1927193"/>
                </a:moveTo>
                <a:cubicBezTo>
                  <a:pt x="2069687" y="1927193"/>
                  <a:pt x="2079593" y="1917383"/>
                  <a:pt x="2079593" y="1905191"/>
                </a:cubicBezTo>
                <a:cubicBezTo>
                  <a:pt x="2079593" y="1892999"/>
                  <a:pt x="2069783" y="1883188"/>
                  <a:pt x="2057591" y="1883188"/>
                </a:cubicBezTo>
                <a:cubicBezTo>
                  <a:pt x="2045399" y="1883188"/>
                  <a:pt x="2035588" y="1892999"/>
                  <a:pt x="2035588" y="1905191"/>
                </a:cubicBezTo>
                <a:cubicBezTo>
                  <a:pt x="2035588" y="1917383"/>
                  <a:pt x="2045494" y="1927193"/>
                  <a:pt x="2057591" y="1927193"/>
                </a:cubicBezTo>
                <a:close/>
                <a:moveTo>
                  <a:pt x="2133791" y="1926146"/>
                </a:moveTo>
                <a:cubicBezTo>
                  <a:pt x="2145316" y="1926146"/>
                  <a:pt x="2154746" y="1916811"/>
                  <a:pt x="2154746" y="1905191"/>
                </a:cubicBezTo>
                <a:cubicBezTo>
                  <a:pt x="2154746" y="1893570"/>
                  <a:pt x="2145411" y="1884236"/>
                  <a:pt x="2133791" y="1884236"/>
                </a:cubicBezTo>
                <a:cubicBezTo>
                  <a:pt x="2122170" y="1884236"/>
                  <a:pt x="2112836" y="1893570"/>
                  <a:pt x="2112836" y="1905191"/>
                </a:cubicBezTo>
                <a:cubicBezTo>
                  <a:pt x="2112836" y="1916811"/>
                  <a:pt x="2122265" y="1926146"/>
                  <a:pt x="2133791" y="1926146"/>
                </a:cubicBezTo>
                <a:close/>
                <a:moveTo>
                  <a:pt x="2209991" y="1925098"/>
                </a:moveTo>
                <a:cubicBezTo>
                  <a:pt x="2220944" y="1925098"/>
                  <a:pt x="2229898" y="1916239"/>
                  <a:pt x="2229898" y="1905191"/>
                </a:cubicBezTo>
                <a:cubicBezTo>
                  <a:pt x="2229898" y="1894142"/>
                  <a:pt x="2221040" y="1885283"/>
                  <a:pt x="2209991" y="1885283"/>
                </a:cubicBezTo>
                <a:cubicBezTo>
                  <a:pt x="2199037" y="1885283"/>
                  <a:pt x="2190083" y="1894142"/>
                  <a:pt x="2190083" y="1905191"/>
                </a:cubicBezTo>
                <a:cubicBezTo>
                  <a:pt x="2190083" y="1916239"/>
                  <a:pt x="2199037" y="1925098"/>
                  <a:pt x="2209991" y="1925098"/>
                </a:cubicBezTo>
                <a:close/>
                <a:moveTo>
                  <a:pt x="2286191" y="1924050"/>
                </a:moveTo>
                <a:cubicBezTo>
                  <a:pt x="2296573" y="1924050"/>
                  <a:pt x="2304955" y="1915668"/>
                  <a:pt x="2304955" y="1905286"/>
                </a:cubicBezTo>
                <a:cubicBezTo>
                  <a:pt x="2304955" y="1894904"/>
                  <a:pt x="2296573" y="1886522"/>
                  <a:pt x="2286191" y="1886522"/>
                </a:cubicBezTo>
                <a:cubicBezTo>
                  <a:pt x="2275808" y="1886522"/>
                  <a:pt x="2267426" y="1894904"/>
                  <a:pt x="2267426" y="1905286"/>
                </a:cubicBezTo>
                <a:cubicBezTo>
                  <a:pt x="2267426" y="1915573"/>
                  <a:pt x="2275808" y="1924050"/>
                  <a:pt x="2286191" y="1924050"/>
                </a:cubicBezTo>
                <a:close/>
                <a:moveTo>
                  <a:pt x="2362391" y="1922717"/>
                </a:moveTo>
                <a:cubicBezTo>
                  <a:pt x="2372106" y="1922717"/>
                  <a:pt x="2379917" y="1914906"/>
                  <a:pt x="2379917" y="1905191"/>
                </a:cubicBezTo>
                <a:cubicBezTo>
                  <a:pt x="2379917" y="1895475"/>
                  <a:pt x="2372106" y="1887664"/>
                  <a:pt x="2362391" y="1887664"/>
                </a:cubicBezTo>
                <a:cubicBezTo>
                  <a:pt x="2352675" y="1887664"/>
                  <a:pt x="2344865" y="1895475"/>
                  <a:pt x="2344865" y="1905191"/>
                </a:cubicBezTo>
                <a:cubicBezTo>
                  <a:pt x="2344865" y="1914906"/>
                  <a:pt x="2352770" y="1922717"/>
                  <a:pt x="2362391" y="1922717"/>
                </a:cubicBezTo>
                <a:close/>
                <a:moveTo>
                  <a:pt x="2438591" y="1921669"/>
                </a:moveTo>
                <a:cubicBezTo>
                  <a:pt x="2447735" y="1921669"/>
                  <a:pt x="2455069" y="1914335"/>
                  <a:pt x="2455069" y="1905191"/>
                </a:cubicBezTo>
                <a:cubicBezTo>
                  <a:pt x="2455069" y="1896047"/>
                  <a:pt x="2447735" y="1888712"/>
                  <a:pt x="2438591" y="1888712"/>
                </a:cubicBezTo>
                <a:cubicBezTo>
                  <a:pt x="2429447" y="1888712"/>
                  <a:pt x="2422112" y="1896047"/>
                  <a:pt x="2422112" y="1905191"/>
                </a:cubicBezTo>
                <a:cubicBezTo>
                  <a:pt x="2422112" y="1914335"/>
                  <a:pt x="2429542" y="1921669"/>
                  <a:pt x="2438591" y="1921669"/>
                </a:cubicBezTo>
                <a:close/>
                <a:moveTo>
                  <a:pt x="2514791" y="1920431"/>
                </a:moveTo>
                <a:cubicBezTo>
                  <a:pt x="2523173" y="1920431"/>
                  <a:pt x="2530031" y="1913573"/>
                  <a:pt x="2530031" y="1905191"/>
                </a:cubicBezTo>
                <a:cubicBezTo>
                  <a:pt x="2530031" y="1896809"/>
                  <a:pt x="2523173" y="1889951"/>
                  <a:pt x="2514791" y="1889951"/>
                </a:cubicBezTo>
                <a:cubicBezTo>
                  <a:pt x="2506409" y="1889951"/>
                  <a:pt x="2499551" y="1896809"/>
                  <a:pt x="2499551" y="1905191"/>
                </a:cubicBezTo>
                <a:cubicBezTo>
                  <a:pt x="2499551" y="1913573"/>
                  <a:pt x="2506409" y="1920431"/>
                  <a:pt x="2514791" y="1920431"/>
                </a:cubicBezTo>
                <a:close/>
                <a:moveTo>
                  <a:pt x="2590991" y="1919383"/>
                </a:moveTo>
                <a:cubicBezTo>
                  <a:pt x="2598801" y="1919383"/>
                  <a:pt x="2605183" y="1913001"/>
                  <a:pt x="2605183" y="1905191"/>
                </a:cubicBezTo>
                <a:cubicBezTo>
                  <a:pt x="2605183" y="1897380"/>
                  <a:pt x="2598801" y="1890998"/>
                  <a:pt x="2590991" y="1890998"/>
                </a:cubicBezTo>
                <a:cubicBezTo>
                  <a:pt x="2583180" y="1890998"/>
                  <a:pt x="2576798" y="1897380"/>
                  <a:pt x="2576798" y="1905191"/>
                </a:cubicBezTo>
                <a:cubicBezTo>
                  <a:pt x="2576894" y="1913001"/>
                  <a:pt x="2583180" y="1919383"/>
                  <a:pt x="2590991" y="1919383"/>
                </a:cubicBezTo>
                <a:close/>
                <a:moveTo>
                  <a:pt x="2667191" y="1918145"/>
                </a:moveTo>
                <a:cubicBezTo>
                  <a:pt x="2674334" y="1918145"/>
                  <a:pt x="2680049" y="1912334"/>
                  <a:pt x="2680049" y="1905286"/>
                </a:cubicBezTo>
                <a:cubicBezTo>
                  <a:pt x="2680049" y="1898142"/>
                  <a:pt x="2674239" y="1892427"/>
                  <a:pt x="2667191" y="1892427"/>
                </a:cubicBezTo>
                <a:cubicBezTo>
                  <a:pt x="2660047" y="1892427"/>
                  <a:pt x="2654332" y="1898237"/>
                  <a:pt x="2654332" y="1905286"/>
                </a:cubicBezTo>
                <a:cubicBezTo>
                  <a:pt x="2654332" y="1912334"/>
                  <a:pt x="2660047" y="1918145"/>
                  <a:pt x="2667191" y="1918145"/>
                </a:cubicBezTo>
                <a:close/>
                <a:moveTo>
                  <a:pt x="2743391" y="1917002"/>
                </a:moveTo>
                <a:cubicBezTo>
                  <a:pt x="2749963" y="1917002"/>
                  <a:pt x="2755202" y="1911668"/>
                  <a:pt x="2755202" y="1905191"/>
                </a:cubicBezTo>
                <a:cubicBezTo>
                  <a:pt x="2755202" y="1898714"/>
                  <a:pt x="2749868" y="1893380"/>
                  <a:pt x="2743391" y="1893380"/>
                </a:cubicBezTo>
                <a:cubicBezTo>
                  <a:pt x="2736818" y="1893380"/>
                  <a:pt x="2731580" y="1898714"/>
                  <a:pt x="2731580" y="1905191"/>
                </a:cubicBezTo>
                <a:cubicBezTo>
                  <a:pt x="2731580" y="1911668"/>
                  <a:pt x="2736914" y="1917002"/>
                  <a:pt x="2743391" y="1917002"/>
                </a:cubicBezTo>
                <a:close/>
                <a:moveTo>
                  <a:pt x="2819591" y="1915954"/>
                </a:moveTo>
                <a:cubicBezTo>
                  <a:pt x="2825496" y="1915954"/>
                  <a:pt x="2830354" y="1911096"/>
                  <a:pt x="2830354" y="1905191"/>
                </a:cubicBezTo>
                <a:cubicBezTo>
                  <a:pt x="2830354" y="1899285"/>
                  <a:pt x="2825496" y="1894427"/>
                  <a:pt x="2819591" y="1894427"/>
                </a:cubicBezTo>
                <a:cubicBezTo>
                  <a:pt x="2813685" y="1894427"/>
                  <a:pt x="2808828" y="1899285"/>
                  <a:pt x="2808828" y="1905191"/>
                </a:cubicBezTo>
                <a:cubicBezTo>
                  <a:pt x="2808828" y="1911096"/>
                  <a:pt x="2813685" y="1915954"/>
                  <a:pt x="2819591" y="1915954"/>
                </a:cubicBezTo>
                <a:close/>
                <a:moveTo>
                  <a:pt x="2895791" y="1914716"/>
                </a:moveTo>
                <a:cubicBezTo>
                  <a:pt x="2901029" y="1914716"/>
                  <a:pt x="2905316" y="1910429"/>
                  <a:pt x="2905316" y="1905191"/>
                </a:cubicBezTo>
                <a:cubicBezTo>
                  <a:pt x="2905316" y="1899952"/>
                  <a:pt x="2901029" y="1895666"/>
                  <a:pt x="2895791" y="1895666"/>
                </a:cubicBezTo>
                <a:cubicBezTo>
                  <a:pt x="2890552" y="1895666"/>
                  <a:pt x="2886266" y="1899952"/>
                  <a:pt x="2886266" y="1905191"/>
                </a:cubicBezTo>
                <a:cubicBezTo>
                  <a:pt x="2886266" y="1910429"/>
                  <a:pt x="2890552" y="1914716"/>
                  <a:pt x="2895791" y="1914716"/>
                </a:cubicBezTo>
                <a:close/>
                <a:moveTo>
                  <a:pt x="2971991" y="1913477"/>
                </a:moveTo>
                <a:cubicBezTo>
                  <a:pt x="2976563" y="1913477"/>
                  <a:pt x="2980278" y="1909763"/>
                  <a:pt x="2980278" y="1905191"/>
                </a:cubicBezTo>
                <a:cubicBezTo>
                  <a:pt x="2980278" y="1900618"/>
                  <a:pt x="2976563" y="1896904"/>
                  <a:pt x="2971991" y="1896904"/>
                </a:cubicBezTo>
                <a:cubicBezTo>
                  <a:pt x="2967419" y="1896904"/>
                  <a:pt x="2963704" y="1900618"/>
                  <a:pt x="2963704" y="1905191"/>
                </a:cubicBezTo>
                <a:cubicBezTo>
                  <a:pt x="2963704" y="1909763"/>
                  <a:pt x="2967419" y="1913477"/>
                  <a:pt x="2971991" y="1913477"/>
                </a:cubicBezTo>
                <a:close/>
                <a:moveTo>
                  <a:pt x="3048191" y="1912430"/>
                </a:moveTo>
                <a:cubicBezTo>
                  <a:pt x="3052191" y="1912430"/>
                  <a:pt x="3055334" y="1909191"/>
                  <a:pt x="3055334" y="1905286"/>
                </a:cubicBezTo>
                <a:cubicBezTo>
                  <a:pt x="3055334" y="1901285"/>
                  <a:pt x="3052096" y="1898142"/>
                  <a:pt x="3048191" y="1898142"/>
                </a:cubicBezTo>
                <a:cubicBezTo>
                  <a:pt x="3044190" y="1898142"/>
                  <a:pt x="3041047" y="1901381"/>
                  <a:pt x="3041047" y="1905286"/>
                </a:cubicBezTo>
                <a:cubicBezTo>
                  <a:pt x="3041047" y="1909191"/>
                  <a:pt x="3044285" y="1912430"/>
                  <a:pt x="3048191" y="1912430"/>
                </a:cubicBezTo>
                <a:close/>
                <a:moveTo>
                  <a:pt x="3124391" y="1911096"/>
                </a:moveTo>
                <a:cubicBezTo>
                  <a:pt x="3127629" y="1911096"/>
                  <a:pt x="3130296" y="1908429"/>
                  <a:pt x="3130296" y="1905191"/>
                </a:cubicBezTo>
                <a:cubicBezTo>
                  <a:pt x="3130296" y="1901952"/>
                  <a:pt x="3127629" y="1899285"/>
                  <a:pt x="3124391" y="1899285"/>
                </a:cubicBezTo>
                <a:cubicBezTo>
                  <a:pt x="3121152" y="1899285"/>
                  <a:pt x="3118485" y="1901952"/>
                  <a:pt x="3118485" y="1905191"/>
                </a:cubicBezTo>
                <a:cubicBezTo>
                  <a:pt x="3118485" y="1908524"/>
                  <a:pt x="3121152" y="1911096"/>
                  <a:pt x="3124391" y="1911096"/>
                </a:cubicBezTo>
                <a:close/>
                <a:moveTo>
                  <a:pt x="3200591" y="1910048"/>
                </a:moveTo>
                <a:cubicBezTo>
                  <a:pt x="3203258" y="1910048"/>
                  <a:pt x="3205448" y="1907858"/>
                  <a:pt x="3205448" y="1905191"/>
                </a:cubicBezTo>
                <a:cubicBezTo>
                  <a:pt x="3205448" y="1902524"/>
                  <a:pt x="3203258" y="1900333"/>
                  <a:pt x="3200591" y="1900333"/>
                </a:cubicBezTo>
                <a:cubicBezTo>
                  <a:pt x="3197924" y="1900333"/>
                  <a:pt x="3195733" y="1902524"/>
                  <a:pt x="3195733" y="1905191"/>
                </a:cubicBezTo>
                <a:cubicBezTo>
                  <a:pt x="3195733" y="1907858"/>
                  <a:pt x="3197924" y="1910048"/>
                  <a:pt x="3200591" y="1910048"/>
                </a:cubicBezTo>
                <a:close/>
                <a:moveTo>
                  <a:pt x="3276791" y="1908810"/>
                </a:moveTo>
                <a:cubicBezTo>
                  <a:pt x="3278791" y="1908810"/>
                  <a:pt x="3280410" y="1907191"/>
                  <a:pt x="3280410" y="1905191"/>
                </a:cubicBezTo>
                <a:cubicBezTo>
                  <a:pt x="3280410" y="1903190"/>
                  <a:pt x="3278791" y="1901571"/>
                  <a:pt x="3276791" y="1901571"/>
                </a:cubicBezTo>
                <a:cubicBezTo>
                  <a:pt x="3274790" y="1901571"/>
                  <a:pt x="3273171" y="1903190"/>
                  <a:pt x="3273171" y="1905191"/>
                </a:cubicBezTo>
                <a:cubicBezTo>
                  <a:pt x="3273171" y="1907191"/>
                  <a:pt x="3274790" y="1908810"/>
                  <a:pt x="3276791" y="1908810"/>
                </a:cubicBezTo>
                <a:close/>
                <a:moveTo>
                  <a:pt x="3352991" y="1907762"/>
                </a:moveTo>
                <a:cubicBezTo>
                  <a:pt x="3354420" y="1907762"/>
                  <a:pt x="3355562" y="1906619"/>
                  <a:pt x="3355562" y="1905191"/>
                </a:cubicBezTo>
                <a:cubicBezTo>
                  <a:pt x="3355562" y="1903762"/>
                  <a:pt x="3354420" y="1902619"/>
                  <a:pt x="3352991" y="1902619"/>
                </a:cubicBezTo>
                <a:cubicBezTo>
                  <a:pt x="3351562" y="1902619"/>
                  <a:pt x="3350419" y="1903762"/>
                  <a:pt x="3350419" y="1905191"/>
                </a:cubicBezTo>
                <a:cubicBezTo>
                  <a:pt x="3350419" y="1906619"/>
                  <a:pt x="3351657" y="1907762"/>
                  <a:pt x="3352991" y="1907762"/>
                </a:cubicBezTo>
                <a:close/>
                <a:moveTo>
                  <a:pt x="3429191" y="1906524"/>
                </a:moveTo>
                <a:cubicBezTo>
                  <a:pt x="3429857" y="1906524"/>
                  <a:pt x="3430429" y="1905953"/>
                  <a:pt x="3430429" y="1905286"/>
                </a:cubicBezTo>
                <a:cubicBezTo>
                  <a:pt x="3430429" y="1904619"/>
                  <a:pt x="3429857" y="1904048"/>
                  <a:pt x="3429191" y="1904048"/>
                </a:cubicBezTo>
                <a:cubicBezTo>
                  <a:pt x="3428524" y="1904048"/>
                  <a:pt x="3427953" y="1904619"/>
                  <a:pt x="3427953" y="1905286"/>
                </a:cubicBezTo>
                <a:cubicBezTo>
                  <a:pt x="3427953" y="1905953"/>
                  <a:pt x="3428524" y="1906524"/>
                  <a:pt x="3429191" y="1906524"/>
                </a:cubicBezTo>
                <a:close/>
                <a:moveTo>
                  <a:pt x="3505391" y="1905381"/>
                </a:moveTo>
                <a:cubicBezTo>
                  <a:pt x="3505486" y="1905381"/>
                  <a:pt x="3505581" y="1905286"/>
                  <a:pt x="3505581" y="1905191"/>
                </a:cubicBezTo>
                <a:cubicBezTo>
                  <a:pt x="3505581" y="1905095"/>
                  <a:pt x="3505486" y="1905000"/>
                  <a:pt x="3505391" y="1905000"/>
                </a:cubicBezTo>
                <a:cubicBezTo>
                  <a:pt x="3505295" y="1905000"/>
                  <a:pt x="3505200" y="1905095"/>
                  <a:pt x="3505200" y="1905191"/>
                </a:cubicBezTo>
                <a:cubicBezTo>
                  <a:pt x="3505200" y="1905286"/>
                  <a:pt x="3505295" y="1905381"/>
                  <a:pt x="3505391" y="1905381"/>
                </a:cubicBezTo>
                <a:close/>
                <a:moveTo>
                  <a:pt x="76391" y="1982438"/>
                </a:moveTo>
                <a:cubicBezTo>
                  <a:pt x="76962" y="1982438"/>
                  <a:pt x="77438" y="1981962"/>
                  <a:pt x="77438" y="1981391"/>
                </a:cubicBezTo>
                <a:cubicBezTo>
                  <a:pt x="77438" y="1980819"/>
                  <a:pt x="76962" y="1980343"/>
                  <a:pt x="76391" y="1980343"/>
                </a:cubicBezTo>
                <a:cubicBezTo>
                  <a:pt x="75819" y="1980343"/>
                  <a:pt x="75343" y="1980819"/>
                  <a:pt x="75343" y="1981391"/>
                </a:cubicBezTo>
                <a:cubicBezTo>
                  <a:pt x="75343" y="1981962"/>
                  <a:pt x="75819" y="1982438"/>
                  <a:pt x="76391" y="1982438"/>
                </a:cubicBezTo>
                <a:close/>
                <a:moveTo>
                  <a:pt x="152591" y="1983486"/>
                </a:moveTo>
                <a:cubicBezTo>
                  <a:pt x="153734" y="1983486"/>
                  <a:pt x="154686" y="1982534"/>
                  <a:pt x="154686" y="1981391"/>
                </a:cubicBezTo>
                <a:cubicBezTo>
                  <a:pt x="154686" y="1980248"/>
                  <a:pt x="153734" y="1979295"/>
                  <a:pt x="152591" y="1979295"/>
                </a:cubicBezTo>
                <a:cubicBezTo>
                  <a:pt x="151448" y="1979295"/>
                  <a:pt x="150495" y="1980248"/>
                  <a:pt x="150495" y="1981391"/>
                </a:cubicBezTo>
                <a:cubicBezTo>
                  <a:pt x="150495" y="1982534"/>
                  <a:pt x="151448" y="1983486"/>
                  <a:pt x="152591" y="1983486"/>
                </a:cubicBezTo>
                <a:close/>
                <a:moveTo>
                  <a:pt x="228791" y="1984820"/>
                </a:moveTo>
                <a:cubicBezTo>
                  <a:pt x="230696" y="1984820"/>
                  <a:pt x="232124" y="1983296"/>
                  <a:pt x="232124" y="1981486"/>
                </a:cubicBezTo>
                <a:cubicBezTo>
                  <a:pt x="232124" y="1979676"/>
                  <a:pt x="230600" y="1978152"/>
                  <a:pt x="228791" y="1978152"/>
                </a:cubicBezTo>
                <a:cubicBezTo>
                  <a:pt x="226886" y="1978152"/>
                  <a:pt x="225457" y="1979676"/>
                  <a:pt x="225457" y="1981486"/>
                </a:cubicBezTo>
                <a:cubicBezTo>
                  <a:pt x="225457" y="1983296"/>
                  <a:pt x="226981" y="1984820"/>
                  <a:pt x="228791" y="1984820"/>
                </a:cubicBezTo>
                <a:close/>
                <a:moveTo>
                  <a:pt x="304991" y="1985867"/>
                </a:moveTo>
                <a:cubicBezTo>
                  <a:pt x="307467" y="1985867"/>
                  <a:pt x="309467" y="1983867"/>
                  <a:pt x="309467" y="1981391"/>
                </a:cubicBezTo>
                <a:cubicBezTo>
                  <a:pt x="309467" y="1978914"/>
                  <a:pt x="307467" y="1976914"/>
                  <a:pt x="304991" y="1976914"/>
                </a:cubicBezTo>
                <a:cubicBezTo>
                  <a:pt x="302514" y="1976914"/>
                  <a:pt x="300514" y="1978914"/>
                  <a:pt x="300514" y="1981391"/>
                </a:cubicBezTo>
                <a:cubicBezTo>
                  <a:pt x="300609" y="1983867"/>
                  <a:pt x="302514" y="1985867"/>
                  <a:pt x="304991" y="1985867"/>
                </a:cubicBezTo>
                <a:close/>
                <a:moveTo>
                  <a:pt x="381191" y="1987106"/>
                </a:moveTo>
                <a:cubicBezTo>
                  <a:pt x="384334" y="1987106"/>
                  <a:pt x="386906" y="1984534"/>
                  <a:pt x="386906" y="1981391"/>
                </a:cubicBezTo>
                <a:cubicBezTo>
                  <a:pt x="386906" y="1978247"/>
                  <a:pt x="384334" y="1975676"/>
                  <a:pt x="381191" y="1975676"/>
                </a:cubicBezTo>
                <a:cubicBezTo>
                  <a:pt x="378047" y="1975676"/>
                  <a:pt x="375475" y="1978247"/>
                  <a:pt x="375475" y="1981391"/>
                </a:cubicBezTo>
                <a:cubicBezTo>
                  <a:pt x="375475" y="1984534"/>
                  <a:pt x="378047" y="1987106"/>
                  <a:pt x="381191" y="1987106"/>
                </a:cubicBezTo>
                <a:close/>
                <a:moveTo>
                  <a:pt x="457391" y="1988153"/>
                </a:moveTo>
                <a:cubicBezTo>
                  <a:pt x="461105" y="1988153"/>
                  <a:pt x="464153" y="1985105"/>
                  <a:pt x="464153" y="1981391"/>
                </a:cubicBezTo>
                <a:cubicBezTo>
                  <a:pt x="464153" y="1977676"/>
                  <a:pt x="461105" y="1974628"/>
                  <a:pt x="457391" y="1974628"/>
                </a:cubicBezTo>
                <a:cubicBezTo>
                  <a:pt x="453676" y="1974628"/>
                  <a:pt x="450628" y="1977676"/>
                  <a:pt x="450628" y="1981391"/>
                </a:cubicBezTo>
                <a:cubicBezTo>
                  <a:pt x="450628" y="1985105"/>
                  <a:pt x="453676" y="1988153"/>
                  <a:pt x="457391" y="1988153"/>
                </a:cubicBezTo>
                <a:close/>
                <a:moveTo>
                  <a:pt x="533591" y="1989487"/>
                </a:moveTo>
                <a:cubicBezTo>
                  <a:pt x="538067" y="1989487"/>
                  <a:pt x="541592" y="1985867"/>
                  <a:pt x="541592" y="1981486"/>
                </a:cubicBezTo>
                <a:cubicBezTo>
                  <a:pt x="541592" y="1977009"/>
                  <a:pt x="537972" y="1973485"/>
                  <a:pt x="533591" y="1973485"/>
                </a:cubicBezTo>
                <a:cubicBezTo>
                  <a:pt x="529114" y="1973485"/>
                  <a:pt x="525590" y="1977104"/>
                  <a:pt x="525590" y="1981486"/>
                </a:cubicBezTo>
                <a:cubicBezTo>
                  <a:pt x="525590" y="1985867"/>
                  <a:pt x="529209" y="1989487"/>
                  <a:pt x="533591" y="1989487"/>
                </a:cubicBezTo>
                <a:close/>
                <a:moveTo>
                  <a:pt x="609790" y="1990535"/>
                </a:moveTo>
                <a:cubicBezTo>
                  <a:pt x="614839" y="1990535"/>
                  <a:pt x="618839" y="1986439"/>
                  <a:pt x="618839" y="1981486"/>
                </a:cubicBezTo>
                <a:cubicBezTo>
                  <a:pt x="618839" y="1976533"/>
                  <a:pt x="614744" y="1972437"/>
                  <a:pt x="609790" y="1972437"/>
                </a:cubicBezTo>
                <a:cubicBezTo>
                  <a:pt x="604838" y="1972437"/>
                  <a:pt x="600742" y="1976533"/>
                  <a:pt x="600742" y="1981486"/>
                </a:cubicBezTo>
                <a:cubicBezTo>
                  <a:pt x="600742" y="1986439"/>
                  <a:pt x="604838" y="1990535"/>
                  <a:pt x="609790" y="1990535"/>
                </a:cubicBezTo>
                <a:close/>
                <a:moveTo>
                  <a:pt x="685990" y="1991773"/>
                </a:moveTo>
                <a:cubicBezTo>
                  <a:pt x="691706" y="1991773"/>
                  <a:pt x="696373" y="1987106"/>
                  <a:pt x="696373" y="1981391"/>
                </a:cubicBezTo>
                <a:cubicBezTo>
                  <a:pt x="696373" y="1975676"/>
                  <a:pt x="691706" y="1971008"/>
                  <a:pt x="685990" y="1971008"/>
                </a:cubicBezTo>
                <a:cubicBezTo>
                  <a:pt x="680276" y="1971008"/>
                  <a:pt x="675608" y="1975676"/>
                  <a:pt x="675608" y="1981391"/>
                </a:cubicBezTo>
                <a:cubicBezTo>
                  <a:pt x="675608" y="1987106"/>
                  <a:pt x="680276" y="1991773"/>
                  <a:pt x="685990" y="1991773"/>
                </a:cubicBezTo>
                <a:close/>
                <a:moveTo>
                  <a:pt x="762190" y="1992821"/>
                </a:moveTo>
                <a:cubicBezTo>
                  <a:pt x="768477" y="1992821"/>
                  <a:pt x="773621" y="1987677"/>
                  <a:pt x="773621" y="1981391"/>
                </a:cubicBezTo>
                <a:cubicBezTo>
                  <a:pt x="773621" y="1975104"/>
                  <a:pt x="768477" y="1969961"/>
                  <a:pt x="762190" y="1969961"/>
                </a:cubicBezTo>
                <a:cubicBezTo>
                  <a:pt x="755904" y="1969961"/>
                  <a:pt x="750761" y="1975104"/>
                  <a:pt x="750761" y="1981391"/>
                </a:cubicBezTo>
                <a:cubicBezTo>
                  <a:pt x="750761" y="1987677"/>
                  <a:pt x="755904" y="1992821"/>
                  <a:pt x="762190" y="1992821"/>
                </a:cubicBezTo>
                <a:close/>
                <a:moveTo>
                  <a:pt x="838390" y="1994059"/>
                </a:moveTo>
                <a:cubicBezTo>
                  <a:pt x="845439" y="1994059"/>
                  <a:pt x="851059" y="1988344"/>
                  <a:pt x="851059" y="1981391"/>
                </a:cubicBezTo>
                <a:cubicBezTo>
                  <a:pt x="851059" y="1974342"/>
                  <a:pt x="845344" y="1968722"/>
                  <a:pt x="838390" y="1968722"/>
                </a:cubicBezTo>
                <a:cubicBezTo>
                  <a:pt x="831437" y="1968722"/>
                  <a:pt x="825722" y="1974437"/>
                  <a:pt x="825722" y="1981391"/>
                </a:cubicBezTo>
                <a:cubicBezTo>
                  <a:pt x="825722" y="1988439"/>
                  <a:pt x="831437" y="1994059"/>
                  <a:pt x="838390" y="1994059"/>
                </a:cubicBezTo>
                <a:close/>
                <a:moveTo>
                  <a:pt x="914590" y="1995107"/>
                </a:moveTo>
                <a:cubicBezTo>
                  <a:pt x="922211" y="1995107"/>
                  <a:pt x="928307" y="1988915"/>
                  <a:pt x="928307" y="1981391"/>
                </a:cubicBezTo>
                <a:cubicBezTo>
                  <a:pt x="928307" y="1973866"/>
                  <a:pt x="922115" y="1967675"/>
                  <a:pt x="914590" y="1967675"/>
                </a:cubicBezTo>
                <a:cubicBezTo>
                  <a:pt x="906971" y="1967675"/>
                  <a:pt x="900875" y="1973866"/>
                  <a:pt x="900875" y="1981391"/>
                </a:cubicBezTo>
                <a:cubicBezTo>
                  <a:pt x="900875" y="1988915"/>
                  <a:pt x="907066" y="1995107"/>
                  <a:pt x="914590" y="1995107"/>
                </a:cubicBezTo>
                <a:close/>
                <a:moveTo>
                  <a:pt x="990790" y="1996250"/>
                </a:moveTo>
                <a:cubicBezTo>
                  <a:pt x="998982" y="1996250"/>
                  <a:pt x="1005554" y="1989582"/>
                  <a:pt x="1005554" y="1981486"/>
                </a:cubicBezTo>
                <a:cubicBezTo>
                  <a:pt x="1005554" y="1973389"/>
                  <a:pt x="998887" y="1966722"/>
                  <a:pt x="990790" y="1966722"/>
                </a:cubicBezTo>
                <a:cubicBezTo>
                  <a:pt x="982599" y="1966722"/>
                  <a:pt x="976027" y="1973389"/>
                  <a:pt x="976027" y="1981486"/>
                </a:cubicBezTo>
                <a:cubicBezTo>
                  <a:pt x="976027" y="1989582"/>
                  <a:pt x="982599" y="1996250"/>
                  <a:pt x="990790" y="1996250"/>
                </a:cubicBezTo>
                <a:close/>
                <a:moveTo>
                  <a:pt x="1066991" y="1997488"/>
                </a:moveTo>
                <a:cubicBezTo>
                  <a:pt x="1075849" y="1997488"/>
                  <a:pt x="1083088" y="1990344"/>
                  <a:pt x="1083088" y="1981391"/>
                </a:cubicBezTo>
                <a:cubicBezTo>
                  <a:pt x="1083088" y="1972532"/>
                  <a:pt x="1075944" y="1965293"/>
                  <a:pt x="1066991" y="1965293"/>
                </a:cubicBezTo>
                <a:cubicBezTo>
                  <a:pt x="1058037" y="1965293"/>
                  <a:pt x="1050893" y="1972437"/>
                  <a:pt x="1050893" y="1981391"/>
                </a:cubicBezTo>
                <a:cubicBezTo>
                  <a:pt x="1050989" y="1990249"/>
                  <a:pt x="1058132" y="1997488"/>
                  <a:pt x="1066991" y="1997488"/>
                </a:cubicBezTo>
                <a:close/>
                <a:moveTo>
                  <a:pt x="1143191" y="1998536"/>
                </a:moveTo>
                <a:cubicBezTo>
                  <a:pt x="1152620" y="1998536"/>
                  <a:pt x="1160336" y="1990916"/>
                  <a:pt x="1160336" y="1981391"/>
                </a:cubicBezTo>
                <a:cubicBezTo>
                  <a:pt x="1160336" y="1971866"/>
                  <a:pt x="1152716" y="1964246"/>
                  <a:pt x="1143191" y="1964246"/>
                </a:cubicBezTo>
                <a:cubicBezTo>
                  <a:pt x="1133666" y="1964246"/>
                  <a:pt x="1126046" y="1971866"/>
                  <a:pt x="1126046" y="1981391"/>
                </a:cubicBezTo>
                <a:cubicBezTo>
                  <a:pt x="1126046" y="1990916"/>
                  <a:pt x="1133761" y="1998536"/>
                  <a:pt x="1143191" y="1998536"/>
                </a:cubicBezTo>
                <a:close/>
                <a:moveTo>
                  <a:pt x="1219391" y="1999583"/>
                </a:moveTo>
                <a:cubicBezTo>
                  <a:pt x="1229392" y="1999583"/>
                  <a:pt x="1237583" y="1991487"/>
                  <a:pt x="1237583" y="1981391"/>
                </a:cubicBezTo>
                <a:cubicBezTo>
                  <a:pt x="1237583" y="1971389"/>
                  <a:pt x="1229487" y="1963198"/>
                  <a:pt x="1219391" y="1963198"/>
                </a:cubicBezTo>
                <a:cubicBezTo>
                  <a:pt x="1209389" y="1963198"/>
                  <a:pt x="1201198" y="1971294"/>
                  <a:pt x="1201198" y="1981391"/>
                </a:cubicBezTo>
                <a:cubicBezTo>
                  <a:pt x="1201198" y="1991487"/>
                  <a:pt x="1209389" y="1999583"/>
                  <a:pt x="1219391" y="1999583"/>
                </a:cubicBezTo>
                <a:close/>
                <a:moveTo>
                  <a:pt x="1295591" y="2000822"/>
                </a:moveTo>
                <a:cubicBezTo>
                  <a:pt x="1306354" y="2000822"/>
                  <a:pt x="1315022" y="1992154"/>
                  <a:pt x="1315022" y="1981391"/>
                </a:cubicBezTo>
                <a:cubicBezTo>
                  <a:pt x="1315022" y="1970627"/>
                  <a:pt x="1306354" y="1961960"/>
                  <a:pt x="1295591" y="1961960"/>
                </a:cubicBezTo>
                <a:cubicBezTo>
                  <a:pt x="1284827" y="1961960"/>
                  <a:pt x="1276160" y="1970627"/>
                  <a:pt x="1276160" y="1981391"/>
                </a:cubicBezTo>
                <a:cubicBezTo>
                  <a:pt x="1276160" y="1992154"/>
                  <a:pt x="1284923" y="2000822"/>
                  <a:pt x="1295591" y="2000822"/>
                </a:cubicBezTo>
                <a:close/>
                <a:moveTo>
                  <a:pt x="1371791" y="2001679"/>
                </a:moveTo>
                <a:cubicBezTo>
                  <a:pt x="1383030" y="2001679"/>
                  <a:pt x="1392079" y="1992630"/>
                  <a:pt x="1392079" y="1981391"/>
                </a:cubicBezTo>
                <a:cubicBezTo>
                  <a:pt x="1392079" y="1970151"/>
                  <a:pt x="1383030" y="1961102"/>
                  <a:pt x="1371791" y="1961102"/>
                </a:cubicBezTo>
                <a:cubicBezTo>
                  <a:pt x="1360551" y="1961102"/>
                  <a:pt x="1351502" y="1970151"/>
                  <a:pt x="1351502" y="1981391"/>
                </a:cubicBezTo>
                <a:cubicBezTo>
                  <a:pt x="1351502" y="1992630"/>
                  <a:pt x="1360646" y="2001679"/>
                  <a:pt x="1371791" y="2001679"/>
                </a:cubicBezTo>
                <a:close/>
                <a:moveTo>
                  <a:pt x="1447991" y="2002727"/>
                </a:moveTo>
                <a:cubicBezTo>
                  <a:pt x="1459802" y="2002727"/>
                  <a:pt x="1469327" y="1993202"/>
                  <a:pt x="1469327" y="1981391"/>
                </a:cubicBezTo>
                <a:cubicBezTo>
                  <a:pt x="1469327" y="1969580"/>
                  <a:pt x="1459802" y="1960055"/>
                  <a:pt x="1447991" y="1960055"/>
                </a:cubicBezTo>
                <a:cubicBezTo>
                  <a:pt x="1436180" y="1960055"/>
                  <a:pt x="1426655" y="1969580"/>
                  <a:pt x="1426655" y="1981391"/>
                </a:cubicBezTo>
                <a:cubicBezTo>
                  <a:pt x="1426655" y="1993202"/>
                  <a:pt x="1436180" y="2002727"/>
                  <a:pt x="1447991" y="2002727"/>
                </a:cubicBezTo>
                <a:close/>
                <a:moveTo>
                  <a:pt x="1524191" y="2003584"/>
                </a:moveTo>
                <a:cubicBezTo>
                  <a:pt x="1536478" y="2003584"/>
                  <a:pt x="1546384" y="1993678"/>
                  <a:pt x="1546384" y="1981391"/>
                </a:cubicBezTo>
                <a:cubicBezTo>
                  <a:pt x="1546384" y="1969103"/>
                  <a:pt x="1536478" y="1959197"/>
                  <a:pt x="1524191" y="1959197"/>
                </a:cubicBezTo>
                <a:cubicBezTo>
                  <a:pt x="1511903" y="1959197"/>
                  <a:pt x="1501997" y="1969103"/>
                  <a:pt x="1501997" y="1981391"/>
                </a:cubicBezTo>
                <a:cubicBezTo>
                  <a:pt x="1501997" y="1993678"/>
                  <a:pt x="1511999" y="2003584"/>
                  <a:pt x="1524191" y="2003584"/>
                </a:cubicBezTo>
                <a:close/>
                <a:moveTo>
                  <a:pt x="1600391" y="2004441"/>
                </a:moveTo>
                <a:cubicBezTo>
                  <a:pt x="1613154" y="2004441"/>
                  <a:pt x="1623441" y="1994154"/>
                  <a:pt x="1623441" y="1981391"/>
                </a:cubicBezTo>
                <a:cubicBezTo>
                  <a:pt x="1623441" y="1968627"/>
                  <a:pt x="1613154" y="1958340"/>
                  <a:pt x="1600391" y="1958340"/>
                </a:cubicBezTo>
                <a:cubicBezTo>
                  <a:pt x="1587627" y="1958340"/>
                  <a:pt x="1577340" y="1968627"/>
                  <a:pt x="1577340" y="1981391"/>
                </a:cubicBezTo>
                <a:cubicBezTo>
                  <a:pt x="1577340" y="1994154"/>
                  <a:pt x="1587722" y="2004441"/>
                  <a:pt x="1600391" y="2004441"/>
                </a:cubicBezTo>
                <a:close/>
                <a:moveTo>
                  <a:pt x="1676591" y="2004822"/>
                </a:moveTo>
                <a:cubicBezTo>
                  <a:pt x="1689545" y="2004822"/>
                  <a:pt x="1700022" y="1994345"/>
                  <a:pt x="1700022" y="1981391"/>
                </a:cubicBezTo>
                <a:cubicBezTo>
                  <a:pt x="1700022" y="1968437"/>
                  <a:pt x="1689545" y="1957959"/>
                  <a:pt x="1676591" y="1957959"/>
                </a:cubicBezTo>
                <a:cubicBezTo>
                  <a:pt x="1663637" y="1957959"/>
                  <a:pt x="1653159" y="1968437"/>
                  <a:pt x="1653159" y="1981391"/>
                </a:cubicBezTo>
                <a:cubicBezTo>
                  <a:pt x="1653159" y="1994345"/>
                  <a:pt x="1663637" y="2004822"/>
                  <a:pt x="1676591" y="2004822"/>
                </a:cubicBezTo>
                <a:close/>
                <a:moveTo>
                  <a:pt x="1752791" y="2005108"/>
                </a:moveTo>
                <a:cubicBezTo>
                  <a:pt x="1765840" y="2005108"/>
                  <a:pt x="1776413" y="1994535"/>
                  <a:pt x="1776413" y="1981486"/>
                </a:cubicBezTo>
                <a:cubicBezTo>
                  <a:pt x="1776413" y="1968437"/>
                  <a:pt x="1765840" y="1957864"/>
                  <a:pt x="1752791" y="1957864"/>
                </a:cubicBezTo>
                <a:cubicBezTo>
                  <a:pt x="1739741" y="1957864"/>
                  <a:pt x="1729168" y="1968437"/>
                  <a:pt x="1729168" y="1981486"/>
                </a:cubicBezTo>
                <a:cubicBezTo>
                  <a:pt x="1729168" y="1994440"/>
                  <a:pt x="1739741" y="2005108"/>
                  <a:pt x="1752791" y="2005108"/>
                </a:cubicBezTo>
                <a:close/>
                <a:moveTo>
                  <a:pt x="1828991" y="2005108"/>
                </a:moveTo>
                <a:cubicBezTo>
                  <a:pt x="1842040" y="2005108"/>
                  <a:pt x="1852613" y="1994535"/>
                  <a:pt x="1852613" y="1981486"/>
                </a:cubicBezTo>
                <a:cubicBezTo>
                  <a:pt x="1852613" y="1968437"/>
                  <a:pt x="1842040" y="1957864"/>
                  <a:pt x="1828991" y="1957864"/>
                </a:cubicBezTo>
                <a:cubicBezTo>
                  <a:pt x="1815941" y="1957864"/>
                  <a:pt x="1805368" y="1968437"/>
                  <a:pt x="1805368" y="1981486"/>
                </a:cubicBezTo>
                <a:cubicBezTo>
                  <a:pt x="1805368" y="1994440"/>
                  <a:pt x="1815941" y="2005108"/>
                  <a:pt x="1828991" y="2005108"/>
                </a:cubicBezTo>
                <a:close/>
                <a:moveTo>
                  <a:pt x="1905191" y="2004441"/>
                </a:moveTo>
                <a:cubicBezTo>
                  <a:pt x="1917954" y="2004441"/>
                  <a:pt x="1928241" y="1994154"/>
                  <a:pt x="1928241" y="1981391"/>
                </a:cubicBezTo>
                <a:cubicBezTo>
                  <a:pt x="1928241" y="1968627"/>
                  <a:pt x="1917954" y="1958340"/>
                  <a:pt x="1905191" y="1958340"/>
                </a:cubicBezTo>
                <a:cubicBezTo>
                  <a:pt x="1892427" y="1958340"/>
                  <a:pt x="1882140" y="1968627"/>
                  <a:pt x="1882140" y="1981391"/>
                </a:cubicBezTo>
                <a:cubicBezTo>
                  <a:pt x="1882140" y="1994154"/>
                  <a:pt x="1892522" y="2004441"/>
                  <a:pt x="1905191" y="2004441"/>
                </a:cubicBezTo>
                <a:close/>
                <a:moveTo>
                  <a:pt x="1981391" y="2003774"/>
                </a:moveTo>
                <a:cubicBezTo>
                  <a:pt x="1993773" y="2003774"/>
                  <a:pt x="2003774" y="1993773"/>
                  <a:pt x="2003774" y="1981391"/>
                </a:cubicBezTo>
                <a:cubicBezTo>
                  <a:pt x="2003774" y="1969008"/>
                  <a:pt x="1993773" y="1959007"/>
                  <a:pt x="1981391" y="1959007"/>
                </a:cubicBezTo>
                <a:cubicBezTo>
                  <a:pt x="1969008" y="1959007"/>
                  <a:pt x="1959007" y="1969008"/>
                  <a:pt x="1959007" y="1981391"/>
                </a:cubicBezTo>
                <a:cubicBezTo>
                  <a:pt x="1959007" y="1993773"/>
                  <a:pt x="1969008" y="2003774"/>
                  <a:pt x="1981391" y="2003774"/>
                </a:cubicBezTo>
                <a:close/>
                <a:moveTo>
                  <a:pt x="2057591" y="2002917"/>
                </a:moveTo>
                <a:cubicBezTo>
                  <a:pt x="2069497" y="2002917"/>
                  <a:pt x="2079117" y="1993297"/>
                  <a:pt x="2079117" y="1981391"/>
                </a:cubicBezTo>
                <a:cubicBezTo>
                  <a:pt x="2079117" y="1969484"/>
                  <a:pt x="2069497" y="1959864"/>
                  <a:pt x="2057591" y="1959864"/>
                </a:cubicBezTo>
                <a:cubicBezTo>
                  <a:pt x="2045684" y="1959864"/>
                  <a:pt x="2036064" y="1969484"/>
                  <a:pt x="2036064" y="1981391"/>
                </a:cubicBezTo>
                <a:cubicBezTo>
                  <a:pt x="2036064" y="1993297"/>
                  <a:pt x="2045684" y="2002917"/>
                  <a:pt x="2057591" y="2002917"/>
                </a:cubicBezTo>
                <a:close/>
                <a:moveTo>
                  <a:pt x="2133791" y="2001869"/>
                </a:moveTo>
                <a:cubicBezTo>
                  <a:pt x="2145125" y="2001869"/>
                  <a:pt x="2154269" y="1992725"/>
                  <a:pt x="2154269" y="1981391"/>
                </a:cubicBezTo>
                <a:cubicBezTo>
                  <a:pt x="2154269" y="1970056"/>
                  <a:pt x="2145125" y="1960912"/>
                  <a:pt x="2133791" y="1960912"/>
                </a:cubicBezTo>
                <a:cubicBezTo>
                  <a:pt x="2122456" y="1960912"/>
                  <a:pt x="2113312" y="1970056"/>
                  <a:pt x="2113312" y="1981391"/>
                </a:cubicBezTo>
                <a:cubicBezTo>
                  <a:pt x="2113312" y="1992725"/>
                  <a:pt x="2122456" y="2001869"/>
                  <a:pt x="2133791" y="2001869"/>
                </a:cubicBezTo>
                <a:close/>
                <a:moveTo>
                  <a:pt x="2209991" y="2000822"/>
                </a:moveTo>
                <a:cubicBezTo>
                  <a:pt x="2220754" y="2000822"/>
                  <a:pt x="2229422" y="1992154"/>
                  <a:pt x="2229422" y="1981391"/>
                </a:cubicBezTo>
                <a:cubicBezTo>
                  <a:pt x="2229422" y="1970627"/>
                  <a:pt x="2220754" y="1961960"/>
                  <a:pt x="2209991" y="1961960"/>
                </a:cubicBezTo>
                <a:cubicBezTo>
                  <a:pt x="2199227" y="1961960"/>
                  <a:pt x="2190560" y="1970627"/>
                  <a:pt x="2190560" y="1981391"/>
                </a:cubicBezTo>
                <a:cubicBezTo>
                  <a:pt x="2190560" y="1992154"/>
                  <a:pt x="2199323" y="2000822"/>
                  <a:pt x="2209991" y="2000822"/>
                </a:cubicBezTo>
                <a:close/>
                <a:moveTo>
                  <a:pt x="2286191" y="1999774"/>
                </a:moveTo>
                <a:cubicBezTo>
                  <a:pt x="2296382" y="1999774"/>
                  <a:pt x="2304574" y="1991582"/>
                  <a:pt x="2304574" y="1981391"/>
                </a:cubicBezTo>
                <a:cubicBezTo>
                  <a:pt x="2304574" y="1971199"/>
                  <a:pt x="2296382" y="1963007"/>
                  <a:pt x="2286191" y="1963007"/>
                </a:cubicBezTo>
                <a:cubicBezTo>
                  <a:pt x="2275999" y="1963007"/>
                  <a:pt x="2267807" y="1971199"/>
                  <a:pt x="2267807" y="1981391"/>
                </a:cubicBezTo>
                <a:cubicBezTo>
                  <a:pt x="2267807" y="1991582"/>
                  <a:pt x="2276094" y="1999774"/>
                  <a:pt x="2286191" y="1999774"/>
                </a:cubicBezTo>
                <a:close/>
                <a:moveTo>
                  <a:pt x="2362391" y="1998536"/>
                </a:moveTo>
                <a:cubicBezTo>
                  <a:pt x="2371820" y="1998536"/>
                  <a:pt x="2379536" y="1990916"/>
                  <a:pt x="2379536" y="1981391"/>
                </a:cubicBezTo>
                <a:cubicBezTo>
                  <a:pt x="2379536" y="1971866"/>
                  <a:pt x="2371916" y="1964246"/>
                  <a:pt x="2362391" y="1964246"/>
                </a:cubicBezTo>
                <a:cubicBezTo>
                  <a:pt x="2352866" y="1964246"/>
                  <a:pt x="2345246" y="1971866"/>
                  <a:pt x="2345246" y="1981391"/>
                </a:cubicBezTo>
                <a:cubicBezTo>
                  <a:pt x="2345246" y="1990916"/>
                  <a:pt x="2352961" y="1998536"/>
                  <a:pt x="2362391" y="1998536"/>
                </a:cubicBezTo>
                <a:close/>
                <a:moveTo>
                  <a:pt x="2438591" y="1997488"/>
                </a:moveTo>
                <a:cubicBezTo>
                  <a:pt x="2447449" y="1997488"/>
                  <a:pt x="2454688" y="1990344"/>
                  <a:pt x="2454688" y="1981391"/>
                </a:cubicBezTo>
                <a:cubicBezTo>
                  <a:pt x="2454688" y="1972532"/>
                  <a:pt x="2447544" y="1965293"/>
                  <a:pt x="2438591" y="1965293"/>
                </a:cubicBezTo>
                <a:cubicBezTo>
                  <a:pt x="2429732" y="1965293"/>
                  <a:pt x="2422493" y="1972437"/>
                  <a:pt x="2422493" y="1981391"/>
                </a:cubicBezTo>
                <a:cubicBezTo>
                  <a:pt x="2422589" y="1990249"/>
                  <a:pt x="2429732" y="1997488"/>
                  <a:pt x="2438591" y="1997488"/>
                </a:cubicBezTo>
                <a:close/>
                <a:moveTo>
                  <a:pt x="2514791" y="1996440"/>
                </a:moveTo>
                <a:cubicBezTo>
                  <a:pt x="2523078" y="1996440"/>
                  <a:pt x="2529840" y="1989677"/>
                  <a:pt x="2529840" y="1981486"/>
                </a:cubicBezTo>
                <a:cubicBezTo>
                  <a:pt x="2529840" y="1973294"/>
                  <a:pt x="2523078" y="1966436"/>
                  <a:pt x="2514791" y="1966436"/>
                </a:cubicBezTo>
                <a:cubicBezTo>
                  <a:pt x="2506504" y="1966436"/>
                  <a:pt x="2499741" y="1973199"/>
                  <a:pt x="2499741" y="1981486"/>
                </a:cubicBezTo>
                <a:cubicBezTo>
                  <a:pt x="2499741" y="1989773"/>
                  <a:pt x="2506504" y="1996440"/>
                  <a:pt x="2514791" y="1996440"/>
                </a:cubicBezTo>
                <a:close/>
                <a:moveTo>
                  <a:pt x="2590991" y="1995392"/>
                </a:moveTo>
                <a:cubicBezTo>
                  <a:pt x="2598706" y="1995392"/>
                  <a:pt x="2604897" y="1989106"/>
                  <a:pt x="2604897" y="1981486"/>
                </a:cubicBezTo>
                <a:cubicBezTo>
                  <a:pt x="2604897" y="1973771"/>
                  <a:pt x="2598611" y="1967579"/>
                  <a:pt x="2590991" y="1967579"/>
                </a:cubicBezTo>
                <a:cubicBezTo>
                  <a:pt x="2583275" y="1967579"/>
                  <a:pt x="2577084" y="1973866"/>
                  <a:pt x="2577084" y="1981486"/>
                </a:cubicBezTo>
                <a:cubicBezTo>
                  <a:pt x="2577084" y="1989106"/>
                  <a:pt x="2583275" y="1995392"/>
                  <a:pt x="2590991" y="1995392"/>
                </a:cubicBezTo>
                <a:close/>
                <a:moveTo>
                  <a:pt x="2667191" y="1994059"/>
                </a:moveTo>
                <a:cubicBezTo>
                  <a:pt x="2674239" y="1994059"/>
                  <a:pt x="2679859" y="1988344"/>
                  <a:pt x="2679859" y="1981391"/>
                </a:cubicBezTo>
                <a:cubicBezTo>
                  <a:pt x="2679859" y="1974342"/>
                  <a:pt x="2674144" y="1968722"/>
                  <a:pt x="2667191" y="1968722"/>
                </a:cubicBezTo>
                <a:cubicBezTo>
                  <a:pt x="2660142" y="1968722"/>
                  <a:pt x="2654522" y="1974437"/>
                  <a:pt x="2654522" y="1981391"/>
                </a:cubicBezTo>
                <a:cubicBezTo>
                  <a:pt x="2654522" y="1988439"/>
                  <a:pt x="2660237" y="1994059"/>
                  <a:pt x="2667191" y="1994059"/>
                </a:cubicBezTo>
                <a:close/>
                <a:moveTo>
                  <a:pt x="2743391" y="1993011"/>
                </a:moveTo>
                <a:cubicBezTo>
                  <a:pt x="2749772" y="1993011"/>
                  <a:pt x="2755011" y="1987772"/>
                  <a:pt x="2755011" y="1981391"/>
                </a:cubicBezTo>
                <a:cubicBezTo>
                  <a:pt x="2755011" y="1975009"/>
                  <a:pt x="2749772" y="1969770"/>
                  <a:pt x="2743391" y="1969770"/>
                </a:cubicBezTo>
                <a:cubicBezTo>
                  <a:pt x="2737009" y="1969770"/>
                  <a:pt x="2731770" y="1975009"/>
                  <a:pt x="2731770" y="1981391"/>
                </a:cubicBezTo>
                <a:cubicBezTo>
                  <a:pt x="2731770" y="1987868"/>
                  <a:pt x="2737009" y="1993011"/>
                  <a:pt x="2743391" y="1993011"/>
                </a:cubicBezTo>
                <a:close/>
                <a:moveTo>
                  <a:pt x="2819591" y="1991773"/>
                </a:moveTo>
                <a:cubicBezTo>
                  <a:pt x="2825306" y="1991773"/>
                  <a:pt x="2829973" y="1987106"/>
                  <a:pt x="2829973" y="1981391"/>
                </a:cubicBezTo>
                <a:cubicBezTo>
                  <a:pt x="2829973" y="1975676"/>
                  <a:pt x="2825306" y="1971008"/>
                  <a:pt x="2819591" y="1971008"/>
                </a:cubicBezTo>
                <a:cubicBezTo>
                  <a:pt x="2813876" y="1971008"/>
                  <a:pt x="2809208" y="1975676"/>
                  <a:pt x="2809208" y="1981391"/>
                </a:cubicBezTo>
                <a:cubicBezTo>
                  <a:pt x="2809208" y="1987106"/>
                  <a:pt x="2813876" y="1991773"/>
                  <a:pt x="2819591" y="1991773"/>
                </a:cubicBezTo>
                <a:close/>
                <a:moveTo>
                  <a:pt x="2895791" y="1990725"/>
                </a:moveTo>
                <a:cubicBezTo>
                  <a:pt x="2900934" y="1990725"/>
                  <a:pt x="2905125" y="1986534"/>
                  <a:pt x="2905125" y="1981391"/>
                </a:cubicBezTo>
                <a:cubicBezTo>
                  <a:pt x="2905125" y="1976247"/>
                  <a:pt x="2900934" y="1972056"/>
                  <a:pt x="2895791" y="1972056"/>
                </a:cubicBezTo>
                <a:cubicBezTo>
                  <a:pt x="2890647" y="1972056"/>
                  <a:pt x="2886456" y="1976247"/>
                  <a:pt x="2886456" y="1981391"/>
                </a:cubicBezTo>
                <a:cubicBezTo>
                  <a:pt x="2886551" y="1986534"/>
                  <a:pt x="2890647" y="1990725"/>
                  <a:pt x="2895791" y="1990725"/>
                </a:cubicBezTo>
                <a:close/>
                <a:moveTo>
                  <a:pt x="2971991" y="1989487"/>
                </a:moveTo>
                <a:cubicBezTo>
                  <a:pt x="2976467" y="1989487"/>
                  <a:pt x="2979991" y="1985867"/>
                  <a:pt x="2979991" y="1981486"/>
                </a:cubicBezTo>
                <a:cubicBezTo>
                  <a:pt x="2979991" y="1977009"/>
                  <a:pt x="2976372" y="1973485"/>
                  <a:pt x="2971991" y="1973485"/>
                </a:cubicBezTo>
                <a:cubicBezTo>
                  <a:pt x="2967514" y="1973485"/>
                  <a:pt x="2963990" y="1977104"/>
                  <a:pt x="2963990" y="1981486"/>
                </a:cubicBezTo>
                <a:cubicBezTo>
                  <a:pt x="2963990" y="1985867"/>
                  <a:pt x="2967609" y="1989487"/>
                  <a:pt x="2971991" y="1989487"/>
                </a:cubicBezTo>
                <a:close/>
                <a:moveTo>
                  <a:pt x="3048191" y="1988344"/>
                </a:moveTo>
                <a:cubicBezTo>
                  <a:pt x="3052001" y="1988344"/>
                  <a:pt x="3055144" y="1985201"/>
                  <a:pt x="3055144" y="1981391"/>
                </a:cubicBezTo>
                <a:cubicBezTo>
                  <a:pt x="3055144" y="1977581"/>
                  <a:pt x="3052001" y="1974437"/>
                  <a:pt x="3048191" y="1974437"/>
                </a:cubicBezTo>
                <a:cubicBezTo>
                  <a:pt x="3044381" y="1974437"/>
                  <a:pt x="3041237" y="1977581"/>
                  <a:pt x="3041237" y="1981391"/>
                </a:cubicBezTo>
                <a:cubicBezTo>
                  <a:pt x="3041237" y="1985201"/>
                  <a:pt x="3044381" y="1988344"/>
                  <a:pt x="3048191" y="1988344"/>
                </a:cubicBezTo>
                <a:close/>
                <a:moveTo>
                  <a:pt x="3124391" y="1987106"/>
                </a:moveTo>
                <a:cubicBezTo>
                  <a:pt x="3127534" y="1987106"/>
                  <a:pt x="3130106" y="1984534"/>
                  <a:pt x="3130106" y="1981391"/>
                </a:cubicBezTo>
                <a:cubicBezTo>
                  <a:pt x="3130106" y="1978247"/>
                  <a:pt x="3127534" y="1975676"/>
                  <a:pt x="3124391" y="1975676"/>
                </a:cubicBezTo>
                <a:cubicBezTo>
                  <a:pt x="3121247" y="1975676"/>
                  <a:pt x="3118676" y="1978247"/>
                  <a:pt x="3118676" y="1981391"/>
                </a:cubicBezTo>
                <a:cubicBezTo>
                  <a:pt x="3118676" y="1984534"/>
                  <a:pt x="3121247" y="1987106"/>
                  <a:pt x="3124391" y="1987106"/>
                </a:cubicBezTo>
                <a:close/>
                <a:moveTo>
                  <a:pt x="3200591" y="1986058"/>
                </a:moveTo>
                <a:cubicBezTo>
                  <a:pt x="3203162" y="1986058"/>
                  <a:pt x="3205258" y="1983962"/>
                  <a:pt x="3205258" y="1981391"/>
                </a:cubicBezTo>
                <a:cubicBezTo>
                  <a:pt x="3205258" y="1978819"/>
                  <a:pt x="3203162" y="1976723"/>
                  <a:pt x="3200591" y="1976723"/>
                </a:cubicBezTo>
                <a:cubicBezTo>
                  <a:pt x="3198019" y="1976723"/>
                  <a:pt x="3195923" y="1978819"/>
                  <a:pt x="3195923" y="1981391"/>
                </a:cubicBezTo>
                <a:cubicBezTo>
                  <a:pt x="3195923" y="1983962"/>
                  <a:pt x="3198019" y="1986058"/>
                  <a:pt x="3200591" y="1986058"/>
                </a:cubicBezTo>
                <a:close/>
                <a:moveTo>
                  <a:pt x="3276791" y="1985010"/>
                </a:moveTo>
                <a:cubicBezTo>
                  <a:pt x="3278791" y="1985010"/>
                  <a:pt x="3280410" y="1983391"/>
                  <a:pt x="3280410" y="1981391"/>
                </a:cubicBezTo>
                <a:cubicBezTo>
                  <a:pt x="3280410" y="1979390"/>
                  <a:pt x="3278791" y="1977771"/>
                  <a:pt x="3276791" y="1977771"/>
                </a:cubicBezTo>
                <a:cubicBezTo>
                  <a:pt x="3274790" y="1977771"/>
                  <a:pt x="3273171" y="1979390"/>
                  <a:pt x="3273171" y="1981391"/>
                </a:cubicBezTo>
                <a:cubicBezTo>
                  <a:pt x="3273171" y="1983391"/>
                  <a:pt x="3274790" y="1985010"/>
                  <a:pt x="3276791" y="1985010"/>
                </a:cubicBezTo>
                <a:close/>
                <a:moveTo>
                  <a:pt x="3352991" y="1983772"/>
                </a:moveTo>
                <a:cubicBezTo>
                  <a:pt x="3354229" y="1983772"/>
                  <a:pt x="3355277" y="1982724"/>
                  <a:pt x="3355277" y="1981486"/>
                </a:cubicBezTo>
                <a:cubicBezTo>
                  <a:pt x="3355277" y="1980248"/>
                  <a:pt x="3354229" y="1979200"/>
                  <a:pt x="3352991" y="1979200"/>
                </a:cubicBezTo>
                <a:cubicBezTo>
                  <a:pt x="3351753" y="1979200"/>
                  <a:pt x="3350705" y="1980248"/>
                  <a:pt x="3350705" y="1981486"/>
                </a:cubicBezTo>
                <a:cubicBezTo>
                  <a:pt x="3350705" y="1982724"/>
                  <a:pt x="3351753" y="1983772"/>
                  <a:pt x="3352991" y="1983772"/>
                </a:cubicBezTo>
                <a:close/>
                <a:moveTo>
                  <a:pt x="3429191" y="1982724"/>
                </a:moveTo>
                <a:cubicBezTo>
                  <a:pt x="3429857" y="1982724"/>
                  <a:pt x="3430429" y="1982153"/>
                  <a:pt x="3430429" y="1981486"/>
                </a:cubicBezTo>
                <a:cubicBezTo>
                  <a:pt x="3430429" y="1980819"/>
                  <a:pt x="3429857" y="1980248"/>
                  <a:pt x="3429191" y="1980248"/>
                </a:cubicBezTo>
                <a:cubicBezTo>
                  <a:pt x="3428524" y="1980248"/>
                  <a:pt x="3427953" y="1980819"/>
                  <a:pt x="3427953" y="1981486"/>
                </a:cubicBezTo>
                <a:cubicBezTo>
                  <a:pt x="3427953" y="1982153"/>
                  <a:pt x="3428524" y="1982724"/>
                  <a:pt x="3429191" y="1982724"/>
                </a:cubicBezTo>
                <a:close/>
                <a:moveTo>
                  <a:pt x="3505391" y="1981581"/>
                </a:moveTo>
                <a:cubicBezTo>
                  <a:pt x="3505486" y="1981581"/>
                  <a:pt x="3505581" y="1981486"/>
                  <a:pt x="3505581" y="1981391"/>
                </a:cubicBezTo>
                <a:cubicBezTo>
                  <a:pt x="3505581" y="1981295"/>
                  <a:pt x="3505486" y="1981200"/>
                  <a:pt x="3505391" y="1981200"/>
                </a:cubicBezTo>
                <a:cubicBezTo>
                  <a:pt x="3505295" y="1981200"/>
                  <a:pt x="3505200" y="1981295"/>
                  <a:pt x="3505200" y="1981391"/>
                </a:cubicBezTo>
                <a:cubicBezTo>
                  <a:pt x="3505200" y="1981486"/>
                  <a:pt x="3505295" y="1981581"/>
                  <a:pt x="3505391" y="1981581"/>
                </a:cubicBezTo>
                <a:close/>
                <a:moveTo>
                  <a:pt x="76391" y="2058448"/>
                </a:moveTo>
                <a:cubicBezTo>
                  <a:pt x="76867" y="2058448"/>
                  <a:pt x="77248" y="2058067"/>
                  <a:pt x="77248" y="2057591"/>
                </a:cubicBezTo>
                <a:cubicBezTo>
                  <a:pt x="77248" y="2057114"/>
                  <a:pt x="76867" y="2056733"/>
                  <a:pt x="76391" y="2056733"/>
                </a:cubicBezTo>
                <a:cubicBezTo>
                  <a:pt x="75914" y="2056733"/>
                  <a:pt x="75533" y="2057114"/>
                  <a:pt x="75533" y="2057591"/>
                </a:cubicBezTo>
                <a:cubicBezTo>
                  <a:pt x="75533" y="2058067"/>
                  <a:pt x="75914" y="2058448"/>
                  <a:pt x="76391" y="2058448"/>
                </a:cubicBezTo>
                <a:close/>
                <a:moveTo>
                  <a:pt x="152591" y="2059686"/>
                </a:moveTo>
                <a:cubicBezTo>
                  <a:pt x="153734" y="2059686"/>
                  <a:pt x="154686" y="2058734"/>
                  <a:pt x="154686" y="2057591"/>
                </a:cubicBezTo>
                <a:cubicBezTo>
                  <a:pt x="154686" y="2056448"/>
                  <a:pt x="153734" y="2055495"/>
                  <a:pt x="152591" y="2055495"/>
                </a:cubicBezTo>
                <a:cubicBezTo>
                  <a:pt x="151448" y="2055495"/>
                  <a:pt x="150495" y="2056448"/>
                  <a:pt x="150495" y="2057591"/>
                </a:cubicBezTo>
                <a:cubicBezTo>
                  <a:pt x="150495" y="2058734"/>
                  <a:pt x="151448" y="2059686"/>
                  <a:pt x="152591" y="2059686"/>
                </a:cubicBezTo>
                <a:close/>
                <a:moveTo>
                  <a:pt x="228791" y="2060734"/>
                </a:moveTo>
                <a:cubicBezTo>
                  <a:pt x="230505" y="2060734"/>
                  <a:pt x="231934" y="2059305"/>
                  <a:pt x="231934" y="2057591"/>
                </a:cubicBezTo>
                <a:cubicBezTo>
                  <a:pt x="231934" y="2055876"/>
                  <a:pt x="230505" y="2054447"/>
                  <a:pt x="228791" y="2054447"/>
                </a:cubicBezTo>
                <a:cubicBezTo>
                  <a:pt x="227076" y="2054447"/>
                  <a:pt x="225647" y="2055876"/>
                  <a:pt x="225647" y="2057591"/>
                </a:cubicBezTo>
                <a:cubicBezTo>
                  <a:pt x="225647" y="2059400"/>
                  <a:pt x="227076" y="2060734"/>
                  <a:pt x="228791" y="2060734"/>
                </a:cubicBezTo>
                <a:close/>
                <a:moveTo>
                  <a:pt x="304991" y="2061877"/>
                </a:moveTo>
                <a:cubicBezTo>
                  <a:pt x="307276" y="2061877"/>
                  <a:pt x="309182" y="2059972"/>
                  <a:pt x="309182" y="2057686"/>
                </a:cubicBezTo>
                <a:cubicBezTo>
                  <a:pt x="309182" y="2055400"/>
                  <a:pt x="307276" y="2053495"/>
                  <a:pt x="304991" y="2053495"/>
                </a:cubicBezTo>
                <a:cubicBezTo>
                  <a:pt x="302609" y="2053495"/>
                  <a:pt x="300800" y="2055400"/>
                  <a:pt x="300800" y="2057686"/>
                </a:cubicBezTo>
                <a:cubicBezTo>
                  <a:pt x="300800" y="2059972"/>
                  <a:pt x="302705" y="2061877"/>
                  <a:pt x="304991" y="2061877"/>
                </a:cubicBezTo>
                <a:close/>
                <a:moveTo>
                  <a:pt x="381191" y="2063115"/>
                </a:moveTo>
                <a:cubicBezTo>
                  <a:pt x="384239" y="2063115"/>
                  <a:pt x="386715" y="2060639"/>
                  <a:pt x="386715" y="2057591"/>
                </a:cubicBezTo>
                <a:cubicBezTo>
                  <a:pt x="386715" y="2054543"/>
                  <a:pt x="384239" y="2052066"/>
                  <a:pt x="381191" y="2052066"/>
                </a:cubicBezTo>
                <a:cubicBezTo>
                  <a:pt x="378143" y="2052066"/>
                  <a:pt x="375666" y="2054543"/>
                  <a:pt x="375666" y="2057591"/>
                </a:cubicBezTo>
                <a:cubicBezTo>
                  <a:pt x="375761" y="2060639"/>
                  <a:pt x="378143" y="2063115"/>
                  <a:pt x="381191" y="2063115"/>
                </a:cubicBezTo>
                <a:close/>
                <a:moveTo>
                  <a:pt x="457391" y="2064163"/>
                </a:moveTo>
                <a:cubicBezTo>
                  <a:pt x="461010" y="2064163"/>
                  <a:pt x="463963" y="2061210"/>
                  <a:pt x="463963" y="2057591"/>
                </a:cubicBezTo>
                <a:cubicBezTo>
                  <a:pt x="463963" y="2053971"/>
                  <a:pt x="461010" y="2051018"/>
                  <a:pt x="457391" y="2051018"/>
                </a:cubicBezTo>
                <a:cubicBezTo>
                  <a:pt x="453771" y="2051018"/>
                  <a:pt x="450818" y="2053971"/>
                  <a:pt x="450818" y="2057591"/>
                </a:cubicBezTo>
                <a:cubicBezTo>
                  <a:pt x="450818" y="2061210"/>
                  <a:pt x="453771" y="2064163"/>
                  <a:pt x="457391" y="2064163"/>
                </a:cubicBezTo>
                <a:close/>
                <a:moveTo>
                  <a:pt x="533591" y="2065401"/>
                </a:moveTo>
                <a:cubicBezTo>
                  <a:pt x="537877" y="2065401"/>
                  <a:pt x="541401" y="2061877"/>
                  <a:pt x="541401" y="2057591"/>
                </a:cubicBezTo>
                <a:cubicBezTo>
                  <a:pt x="541401" y="2053304"/>
                  <a:pt x="537877" y="2049780"/>
                  <a:pt x="533591" y="2049780"/>
                </a:cubicBezTo>
                <a:cubicBezTo>
                  <a:pt x="529304" y="2049780"/>
                  <a:pt x="525780" y="2053304"/>
                  <a:pt x="525780" y="2057591"/>
                </a:cubicBezTo>
                <a:cubicBezTo>
                  <a:pt x="525780" y="2061972"/>
                  <a:pt x="529304" y="2065401"/>
                  <a:pt x="533591" y="2065401"/>
                </a:cubicBezTo>
                <a:close/>
                <a:moveTo>
                  <a:pt x="609790" y="2066449"/>
                </a:moveTo>
                <a:cubicBezTo>
                  <a:pt x="614648" y="2066449"/>
                  <a:pt x="618649" y="2062448"/>
                  <a:pt x="618649" y="2057591"/>
                </a:cubicBezTo>
                <a:cubicBezTo>
                  <a:pt x="618649" y="2052733"/>
                  <a:pt x="614648" y="2048732"/>
                  <a:pt x="609790" y="2048732"/>
                </a:cubicBezTo>
                <a:cubicBezTo>
                  <a:pt x="604933" y="2048732"/>
                  <a:pt x="600932" y="2052733"/>
                  <a:pt x="600932" y="2057591"/>
                </a:cubicBezTo>
                <a:cubicBezTo>
                  <a:pt x="600932" y="2062448"/>
                  <a:pt x="604933" y="2066449"/>
                  <a:pt x="609790" y="2066449"/>
                </a:cubicBezTo>
                <a:close/>
                <a:moveTo>
                  <a:pt x="685990" y="2067782"/>
                </a:moveTo>
                <a:cubicBezTo>
                  <a:pt x="691610" y="2067782"/>
                  <a:pt x="696087" y="2063210"/>
                  <a:pt x="696087" y="2057686"/>
                </a:cubicBezTo>
                <a:cubicBezTo>
                  <a:pt x="696087" y="2052161"/>
                  <a:pt x="691515" y="2047589"/>
                  <a:pt x="685990" y="2047589"/>
                </a:cubicBezTo>
                <a:cubicBezTo>
                  <a:pt x="680371" y="2047589"/>
                  <a:pt x="675894" y="2052161"/>
                  <a:pt x="675894" y="2057686"/>
                </a:cubicBezTo>
                <a:cubicBezTo>
                  <a:pt x="675894" y="2063210"/>
                  <a:pt x="680371" y="2067782"/>
                  <a:pt x="685990" y="2067782"/>
                </a:cubicBezTo>
                <a:close/>
                <a:moveTo>
                  <a:pt x="762190" y="2068830"/>
                </a:moveTo>
                <a:cubicBezTo>
                  <a:pt x="768382" y="2068830"/>
                  <a:pt x="773430" y="2063782"/>
                  <a:pt x="773430" y="2057591"/>
                </a:cubicBezTo>
                <a:cubicBezTo>
                  <a:pt x="773430" y="2051399"/>
                  <a:pt x="768382" y="2046351"/>
                  <a:pt x="762190" y="2046351"/>
                </a:cubicBezTo>
                <a:cubicBezTo>
                  <a:pt x="755999" y="2046351"/>
                  <a:pt x="750951" y="2051399"/>
                  <a:pt x="750951" y="2057591"/>
                </a:cubicBezTo>
                <a:cubicBezTo>
                  <a:pt x="751046" y="2063782"/>
                  <a:pt x="755999" y="2068830"/>
                  <a:pt x="762190" y="2068830"/>
                </a:cubicBezTo>
                <a:close/>
                <a:moveTo>
                  <a:pt x="838390" y="2069878"/>
                </a:moveTo>
                <a:cubicBezTo>
                  <a:pt x="845153" y="2069878"/>
                  <a:pt x="850678" y="2064353"/>
                  <a:pt x="850678" y="2057591"/>
                </a:cubicBezTo>
                <a:cubicBezTo>
                  <a:pt x="850678" y="2050828"/>
                  <a:pt x="845153" y="2045303"/>
                  <a:pt x="838390" y="2045303"/>
                </a:cubicBezTo>
                <a:cubicBezTo>
                  <a:pt x="831628" y="2045303"/>
                  <a:pt x="826103" y="2050828"/>
                  <a:pt x="826103" y="2057591"/>
                </a:cubicBezTo>
                <a:cubicBezTo>
                  <a:pt x="826103" y="2064353"/>
                  <a:pt x="831628" y="2069878"/>
                  <a:pt x="838390" y="2069878"/>
                </a:cubicBezTo>
                <a:close/>
                <a:moveTo>
                  <a:pt x="914590" y="2070926"/>
                </a:moveTo>
                <a:cubicBezTo>
                  <a:pt x="921925" y="2070926"/>
                  <a:pt x="927926" y="2064925"/>
                  <a:pt x="927926" y="2057591"/>
                </a:cubicBezTo>
                <a:cubicBezTo>
                  <a:pt x="927926" y="2050256"/>
                  <a:pt x="921925" y="2044256"/>
                  <a:pt x="914590" y="2044256"/>
                </a:cubicBezTo>
                <a:cubicBezTo>
                  <a:pt x="907256" y="2044256"/>
                  <a:pt x="901256" y="2050256"/>
                  <a:pt x="901256" y="2057591"/>
                </a:cubicBezTo>
                <a:cubicBezTo>
                  <a:pt x="901256" y="2064925"/>
                  <a:pt x="907256" y="2070926"/>
                  <a:pt x="914590" y="2070926"/>
                </a:cubicBezTo>
                <a:close/>
                <a:moveTo>
                  <a:pt x="990790" y="2072164"/>
                </a:moveTo>
                <a:cubicBezTo>
                  <a:pt x="998887" y="2072164"/>
                  <a:pt x="1005364" y="2065592"/>
                  <a:pt x="1005364" y="2057591"/>
                </a:cubicBezTo>
                <a:cubicBezTo>
                  <a:pt x="1005364" y="2049589"/>
                  <a:pt x="998792" y="2043017"/>
                  <a:pt x="990790" y="2043017"/>
                </a:cubicBezTo>
                <a:cubicBezTo>
                  <a:pt x="982790" y="2043017"/>
                  <a:pt x="976217" y="2049589"/>
                  <a:pt x="976217" y="2057591"/>
                </a:cubicBezTo>
                <a:cubicBezTo>
                  <a:pt x="976217" y="2065592"/>
                  <a:pt x="982790" y="2072164"/>
                  <a:pt x="990790" y="2072164"/>
                </a:cubicBezTo>
                <a:close/>
                <a:moveTo>
                  <a:pt x="1066991" y="2073212"/>
                </a:moveTo>
                <a:cubicBezTo>
                  <a:pt x="1075658" y="2073212"/>
                  <a:pt x="1082612" y="2066163"/>
                  <a:pt x="1082612" y="2057591"/>
                </a:cubicBezTo>
                <a:cubicBezTo>
                  <a:pt x="1082612" y="2049018"/>
                  <a:pt x="1075563" y="2041970"/>
                  <a:pt x="1066991" y="2041970"/>
                </a:cubicBezTo>
                <a:cubicBezTo>
                  <a:pt x="1058418" y="2041970"/>
                  <a:pt x="1051370" y="2049018"/>
                  <a:pt x="1051370" y="2057591"/>
                </a:cubicBezTo>
                <a:cubicBezTo>
                  <a:pt x="1051370" y="2066163"/>
                  <a:pt x="1058418" y="2073212"/>
                  <a:pt x="1066991" y="2073212"/>
                </a:cubicBezTo>
                <a:close/>
                <a:moveTo>
                  <a:pt x="1143191" y="2074259"/>
                </a:moveTo>
                <a:cubicBezTo>
                  <a:pt x="1152430" y="2074259"/>
                  <a:pt x="1159859" y="2066830"/>
                  <a:pt x="1159859" y="2057591"/>
                </a:cubicBezTo>
                <a:cubicBezTo>
                  <a:pt x="1159859" y="2048351"/>
                  <a:pt x="1152430" y="2040922"/>
                  <a:pt x="1143191" y="2040922"/>
                </a:cubicBezTo>
                <a:cubicBezTo>
                  <a:pt x="1133951" y="2040922"/>
                  <a:pt x="1126522" y="2048351"/>
                  <a:pt x="1126522" y="2057591"/>
                </a:cubicBezTo>
                <a:cubicBezTo>
                  <a:pt x="1126522" y="2066830"/>
                  <a:pt x="1133951" y="2074259"/>
                  <a:pt x="1143191" y="2074259"/>
                </a:cubicBezTo>
                <a:close/>
                <a:moveTo>
                  <a:pt x="1219391" y="2075402"/>
                </a:moveTo>
                <a:cubicBezTo>
                  <a:pt x="1229201" y="2075402"/>
                  <a:pt x="1237107" y="2067497"/>
                  <a:pt x="1237107" y="2057686"/>
                </a:cubicBezTo>
                <a:cubicBezTo>
                  <a:pt x="1237107" y="2047875"/>
                  <a:pt x="1229201" y="2039969"/>
                  <a:pt x="1219391" y="2039969"/>
                </a:cubicBezTo>
                <a:cubicBezTo>
                  <a:pt x="1209580" y="2039969"/>
                  <a:pt x="1201674" y="2047875"/>
                  <a:pt x="1201674" y="2057686"/>
                </a:cubicBezTo>
                <a:cubicBezTo>
                  <a:pt x="1201674" y="2067401"/>
                  <a:pt x="1209580" y="2075402"/>
                  <a:pt x="1219391" y="2075402"/>
                </a:cubicBezTo>
                <a:close/>
                <a:moveTo>
                  <a:pt x="1295591" y="2076450"/>
                </a:moveTo>
                <a:cubicBezTo>
                  <a:pt x="1305973" y="2076450"/>
                  <a:pt x="1314355" y="2068068"/>
                  <a:pt x="1314355" y="2057686"/>
                </a:cubicBezTo>
                <a:cubicBezTo>
                  <a:pt x="1314355" y="2047304"/>
                  <a:pt x="1305973" y="2038922"/>
                  <a:pt x="1295591" y="2038922"/>
                </a:cubicBezTo>
                <a:cubicBezTo>
                  <a:pt x="1285208" y="2038922"/>
                  <a:pt x="1276826" y="2047304"/>
                  <a:pt x="1276826" y="2057686"/>
                </a:cubicBezTo>
                <a:cubicBezTo>
                  <a:pt x="1276826" y="2067973"/>
                  <a:pt x="1285208" y="2076450"/>
                  <a:pt x="1295591" y="2076450"/>
                </a:cubicBezTo>
                <a:close/>
                <a:moveTo>
                  <a:pt x="1371791" y="2077307"/>
                </a:moveTo>
                <a:cubicBezTo>
                  <a:pt x="1382649" y="2077307"/>
                  <a:pt x="1391412" y="2068544"/>
                  <a:pt x="1391412" y="2057686"/>
                </a:cubicBezTo>
                <a:cubicBezTo>
                  <a:pt x="1391412" y="2046827"/>
                  <a:pt x="1382649" y="2038064"/>
                  <a:pt x="1371791" y="2038064"/>
                </a:cubicBezTo>
                <a:cubicBezTo>
                  <a:pt x="1360932" y="2038064"/>
                  <a:pt x="1352169" y="2046827"/>
                  <a:pt x="1352169" y="2057686"/>
                </a:cubicBezTo>
                <a:cubicBezTo>
                  <a:pt x="1352169" y="2068544"/>
                  <a:pt x="1360932" y="2077307"/>
                  <a:pt x="1371791" y="2077307"/>
                </a:cubicBezTo>
                <a:close/>
                <a:moveTo>
                  <a:pt x="1447991" y="2078069"/>
                </a:moveTo>
                <a:cubicBezTo>
                  <a:pt x="1459325" y="2078069"/>
                  <a:pt x="1468469" y="2068925"/>
                  <a:pt x="1468469" y="2057591"/>
                </a:cubicBezTo>
                <a:cubicBezTo>
                  <a:pt x="1468469" y="2046256"/>
                  <a:pt x="1459325" y="2037112"/>
                  <a:pt x="1447991" y="2037112"/>
                </a:cubicBezTo>
                <a:cubicBezTo>
                  <a:pt x="1436656" y="2037112"/>
                  <a:pt x="1427512" y="2046256"/>
                  <a:pt x="1427512" y="2057591"/>
                </a:cubicBezTo>
                <a:cubicBezTo>
                  <a:pt x="1427512" y="2068925"/>
                  <a:pt x="1436656" y="2078069"/>
                  <a:pt x="1447991" y="2078069"/>
                </a:cubicBezTo>
                <a:close/>
                <a:moveTo>
                  <a:pt x="1524191" y="2078927"/>
                </a:moveTo>
                <a:cubicBezTo>
                  <a:pt x="1536002" y="2078927"/>
                  <a:pt x="1545527" y="2069402"/>
                  <a:pt x="1545527" y="2057591"/>
                </a:cubicBezTo>
                <a:cubicBezTo>
                  <a:pt x="1545527" y="2045780"/>
                  <a:pt x="1536002" y="2036255"/>
                  <a:pt x="1524191" y="2036255"/>
                </a:cubicBezTo>
                <a:cubicBezTo>
                  <a:pt x="1512380" y="2036255"/>
                  <a:pt x="1502855" y="2045780"/>
                  <a:pt x="1502855" y="2057591"/>
                </a:cubicBezTo>
                <a:cubicBezTo>
                  <a:pt x="1502855" y="2069402"/>
                  <a:pt x="1512380" y="2078927"/>
                  <a:pt x="1524191" y="2078927"/>
                </a:cubicBezTo>
                <a:close/>
                <a:moveTo>
                  <a:pt x="1600391" y="2079593"/>
                </a:moveTo>
                <a:cubicBezTo>
                  <a:pt x="1612487" y="2079593"/>
                  <a:pt x="1622393" y="2069783"/>
                  <a:pt x="1622393" y="2057591"/>
                </a:cubicBezTo>
                <a:cubicBezTo>
                  <a:pt x="1622393" y="2045399"/>
                  <a:pt x="1612583" y="2035588"/>
                  <a:pt x="1600391" y="2035588"/>
                </a:cubicBezTo>
                <a:cubicBezTo>
                  <a:pt x="1588199" y="2035588"/>
                  <a:pt x="1578388" y="2045399"/>
                  <a:pt x="1578388" y="2057591"/>
                </a:cubicBezTo>
                <a:cubicBezTo>
                  <a:pt x="1578388" y="2069783"/>
                  <a:pt x="1588294" y="2079593"/>
                  <a:pt x="1600391" y="2079593"/>
                </a:cubicBezTo>
                <a:close/>
                <a:moveTo>
                  <a:pt x="1676591" y="2079974"/>
                </a:moveTo>
                <a:cubicBezTo>
                  <a:pt x="1688973" y="2079974"/>
                  <a:pt x="1698974" y="2069973"/>
                  <a:pt x="1698974" y="2057591"/>
                </a:cubicBezTo>
                <a:cubicBezTo>
                  <a:pt x="1698974" y="2045208"/>
                  <a:pt x="1688973" y="2035207"/>
                  <a:pt x="1676591" y="2035207"/>
                </a:cubicBezTo>
                <a:cubicBezTo>
                  <a:pt x="1664208" y="2035207"/>
                  <a:pt x="1654207" y="2045208"/>
                  <a:pt x="1654207" y="2057591"/>
                </a:cubicBezTo>
                <a:cubicBezTo>
                  <a:pt x="1654207" y="2069973"/>
                  <a:pt x="1664208" y="2079974"/>
                  <a:pt x="1676591" y="2079974"/>
                </a:cubicBezTo>
                <a:close/>
                <a:moveTo>
                  <a:pt x="1752791" y="2080260"/>
                </a:moveTo>
                <a:cubicBezTo>
                  <a:pt x="1765268" y="2080260"/>
                  <a:pt x="1775365" y="2070164"/>
                  <a:pt x="1775365" y="2057686"/>
                </a:cubicBezTo>
                <a:cubicBezTo>
                  <a:pt x="1775365" y="2045208"/>
                  <a:pt x="1765268" y="2035112"/>
                  <a:pt x="1752791" y="2035112"/>
                </a:cubicBezTo>
                <a:cubicBezTo>
                  <a:pt x="1740313" y="2035112"/>
                  <a:pt x="1730216" y="2045208"/>
                  <a:pt x="1730216" y="2057686"/>
                </a:cubicBezTo>
                <a:cubicBezTo>
                  <a:pt x="1730216" y="2070164"/>
                  <a:pt x="1740313" y="2080260"/>
                  <a:pt x="1752791" y="2080260"/>
                </a:cubicBezTo>
                <a:close/>
                <a:moveTo>
                  <a:pt x="1828991" y="2079974"/>
                </a:moveTo>
                <a:cubicBezTo>
                  <a:pt x="1841373" y="2079974"/>
                  <a:pt x="1851374" y="2069973"/>
                  <a:pt x="1851374" y="2057591"/>
                </a:cubicBezTo>
                <a:cubicBezTo>
                  <a:pt x="1851374" y="2045208"/>
                  <a:pt x="1841373" y="2035207"/>
                  <a:pt x="1828991" y="2035207"/>
                </a:cubicBezTo>
                <a:cubicBezTo>
                  <a:pt x="1816608" y="2035207"/>
                  <a:pt x="1806607" y="2045208"/>
                  <a:pt x="1806607" y="2057591"/>
                </a:cubicBezTo>
                <a:cubicBezTo>
                  <a:pt x="1806607" y="2069973"/>
                  <a:pt x="1816608" y="2079974"/>
                  <a:pt x="1828991" y="2079974"/>
                </a:cubicBezTo>
                <a:close/>
                <a:moveTo>
                  <a:pt x="1905191" y="2079593"/>
                </a:moveTo>
                <a:cubicBezTo>
                  <a:pt x="1917287" y="2079593"/>
                  <a:pt x="1927193" y="2069783"/>
                  <a:pt x="1927193" y="2057591"/>
                </a:cubicBezTo>
                <a:cubicBezTo>
                  <a:pt x="1927193" y="2045399"/>
                  <a:pt x="1917383" y="2035588"/>
                  <a:pt x="1905191" y="2035588"/>
                </a:cubicBezTo>
                <a:cubicBezTo>
                  <a:pt x="1892999" y="2035588"/>
                  <a:pt x="1883188" y="2045399"/>
                  <a:pt x="1883188" y="2057591"/>
                </a:cubicBezTo>
                <a:cubicBezTo>
                  <a:pt x="1883188" y="2069783"/>
                  <a:pt x="1893094" y="2079593"/>
                  <a:pt x="1905191" y="2079593"/>
                </a:cubicBezTo>
                <a:close/>
                <a:moveTo>
                  <a:pt x="1981391" y="2079117"/>
                </a:moveTo>
                <a:cubicBezTo>
                  <a:pt x="1993297" y="2079117"/>
                  <a:pt x="2002917" y="2069497"/>
                  <a:pt x="2002917" y="2057591"/>
                </a:cubicBezTo>
                <a:cubicBezTo>
                  <a:pt x="2002917" y="2045684"/>
                  <a:pt x="1993297" y="2036064"/>
                  <a:pt x="1981391" y="2036064"/>
                </a:cubicBezTo>
                <a:cubicBezTo>
                  <a:pt x="1969484" y="2036064"/>
                  <a:pt x="1959864" y="2045684"/>
                  <a:pt x="1959864" y="2057591"/>
                </a:cubicBezTo>
                <a:cubicBezTo>
                  <a:pt x="1959864" y="2069497"/>
                  <a:pt x="1969484" y="2079117"/>
                  <a:pt x="1981391" y="2079117"/>
                </a:cubicBezTo>
                <a:close/>
                <a:moveTo>
                  <a:pt x="2057591" y="2078355"/>
                </a:moveTo>
                <a:cubicBezTo>
                  <a:pt x="2069021" y="2078355"/>
                  <a:pt x="2078260" y="2069116"/>
                  <a:pt x="2078260" y="2057686"/>
                </a:cubicBezTo>
                <a:cubicBezTo>
                  <a:pt x="2078260" y="2046256"/>
                  <a:pt x="2069021" y="2037017"/>
                  <a:pt x="2057591" y="2037017"/>
                </a:cubicBezTo>
                <a:cubicBezTo>
                  <a:pt x="2046161" y="2037017"/>
                  <a:pt x="2036921" y="2046256"/>
                  <a:pt x="2036921" y="2057686"/>
                </a:cubicBezTo>
                <a:cubicBezTo>
                  <a:pt x="2036921" y="2069116"/>
                  <a:pt x="2046161" y="2078355"/>
                  <a:pt x="2057591" y="2078355"/>
                </a:cubicBezTo>
                <a:close/>
                <a:moveTo>
                  <a:pt x="2133791" y="2077498"/>
                </a:moveTo>
                <a:cubicBezTo>
                  <a:pt x="2144744" y="2077498"/>
                  <a:pt x="2153698" y="2068639"/>
                  <a:pt x="2153698" y="2057591"/>
                </a:cubicBezTo>
                <a:cubicBezTo>
                  <a:pt x="2153698" y="2046542"/>
                  <a:pt x="2144840" y="2037683"/>
                  <a:pt x="2133791" y="2037683"/>
                </a:cubicBezTo>
                <a:cubicBezTo>
                  <a:pt x="2122837" y="2037683"/>
                  <a:pt x="2113883" y="2046542"/>
                  <a:pt x="2113883" y="2057591"/>
                </a:cubicBezTo>
                <a:cubicBezTo>
                  <a:pt x="2113883" y="2068639"/>
                  <a:pt x="2122837" y="2077498"/>
                  <a:pt x="2133791" y="2077498"/>
                </a:cubicBezTo>
                <a:close/>
                <a:moveTo>
                  <a:pt x="2209991" y="2076450"/>
                </a:moveTo>
                <a:cubicBezTo>
                  <a:pt x="2220373" y="2076450"/>
                  <a:pt x="2228755" y="2068068"/>
                  <a:pt x="2228755" y="2057686"/>
                </a:cubicBezTo>
                <a:cubicBezTo>
                  <a:pt x="2228755" y="2047304"/>
                  <a:pt x="2220373" y="2038922"/>
                  <a:pt x="2209991" y="2038922"/>
                </a:cubicBezTo>
                <a:cubicBezTo>
                  <a:pt x="2199608" y="2038922"/>
                  <a:pt x="2191226" y="2047304"/>
                  <a:pt x="2191226" y="2057686"/>
                </a:cubicBezTo>
                <a:cubicBezTo>
                  <a:pt x="2191226" y="2067973"/>
                  <a:pt x="2199608" y="2076450"/>
                  <a:pt x="2209991" y="2076450"/>
                </a:cubicBezTo>
                <a:close/>
                <a:moveTo>
                  <a:pt x="2286191" y="2075402"/>
                </a:moveTo>
                <a:cubicBezTo>
                  <a:pt x="2296001" y="2075402"/>
                  <a:pt x="2303907" y="2067497"/>
                  <a:pt x="2303907" y="2057686"/>
                </a:cubicBezTo>
                <a:cubicBezTo>
                  <a:pt x="2303907" y="2047875"/>
                  <a:pt x="2296001" y="2039969"/>
                  <a:pt x="2286191" y="2039969"/>
                </a:cubicBezTo>
                <a:cubicBezTo>
                  <a:pt x="2276380" y="2039969"/>
                  <a:pt x="2268474" y="2047875"/>
                  <a:pt x="2268474" y="2057686"/>
                </a:cubicBezTo>
                <a:cubicBezTo>
                  <a:pt x="2268474" y="2067401"/>
                  <a:pt x="2276380" y="2075402"/>
                  <a:pt x="2286191" y="2075402"/>
                </a:cubicBezTo>
                <a:close/>
                <a:moveTo>
                  <a:pt x="2362391" y="2074259"/>
                </a:moveTo>
                <a:cubicBezTo>
                  <a:pt x="2371630" y="2074259"/>
                  <a:pt x="2379059" y="2066830"/>
                  <a:pt x="2379059" y="2057591"/>
                </a:cubicBezTo>
                <a:cubicBezTo>
                  <a:pt x="2379059" y="2048351"/>
                  <a:pt x="2371630" y="2040922"/>
                  <a:pt x="2362391" y="2040922"/>
                </a:cubicBezTo>
                <a:cubicBezTo>
                  <a:pt x="2353151" y="2040922"/>
                  <a:pt x="2345722" y="2048351"/>
                  <a:pt x="2345722" y="2057591"/>
                </a:cubicBezTo>
                <a:cubicBezTo>
                  <a:pt x="2345722" y="2066830"/>
                  <a:pt x="2353151" y="2074259"/>
                  <a:pt x="2362391" y="2074259"/>
                </a:cubicBezTo>
                <a:close/>
                <a:moveTo>
                  <a:pt x="2438591" y="2073212"/>
                </a:moveTo>
                <a:cubicBezTo>
                  <a:pt x="2447258" y="2073212"/>
                  <a:pt x="2454212" y="2066163"/>
                  <a:pt x="2454212" y="2057591"/>
                </a:cubicBezTo>
                <a:cubicBezTo>
                  <a:pt x="2454212" y="2049018"/>
                  <a:pt x="2447258" y="2041970"/>
                  <a:pt x="2438591" y="2041970"/>
                </a:cubicBezTo>
                <a:cubicBezTo>
                  <a:pt x="2429923" y="2041970"/>
                  <a:pt x="2422970" y="2049018"/>
                  <a:pt x="2422970" y="2057591"/>
                </a:cubicBezTo>
                <a:cubicBezTo>
                  <a:pt x="2422970" y="2066163"/>
                  <a:pt x="2430018" y="2073212"/>
                  <a:pt x="2438591" y="2073212"/>
                </a:cubicBezTo>
                <a:close/>
                <a:moveTo>
                  <a:pt x="2514791" y="2072164"/>
                </a:moveTo>
                <a:cubicBezTo>
                  <a:pt x="2522887" y="2072164"/>
                  <a:pt x="2529364" y="2065592"/>
                  <a:pt x="2529364" y="2057591"/>
                </a:cubicBezTo>
                <a:cubicBezTo>
                  <a:pt x="2529364" y="2049589"/>
                  <a:pt x="2522791" y="2043017"/>
                  <a:pt x="2514791" y="2043017"/>
                </a:cubicBezTo>
                <a:cubicBezTo>
                  <a:pt x="2506695" y="2043017"/>
                  <a:pt x="2500217" y="2049589"/>
                  <a:pt x="2500217" y="2057591"/>
                </a:cubicBezTo>
                <a:cubicBezTo>
                  <a:pt x="2500217" y="2065592"/>
                  <a:pt x="2506790" y="2072164"/>
                  <a:pt x="2514791" y="2072164"/>
                </a:cubicBezTo>
                <a:close/>
                <a:moveTo>
                  <a:pt x="2590991" y="2071116"/>
                </a:moveTo>
                <a:cubicBezTo>
                  <a:pt x="2598420" y="2071116"/>
                  <a:pt x="2604516" y="2065020"/>
                  <a:pt x="2604516" y="2057591"/>
                </a:cubicBezTo>
                <a:cubicBezTo>
                  <a:pt x="2604516" y="2050161"/>
                  <a:pt x="2598420" y="2044065"/>
                  <a:pt x="2590991" y="2044065"/>
                </a:cubicBezTo>
                <a:cubicBezTo>
                  <a:pt x="2583561" y="2044065"/>
                  <a:pt x="2577465" y="2050161"/>
                  <a:pt x="2577465" y="2057591"/>
                </a:cubicBezTo>
                <a:cubicBezTo>
                  <a:pt x="2577465" y="2065020"/>
                  <a:pt x="2583561" y="2071116"/>
                  <a:pt x="2590991" y="2071116"/>
                </a:cubicBezTo>
                <a:close/>
                <a:moveTo>
                  <a:pt x="2667191" y="2070068"/>
                </a:moveTo>
                <a:cubicBezTo>
                  <a:pt x="2674049" y="2070068"/>
                  <a:pt x="2679668" y="2064449"/>
                  <a:pt x="2679668" y="2057591"/>
                </a:cubicBezTo>
                <a:cubicBezTo>
                  <a:pt x="2679668" y="2050733"/>
                  <a:pt x="2674049" y="2045113"/>
                  <a:pt x="2667191" y="2045113"/>
                </a:cubicBezTo>
                <a:cubicBezTo>
                  <a:pt x="2660333" y="2045113"/>
                  <a:pt x="2654713" y="2050733"/>
                  <a:pt x="2654713" y="2057591"/>
                </a:cubicBezTo>
                <a:cubicBezTo>
                  <a:pt x="2654713" y="2064449"/>
                  <a:pt x="2660333" y="2070068"/>
                  <a:pt x="2667191" y="2070068"/>
                </a:cubicBezTo>
                <a:close/>
                <a:moveTo>
                  <a:pt x="2743391" y="2068830"/>
                </a:moveTo>
                <a:cubicBezTo>
                  <a:pt x="2749582" y="2068830"/>
                  <a:pt x="2754630" y="2063782"/>
                  <a:pt x="2754630" y="2057591"/>
                </a:cubicBezTo>
                <a:cubicBezTo>
                  <a:pt x="2754630" y="2051399"/>
                  <a:pt x="2749582" y="2046351"/>
                  <a:pt x="2743391" y="2046351"/>
                </a:cubicBezTo>
                <a:cubicBezTo>
                  <a:pt x="2737199" y="2046351"/>
                  <a:pt x="2732151" y="2051399"/>
                  <a:pt x="2732151" y="2057591"/>
                </a:cubicBezTo>
                <a:cubicBezTo>
                  <a:pt x="2732246" y="2063782"/>
                  <a:pt x="2737199" y="2068830"/>
                  <a:pt x="2743391" y="2068830"/>
                </a:cubicBezTo>
                <a:close/>
                <a:moveTo>
                  <a:pt x="2819591" y="2067782"/>
                </a:moveTo>
                <a:cubicBezTo>
                  <a:pt x="2825210" y="2067782"/>
                  <a:pt x="2829687" y="2063210"/>
                  <a:pt x="2829687" y="2057686"/>
                </a:cubicBezTo>
                <a:cubicBezTo>
                  <a:pt x="2829687" y="2052161"/>
                  <a:pt x="2825115" y="2047589"/>
                  <a:pt x="2819591" y="2047589"/>
                </a:cubicBezTo>
                <a:cubicBezTo>
                  <a:pt x="2813971" y="2047589"/>
                  <a:pt x="2809494" y="2052161"/>
                  <a:pt x="2809494" y="2057686"/>
                </a:cubicBezTo>
                <a:cubicBezTo>
                  <a:pt x="2809494" y="2063210"/>
                  <a:pt x="2813971" y="2067782"/>
                  <a:pt x="2819591" y="2067782"/>
                </a:cubicBezTo>
                <a:close/>
                <a:moveTo>
                  <a:pt x="2895791" y="2066735"/>
                </a:moveTo>
                <a:cubicBezTo>
                  <a:pt x="2900839" y="2066735"/>
                  <a:pt x="2904839" y="2062639"/>
                  <a:pt x="2904839" y="2057686"/>
                </a:cubicBezTo>
                <a:cubicBezTo>
                  <a:pt x="2904839" y="2052733"/>
                  <a:pt x="2900744" y="2048637"/>
                  <a:pt x="2895791" y="2048637"/>
                </a:cubicBezTo>
                <a:cubicBezTo>
                  <a:pt x="2890742" y="2048637"/>
                  <a:pt x="2886742" y="2052733"/>
                  <a:pt x="2886742" y="2057686"/>
                </a:cubicBezTo>
                <a:cubicBezTo>
                  <a:pt x="2886742" y="2062639"/>
                  <a:pt x="2890838" y="2066735"/>
                  <a:pt x="2895791" y="2066735"/>
                </a:cubicBezTo>
                <a:close/>
                <a:moveTo>
                  <a:pt x="2971991" y="2065401"/>
                </a:moveTo>
                <a:cubicBezTo>
                  <a:pt x="2976277" y="2065401"/>
                  <a:pt x="2979801" y="2061877"/>
                  <a:pt x="2979801" y="2057591"/>
                </a:cubicBezTo>
                <a:cubicBezTo>
                  <a:pt x="2979801" y="2053304"/>
                  <a:pt x="2976277" y="2049780"/>
                  <a:pt x="2971991" y="2049780"/>
                </a:cubicBezTo>
                <a:cubicBezTo>
                  <a:pt x="2967704" y="2049780"/>
                  <a:pt x="2964180" y="2053304"/>
                  <a:pt x="2964180" y="2057591"/>
                </a:cubicBezTo>
                <a:cubicBezTo>
                  <a:pt x="2964180" y="2061972"/>
                  <a:pt x="2967704" y="2065401"/>
                  <a:pt x="2971991" y="2065401"/>
                </a:cubicBezTo>
                <a:close/>
                <a:moveTo>
                  <a:pt x="3048191" y="2064353"/>
                </a:moveTo>
                <a:cubicBezTo>
                  <a:pt x="3051905" y="2064353"/>
                  <a:pt x="3054953" y="2061305"/>
                  <a:pt x="3054953" y="2057591"/>
                </a:cubicBezTo>
                <a:cubicBezTo>
                  <a:pt x="3054953" y="2053876"/>
                  <a:pt x="3051905" y="2050828"/>
                  <a:pt x="3048191" y="2050828"/>
                </a:cubicBezTo>
                <a:cubicBezTo>
                  <a:pt x="3044476" y="2050828"/>
                  <a:pt x="3041428" y="2053876"/>
                  <a:pt x="3041428" y="2057591"/>
                </a:cubicBezTo>
                <a:cubicBezTo>
                  <a:pt x="3041428" y="2061305"/>
                  <a:pt x="3044476" y="2064353"/>
                  <a:pt x="3048191" y="2064353"/>
                </a:cubicBezTo>
                <a:close/>
                <a:moveTo>
                  <a:pt x="3124391" y="2063115"/>
                </a:moveTo>
                <a:cubicBezTo>
                  <a:pt x="3127439" y="2063115"/>
                  <a:pt x="3129915" y="2060639"/>
                  <a:pt x="3129915" y="2057591"/>
                </a:cubicBezTo>
                <a:cubicBezTo>
                  <a:pt x="3129915" y="2054543"/>
                  <a:pt x="3127439" y="2052066"/>
                  <a:pt x="3124391" y="2052066"/>
                </a:cubicBezTo>
                <a:cubicBezTo>
                  <a:pt x="3121343" y="2052066"/>
                  <a:pt x="3118866" y="2054543"/>
                  <a:pt x="3118866" y="2057591"/>
                </a:cubicBezTo>
                <a:cubicBezTo>
                  <a:pt x="3118961" y="2060639"/>
                  <a:pt x="3121343" y="2063115"/>
                  <a:pt x="3124391" y="2063115"/>
                </a:cubicBezTo>
                <a:close/>
                <a:moveTo>
                  <a:pt x="3200591" y="2062067"/>
                </a:moveTo>
                <a:cubicBezTo>
                  <a:pt x="3203067" y="2062067"/>
                  <a:pt x="3205067" y="2060067"/>
                  <a:pt x="3205067" y="2057591"/>
                </a:cubicBezTo>
                <a:cubicBezTo>
                  <a:pt x="3205067" y="2055114"/>
                  <a:pt x="3203067" y="2053114"/>
                  <a:pt x="3200591" y="2053114"/>
                </a:cubicBezTo>
                <a:cubicBezTo>
                  <a:pt x="3198114" y="2053114"/>
                  <a:pt x="3196114" y="2055114"/>
                  <a:pt x="3196114" y="2057591"/>
                </a:cubicBezTo>
                <a:cubicBezTo>
                  <a:pt x="3196209" y="2060067"/>
                  <a:pt x="3198114" y="2062067"/>
                  <a:pt x="3200591" y="2062067"/>
                </a:cubicBezTo>
                <a:close/>
                <a:moveTo>
                  <a:pt x="3276791" y="2061020"/>
                </a:moveTo>
                <a:cubicBezTo>
                  <a:pt x="3278696" y="2061020"/>
                  <a:pt x="3280124" y="2059496"/>
                  <a:pt x="3280124" y="2057686"/>
                </a:cubicBezTo>
                <a:cubicBezTo>
                  <a:pt x="3280124" y="2055876"/>
                  <a:pt x="3278600" y="2054352"/>
                  <a:pt x="3276791" y="2054352"/>
                </a:cubicBezTo>
                <a:cubicBezTo>
                  <a:pt x="3274886" y="2054352"/>
                  <a:pt x="3273457" y="2055876"/>
                  <a:pt x="3273457" y="2057686"/>
                </a:cubicBezTo>
                <a:cubicBezTo>
                  <a:pt x="3273457" y="2059496"/>
                  <a:pt x="3274981" y="2061020"/>
                  <a:pt x="3276791" y="2061020"/>
                </a:cubicBezTo>
                <a:close/>
                <a:moveTo>
                  <a:pt x="3352991" y="2059686"/>
                </a:moveTo>
                <a:cubicBezTo>
                  <a:pt x="3354134" y="2059686"/>
                  <a:pt x="3355086" y="2058734"/>
                  <a:pt x="3355086" y="2057591"/>
                </a:cubicBezTo>
                <a:cubicBezTo>
                  <a:pt x="3355086" y="2056448"/>
                  <a:pt x="3354134" y="2055495"/>
                  <a:pt x="3352991" y="2055495"/>
                </a:cubicBezTo>
                <a:cubicBezTo>
                  <a:pt x="3351848" y="2055495"/>
                  <a:pt x="3350895" y="2056448"/>
                  <a:pt x="3350895" y="2057591"/>
                </a:cubicBezTo>
                <a:cubicBezTo>
                  <a:pt x="3350895" y="2058734"/>
                  <a:pt x="3351848" y="2059686"/>
                  <a:pt x="3352991" y="2059686"/>
                </a:cubicBezTo>
                <a:close/>
                <a:moveTo>
                  <a:pt x="3429191" y="2058638"/>
                </a:moveTo>
                <a:cubicBezTo>
                  <a:pt x="3429762" y="2058638"/>
                  <a:pt x="3430238" y="2058162"/>
                  <a:pt x="3430238" y="2057591"/>
                </a:cubicBezTo>
                <a:cubicBezTo>
                  <a:pt x="3430238" y="2057019"/>
                  <a:pt x="3429762" y="2056543"/>
                  <a:pt x="3429191" y="2056543"/>
                </a:cubicBezTo>
                <a:cubicBezTo>
                  <a:pt x="3428619" y="2056543"/>
                  <a:pt x="3428143" y="2057019"/>
                  <a:pt x="3428143" y="2057591"/>
                </a:cubicBezTo>
                <a:cubicBezTo>
                  <a:pt x="3428143" y="2058162"/>
                  <a:pt x="3428619" y="2058638"/>
                  <a:pt x="3429191" y="2058638"/>
                </a:cubicBezTo>
                <a:close/>
                <a:moveTo>
                  <a:pt x="76391" y="2134457"/>
                </a:moveTo>
                <a:cubicBezTo>
                  <a:pt x="76772" y="2134457"/>
                  <a:pt x="77057" y="2134172"/>
                  <a:pt x="77057" y="2133791"/>
                </a:cubicBezTo>
                <a:cubicBezTo>
                  <a:pt x="77057" y="2133410"/>
                  <a:pt x="76772" y="2133124"/>
                  <a:pt x="76391" y="2133124"/>
                </a:cubicBezTo>
                <a:cubicBezTo>
                  <a:pt x="76010" y="2133124"/>
                  <a:pt x="75724" y="2133410"/>
                  <a:pt x="75724" y="2133791"/>
                </a:cubicBezTo>
                <a:cubicBezTo>
                  <a:pt x="75819" y="2134172"/>
                  <a:pt x="76105" y="2134457"/>
                  <a:pt x="76391" y="2134457"/>
                </a:cubicBezTo>
                <a:close/>
                <a:moveTo>
                  <a:pt x="152591" y="2135696"/>
                </a:moveTo>
                <a:cubicBezTo>
                  <a:pt x="153638" y="2135696"/>
                  <a:pt x="154496" y="2134838"/>
                  <a:pt x="154496" y="2133791"/>
                </a:cubicBezTo>
                <a:cubicBezTo>
                  <a:pt x="154496" y="2132743"/>
                  <a:pt x="153638" y="2131886"/>
                  <a:pt x="152591" y="2131886"/>
                </a:cubicBezTo>
                <a:cubicBezTo>
                  <a:pt x="151543" y="2131886"/>
                  <a:pt x="150686" y="2132743"/>
                  <a:pt x="150686" y="2133791"/>
                </a:cubicBezTo>
                <a:cubicBezTo>
                  <a:pt x="150686" y="2134838"/>
                  <a:pt x="151543" y="2135696"/>
                  <a:pt x="152591" y="2135696"/>
                </a:cubicBezTo>
                <a:close/>
                <a:moveTo>
                  <a:pt x="228791" y="2136743"/>
                </a:moveTo>
                <a:cubicBezTo>
                  <a:pt x="230410" y="2136743"/>
                  <a:pt x="231743" y="2135410"/>
                  <a:pt x="231743" y="2133791"/>
                </a:cubicBezTo>
                <a:cubicBezTo>
                  <a:pt x="231743" y="2132171"/>
                  <a:pt x="230410" y="2130838"/>
                  <a:pt x="228791" y="2130838"/>
                </a:cubicBezTo>
                <a:cubicBezTo>
                  <a:pt x="227171" y="2130838"/>
                  <a:pt x="225838" y="2132171"/>
                  <a:pt x="225838" y="2133791"/>
                </a:cubicBezTo>
                <a:cubicBezTo>
                  <a:pt x="225838" y="2135410"/>
                  <a:pt x="227171" y="2136743"/>
                  <a:pt x="228791" y="2136743"/>
                </a:cubicBezTo>
                <a:close/>
                <a:moveTo>
                  <a:pt x="304991" y="2137791"/>
                </a:moveTo>
                <a:cubicBezTo>
                  <a:pt x="307181" y="2137791"/>
                  <a:pt x="308991" y="2135981"/>
                  <a:pt x="308991" y="2133791"/>
                </a:cubicBezTo>
                <a:cubicBezTo>
                  <a:pt x="308991" y="2131600"/>
                  <a:pt x="307181" y="2129790"/>
                  <a:pt x="304991" y="2129790"/>
                </a:cubicBezTo>
                <a:cubicBezTo>
                  <a:pt x="302800" y="2129790"/>
                  <a:pt x="300990" y="2131600"/>
                  <a:pt x="300990" y="2133791"/>
                </a:cubicBezTo>
                <a:cubicBezTo>
                  <a:pt x="300990" y="2135981"/>
                  <a:pt x="302800" y="2137791"/>
                  <a:pt x="304991" y="2137791"/>
                </a:cubicBezTo>
                <a:close/>
                <a:moveTo>
                  <a:pt x="381191" y="2139125"/>
                </a:moveTo>
                <a:cubicBezTo>
                  <a:pt x="384143" y="2139125"/>
                  <a:pt x="386429" y="2136743"/>
                  <a:pt x="386429" y="2133886"/>
                </a:cubicBezTo>
                <a:cubicBezTo>
                  <a:pt x="386429" y="2131028"/>
                  <a:pt x="384048" y="2128647"/>
                  <a:pt x="381191" y="2128647"/>
                </a:cubicBezTo>
                <a:cubicBezTo>
                  <a:pt x="378238" y="2128647"/>
                  <a:pt x="375952" y="2131028"/>
                  <a:pt x="375952" y="2133886"/>
                </a:cubicBezTo>
                <a:cubicBezTo>
                  <a:pt x="375952" y="2136743"/>
                  <a:pt x="378333" y="2139125"/>
                  <a:pt x="381191" y="2139125"/>
                </a:cubicBezTo>
                <a:close/>
                <a:moveTo>
                  <a:pt x="457391" y="2140172"/>
                </a:moveTo>
                <a:cubicBezTo>
                  <a:pt x="460915" y="2140172"/>
                  <a:pt x="463772" y="2137315"/>
                  <a:pt x="463772" y="2133791"/>
                </a:cubicBezTo>
                <a:cubicBezTo>
                  <a:pt x="463772" y="2130266"/>
                  <a:pt x="460915" y="2127409"/>
                  <a:pt x="457391" y="2127409"/>
                </a:cubicBezTo>
                <a:cubicBezTo>
                  <a:pt x="453866" y="2127409"/>
                  <a:pt x="451009" y="2130266"/>
                  <a:pt x="451009" y="2133791"/>
                </a:cubicBezTo>
                <a:cubicBezTo>
                  <a:pt x="451104" y="2137315"/>
                  <a:pt x="453866" y="2140172"/>
                  <a:pt x="457391" y="2140172"/>
                </a:cubicBezTo>
                <a:close/>
                <a:moveTo>
                  <a:pt x="533591" y="2141220"/>
                </a:moveTo>
                <a:cubicBezTo>
                  <a:pt x="537686" y="2141220"/>
                  <a:pt x="541020" y="2137886"/>
                  <a:pt x="541020" y="2133791"/>
                </a:cubicBezTo>
                <a:cubicBezTo>
                  <a:pt x="541020" y="2129695"/>
                  <a:pt x="537686" y="2126361"/>
                  <a:pt x="533591" y="2126361"/>
                </a:cubicBezTo>
                <a:cubicBezTo>
                  <a:pt x="529495" y="2126361"/>
                  <a:pt x="526161" y="2129695"/>
                  <a:pt x="526161" y="2133791"/>
                </a:cubicBezTo>
                <a:cubicBezTo>
                  <a:pt x="526161" y="2137886"/>
                  <a:pt x="529495" y="2141220"/>
                  <a:pt x="533591" y="2141220"/>
                </a:cubicBezTo>
                <a:close/>
                <a:moveTo>
                  <a:pt x="609790" y="2142268"/>
                </a:moveTo>
                <a:cubicBezTo>
                  <a:pt x="614458" y="2142268"/>
                  <a:pt x="618268" y="2138458"/>
                  <a:pt x="618268" y="2133791"/>
                </a:cubicBezTo>
                <a:cubicBezTo>
                  <a:pt x="618268" y="2129123"/>
                  <a:pt x="614458" y="2125313"/>
                  <a:pt x="609790" y="2125313"/>
                </a:cubicBezTo>
                <a:cubicBezTo>
                  <a:pt x="605123" y="2125313"/>
                  <a:pt x="601313" y="2129123"/>
                  <a:pt x="601313" y="2133791"/>
                </a:cubicBezTo>
                <a:cubicBezTo>
                  <a:pt x="601313" y="2138458"/>
                  <a:pt x="605123" y="2142268"/>
                  <a:pt x="609790" y="2142268"/>
                </a:cubicBezTo>
                <a:close/>
                <a:moveTo>
                  <a:pt x="685990" y="2143506"/>
                </a:moveTo>
                <a:cubicBezTo>
                  <a:pt x="691325" y="2143506"/>
                  <a:pt x="695706" y="2139125"/>
                  <a:pt x="695706" y="2133791"/>
                </a:cubicBezTo>
                <a:cubicBezTo>
                  <a:pt x="695706" y="2128457"/>
                  <a:pt x="691420" y="2124075"/>
                  <a:pt x="685990" y="2124075"/>
                </a:cubicBezTo>
                <a:cubicBezTo>
                  <a:pt x="680561" y="2124075"/>
                  <a:pt x="676275" y="2128457"/>
                  <a:pt x="676275" y="2133791"/>
                </a:cubicBezTo>
                <a:cubicBezTo>
                  <a:pt x="676275" y="2139125"/>
                  <a:pt x="680657" y="2143506"/>
                  <a:pt x="685990" y="2143506"/>
                </a:cubicBezTo>
                <a:close/>
                <a:moveTo>
                  <a:pt x="762190" y="2144554"/>
                </a:moveTo>
                <a:cubicBezTo>
                  <a:pt x="768096" y="2144554"/>
                  <a:pt x="772954" y="2139696"/>
                  <a:pt x="772954" y="2133791"/>
                </a:cubicBezTo>
                <a:cubicBezTo>
                  <a:pt x="772954" y="2127885"/>
                  <a:pt x="768096" y="2123027"/>
                  <a:pt x="762190" y="2123027"/>
                </a:cubicBezTo>
                <a:cubicBezTo>
                  <a:pt x="756285" y="2123027"/>
                  <a:pt x="751427" y="2127885"/>
                  <a:pt x="751427" y="2133791"/>
                </a:cubicBezTo>
                <a:cubicBezTo>
                  <a:pt x="751427" y="2139696"/>
                  <a:pt x="756285" y="2144554"/>
                  <a:pt x="762190" y="2144554"/>
                </a:cubicBezTo>
                <a:close/>
                <a:moveTo>
                  <a:pt x="838390" y="2145602"/>
                </a:moveTo>
                <a:cubicBezTo>
                  <a:pt x="844963" y="2145602"/>
                  <a:pt x="850202" y="2140268"/>
                  <a:pt x="850202" y="2133791"/>
                </a:cubicBezTo>
                <a:cubicBezTo>
                  <a:pt x="850202" y="2127314"/>
                  <a:pt x="844868" y="2121980"/>
                  <a:pt x="838390" y="2121980"/>
                </a:cubicBezTo>
                <a:cubicBezTo>
                  <a:pt x="831818" y="2121980"/>
                  <a:pt x="826580" y="2127314"/>
                  <a:pt x="826580" y="2133791"/>
                </a:cubicBezTo>
                <a:cubicBezTo>
                  <a:pt x="826580" y="2140268"/>
                  <a:pt x="831913" y="2145602"/>
                  <a:pt x="838390" y="2145602"/>
                </a:cubicBezTo>
                <a:close/>
                <a:moveTo>
                  <a:pt x="914590" y="2146745"/>
                </a:moveTo>
                <a:cubicBezTo>
                  <a:pt x="921734" y="2146745"/>
                  <a:pt x="927449" y="2140934"/>
                  <a:pt x="927449" y="2133886"/>
                </a:cubicBezTo>
                <a:cubicBezTo>
                  <a:pt x="927449" y="2126742"/>
                  <a:pt x="921639" y="2121027"/>
                  <a:pt x="914590" y="2121027"/>
                </a:cubicBezTo>
                <a:cubicBezTo>
                  <a:pt x="907447" y="2121027"/>
                  <a:pt x="901732" y="2126837"/>
                  <a:pt x="901732" y="2133886"/>
                </a:cubicBezTo>
                <a:cubicBezTo>
                  <a:pt x="901732" y="2140934"/>
                  <a:pt x="907447" y="2146745"/>
                  <a:pt x="914590" y="2146745"/>
                </a:cubicBezTo>
                <a:close/>
                <a:moveTo>
                  <a:pt x="990790" y="2147792"/>
                </a:moveTo>
                <a:cubicBezTo>
                  <a:pt x="998506" y="2147792"/>
                  <a:pt x="1004697" y="2141506"/>
                  <a:pt x="1004697" y="2133886"/>
                </a:cubicBezTo>
                <a:cubicBezTo>
                  <a:pt x="1004697" y="2126171"/>
                  <a:pt x="998411" y="2119979"/>
                  <a:pt x="990790" y="2119979"/>
                </a:cubicBezTo>
                <a:cubicBezTo>
                  <a:pt x="983171" y="2119979"/>
                  <a:pt x="976884" y="2126266"/>
                  <a:pt x="976884" y="2133886"/>
                </a:cubicBezTo>
                <a:cubicBezTo>
                  <a:pt x="976884" y="2141506"/>
                  <a:pt x="983075" y="2147792"/>
                  <a:pt x="990790" y="2147792"/>
                </a:cubicBezTo>
                <a:close/>
                <a:moveTo>
                  <a:pt x="1066991" y="2148840"/>
                </a:moveTo>
                <a:cubicBezTo>
                  <a:pt x="1075277" y="2148840"/>
                  <a:pt x="1081945" y="2142077"/>
                  <a:pt x="1081945" y="2133886"/>
                </a:cubicBezTo>
                <a:cubicBezTo>
                  <a:pt x="1081945" y="2125694"/>
                  <a:pt x="1075182" y="2118836"/>
                  <a:pt x="1066991" y="2118836"/>
                </a:cubicBezTo>
                <a:cubicBezTo>
                  <a:pt x="1058704" y="2118836"/>
                  <a:pt x="1051941" y="2125599"/>
                  <a:pt x="1051941" y="2133886"/>
                </a:cubicBezTo>
                <a:cubicBezTo>
                  <a:pt x="1051941" y="2142173"/>
                  <a:pt x="1058704" y="2148840"/>
                  <a:pt x="1066991" y="2148840"/>
                </a:cubicBezTo>
                <a:close/>
                <a:moveTo>
                  <a:pt x="1143191" y="2149888"/>
                </a:moveTo>
                <a:cubicBezTo>
                  <a:pt x="1152049" y="2149888"/>
                  <a:pt x="1159288" y="2142744"/>
                  <a:pt x="1159288" y="2133791"/>
                </a:cubicBezTo>
                <a:cubicBezTo>
                  <a:pt x="1159288" y="2124932"/>
                  <a:pt x="1152144" y="2117693"/>
                  <a:pt x="1143191" y="2117693"/>
                </a:cubicBezTo>
                <a:cubicBezTo>
                  <a:pt x="1134237" y="2117693"/>
                  <a:pt x="1127093" y="2124837"/>
                  <a:pt x="1127093" y="2133791"/>
                </a:cubicBezTo>
                <a:cubicBezTo>
                  <a:pt x="1127189" y="2142649"/>
                  <a:pt x="1134332" y="2149888"/>
                  <a:pt x="1143191" y="2149888"/>
                </a:cubicBezTo>
                <a:close/>
                <a:moveTo>
                  <a:pt x="1219391" y="2150936"/>
                </a:moveTo>
                <a:cubicBezTo>
                  <a:pt x="1228820" y="2150936"/>
                  <a:pt x="1236536" y="2143316"/>
                  <a:pt x="1236536" y="2133791"/>
                </a:cubicBezTo>
                <a:cubicBezTo>
                  <a:pt x="1236536" y="2124266"/>
                  <a:pt x="1228916" y="2116646"/>
                  <a:pt x="1219391" y="2116646"/>
                </a:cubicBezTo>
                <a:cubicBezTo>
                  <a:pt x="1209866" y="2116646"/>
                  <a:pt x="1202246" y="2124266"/>
                  <a:pt x="1202246" y="2133791"/>
                </a:cubicBezTo>
                <a:cubicBezTo>
                  <a:pt x="1202246" y="2143316"/>
                  <a:pt x="1209961" y="2150936"/>
                  <a:pt x="1219391" y="2150936"/>
                </a:cubicBezTo>
                <a:close/>
                <a:moveTo>
                  <a:pt x="1295591" y="2151793"/>
                </a:moveTo>
                <a:cubicBezTo>
                  <a:pt x="1305497" y="2151793"/>
                  <a:pt x="1313593" y="2143792"/>
                  <a:pt x="1313593" y="2133791"/>
                </a:cubicBezTo>
                <a:cubicBezTo>
                  <a:pt x="1313593" y="2123789"/>
                  <a:pt x="1305592" y="2115788"/>
                  <a:pt x="1295591" y="2115788"/>
                </a:cubicBezTo>
                <a:cubicBezTo>
                  <a:pt x="1285589" y="2115788"/>
                  <a:pt x="1277588" y="2123789"/>
                  <a:pt x="1277588" y="2133791"/>
                </a:cubicBezTo>
                <a:cubicBezTo>
                  <a:pt x="1277588" y="2143792"/>
                  <a:pt x="1285685" y="2151793"/>
                  <a:pt x="1295591" y="2151793"/>
                </a:cubicBezTo>
                <a:close/>
                <a:moveTo>
                  <a:pt x="1371791" y="2152841"/>
                </a:moveTo>
                <a:cubicBezTo>
                  <a:pt x="1382268" y="2152841"/>
                  <a:pt x="1390841" y="2144363"/>
                  <a:pt x="1390841" y="2133791"/>
                </a:cubicBezTo>
                <a:cubicBezTo>
                  <a:pt x="1390841" y="2123313"/>
                  <a:pt x="1382363" y="2114741"/>
                  <a:pt x="1371791" y="2114741"/>
                </a:cubicBezTo>
                <a:cubicBezTo>
                  <a:pt x="1361313" y="2114741"/>
                  <a:pt x="1352741" y="2123218"/>
                  <a:pt x="1352741" y="2133791"/>
                </a:cubicBezTo>
                <a:cubicBezTo>
                  <a:pt x="1352836" y="2144268"/>
                  <a:pt x="1361313" y="2152841"/>
                  <a:pt x="1371791" y="2152841"/>
                </a:cubicBezTo>
                <a:close/>
                <a:moveTo>
                  <a:pt x="1447991" y="2153507"/>
                </a:moveTo>
                <a:cubicBezTo>
                  <a:pt x="1458849" y="2153507"/>
                  <a:pt x="1467612" y="2144744"/>
                  <a:pt x="1467612" y="2133886"/>
                </a:cubicBezTo>
                <a:cubicBezTo>
                  <a:pt x="1467612" y="2123027"/>
                  <a:pt x="1458849" y="2114264"/>
                  <a:pt x="1447991" y="2114264"/>
                </a:cubicBezTo>
                <a:cubicBezTo>
                  <a:pt x="1437132" y="2114264"/>
                  <a:pt x="1428369" y="2123027"/>
                  <a:pt x="1428369" y="2133886"/>
                </a:cubicBezTo>
                <a:cubicBezTo>
                  <a:pt x="1428369" y="2144744"/>
                  <a:pt x="1437132" y="2153507"/>
                  <a:pt x="1447991" y="2153507"/>
                </a:cubicBezTo>
                <a:close/>
                <a:moveTo>
                  <a:pt x="1524191" y="2154269"/>
                </a:moveTo>
                <a:cubicBezTo>
                  <a:pt x="1535525" y="2154269"/>
                  <a:pt x="1544669" y="2145125"/>
                  <a:pt x="1544669" y="2133791"/>
                </a:cubicBezTo>
                <a:cubicBezTo>
                  <a:pt x="1544669" y="2122456"/>
                  <a:pt x="1535525" y="2113312"/>
                  <a:pt x="1524191" y="2113312"/>
                </a:cubicBezTo>
                <a:cubicBezTo>
                  <a:pt x="1512856" y="2113312"/>
                  <a:pt x="1503712" y="2122456"/>
                  <a:pt x="1503712" y="2133791"/>
                </a:cubicBezTo>
                <a:cubicBezTo>
                  <a:pt x="1503712" y="2145125"/>
                  <a:pt x="1512856" y="2154269"/>
                  <a:pt x="1524191" y="2154269"/>
                </a:cubicBezTo>
                <a:close/>
                <a:moveTo>
                  <a:pt x="1600391" y="2154746"/>
                </a:moveTo>
                <a:cubicBezTo>
                  <a:pt x="1611916" y="2154746"/>
                  <a:pt x="1621346" y="2145411"/>
                  <a:pt x="1621346" y="2133791"/>
                </a:cubicBezTo>
                <a:cubicBezTo>
                  <a:pt x="1621346" y="2122170"/>
                  <a:pt x="1612011" y="2112836"/>
                  <a:pt x="1600391" y="2112836"/>
                </a:cubicBezTo>
                <a:cubicBezTo>
                  <a:pt x="1588770" y="2112836"/>
                  <a:pt x="1579436" y="2122170"/>
                  <a:pt x="1579436" y="2133791"/>
                </a:cubicBezTo>
                <a:cubicBezTo>
                  <a:pt x="1579436" y="2145411"/>
                  <a:pt x="1588865" y="2154746"/>
                  <a:pt x="1600391" y="2154746"/>
                </a:cubicBezTo>
                <a:close/>
                <a:moveTo>
                  <a:pt x="1676591" y="2155127"/>
                </a:moveTo>
                <a:cubicBezTo>
                  <a:pt x="1688402" y="2155127"/>
                  <a:pt x="1697927" y="2145602"/>
                  <a:pt x="1697927" y="2133791"/>
                </a:cubicBezTo>
                <a:cubicBezTo>
                  <a:pt x="1697927" y="2121980"/>
                  <a:pt x="1688402" y="2112455"/>
                  <a:pt x="1676591" y="2112455"/>
                </a:cubicBezTo>
                <a:cubicBezTo>
                  <a:pt x="1664780" y="2112455"/>
                  <a:pt x="1655255" y="2121980"/>
                  <a:pt x="1655255" y="2133791"/>
                </a:cubicBezTo>
                <a:cubicBezTo>
                  <a:pt x="1655255" y="2145602"/>
                  <a:pt x="1664780" y="2155127"/>
                  <a:pt x="1676591" y="2155127"/>
                </a:cubicBezTo>
                <a:close/>
                <a:moveTo>
                  <a:pt x="1752791" y="2155127"/>
                </a:moveTo>
                <a:cubicBezTo>
                  <a:pt x="1764602" y="2155127"/>
                  <a:pt x="1774127" y="2145602"/>
                  <a:pt x="1774127" y="2133791"/>
                </a:cubicBezTo>
                <a:cubicBezTo>
                  <a:pt x="1774127" y="2121980"/>
                  <a:pt x="1764602" y="2112455"/>
                  <a:pt x="1752791" y="2112455"/>
                </a:cubicBezTo>
                <a:cubicBezTo>
                  <a:pt x="1740980" y="2112455"/>
                  <a:pt x="1731455" y="2121980"/>
                  <a:pt x="1731455" y="2133791"/>
                </a:cubicBezTo>
                <a:cubicBezTo>
                  <a:pt x="1731455" y="2145602"/>
                  <a:pt x="1740980" y="2155127"/>
                  <a:pt x="1752791" y="2155127"/>
                </a:cubicBezTo>
                <a:close/>
                <a:moveTo>
                  <a:pt x="1828991" y="2155127"/>
                </a:moveTo>
                <a:cubicBezTo>
                  <a:pt x="1840802" y="2155127"/>
                  <a:pt x="1850327" y="2145602"/>
                  <a:pt x="1850327" y="2133791"/>
                </a:cubicBezTo>
                <a:cubicBezTo>
                  <a:pt x="1850327" y="2121980"/>
                  <a:pt x="1840802" y="2112455"/>
                  <a:pt x="1828991" y="2112455"/>
                </a:cubicBezTo>
                <a:cubicBezTo>
                  <a:pt x="1817180" y="2112455"/>
                  <a:pt x="1807655" y="2121980"/>
                  <a:pt x="1807655" y="2133791"/>
                </a:cubicBezTo>
                <a:cubicBezTo>
                  <a:pt x="1807655" y="2145602"/>
                  <a:pt x="1817180" y="2155127"/>
                  <a:pt x="1828991" y="2155127"/>
                </a:cubicBezTo>
                <a:close/>
                <a:moveTo>
                  <a:pt x="1905191" y="2154746"/>
                </a:moveTo>
                <a:cubicBezTo>
                  <a:pt x="1916716" y="2154746"/>
                  <a:pt x="1926146" y="2145411"/>
                  <a:pt x="1926146" y="2133791"/>
                </a:cubicBezTo>
                <a:cubicBezTo>
                  <a:pt x="1926146" y="2122170"/>
                  <a:pt x="1916811" y="2112836"/>
                  <a:pt x="1905191" y="2112836"/>
                </a:cubicBezTo>
                <a:cubicBezTo>
                  <a:pt x="1893570" y="2112836"/>
                  <a:pt x="1884236" y="2122170"/>
                  <a:pt x="1884236" y="2133791"/>
                </a:cubicBezTo>
                <a:cubicBezTo>
                  <a:pt x="1884236" y="2145411"/>
                  <a:pt x="1893665" y="2154746"/>
                  <a:pt x="1905191" y="2154746"/>
                </a:cubicBezTo>
                <a:close/>
                <a:moveTo>
                  <a:pt x="1981391" y="2154269"/>
                </a:moveTo>
                <a:cubicBezTo>
                  <a:pt x="1992725" y="2154269"/>
                  <a:pt x="2001869" y="2145125"/>
                  <a:pt x="2001869" y="2133791"/>
                </a:cubicBezTo>
                <a:cubicBezTo>
                  <a:pt x="2001869" y="2122456"/>
                  <a:pt x="1992725" y="2113312"/>
                  <a:pt x="1981391" y="2113312"/>
                </a:cubicBezTo>
                <a:cubicBezTo>
                  <a:pt x="1970056" y="2113312"/>
                  <a:pt x="1960912" y="2122456"/>
                  <a:pt x="1960912" y="2133791"/>
                </a:cubicBezTo>
                <a:cubicBezTo>
                  <a:pt x="1960912" y="2145125"/>
                  <a:pt x="1970056" y="2154269"/>
                  <a:pt x="1981391" y="2154269"/>
                </a:cubicBezTo>
                <a:close/>
                <a:moveTo>
                  <a:pt x="2057591" y="2153698"/>
                </a:moveTo>
                <a:cubicBezTo>
                  <a:pt x="2068544" y="2153698"/>
                  <a:pt x="2077498" y="2144840"/>
                  <a:pt x="2077498" y="2133791"/>
                </a:cubicBezTo>
                <a:cubicBezTo>
                  <a:pt x="2077498" y="2122742"/>
                  <a:pt x="2068639" y="2113883"/>
                  <a:pt x="2057591" y="2113883"/>
                </a:cubicBezTo>
                <a:cubicBezTo>
                  <a:pt x="2046637" y="2113883"/>
                  <a:pt x="2037683" y="2122742"/>
                  <a:pt x="2037683" y="2133791"/>
                </a:cubicBezTo>
                <a:cubicBezTo>
                  <a:pt x="2037683" y="2144840"/>
                  <a:pt x="2046637" y="2153698"/>
                  <a:pt x="2057591" y="2153698"/>
                </a:cubicBezTo>
                <a:close/>
                <a:moveTo>
                  <a:pt x="2133791" y="2152841"/>
                </a:moveTo>
                <a:cubicBezTo>
                  <a:pt x="2144268" y="2152841"/>
                  <a:pt x="2152841" y="2144363"/>
                  <a:pt x="2152841" y="2133791"/>
                </a:cubicBezTo>
                <a:cubicBezTo>
                  <a:pt x="2152841" y="2123313"/>
                  <a:pt x="2144363" y="2114741"/>
                  <a:pt x="2133791" y="2114741"/>
                </a:cubicBezTo>
                <a:cubicBezTo>
                  <a:pt x="2123313" y="2114741"/>
                  <a:pt x="2114741" y="2123218"/>
                  <a:pt x="2114741" y="2133791"/>
                </a:cubicBezTo>
                <a:cubicBezTo>
                  <a:pt x="2114836" y="2144268"/>
                  <a:pt x="2123313" y="2152841"/>
                  <a:pt x="2133791" y="2152841"/>
                </a:cubicBezTo>
                <a:close/>
                <a:moveTo>
                  <a:pt x="2209991" y="2151983"/>
                </a:moveTo>
                <a:cubicBezTo>
                  <a:pt x="2219992" y="2151983"/>
                  <a:pt x="2228183" y="2143887"/>
                  <a:pt x="2228183" y="2133791"/>
                </a:cubicBezTo>
                <a:cubicBezTo>
                  <a:pt x="2228183" y="2123789"/>
                  <a:pt x="2220087" y="2115598"/>
                  <a:pt x="2209991" y="2115598"/>
                </a:cubicBezTo>
                <a:cubicBezTo>
                  <a:pt x="2199989" y="2115598"/>
                  <a:pt x="2191798" y="2123694"/>
                  <a:pt x="2191798" y="2133791"/>
                </a:cubicBezTo>
                <a:cubicBezTo>
                  <a:pt x="2191798" y="2143887"/>
                  <a:pt x="2199989" y="2151983"/>
                  <a:pt x="2209991" y="2151983"/>
                </a:cubicBezTo>
                <a:close/>
                <a:moveTo>
                  <a:pt x="2286191" y="2150936"/>
                </a:moveTo>
                <a:cubicBezTo>
                  <a:pt x="2295620" y="2150936"/>
                  <a:pt x="2303336" y="2143316"/>
                  <a:pt x="2303336" y="2133791"/>
                </a:cubicBezTo>
                <a:cubicBezTo>
                  <a:pt x="2303336" y="2124266"/>
                  <a:pt x="2295716" y="2116646"/>
                  <a:pt x="2286191" y="2116646"/>
                </a:cubicBezTo>
                <a:cubicBezTo>
                  <a:pt x="2276666" y="2116646"/>
                  <a:pt x="2269046" y="2124266"/>
                  <a:pt x="2269046" y="2133791"/>
                </a:cubicBezTo>
                <a:cubicBezTo>
                  <a:pt x="2269046" y="2143316"/>
                  <a:pt x="2276761" y="2150936"/>
                  <a:pt x="2286191" y="2150936"/>
                </a:cubicBezTo>
                <a:close/>
                <a:moveTo>
                  <a:pt x="2362391" y="2150078"/>
                </a:moveTo>
                <a:cubicBezTo>
                  <a:pt x="2371344" y="2150078"/>
                  <a:pt x="2378678" y="2142839"/>
                  <a:pt x="2378678" y="2133791"/>
                </a:cubicBezTo>
                <a:cubicBezTo>
                  <a:pt x="2378678" y="2124742"/>
                  <a:pt x="2371439" y="2117503"/>
                  <a:pt x="2362391" y="2117503"/>
                </a:cubicBezTo>
                <a:cubicBezTo>
                  <a:pt x="2353342" y="2117503"/>
                  <a:pt x="2346103" y="2124742"/>
                  <a:pt x="2346103" y="2133791"/>
                </a:cubicBezTo>
                <a:cubicBezTo>
                  <a:pt x="2346103" y="2142839"/>
                  <a:pt x="2353437" y="2150078"/>
                  <a:pt x="2362391" y="2150078"/>
                </a:cubicBezTo>
                <a:close/>
                <a:moveTo>
                  <a:pt x="2438591" y="2149031"/>
                </a:moveTo>
                <a:cubicBezTo>
                  <a:pt x="2446973" y="2149031"/>
                  <a:pt x="2453831" y="2142173"/>
                  <a:pt x="2453831" y="2133791"/>
                </a:cubicBezTo>
                <a:cubicBezTo>
                  <a:pt x="2453831" y="2125409"/>
                  <a:pt x="2446973" y="2118551"/>
                  <a:pt x="2438591" y="2118551"/>
                </a:cubicBezTo>
                <a:cubicBezTo>
                  <a:pt x="2430209" y="2118551"/>
                  <a:pt x="2423351" y="2125409"/>
                  <a:pt x="2423351" y="2133791"/>
                </a:cubicBezTo>
                <a:cubicBezTo>
                  <a:pt x="2423351" y="2142173"/>
                  <a:pt x="2430209" y="2149031"/>
                  <a:pt x="2438591" y="2149031"/>
                </a:cubicBezTo>
                <a:close/>
                <a:moveTo>
                  <a:pt x="2514791" y="2147983"/>
                </a:moveTo>
                <a:cubicBezTo>
                  <a:pt x="2522601" y="2147983"/>
                  <a:pt x="2528983" y="2141601"/>
                  <a:pt x="2528983" y="2133791"/>
                </a:cubicBezTo>
                <a:cubicBezTo>
                  <a:pt x="2528983" y="2125980"/>
                  <a:pt x="2522601" y="2119598"/>
                  <a:pt x="2514791" y="2119598"/>
                </a:cubicBezTo>
                <a:cubicBezTo>
                  <a:pt x="2506980" y="2119598"/>
                  <a:pt x="2500598" y="2125980"/>
                  <a:pt x="2500598" y="2133791"/>
                </a:cubicBezTo>
                <a:cubicBezTo>
                  <a:pt x="2500694" y="2141601"/>
                  <a:pt x="2506980" y="2147983"/>
                  <a:pt x="2514791" y="2147983"/>
                </a:cubicBezTo>
                <a:close/>
                <a:moveTo>
                  <a:pt x="2590991" y="2146935"/>
                </a:moveTo>
                <a:cubicBezTo>
                  <a:pt x="2598230" y="2146935"/>
                  <a:pt x="2604135" y="2141030"/>
                  <a:pt x="2604135" y="2133791"/>
                </a:cubicBezTo>
                <a:cubicBezTo>
                  <a:pt x="2604135" y="2126552"/>
                  <a:pt x="2598230" y="2120646"/>
                  <a:pt x="2590991" y="2120646"/>
                </a:cubicBezTo>
                <a:cubicBezTo>
                  <a:pt x="2583752" y="2120646"/>
                  <a:pt x="2577846" y="2126552"/>
                  <a:pt x="2577846" y="2133791"/>
                </a:cubicBezTo>
                <a:cubicBezTo>
                  <a:pt x="2577846" y="2141030"/>
                  <a:pt x="2583752" y="2146935"/>
                  <a:pt x="2590991" y="2146935"/>
                </a:cubicBezTo>
                <a:close/>
                <a:moveTo>
                  <a:pt x="2667191" y="2145887"/>
                </a:moveTo>
                <a:cubicBezTo>
                  <a:pt x="2673858" y="2145887"/>
                  <a:pt x="2679192" y="2140458"/>
                  <a:pt x="2679192" y="2133886"/>
                </a:cubicBezTo>
                <a:cubicBezTo>
                  <a:pt x="2679192" y="2127218"/>
                  <a:pt x="2673763" y="2121884"/>
                  <a:pt x="2667191" y="2121884"/>
                </a:cubicBezTo>
                <a:cubicBezTo>
                  <a:pt x="2660523" y="2121884"/>
                  <a:pt x="2655189" y="2127314"/>
                  <a:pt x="2655189" y="2133886"/>
                </a:cubicBezTo>
                <a:cubicBezTo>
                  <a:pt x="2655189" y="2140458"/>
                  <a:pt x="2660523" y="2145887"/>
                  <a:pt x="2667191" y="2145887"/>
                </a:cubicBezTo>
                <a:close/>
                <a:moveTo>
                  <a:pt x="2743391" y="2144840"/>
                </a:moveTo>
                <a:cubicBezTo>
                  <a:pt x="2749487" y="2144840"/>
                  <a:pt x="2754345" y="2139887"/>
                  <a:pt x="2754345" y="2133886"/>
                </a:cubicBezTo>
                <a:cubicBezTo>
                  <a:pt x="2754345" y="2127885"/>
                  <a:pt x="2749391" y="2122932"/>
                  <a:pt x="2743391" y="2122932"/>
                </a:cubicBezTo>
                <a:cubicBezTo>
                  <a:pt x="2737295" y="2122932"/>
                  <a:pt x="2732437" y="2127885"/>
                  <a:pt x="2732437" y="2133886"/>
                </a:cubicBezTo>
                <a:cubicBezTo>
                  <a:pt x="2732437" y="2139887"/>
                  <a:pt x="2737390" y="2144840"/>
                  <a:pt x="2743391" y="2144840"/>
                </a:cubicBezTo>
                <a:close/>
                <a:moveTo>
                  <a:pt x="2819591" y="2143697"/>
                </a:moveTo>
                <a:cubicBezTo>
                  <a:pt x="2825115" y="2143697"/>
                  <a:pt x="2829497" y="2139220"/>
                  <a:pt x="2829497" y="2133791"/>
                </a:cubicBezTo>
                <a:cubicBezTo>
                  <a:pt x="2829497" y="2128361"/>
                  <a:pt x="2825020" y="2123885"/>
                  <a:pt x="2819591" y="2123885"/>
                </a:cubicBezTo>
                <a:cubicBezTo>
                  <a:pt x="2814066" y="2123885"/>
                  <a:pt x="2809685" y="2128361"/>
                  <a:pt x="2809685" y="2133791"/>
                </a:cubicBezTo>
                <a:cubicBezTo>
                  <a:pt x="2809685" y="2139220"/>
                  <a:pt x="2814161" y="2143697"/>
                  <a:pt x="2819591" y="2143697"/>
                </a:cubicBezTo>
                <a:close/>
                <a:moveTo>
                  <a:pt x="2895791" y="2142458"/>
                </a:moveTo>
                <a:cubicBezTo>
                  <a:pt x="2900553" y="2142458"/>
                  <a:pt x="2904458" y="2138553"/>
                  <a:pt x="2904458" y="2133791"/>
                </a:cubicBezTo>
                <a:cubicBezTo>
                  <a:pt x="2904458" y="2129028"/>
                  <a:pt x="2900553" y="2125123"/>
                  <a:pt x="2895791" y="2125123"/>
                </a:cubicBezTo>
                <a:cubicBezTo>
                  <a:pt x="2891028" y="2125123"/>
                  <a:pt x="2887123" y="2129028"/>
                  <a:pt x="2887123" y="2133791"/>
                </a:cubicBezTo>
                <a:cubicBezTo>
                  <a:pt x="2887123" y="2138553"/>
                  <a:pt x="2891028" y="2142458"/>
                  <a:pt x="2895791" y="2142458"/>
                </a:cubicBezTo>
                <a:close/>
                <a:moveTo>
                  <a:pt x="2971991" y="2141411"/>
                </a:moveTo>
                <a:cubicBezTo>
                  <a:pt x="2976182" y="2141411"/>
                  <a:pt x="2979611" y="2137982"/>
                  <a:pt x="2979611" y="2133791"/>
                </a:cubicBezTo>
                <a:cubicBezTo>
                  <a:pt x="2979611" y="2129600"/>
                  <a:pt x="2976182" y="2126171"/>
                  <a:pt x="2971991" y="2126171"/>
                </a:cubicBezTo>
                <a:cubicBezTo>
                  <a:pt x="2967799" y="2126171"/>
                  <a:pt x="2964371" y="2129600"/>
                  <a:pt x="2964371" y="2133791"/>
                </a:cubicBezTo>
                <a:cubicBezTo>
                  <a:pt x="2964371" y="2137982"/>
                  <a:pt x="2967799" y="2141411"/>
                  <a:pt x="2971991" y="2141411"/>
                </a:cubicBezTo>
                <a:close/>
                <a:moveTo>
                  <a:pt x="3048191" y="2140172"/>
                </a:moveTo>
                <a:cubicBezTo>
                  <a:pt x="3051715" y="2140172"/>
                  <a:pt x="3054572" y="2137315"/>
                  <a:pt x="3054572" y="2133791"/>
                </a:cubicBezTo>
                <a:cubicBezTo>
                  <a:pt x="3054572" y="2130266"/>
                  <a:pt x="3051715" y="2127409"/>
                  <a:pt x="3048191" y="2127409"/>
                </a:cubicBezTo>
                <a:cubicBezTo>
                  <a:pt x="3044666" y="2127409"/>
                  <a:pt x="3041809" y="2130266"/>
                  <a:pt x="3041809" y="2133791"/>
                </a:cubicBezTo>
                <a:cubicBezTo>
                  <a:pt x="3041904" y="2137315"/>
                  <a:pt x="3044666" y="2140172"/>
                  <a:pt x="3048191" y="2140172"/>
                </a:cubicBezTo>
                <a:close/>
                <a:moveTo>
                  <a:pt x="3124391" y="2139125"/>
                </a:moveTo>
                <a:cubicBezTo>
                  <a:pt x="3127343" y="2139125"/>
                  <a:pt x="3129629" y="2136743"/>
                  <a:pt x="3129629" y="2133886"/>
                </a:cubicBezTo>
                <a:cubicBezTo>
                  <a:pt x="3129629" y="2131028"/>
                  <a:pt x="3127248" y="2128647"/>
                  <a:pt x="3124391" y="2128647"/>
                </a:cubicBezTo>
                <a:cubicBezTo>
                  <a:pt x="3121438" y="2128647"/>
                  <a:pt x="3119152" y="2131028"/>
                  <a:pt x="3119152" y="2133886"/>
                </a:cubicBezTo>
                <a:cubicBezTo>
                  <a:pt x="3119152" y="2136743"/>
                  <a:pt x="3121533" y="2139125"/>
                  <a:pt x="3124391" y="2139125"/>
                </a:cubicBezTo>
                <a:close/>
                <a:moveTo>
                  <a:pt x="3200591" y="2138077"/>
                </a:moveTo>
                <a:cubicBezTo>
                  <a:pt x="3202972" y="2138077"/>
                  <a:pt x="3204782" y="2136172"/>
                  <a:pt x="3204782" y="2133886"/>
                </a:cubicBezTo>
                <a:cubicBezTo>
                  <a:pt x="3204782" y="2131600"/>
                  <a:pt x="3202877" y="2129695"/>
                  <a:pt x="3200591" y="2129695"/>
                </a:cubicBezTo>
                <a:cubicBezTo>
                  <a:pt x="3198209" y="2129695"/>
                  <a:pt x="3196399" y="2131600"/>
                  <a:pt x="3196399" y="2133886"/>
                </a:cubicBezTo>
                <a:cubicBezTo>
                  <a:pt x="3196399" y="2136172"/>
                  <a:pt x="3198305" y="2138077"/>
                  <a:pt x="3200591" y="2138077"/>
                </a:cubicBezTo>
                <a:close/>
                <a:moveTo>
                  <a:pt x="3276791" y="2136743"/>
                </a:moveTo>
                <a:cubicBezTo>
                  <a:pt x="3278410" y="2136743"/>
                  <a:pt x="3279743" y="2135410"/>
                  <a:pt x="3279743" y="2133791"/>
                </a:cubicBezTo>
                <a:cubicBezTo>
                  <a:pt x="3279743" y="2132171"/>
                  <a:pt x="3278410" y="2130838"/>
                  <a:pt x="3276791" y="2130838"/>
                </a:cubicBezTo>
                <a:cubicBezTo>
                  <a:pt x="3275171" y="2130838"/>
                  <a:pt x="3273838" y="2132171"/>
                  <a:pt x="3273838" y="2133791"/>
                </a:cubicBezTo>
                <a:cubicBezTo>
                  <a:pt x="3273838" y="2135410"/>
                  <a:pt x="3275171" y="2136743"/>
                  <a:pt x="3276791" y="2136743"/>
                </a:cubicBezTo>
                <a:close/>
                <a:moveTo>
                  <a:pt x="3352991" y="2135696"/>
                </a:moveTo>
                <a:cubicBezTo>
                  <a:pt x="3354038" y="2135696"/>
                  <a:pt x="3354896" y="2134838"/>
                  <a:pt x="3354896" y="2133791"/>
                </a:cubicBezTo>
                <a:cubicBezTo>
                  <a:pt x="3354896" y="2132743"/>
                  <a:pt x="3354038" y="2131886"/>
                  <a:pt x="3352991" y="2131886"/>
                </a:cubicBezTo>
                <a:cubicBezTo>
                  <a:pt x="3351943" y="2131886"/>
                  <a:pt x="3351086" y="2132743"/>
                  <a:pt x="3351086" y="2133791"/>
                </a:cubicBezTo>
                <a:cubicBezTo>
                  <a:pt x="3351086" y="2134838"/>
                  <a:pt x="3351943" y="2135696"/>
                  <a:pt x="3352991" y="2135696"/>
                </a:cubicBezTo>
                <a:close/>
                <a:moveTo>
                  <a:pt x="3429191" y="2134648"/>
                </a:moveTo>
                <a:cubicBezTo>
                  <a:pt x="3429667" y="2134648"/>
                  <a:pt x="3430048" y="2134267"/>
                  <a:pt x="3430048" y="2133791"/>
                </a:cubicBezTo>
                <a:cubicBezTo>
                  <a:pt x="3430048" y="2133314"/>
                  <a:pt x="3429667" y="2132933"/>
                  <a:pt x="3429191" y="2132933"/>
                </a:cubicBezTo>
                <a:cubicBezTo>
                  <a:pt x="3428714" y="2132933"/>
                  <a:pt x="3428333" y="2133314"/>
                  <a:pt x="3428333" y="2133791"/>
                </a:cubicBezTo>
                <a:cubicBezTo>
                  <a:pt x="3428333" y="2134267"/>
                  <a:pt x="3428714" y="2134648"/>
                  <a:pt x="3429191" y="2134648"/>
                </a:cubicBezTo>
                <a:close/>
                <a:moveTo>
                  <a:pt x="76391" y="2210467"/>
                </a:moveTo>
                <a:cubicBezTo>
                  <a:pt x="76581" y="2210467"/>
                  <a:pt x="76772" y="2210276"/>
                  <a:pt x="76772" y="2210086"/>
                </a:cubicBezTo>
                <a:cubicBezTo>
                  <a:pt x="76772" y="2209895"/>
                  <a:pt x="76581" y="2209705"/>
                  <a:pt x="76391" y="2209705"/>
                </a:cubicBezTo>
                <a:cubicBezTo>
                  <a:pt x="76200" y="2209705"/>
                  <a:pt x="76010" y="2209895"/>
                  <a:pt x="76010" y="2210086"/>
                </a:cubicBezTo>
                <a:cubicBezTo>
                  <a:pt x="76010" y="2210276"/>
                  <a:pt x="76200" y="2210467"/>
                  <a:pt x="76391" y="2210467"/>
                </a:cubicBezTo>
                <a:close/>
                <a:moveTo>
                  <a:pt x="152591" y="2211515"/>
                </a:moveTo>
                <a:cubicBezTo>
                  <a:pt x="153448" y="2211515"/>
                  <a:pt x="154115" y="2210848"/>
                  <a:pt x="154115" y="2209991"/>
                </a:cubicBezTo>
                <a:cubicBezTo>
                  <a:pt x="154115" y="2209133"/>
                  <a:pt x="153448" y="2208467"/>
                  <a:pt x="152591" y="2208467"/>
                </a:cubicBezTo>
                <a:cubicBezTo>
                  <a:pt x="151733" y="2208467"/>
                  <a:pt x="151067" y="2209133"/>
                  <a:pt x="151067" y="2209991"/>
                </a:cubicBezTo>
                <a:cubicBezTo>
                  <a:pt x="151067" y="2210848"/>
                  <a:pt x="151829" y="2211515"/>
                  <a:pt x="152591" y="2211515"/>
                </a:cubicBezTo>
                <a:close/>
                <a:moveTo>
                  <a:pt x="228791" y="2212562"/>
                </a:moveTo>
                <a:cubicBezTo>
                  <a:pt x="230219" y="2212562"/>
                  <a:pt x="231362" y="2211419"/>
                  <a:pt x="231362" y="2209991"/>
                </a:cubicBezTo>
                <a:cubicBezTo>
                  <a:pt x="231362" y="2208562"/>
                  <a:pt x="230219" y="2207419"/>
                  <a:pt x="228791" y="2207419"/>
                </a:cubicBezTo>
                <a:cubicBezTo>
                  <a:pt x="227362" y="2207419"/>
                  <a:pt x="226219" y="2208562"/>
                  <a:pt x="226219" y="2209991"/>
                </a:cubicBezTo>
                <a:cubicBezTo>
                  <a:pt x="226219" y="2211419"/>
                  <a:pt x="227457" y="2212562"/>
                  <a:pt x="228791" y="2212562"/>
                </a:cubicBezTo>
                <a:close/>
                <a:moveTo>
                  <a:pt x="304991" y="2213801"/>
                </a:moveTo>
                <a:cubicBezTo>
                  <a:pt x="307086" y="2213801"/>
                  <a:pt x="308800" y="2212086"/>
                  <a:pt x="308800" y="2209991"/>
                </a:cubicBezTo>
                <a:cubicBezTo>
                  <a:pt x="308800" y="2207895"/>
                  <a:pt x="307086" y="2206181"/>
                  <a:pt x="304991" y="2206181"/>
                </a:cubicBezTo>
                <a:cubicBezTo>
                  <a:pt x="302895" y="2206181"/>
                  <a:pt x="301181" y="2207895"/>
                  <a:pt x="301181" y="2209991"/>
                </a:cubicBezTo>
                <a:cubicBezTo>
                  <a:pt x="301181" y="2212086"/>
                  <a:pt x="302895" y="2213801"/>
                  <a:pt x="304991" y="2213801"/>
                </a:cubicBezTo>
                <a:close/>
                <a:moveTo>
                  <a:pt x="381191" y="2214848"/>
                </a:moveTo>
                <a:cubicBezTo>
                  <a:pt x="383858" y="2214848"/>
                  <a:pt x="386048" y="2212658"/>
                  <a:pt x="386048" y="2209991"/>
                </a:cubicBezTo>
                <a:cubicBezTo>
                  <a:pt x="386048" y="2207324"/>
                  <a:pt x="383858" y="2205133"/>
                  <a:pt x="381191" y="2205133"/>
                </a:cubicBezTo>
                <a:cubicBezTo>
                  <a:pt x="378524" y="2205133"/>
                  <a:pt x="376333" y="2207324"/>
                  <a:pt x="376333" y="2209991"/>
                </a:cubicBezTo>
                <a:cubicBezTo>
                  <a:pt x="376333" y="2212658"/>
                  <a:pt x="378524" y="2214848"/>
                  <a:pt x="381191" y="2214848"/>
                </a:cubicBezTo>
                <a:close/>
                <a:moveTo>
                  <a:pt x="457391" y="2215896"/>
                </a:moveTo>
                <a:cubicBezTo>
                  <a:pt x="460629" y="2215896"/>
                  <a:pt x="463296" y="2213229"/>
                  <a:pt x="463296" y="2209991"/>
                </a:cubicBezTo>
                <a:cubicBezTo>
                  <a:pt x="463296" y="2206752"/>
                  <a:pt x="460629" y="2204085"/>
                  <a:pt x="457391" y="2204085"/>
                </a:cubicBezTo>
                <a:cubicBezTo>
                  <a:pt x="454152" y="2204085"/>
                  <a:pt x="451485" y="2206752"/>
                  <a:pt x="451485" y="2209991"/>
                </a:cubicBezTo>
                <a:cubicBezTo>
                  <a:pt x="451485" y="2213324"/>
                  <a:pt x="454152" y="2215896"/>
                  <a:pt x="457391" y="2215896"/>
                </a:cubicBezTo>
                <a:close/>
                <a:moveTo>
                  <a:pt x="533591" y="2216944"/>
                </a:moveTo>
                <a:cubicBezTo>
                  <a:pt x="537401" y="2216944"/>
                  <a:pt x="540544" y="2213801"/>
                  <a:pt x="540544" y="2209991"/>
                </a:cubicBezTo>
                <a:cubicBezTo>
                  <a:pt x="540544" y="2206181"/>
                  <a:pt x="537401" y="2203037"/>
                  <a:pt x="533591" y="2203037"/>
                </a:cubicBezTo>
                <a:cubicBezTo>
                  <a:pt x="529781" y="2203037"/>
                  <a:pt x="526637" y="2206181"/>
                  <a:pt x="526637" y="2209991"/>
                </a:cubicBezTo>
                <a:cubicBezTo>
                  <a:pt x="526637" y="2213801"/>
                  <a:pt x="529781" y="2216944"/>
                  <a:pt x="533591" y="2216944"/>
                </a:cubicBezTo>
                <a:close/>
                <a:moveTo>
                  <a:pt x="609790" y="2218087"/>
                </a:moveTo>
                <a:cubicBezTo>
                  <a:pt x="614267" y="2218087"/>
                  <a:pt x="617792" y="2214467"/>
                  <a:pt x="617792" y="2210086"/>
                </a:cubicBezTo>
                <a:cubicBezTo>
                  <a:pt x="617792" y="2205609"/>
                  <a:pt x="614172" y="2202085"/>
                  <a:pt x="609790" y="2202085"/>
                </a:cubicBezTo>
                <a:cubicBezTo>
                  <a:pt x="605314" y="2202085"/>
                  <a:pt x="601790" y="2205704"/>
                  <a:pt x="601790" y="2210086"/>
                </a:cubicBezTo>
                <a:cubicBezTo>
                  <a:pt x="601790" y="2214467"/>
                  <a:pt x="605409" y="2218087"/>
                  <a:pt x="609790" y="2218087"/>
                </a:cubicBezTo>
                <a:close/>
                <a:moveTo>
                  <a:pt x="685990" y="2219325"/>
                </a:moveTo>
                <a:cubicBezTo>
                  <a:pt x="691134" y="2219325"/>
                  <a:pt x="695325" y="2215134"/>
                  <a:pt x="695325" y="2209991"/>
                </a:cubicBezTo>
                <a:cubicBezTo>
                  <a:pt x="695325" y="2204847"/>
                  <a:pt x="691134" y="2200656"/>
                  <a:pt x="685990" y="2200656"/>
                </a:cubicBezTo>
                <a:cubicBezTo>
                  <a:pt x="680847" y="2200656"/>
                  <a:pt x="676656" y="2204847"/>
                  <a:pt x="676656" y="2209991"/>
                </a:cubicBezTo>
                <a:cubicBezTo>
                  <a:pt x="676751" y="2215134"/>
                  <a:pt x="680847" y="2219325"/>
                  <a:pt x="685990" y="2219325"/>
                </a:cubicBezTo>
                <a:close/>
                <a:moveTo>
                  <a:pt x="762190" y="2220373"/>
                </a:moveTo>
                <a:cubicBezTo>
                  <a:pt x="767906" y="2220373"/>
                  <a:pt x="772573" y="2215706"/>
                  <a:pt x="772573" y="2209991"/>
                </a:cubicBezTo>
                <a:cubicBezTo>
                  <a:pt x="772573" y="2204276"/>
                  <a:pt x="767906" y="2199608"/>
                  <a:pt x="762190" y="2199608"/>
                </a:cubicBezTo>
                <a:cubicBezTo>
                  <a:pt x="756476" y="2199608"/>
                  <a:pt x="751808" y="2204276"/>
                  <a:pt x="751808" y="2209991"/>
                </a:cubicBezTo>
                <a:cubicBezTo>
                  <a:pt x="751808" y="2215706"/>
                  <a:pt x="756476" y="2220373"/>
                  <a:pt x="762190" y="2220373"/>
                </a:cubicBezTo>
                <a:close/>
                <a:moveTo>
                  <a:pt x="838390" y="2221421"/>
                </a:moveTo>
                <a:cubicBezTo>
                  <a:pt x="844677" y="2221421"/>
                  <a:pt x="849821" y="2216277"/>
                  <a:pt x="849821" y="2209991"/>
                </a:cubicBezTo>
                <a:cubicBezTo>
                  <a:pt x="849821" y="2203704"/>
                  <a:pt x="844677" y="2198561"/>
                  <a:pt x="838390" y="2198561"/>
                </a:cubicBezTo>
                <a:cubicBezTo>
                  <a:pt x="832104" y="2198561"/>
                  <a:pt x="826961" y="2203704"/>
                  <a:pt x="826961" y="2209991"/>
                </a:cubicBezTo>
                <a:cubicBezTo>
                  <a:pt x="826961" y="2216277"/>
                  <a:pt x="832104" y="2221421"/>
                  <a:pt x="838390" y="2221421"/>
                </a:cubicBezTo>
                <a:close/>
                <a:moveTo>
                  <a:pt x="914590" y="2222468"/>
                </a:moveTo>
                <a:cubicBezTo>
                  <a:pt x="921449" y="2222468"/>
                  <a:pt x="927068" y="2216849"/>
                  <a:pt x="927068" y="2209991"/>
                </a:cubicBezTo>
                <a:cubicBezTo>
                  <a:pt x="927068" y="2203133"/>
                  <a:pt x="921449" y="2197513"/>
                  <a:pt x="914590" y="2197513"/>
                </a:cubicBezTo>
                <a:cubicBezTo>
                  <a:pt x="907733" y="2197513"/>
                  <a:pt x="902113" y="2203133"/>
                  <a:pt x="902113" y="2209991"/>
                </a:cubicBezTo>
                <a:cubicBezTo>
                  <a:pt x="902113" y="2216849"/>
                  <a:pt x="907733" y="2222468"/>
                  <a:pt x="914590" y="2222468"/>
                </a:cubicBezTo>
                <a:close/>
                <a:moveTo>
                  <a:pt x="990790" y="2223516"/>
                </a:moveTo>
                <a:cubicBezTo>
                  <a:pt x="998220" y="2223516"/>
                  <a:pt x="1004316" y="2217420"/>
                  <a:pt x="1004316" y="2209991"/>
                </a:cubicBezTo>
                <a:cubicBezTo>
                  <a:pt x="1004316" y="2202561"/>
                  <a:pt x="998220" y="2196465"/>
                  <a:pt x="990790" y="2196465"/>
                </a:cubicBezTo>
                <a:cubicBezTo>
                  <a:pt x="983361" y="2196465"/>
                  <a:pt x="977265" y="2202561"/>
                  <a:pt x="977265" y="2209991"/>
                </a:cubicBezTo>
                <a:cubicBezTo>
                  <a:pt x="977265" y="2217420"/>
                  <a:pt x="983361" y="2223516"/>
                  <a:pt x="990790" y="2223516"/>
                </a:cubicBezTo>
                <a:close/>
                <a:moveTo>
                  <a:pt x="1066991" y="2224373"/>
                </a:moveTo>
                <a:cubicBezTo>
                  <a:pt x="1074896" y="2224373"/>
                  <a:pt x="1081373" y="2217896"/>
                  <a:pt x="1081373" y="2209991"/>
                </a:cubicBezTo>
                <a:cubicBezTo>
                  <a:pt x="1081373" y="2202085"/>
                  <a:pt x="1074896" y="2195608"/>
                  <a:pt x="1066991" y="2195608"/>
                </a:cubicBezTo>
                <a:cubicBezTo>
                  <a:pt x="1059085" y="2195608"/>
                  <a:pt x="1052608" y="2202085"/>
                  <a:pt x="1052608" y="2209991"/>
                </a:cubicBezTo>
                <a:cubicBezTo>
                  <a:pt x="1052608" y="2217896"/>
                  <a:pt x="1059085" y="2224373"/>
                  <a:pt x="1066991" y="2224373"/>
                </a:cubicBezTo>
                <a:close/>
                <a:moveTo>
                  <a:pt x="1143191" y="2225421"/>
                </a:moveTo>
                <a:cubicBezTo>
                  <a:pt x="1151668" y="2225421"/>
                  <a:pt x="1158621" y="2218468"/>
                  <a:pt x="1158621" y="2209991"/>
                </a:cubicBezTo>
                <a:cubicBezTo>
                  <a:pt x="1158621" y="2201513"/>
                  <a:pt x="1151763" y="2194560"/>
                  <a:pt x="1143191" y="2194560"/>
                </a:cubicBezTo>
                <a:cubicBezTo>
                  <a:pt x="1134618" y="2194560"/>
                  <a:pt x="1127760" y="2201513"/>
                  <a:pt x="1127760" y="2209991"/>
                </a:cubicBezTo>
                <a:cubicBezTo>
                  <a:pt x="1127760" y="2218468"/>
                  <a:pt x="1134713" y="2225421"/>
                  <a:pt x="1143191" y="2225421"/>
                </a:cubicBezTo>
                <a:close/>
                <a:moveTo>
                  <a:pt x="1219391" y="2226278"/>
                </a:moveTo>
                <a:cubicBezTo>
                  <a:pt x="1228344" y="2226278"/>
                  <a:pt x="1235678" y="2219039"/>
                  <a:pt x="1235678" y="2209991"/>
                </a:cubicBezTo>
                <a:cubicBezTo>
                  <a:pt x="1235678" y="2200942"/>
                  <a:pt x="1228439" y="2193703"/>
                  <a:pt x="1219391" y="2193703"/>
                </a:cubicBezTo>
                <a:cubicBezTo>
                  <a:pt x="1210342" y="2193703"/>
                  <a:pt x="1203103" y="2200942"/>
                  <a:pt x="1203103" y="2209991"/>
                </a:cubicBezTo>
                <a:cubicBezTo>
                  <a:pt x="1203103" y="2219039"/>
                  <a:pt x="1210437" y="2226278"/>
                  <a:pt x="1219391" y="2226278"/>
                </a:cubicBezTo>
                <a:close/>
                <a:moveTo>
                  <a:pt x="1295591" y="2227136"/>
                </a:moveTo>
                <a:cubicBezTo>
                  <a:pt x="1305020" y="2227136"/>
                  <a:pt x="1312736" y="2219516"/>
                  <a:pt x="1312736" y="2209991"/>
                </a:cubicBezTo>
                <a:cubicBezTo>
                  <a:pt x="1312736" y="2200466"/>
                  <a:pt x="1305116" y="2192846"/>
                  <a:pt x="1295591" y="2192846"/>
                </a:cubicBezTo>
                <a:cubicBezTo>
                  <a:pt x="1286066" y="2192846"/>
                  <a:pt x="1278446" y="2200466"/>
                  <a:pt x="1278446" y="2209991"/>
                </a:cubicBezTo>
                <a:cubicBezTo>
                  <a:pt x="1278446" y="2219516"/>
                  <a:pt x="1286161" y="2227136"/>
                  <a:pt x="1295591" y="2227136"/>
                </a:cubicBezTo>
                <a:close/>
                <a:moveTo>
                  <a:pt x="1371791" y="2227993"/>
                </a:moveTo>
                <a:cubicBezTo>
                  <a:pt x="1381697" y="2227993"/>
                  <a:pt x="1389793" y="2219992"/>
                  <a:pt x="1389793" y="2209991"/>
                </a:cubicBezTo>
                <a:cubicBezTo>
                  <a:pt x="1389793" y="2199989"/>
                  <a:pt x="1381792" y="2191988"/>
                  <a:pt x="1371791" y="2191988"/>
                </a:cubicBezTo>
                <a:cubicBezTo>
                  <a:pt x="1361789" y="2191988"/>
                  <a:pt x="1353788" y="2199989"/>
                  <a:pt x="1353788" y="2209991"/>
                </a:cubicBezTo>
                <a:cubicBezTo>
                  <a:pt x="1353788" y="2219992"/>
                  <a:pt x="1361885" y="2227993"/>
                  <a:pt x="1371791" y="2227993"/>
                </a:cubicBezTo>
                <a:close/>
                <a:moveTo>
                  <a:pt x="1447991" y="2228850"/>
                </a:moveTo>
                <a:cubicBezTo>
                  <a:pt x="1458373" y="2228850"/>
                  <a:pt x="1466755" y="2220468"/>
                  <a:pt x="1466755" y="2210086"/>
                </a:cubicBezTo>
                <a:cubicBezTo>
                  <a:pt x="1466755" y="2199704"/>
                  <a:pt x="1458373" y="2191322"/>
                  <a:pt x="1447991" y="2191322"/>
                </a:cubicBezTo>
                <a:cubicBezTo>
                  <a:pt x="1437608" y="2191322"/>
                  <a:pt x="1429226" y="2199704"/>
                  <a:pt x="1429226" y="2210086"/>
                </a:cubicBezTo>
                <a:cubicBezTo>
                  <a:pt x="1429226" y="2220373"/>
                  <a:pt x="1437608" y="2228850"/>
                  <a:pt x="1447991" y="2228850"/>
                </a:cubicBezTo>
                <a:close/>
                <a:moveTo>
                  <a:pt x="1524191" y="2229422"/>
                </a:moveTo>
                <a:cubicBezTo>
                  <a:pt x="1534954" y="2229422"/>
                  <a:pt x="1543622" y="2220754"/>
                  <a:pt x="1543622" y="2209991"/>
                </a:cubicBezTo>
                <a:cubicBezTo>
                  <a:pt x="1543622" y="2199227"/>
                  <a:pt x="1534954" y="2190560"/>
                  <a:pt x="1524191" y="2190560"/>
                </a:cubicBezTo>
                <a:cubicBezTo>
                  <a:pt x="1513427" y="2190560"/>
                  <a:pt x="1504760" y="2199227"/>
                  <a:pt x="1504760" y="2209991"/>
                </a:cubicBezTo>
                <a:cubicBezTo>
                  <a:pt x="1504760" y="2220754"/>
                  <a:pt x="1513523" y="2229422"/>
                  <a:pt x="1524191" y="2229422"/>
                </a:cubicBezTo>
                <a:close/>
                <a:moveTo>
                  <a:pt x="1600391" y="2229898"/>
                </a:moveTo>
                <a:cubicBezTo>
                  <a:pt x="1611344" y="2229898"/>
                  <a:pt x="1620298" y="2221040"/>
                  <a:pt x="1620298" y="2209991"/>
                </a:cubicBezTo>
                <a:cubicBezTo>
                  <a:pt x="1620298" y="2198942"/>
                  <a:pt x="1611439" y="2190083"/>
                  <a:pt x="1600391" y="2190083"/>
                </a:cubicBezTo>
                <a:cubicBezTo>
                  <a:pt x="1589437" y="2190083"/>
                  <a:pt x="1580483" y="2198942"/>
                  <a:pt x="1580483" y="2209991"/>
                </a:cubicBezTo>
                <a:cubicBezTo>
                  <a:pt x="1580483" y="2221040"/>
                  <a:pt x="1589437" y="2229898"/>
                  <a:pt x="1600391" y="2229898"/>
                </a:cubicBezTo>
                <a:close/>
                <a:moveTo>
                  <a:pt x="1676591" y="2230088"/>
                </a:moveTo>
                <a:cubicBezTo>
                  <a:pt x="1687639" y="2230088"/>
                  <a:pt x="1696688" y="2221135"/>
                  <a:pt x="1696688" y="2209991"/>
                </a:cubicBezTo>
                <a:cubicBezTo>
                  <a:pt x="1696688" y="2198846"/>
                  <a:pt x="1687735" y="2189893"/>
                  <a:pt x="1676591" y="2189893"/>
                </a:cubicBezTo>
                <a:cubicBezTo>
                  <a:pt x="1665446" y="2189893"/>
                  <a:pt x="1656493" y="2198846"/>
                  <a:pt x="1656493" y="2209991"/>
                </a:cubicBezTo>
                <a:cubicBezTo>
                  <a:pt x="1656493" y="2221135"/>
                  <a:pt x="1665542" y="2230088"/>
                  <a:pt x="1676591" y="2230088"/>
                </a:cubicBezTo>
                <a:close/>
                <a:moveTo>
                  <a:pt x="1752791" y="2230279"/>
                </a:moveTo>
                <a:cubicBezTo>
                  <a:pt x="1764030" y="2230279"/>
                  <a:pt x="1773079" y="2221230"/>
                  <a:pt x="1773079" y="2209991"/>
                </a:cubicBezTo>
                <a:cubicBezTo>
                  <a:pt x="1773079" y="2198751"/>
                  <a:pt x="1764030" y="2189702"/>
                  <a:pt x="1752791" y="2189702"/>
                </a:cubicBezTo>
                <a:cubicBezTo>
                  <a:pt x="1741551" y="2189702"/>
                  <a:pt x="1732502" y="2198751"/>
                  <a:pt x="1732502" y="2209991"/>
                </a:cubicBezTo>
                <a:cubicBezTo>
                  <a:pt x="1732502" y="2221230"/>
                  <a:pt x="1741646" y="2230279"/>
                  <a:pt x="1752791" y="2230279"/>
                </a:cubicBezTo>
                <a:close/>
                <a:moveTo>
                  <a:pt x="1828991" y="2230088"/>
                </a:moveTo>
                <a:cubicBezTo>
                  <a:pt x="1840039" y="2230088"/>
                  <a:pt x="1849088" y="2221135"/>
                  <a:pt x="1849088" y="2209991"/>
                </a:cubicBezTo>
                <a:cubicBezTo>
                  <a:pt x="1849088" y="2198846"/>
                  <a:pt x="1840135" y="2189893"/>
                  <a:pt x="1828991" y="2189893"/>
                </a:cubicBezTo>
                <a:cubicBezTo>
                  <a:pt x="1817846" y="2189893"/>
                  <a:pt x="1808893" y="2198846"/>
                  <a:pt x="1808893" y="2209991"/>
                </a:cubicBezTo>
                <a:cubicBezTo>
                  <a:pt x="1808893" y="2221135"/>
                  <a:pt x="1817942" y="2230088"/>
                  <a:pt x="1828991" y="2230088"/>
                </a:cubicBezTo>
                <a:close/>
                <a:moveTo>
                  <a:pt x="1905191" y="2229898"/>
                </a:moveTo>
                <a:cubicBezTo>
                  <a:pt x="1916144" y="2229898"/>
                  <a:pt x="1925098" y="2221040"/>
                  <a:pt x="1925098" y="2209991"/>
                </a:cubicBezTo>
                <a:cubicBezTo>
                  <a:pt x="1925098" y="2198942"/>
                  <a:pt x="1916239" y="2190083"/>
                  <a:pt x="1905191" y="2190083"/>
                </a:cubicBezTo>
                <a:cubicBezTo>
                  <a:pt x="1894237" y="2190083"/>
                  <a:pt x="1885283" y="2198942"/>
                  <a:pt x="1885283" y="2209991"/>
                </a:cubicBezTo>
                <a:cubicBezTo>
                  <a:pt x="1885283" y="2221040"/>
                  <a:pt x="1894237" y="2229898"/>
                  <a:pt x="1905191" y="2229898"/>
                </a:cubicBezTo>
                <a:close/>
                <a:moveTo>
                  <a:pt x="1981391" y="2229422"/>
                </a:moveTo>
                <a:cubicBezTo>
                  <a:pt x="1992154" y="2229422"/>
                  <a:pt x="2000822" y="2220754"/>
                  <a:pt x="2000822" y="2209991"/>
                </a:cubicBezTo>
                <a:cubicBezTo>
                  <a:pt x="2000822" y="2199227"/>
                  <a:pt x="1992154" y="2190560"/>
                  <a:pt x="1981391" y="2190560"/>
                </a:cubicBezTo>
                <a:cubicBezTo>
                  <a:pt x="1970627" y="2190560"/>
                  <a:pt x="1961960" y="2199227"/>
                  <a:pt x="1961960" y="2209991"/>
                </a:cubicBezTo>
                <a:cubicBezTo>
                  <a:pt x="1961960" y="2220754"/>
                  <a:pt x="1970723" y="2229422"/>
                  <a:pt x="1981391" y="2229422"/>
                </a:cubicBezTo>
                <a:close/>
                <a:moveTo>
                  <a:pt x="2057591" y="2228850"/>
                </a:moveTo>
                <a:cubicBezTo>
                  <a:pt x="2067973" y="2228850"/>
                  <a:pt x="2076355" y="2220468"/>
                  <a:pt x="2076355" y="2210086"/>
                </a:cubicBezTo>
                <a:cubicBezTo>
                  <a:pt x="2076355" y="2199704"/>
                  <a:pt x="2067973" y="2191322"/>
                  <a:pt x="2057591" y="2191322"/>
                </a:cubicBezTo>
                <a:cubicBezTo>
                  <a:pt x="2047208" y="2191322"/>
                  <a:pt x="2038826" y="2199704"/>
                  <a:pt x="2038826" y="2210086"/>
                </a:cubicBezTo>
                <a:cubicBezTo>
                  <a:pt x="2038826" y="2220373"/>
                  <a:pt x="2047208" y="2228850"/>
                  <a:pt x="2057591" y="2228850"/>
                </a:cubicBezTo>
                <a:close/>
                <a:moveTo>
                  <a:pt x="2133791" y="2228183"/>
                </a:moveTo>
                <a:cubicBezTo>
                  <a:pt x="2143792" y="2228183"/>
                  <a:pt x="2151983" y="2220087"/>
                  <a:pt x="2151983" y="2209991"/>
                </a:cubicBezTo>
                <a:cubicBezTo>
                  <a:pt x="2151983" y="2199989"/>
                  <a:pt x="2143887" y="2191798"/>
                  <a:pt x="2133791" y="2191798"/>
                </a:cubicBezTo>
                <a:cubicBezTo>
                  <a:pt x="2123789" y="2191798"/>
                  <a:pt x="2115598" y="2199894"/>
                  <a:pt x="2115598" y="2209991"/>
                </a:cubicBezTo>
                <a:cubicBezTo>
                  <a:pt x="2115598" y="2220087"/>
                  <a:pt x="2123789" y="2228183"/>
                  <a:pt x="2133791" y="2228183"/>
                </a:cubicBezTo>
                <a:close/>
                <a:moveTo>
                  <a:pt x="2209991" y="2227326"/>
                </a:moveTo>
                <a:cubicBezTo>
                  <a:pt x="2219516" y="2227326"/>
                  <a:pt x="2227326" y="2219611"/>
                  <a:pt x="2227326" y="2209991"/>
                </a:cubicBezTo>
                <a:cubicBezTo>
                  <a:pt x="2227326" y="2200466"/>
                  <a:pt x="2219611" y="2192655"/>
                  <a:pt x="2209991" y="2192655"/>
                </a:cubicBezTo>
                <a:cubicBezTo>
                  <a:pt x="2200466" y="2192655"/>
                  <a:pt x="2192655" y="2200370"/>
                  <a:pt x="2192655" y="2209991"/>
                </a:cubicBezTo>
                <a:cubicBezTo>
                  <a:pt x="2192655" y="2219611"/>
                  <a:pt x="2200466" y="2227326"/>
                  <a:pt x="2209991" y="2227326"/>
                </a:cubicBezTo>
                <a:close/>
                <a:moveTo>
                  <a:pt x="2286191" y="2226469"/>
                </a:moveTo>
                <a:cubicBezTo>
                  <a:pt x="2295335" y="2226469"/>
                  <a:pt x="2302669" y="2219135"/>
                  <a:pt x="2302669" y="2209991"/>
                </a:cubicBezTo>
                <a:cubicBezTo>
                  <a:pt x="2302669" y="2200847"/>
                  <a:pt x="2295335" y="2193512"/>
                  <a:pt x="2286191" y="2193512"/>
                </a:cubicBezTo>
                <a:cubicBezTo>
                  <a:pt x="2277047" y="2193512"/>
                  <a:pt x="2269712" y="2200847"/>
                  <a:pt x="2269712" y="2209991"/>
                </a:cubicBezTo>
                <a:cubicBezTo>
                  <a:pt x="2269712" y="2219135"/>
                  <a:pt x="2277142" y="2226469"/>
                  <a:pt x="2286191" y="2226469"/>
                </a:cubicBezTo>
                <a:close/>
                <a:moveTo>
                  <a:pt x="2362391" y="2225421"/>
                </a:moveTo>
                <a:cubicBezTo>
                  <a:pt x="2370868" y="2225421"/>
                  <a:pt x="2377821" y="2218468"/>
                  <a:pt x="2377821" y="2209991"/>
                </a:cubicBezTo>
                <a:cubicBezTo>
                  <a:pt x="2377821" y="2201513"/>
                  <a:pt x="2370868" y="2194560"/>
                  <a:pt x="2362391" y="2194560"/>
                </a:cubicBezTo>
                <a:cubicBezTo>
                  <a:pt x="2353913" y="2194560"/>
                  <a:pt x="2346960" y="2201513"/>
                  <a:pt x="2346960" y="2209991"/>
                </a:cubicBezTo>
                <a:cubicBezTo>
                  <a:pt x="2346960" y="2218468"/>
                  <a:pt x="2353913" y="2225421"/>
                  <a:pt x="2362391" y="2225421"/>
                </a:cubicBezTo>
                <a:close/>
                <a:moveTo>
                  <a:pt x="2438591" y="2224564"/>
                </a:moveTo>
                <a:cubicBezTo>
                  <a:pt x="2446687" y="2224564"/>
                  <a:pt x="2453164" y="2217992"/>
                  <a:pt x="2453164" y="2209991"/>
                </a:cubicBezTo>
                <a:cubicBezTo>
                  <a:pt x="2453164" y="2201990"/>
                  <a:pt x="2446591" y="2195417"/>
                  <a:pt x="2438591" y="2195417"/>
                </a:cubicBezTo>
                <a:cubicBezTo>
                  <a:pt x="2430494" y="2195417"/>
                  <a:pt x="2424017" y="2201990"/>
                  <a:pt x="2424017" y="2209991"/>
                </a:cubicBezTo>
                <a:cubicBezTo>
                  <a:pt x="2424017" y="2217992"/>
                  <a:pt x="2430590" y="2224564"/>
                  <a:pt x="2438591" y="2224564"/>
                </a:cubicBezTo>
                <a:close/>
                <a:moveTo>
                  <a:pt x="2514791" y="2223516"/>
                </a:moveTo>
                <a:cubicBezTo>
                  <a:pt x="2522220" y="2223516"/>
                  <a:pt x="2528316" y="2217420"/>
                  <a:pt x="2528316" y="2209991"/>
                </a:cubicBezTo>
                <a:cubicBezTo>
                  <a:pt x="2528316" y="2202561"/>
                  <a:pt x="2522220" y="2196465"/>
                  <a:pt x="2514791" y="2196465"/>
                </a:cubicBezTo>
                <a:cubicBezTo>
                  <a:pt x="2507361" y="2196465"/>
                  <a:pt x="2501265" y="2202561"/>
                  <a:pt x="2501265" y="2209991"/>
                </a:cubicBezTo>
                <a:cubicBezTo>
                  <a:pt x="2501265" y="2217420"/>
                  <a:pt x="2507361" y="2223516"/>
                  <a:pt x="2514791" y="2223516"/>
                </a:cubicBezTo>
                <a:close/>
                <a:moveTo>
                  <a:pt x="2590991" y="2222659"/>
                </a:moveTo>
                <a:cubicBezTo>
                  <a:pt x="2598039" y="2222659"/>
                  <a:pt x="2603659" y="2216944"/>
                  <a:pt x="2603659" y="2209991"/>
                </a:cubicBezTo>
                <a:cubicBezTo>
                  <a:pt x="2603659" y="2202942"/>
                  <a:pt x="2597944" y="2197322"/>
                  <a:pt x="2590991" y="2197322"/>
                </a:cubicBezTo>
                <a:cubicBezTo>
                  <a:pt x="2583942" y="2197322"/>
                  <a:pt x="2578322" y="2203037"/>
                  <a:pt x="2578322" y="2209991"/>
                </a:cubicBezTo>
                <a:cubicBezTo>
                  <a:pt x="2578322" y="2217039"/>
                  <a:pt x="2584037" y="2222659"/>
                  <a:pt x="2590991" y="2222659"/>
                </a:cubicBezTo>
                <a:close/>
                <a:moveTo>
                  <a:pt x="2667191" y="2221611"/>
                </a:moveTo>
                <a:cubicBezTo>
                  <a:pt x="2673572" y="2221611"/>
                  <a:pt x="2678811" y="2216372"/>
                  <a:pt x="2678811" y="2209991"/>
                </a:cubicBezTo>
                <a:cubicBezTo>
                  <a:pt x="2678811" y="2203609"/>
                  <a:pt x="2673572" y="2198370"/>
                  <a:pt x="2667191" y="2198370"/>
                </a:cubicBezTo>
                <a:cubicBezTo>
                  <a:pt x="2660809" y="2198370"/>
                  <a:pt x="2655570" y="2203609"/>
                  <a:pt x="2655570" y="2209991"/>
                </a:cubicBezTo>
                <a:cubicBezTo>
                  <a:pt x="2655570" y="2216468"/>
                  <a:pt x="2660809" y="2221611"/>
                  <a:pt x="2667191" y="2221611"/>
                </a:cubicBezTo>
                <a:close/>
                <a:moveTo>
                  <a:pt x="2743391" y="2220563"/>
                </a:moveTo>
                <a:cubicBezTo>
                  <a:pt x="2749201" y="2220563"/>
                  <a:pt x="2753963" y="2215801"/>
                  <a:pt x="2753963" y="2209991"/>
                </a:cubicBezTo>
                <a:cubicBezTo>
                  <a:pt x="2753963" y="2204180"/>
                  <a:pt x="2749201" y="2199418"/>
                  <a:pt x="2743391" y="2199418"/>
                </a:cubicBezTo>
                <a:cubicBezTo>
                  <a:pt x="2737580" y="2199418"/>
                  <a:pt x="2732818" y="2204180"/>
                  <a:pt x="2732818" y="2209991"/>
                </a:cubicBezTo>
                <a:cubicBezTo>
                  <a:pt x="2732818" y="2215801"/>
                  <a:pt x="2737580" y="2220563"/>
                  <a:pt x="2743391" y="2220563"/>
                </a:cubicBezTo>
                <a:close/>
                <a:moveTo>
                  <a:pt x="2819591" y="2219325"/>
                </a:moveTo>
                <a:cubicBezTo>
                  <a:pt x="2824734" y="2219325"/>
                  <a:pt x="2828925" y="2215134"/>
                  <a:pt x="2828925" y="2209991"/>
                </a:cubicBezTo>
                <a:cubicBezTo>
                  <a:pt x="2828925" y="2204847"/>
                  <a:pt x="2824734" y="2200656"/>
                  <a:pt x="2819591" y="2200656"/>
                </a:cubicBezTo>
                <a:cubicBezTo>
                  <a:pt x="2814447" y="2200656"/>
                  <a:pt x="2810256" y="2204847"/>
                  <a:pt x="2810256" y="2209991"/>
                </a:cubicBezTo>
                <a:cubicBezTo>
                  <a:pt x="2810351" y="2215134"/>
                  <a:pt x="2814447" y="2219325"/>
                  <a:pt x="2819591" y="2219325"/>
                </a:cubicBezTo>
                <a:close/>
                <a:moveTo>
                  <a:pt x="2895791" y="2218277"/>
                </a:moveTo>
                <a:cubicBezTo>
                  <a:pt x="2900363" y="2218277"/>
                  <a:pt x="2904078" y="2214563"/>
                  <a:pt x="2904078" y="2209991"/>
                </a:cubicBezTo>
                <a:cubicBezTo>
                  <a:pt x="2904078" y="2205419"/>
                  <a:pt x="2900363" y="2201704"/>
                  <a:pt x="2895791" y="2201704"/>
                </a:cubicBezTo>
                <a:cubicBezTo>
                  <a:pt x="2891219" y="2201704"/>
                  <a:pt x="2887504" y="2205419"/>
                  <a:pt x="2887504" y="2209991"/>
                </a:cubicBezTo>
                <a:cubicBezTo>
                  <a:pt x="2887504" y="2214563"/>
                  <a:pt x="2891219" y="2218277"/>
                  <a:pt x="2895791" y="2218277"/>
                </a:cubicBezTo>
                <a:close/>
                <a:moveTo>
                  <a:pt x="2971991" y="2217230"/>
                </a:moveTo>
                <a:cubicBezTo>
                  <a:pt x="2975991" y="2217230"/>
                  <a:pt x="2979134" y="2213991"/>
                  <a:pt x="2979134" y="2210086"/>
                </a:cubicBezTo>
                <a:cubicBezTo>
                  <a:pt x="2979134" y="2206085"/>
                  <a:pt x="2975896" y="2202942"/>
                  <a:pt x="2971991" y="2202942"/>
                </a:cubicBezTo>
                <a:cubicBezTo>
                  <a:pt x="2967990" y="2202942"/>
                  <a:pt x="2964847" y="2206181"/>
                  <a:pt x="2964847" y="2210086"/>
                </a:cubicBezTo>
                <a:cubicBezTo>
                  <a:pt x="2964847" y="2213991"/>
                  <a:pt x="2968085" y="2217230"/>
                  <a:pt x="2971991" y="2217230"/>
                </a:cubicBezTo>
                <a:close/>
                <a:moveTo>
                  <a:pt x="3048191" y="2216182"/>
                </a:moveTo>
                <a:cubicBezTo>
                  <a:pt x="3051620" y="2216182"/>
                  <a:pt x="3054287" y="2213420"/>
                  <a:pt x="3054287" y="2210086"/>
                </a:cubicBezTo>
                <a:cubicBezTo>
                  <a:pt x="3054287" y="2206752"/>
                  <a:pt x="3051524" y="2203990"/>
                  <a:pt x="3048191" y="2203990"/>
                </a:cubicBezTo>
                <a:cubicBezTo>
                  <a:pt x="3044762" y="2203990"/>
                  <a:pt x="3042095" y="2206752"/>
                  <a:pt x="3042095" y="2210086"/>
                </a:cubicBezTo>
                <a:cubicBezTo>
                  <a:pt x="3042095" y="2213420"/>
                  <a:pt x="3044857" y="2216182"/>
                  <a:pt x="3048191" y="2216182"/>
                </a:cubicBezTo>
                <a:close/>
                <a:moveTo>
                  <a:pt x="3124391" y="2214848"/>
                </a:moveTo>
                <a:cubicBezTo>
                  <a:pt x="3127058" y="2214848"/>
                  <a:pt x="3129248" y="2212658"/>
                  <a:pt x="3129248" y="2209991"/>
                </a:cubicBezTo>
                <a:cubicBezTo>
                  <a:pt x="3129248" y="2207324"/>
                  <a:pt x="3127058" y="2205133"/>
                  <a:pt x="3124391" y="2205133"/>
                </a:cubicBezTo>
                <a:cubicBezTo>
                  <a:pt x="3121724" y="2205133"/>
                  <a:pt x="3119533" y="2207324"/>
                  <a:pt x="3119533" y="2209991"/>
                </a:cubicBezTo>
                <a:cubicBezTo>
                  <a:pt x="3119533" y="2212658"/>
                  <a:pt x="3121724" y="2214848"/>
                  <a:pt x="3124391" y="2214848"/>
                </a:cubicBezTo>
                <a:close/>
                <a:moveTo>
                  <a:pt x="3200591" y="2213801"/>
                </a:moveTo>
                <a:cubicBezTo>
                  <a:pt x="3202686" y="2213801"/>
                  <a:pt x="3204401" y="2212086"/>
                  <a:pt x="3204401" y="2209991"/>
                </a:cubicBezTo>
                <a:cubicBezTo>
                  <a:pt x="3204401" y="2207895"/>
                  <a:pt x="3202686" y="2206181"/>
                  <a:pt x="3200591" y="2206181"/>
                </a:cubicBezTo>
                <a:cubicBezTo>
                  <a:pt x="3198495" y="2206181"/>
                  <a:pt x="3196781" y="2207895"/>
                  <a:pt x="3196781" y="2209991"/>
                </a:cubicBezTo>
                <a:cubicBezTo>
                  <a:pt x="3196781" y="2212086"/>
                  <a:pt x="3198495" y="2213801"/>
                  <a:pt x="3200591" y="2213801"/>
                </a:cubicBezTo>
                <a:close/>
                <a:moveTo>
                  <a:pt x="3276791" y="2212753"/>
                </a:moveTo>
                <a:cubicBezTo>
                  <a:pt x="3278315" y="2212753"/>
                  <a:pt x="3279553" y="2211515"/>
                  <a:pt x="3279553" y="2209991"/>
                </a:cubicBezTo>
                <a:cubicBezTo>
                  <a:pt x="3279553" y="2208467"/>
                  <a:pt x="3278315" y="2207228"/>
                  <a:pt x="3276791" y="2207228"/>
                </a:cubicBezTo>
                <a:cubicBezTo>
                  <a:pt x="3275266" y="2207228"/>
                  <a:pt x="3274028" y="2208467"/>
                  <a:pt x="3274028" y="2209991"/>
                </a:cubicBezTo>
                <a:cubicBezTo>
                  <a:pt x="3274028" y="2211515"/>
                  <a:pt x="3275266" y="2212753"/>
                  <a:pt x="3276791" y="2212753"/>
                </a:cubicBezTo>
                <a:close/>
                <a:moveTo>
                  <a:pt x="3352991" y="2211705"/>
                </a:moveTo>
                <a:cubicBezTo>
                  <a:pt x="3353943" y="2211705"/>
                  <a:pt x="3354705" y="2210943"/>
                  <a:pt x="3354705" y="2209991"/>
                </a:cubicBezTo>
                <a:cubicBezTo>
                  <a:pt x="3354705" y="2209038"/>
                  <a:pt x="3353943" y="2208276"/>
                  <a:pt x="3352991" y="2208276"/>
                </a:cubicBezTo>
                <a:cubicBezTo>
                  <a:pt x="3352038" y="2208276"/>
                  <a:pt x="3351276" y="2209038"/>
                  <a:pt x="3351276" y="2209991"/>
                </a:cubicBezTo>
                <a:cubicBezTo>
                  <a:pt x="3351276" y="2210943"/>
                  <a:pt x="3352038" y="2211705"/>
                  <a:pt x="3352991" y="2211705"/>
                </a:cubicBezTo>
                <a:close/>
                <a:moveTo>
                  <a:pt x="3429191" y="2210467"/>
                </a:moveTo>
                <a:cubicBezTo>
                  <a:pt x="3429381" y="2210467"/>
                  <a:pt x="3429572" y="2210276"/>
                  <a:pt x="3429572" y="2210086"/>
                </a:cubicBezTo>
                <a:cubicBezTo>
                  <a:pt x="3429572" y="2209895"/>
                  <a:pt x="3429381" y="2209705"/>
                  <a:pt x="3429191" y="2209705"/>
                </a:cubicBezTo>
                <a:cubicBezTo>
                  <a:pt x="3429000" y="2209705"/>
                  <a:pt x="3428810" y="2209895"/>
                  <a:pt x="3428810" y="2210086"/>
                </a:cubicBezTo>
                <a:cubicBezTo>
                  <a:pt x="3428810" y="2210276"/>
                  <a:pt x="3429000" y="2210467"/>
                  <a:pt x="3429191" y="2210467"/>
                </a:cubicBezTo>
                <a:close/>
                <a:moveTo>
                  <a:pt x="76391" y="2286381"/>
                </a:moveTo>
                <a:cubicBezTo>
                  <a:pt x="76486" y="2286381"/>
                  <a:pt x="76581" y="2286286"/>
                  <a:pt x="76581" y="2286191"/>
                </a:cubicBezTo>
                <a:cubicBezTo>
                  <a:pt x="76581" y="2286095"/>
                  <a:pt x="76486" y="2286000"/>
                  <a:pt x="76391" y="2286000"/>
                </a:cubicBezTo>
                <a:cubicBezTo>
                  <a:pt x="76295" y="2286000"/>
                  <a:pt x="76200" y="2286095"/>
                  <a:pt x="76200" y="2286191"/>
                </a:cubicBezTo>
                <a:cubicBezTo>
                  <a:pt x="76200" y="2286286"/>
                  <a:pt x="76295" y="2286381"/>
                  <a:pt x="76391" y="2286381"/>
                </a:cubicBezTo>
                <a:close/>
                <a:moveTo>
                  <a:pt x="152591" y="2287238"/>
                </a:moveTo>
                <a:cubicBezTo>
                  <a:pt x="153162" y="2287238"/>
                  <a:pt x="153638" y="2286762"/>
                  <a:pt x="153638" y="2286191"/>
                </a:cubicBezTo>
                <a:cubicBezTo>
                  <a:pt x="153638" y="2285619"/>
                  <a:pt x="153162" y="2285143"/>
                  <a:pt x="152591" y="2285143"/>
                </a:cubicBezTo>
                <a:cubicBezTo>
                  <a:pt x="152019" y="2285143"/>
                  <a:pt x="151543" y="2285619"/>
                  <a:pt x="151543" y="2286191"/>
                </a:cubicBezTo>
                <a:cubicBezTo>
                  <a:pt x="151543" y="2286762"/>
                  <a:pt x="152019" y="2287238"/>
                  <a:pt x="152591" y="2287238"/>
                </a:cubicBezTo>
                <a:close/>
                <a:moveTo>
                  <a:pt x="228791" y="2288572"/>
                </a:moveTo>
                <a:cubicBezTo>
                  <a:pt x="230029" y="2288572"/>
                  <a:pt x="231077" y="2287524"/>
                  <a:pt x="231077" y="2286286"/>
                </a:cubicBezTo>
                <a:cubicBezTo>
                  <a:pt x="231077" y="2285048"/>
                  <a:pt x="230029" y="2284000"/>
                  <a:pt x="228791" y="2284000"/>
                </a:cubicBezTo>
                <a:cubicBezTo>
                  <a:pt x="227552" y="2284000"/>
                  <a:pt x="226505" y="2285048"/>
                  <a:pt x="226505" y="2286286"/>
                </a:cubicBezTo>
                <a:cubicBezTo>
                  <a:pt x="226505" y="2287524"/>
                  <a:pt x="227552" y="2288572"/>
                  <a:pt x="228791" y="2288572"/>
                </a:cubicBezTo>
                <a:close/>
                <a:moveTo>
                  <a:pt x="304991" y="2289620"/>
                </a:moveTo>
                <a:cubicBezTo>
                  <a:pt x="306896" y="2289620"/>
                  <a:pt x="308324" y="2288096"/>
                  <a:pt x="308324" y="2286286"/>
                </a:cubicBezTo>
                <a:cubicBezTo>
                  <a:pt x="308324" y="2284476"/>
                  <a:pt x="306800" y="2282952"/>
                  <a:pt x="304991" y="2282952"/>
                </a:cubicBezTo>
                <a:cubicBezTo>
                  <a:pt x="303086" y="2282952"/>
                  <a:pt x="301562" y="2284476"/>
                  <a:pt x="301562" y="2286286"/>
                </a:cubicBezTo>
                <a:cubicBezTo>
                  <a:pt x="301562" y="2288096"/>
                  <a:pt x="303181" y="2289620"/>
                  <a:pt x="304991" y="2289620"/>
                </a:cubicBezTo>
                <a:close/>
                <a:moveTo>
                  <a:pt x="381191" y="2290667"/>
                </a:moveTo>
                <a:cubicBezTo>
                  <a:pt x="383667" y="2290667"/>
                  <a:pt x="385667" y="2288667"/>
                  <a:pt x="385667" y="2286191"/>
                </a:cubicBezTo>
                <a:cubicBezTo>
                  <a:pt x="385667" y="2283714"/>
                  <a:pt x="383667" y="2281714"/>
                  <a:pt x="381191" y="2281714"/>
                </a:cubicBezTo>
                <a:cubicBezTo>
                  <a:pt x="378714" y="2281714"/>
                  <a:pt x="376714" y="2283714"/>
                  <a:pt x="376714" y="2286191"/>
                </a:cubicBezTo>
                <a:cubicBezTo>
                  <a:pt x="376809" y="2288667"/>
                  <a:pt x="378714" y="2290667"/>
                  <a:pt x="381191" y="2290667"/>
                </a:cubicBezTo>
                <a:close/>
                <a:moveTo>
                  <a:pt x="457391" y="2291715"/>
                </a:moveTo>
                <a:cubicBezTo>
                  <a:pt x="460439" y="2291715"/>
                  <a:pt x="462915" y="2289239"/>
                  <a:pt x="462915" y="2286191"/>
                </a:cubicBezTo>
                <a:cubicBezTo>
                  <a:pt x="462915" y="2283143"/>
                  <a:pt x="460439" y="2280666"/>
                  <a:pt x="457391" y="2280666"/>
                </a:cubicBezTo>
                <a:cubicBezTo>
                  <a:pt x="454343" y="2280666"/>
                  <a:pt x="451866" y="2283143"/>
                  <a:pt x="451866" y="2286191"/>
                </a:cubicBezTo>
                <a:cubicBezTo>
                  <a:pt x="451961" y="2289239"/>
                  <a:pt x="454343" y="2291715"/>
                  <a:pt x="457391" y="2291715"/>
                </a:cubicBezTo>
                <a:close/>
                <a:moveTo>
                  <a:pt x="533591" y="2292763"/>
                </a:moveTo>
                <a:cubicBezTo>
                  <a:pt x="537210" y="2292763"/>
                  <a:pt x="540163" y="2289810"/>
                  <a:pt x="540163" y="2286191"/>
                </a:cubicBezTo>
                <a:cubicBezTo>
                  <a:pt x="540163" y="2282571"/>
                  <a:pt x="537210" y="2279618"/>
                  <a:pt x="533591" y="2279618"/>
                </a:cubicBezTo>
                <a:cubicBezTo>
                  <a:pt x="529971" y="2279618"/>
                  <a:pt x="527018" y="2282571"/>
                  <a:pt x="527018" y="2286191"/>
                </a:cubicBezTo>
                <a:cubicBezTo>
                  <a:pt x="527018" y="2289810"/>
                  <a:pt x="529971" y="2292763"/>
                  <a:pt x="533591" y="2292763"/>
                </a:cubicBezTo>
                <a:close/>
                <a:moveTo>
                  <a:pt x="609790" y="2293811"/>
                </a:moveTo>
                <a:cubicBezTo>
                  <a:pt x="613982" y="2293811"/>
                  <a:pt x="617411" y="2290382"/>
                  <a:pt x="617411" y="2286191"/>
                </a:cubicBezTo>
                <a:cubicBezTo>
                  <a:pt x="617411" y="2282000"/>
                  <a:pt x="613982" y="2278571"/>
                  <a:pt x="609790" y="2278571"/>
                </a:cubicBezTo>
                <a:cubicBezTo>
                  <a:pt x="605600" y="2278571"/>
                  <a:pt x="602171" y="2282000"/>
                  <a:pt x="602171" y="2286191"/>
                </a:cubicBezTo>
                <a:cubicBezTo>
                  <a:pt x="602171" y="2290382"/>
                  <a:pt x="605600" y="2293811"/>
                  <a:pt x="609790" y="2293811"/>
                </a:cubicBezTo>
                <a:close/>
                <a:moveTo>
                  <a:pt x="685990" y="2294858"/>
                </a:moveTo>
                <a:cubicBezTo>
                  <a:pt x="690753" y="2294858"/>
                  <a:pt x="694658" y="2290953"/>
                  <a:pt x="694658" y="2286191"/>
                </a:cubicBezTo>
                <a:cubicBezTo>
                  <a:pt x="694658" y="2281428"/>
                  <a:pt x="690753" y="2277523"/>
                  <a:pt x="685990" y="2277523"/>
                </a:cubicBezTo>
                <a:cubicBezTo>
                  <a:pt x="681228" y="2277523"/>
                  <a:pt x="677323" y="2281428"/>
                  <a:pt x="677323" y="2286191"/>
                </a:cubicBezTo>
                <a:cubicBezTo>
                  <a:pt x="677323" y="2290953"/>
                  <a:pt x="681228" y="2294858"/>
                  <a:pt x="685990" y="2294858"/>
                </a:cubicBezTo>
                <a:close/>
                <a:moveTo>
                  <a:pt x="762190" y="2296097"/>
                </a:moveTo>
                <a:cubicBezTo>
                  <a:pt x="767715" y="2296097"/>
                  <a:pt x="772097" y="2291620"/>
                  <a:pt x="772097" y="2286191"/>
                </a:cubicBezTo>
                <a:cubicBezTo>
                  <a:pt x="772097" y="2280761"/>
                  <a:pt x="767620" y="2276285"/>
                  <a:pt x="762190" y="2276285"/>
                </a:cubicBezTo>
                <a:cubicBezTo>
                  <a:pt x="756761" y="2276285"/>
                  <a:pt x="752285" y="2280761"/>
                  <a:pt x="752285" y="2286191"/>
                </a:cubicBezTo>
                <a:cubicBezTo>
                  <a:pt x="752285" y="2291620"/>
                  <a:pt x="756761" y="2296097"/>
                  <a:pt x="762190" y="2296097"/>
                </a:cubicBezTo>
                <a:close/>
                <a:moveTo>
                  <a:pt x="838390" y="2296954"/>
                </a:moveTo>
                <a:cubicBezTo>
                  <a:pt x="844296" y="2296954"/>
                  <a:pt x="849154" y="2292096"/>
                  <a:pt x="849154" y="2286191"/>
                </a:cubicBezTo>
                <a:cubicBezTo>
                  <a:pt x="849154" y="2280285"/>
                  <a:pt x="844296" y="2275427"/>
                  <a:pt x="838390" y="2275427"/>
                </a:cubicBezTo>
                <a:cubicBezTo>
                  <a:pt x="832485" y="2275427"/>
                  <a:pt x="827627" y="2280285"/>
                  <a:pt x="827627" y="2286191"/>
                </a:cubicBezTo>
                <a:cubicBezTo>
                  <a:pt x="827627" y="2292096"/>
                  <a:pt x="832485" y="2296954"/>
                  <a:pt x="838390" y="2296954"/>
                </a:cubicBezTo>
                <a:close/>
                <a:moveTo>
                  <a:pt x="914590" y="2298002"/>
                </a:moveTo>
                <a:cubicBezTo>
                  <a:pt x="921163" y="2298002"/>
                  <a:pt x="926402" y="2292668"/>
                  <a:pt x="926402" y="2286191"/>
                </a:cubicBezTo>
                <a:cubicBezTo>
                  <a:pt x="926402" y="2279714"/>
                  <a:pt x="921068" y="2274380"/>
                  <a:pt x="914590" y="2274380"/>
                </a:cubicBezTo>
                <a:cubicBezTo>
                  <a:pt x="908018" y="2274380"/>
                  <a:pt x="902780" y="2279714"/>
                  <a:pt x="902780" y="2286191"/>
                </a:cubicBezTo>
                <a:cubicBezTo>
                  <a:pt x="902780" y="2292668"/>
                  <a:pt x="908113" y="2298002"/>
                  <a:pt x="914590" y="2298002"/>
                </a:cubicBezTo>
                <a:close/>
                <a:moveTo>
                  <a:pt x="990790" y="2299145"/>
                </a:moveTo>
                <a:cubicBezTo>
                  <a:pt x="997934" y="2299145"/>
                  <a:pt x="1003649" y="2293334"/>
                  <a:pt x="1003649" y="2286286"/>
                </a:cubicBezTo>
                <a:cubicBezTo>
                  <a:pt x="1003649" y="2279142"/>
                  <a:pt x="997839" y="2273427"/>
                  <a:pt x="990790" y="2273427"/>
                </a:cubicBezTo>
                <a:cubicBezTo>
                  <a:pt x="983647" y="2273427"/>
                  <a:pt x="977932" y="2279237"/>
                  <a:pt x="977932" y="2286286"/>
                </a:cubicBezTo>
                <a:cubicBezTo>
                  <a:pt x="977932" y="2293334"/>
                  <a:pt x="983647" y="2299145"/>
                  <a:pt x="990790" y="2299145"/>
                </a:cubicBezTo>
                <a:close/>
                <a:moveTo>
                  <a:pt x="1066991" y="2299907"/>
                </a:moveTo>
                <a:cubicBezTo>
                  <a:pt x="1074611" y="2299907"/>
                  <a:pt x="1080707" y="2293715"/>
                  <a:pt x="1080707" y="2286191"/>
                </a:cubicBezTo>
                <a:cubicBezTo>
                  <a:pt x="1080707" y="2278666"/>
                  <a:pt x="1074515" y="2272475"/>
                  <a:pt x="1066991" y="2272475"/>
                </a:cubicBezTo>
                <a:cubicBezTo>
                  <a:pt x="1059371" y="2272475"/>
                  <a:pt x="1053275" y="2278666"/>
                  <a:pt x="1053275" y="2286191"/>
                </a:cubicBezTo>
                <a:cubicBezTo>
                  <a:pt x="1053275" y="2293715"/>
                  <a:pt x="1059466" y="2299907"/>
                  <a:pt x="1066991" y="2299907"/>
                </a:cubicBezTo>
                <a:close/>
                <a:moveTo>
                  <a:pt x="1143191" y="2301050"/>
                </a:moveTo>
                <a:cubicBezTo>
                  <a:pt x="1151382" y="2301050"/>
                  <a:pt x="1157954" y="2294382"/>
                  <a:pt x="1157954" y="2286286"/>
                </a:cubicBezTo>
                <a:cubicBezTo>
                  <a:pt x="1157954" y="2278190"/>
                  <a:pt x="1151287" y="2271522"/>
                  <a:pt x="1143191" y="2271522"/>
                </a:cubicBezTo>
                <a:cubicBezTo>
                  <a:pt x="1134999" y="2271522"/>
                  <a:pt x="1128427" y="2278190"/>
                  <a:pt x="1128427" y="2286286"/>
                </a:cubicBezTo>
                <a:cubicBezTo>
                  <a:pt x="1128427" y="2294382"/>
                  <a:pt x="1134999" y="2301050"/>
                  <a:pt x="1143191" y="2301050"/>
                </a:cubicBezTo>
                <a:close/>
                <a:moveTo>
                  <a:pt x="1219391" y="2301812"/>
                </a:moveTo>
                <a:cubicBezTo>
                  <a:pt x="1228058" y="2301812"/>
                  <a:pt x="1235012" y="2294763"/>
                  <a:pt x="1235012" y="2286191"/>
                </a:cubicBezTo>
                <a:cubicBezTo>
                  <a:pt x="1235012" y="2277618"/>
                  <a:pt x="1227963" y="2270570"/>
                  <a:pt x="1219391" y="2270570"/>
                </a:cubicBezTo>
                <a:cubicBezTo>
                  <a:pt x="1210818" y="2270570"/>
                  <a:pt x="1203770" y="2277618"/>
                  <a:pt x="1203770" y="2286191"/>
                </a:cubicBezTo>
                <a:cubicBezTo>
                  <a:pt x="1203770" y="2294763"/>
                  <a:pt x="1210818" y="2301812"/>
                  <a:pt x="1219391" y="2301812"/>
                </a:cubicBezTo>
                <a:close/>
                <a:moveTo>
                  <a:pt x="1295591" y="2302478"/>
                </a:moveTo>
                <a:cubicBezTo>
                  <a:pt x="1304544" y="2302478"/>
                  <a:pt x="1311878" y="2295239"/>
                  <a:pt x="1311878" y="2286191"/>
                </a:cubicBezTo>
                <a:cubicBezTo>
                  <a:pt x="1311878" y="2277142"/>
                  <a:pt x="1304639" y="2269903"/>
                  <a:pt x="1295591" y="2269903"/>
                </a:cubicBezTo>
                <a:cubicBezTo>
                  <a:pt x="1286542" y="2269903"/>
                  <a:pt x="1279303" y="2277142"/>
                  <a:pt x="1279303" y="2286191"/>
                </a:cubicBezTo>
                <a:cubicBezTo>
                  <a:pt x="1279303" y="2295239"/>
                  <a:pt x="1286637" y="2302478"/>
                  <a:pt x="1295591" y="2302478"/>
                </a:cubicBezTo>
                <a:close/>
                <a:moveTo>
                  <a:pt x="1371791" y="2303336"/>
                </a:moveTo>
                <a:cubicBezTo>
                  <a:pt x="1381220" y="2303336"/>
                  <a:pt x="1388936" y="2295716"/>
                  <a:pt x="1388936" y="2286191"/>
                </a:cubicBezTo>
                <a:cubicBezTo>
                  <a:pt x="1388936" y="2276666"/>
                  <a:pt x="1381316" y="2269046"/>
                  <a:pt x="1371791" y="2269046"/>
                </a:cubicBezTo>
                <a:cubicBezTo>
                  <a:pt x="1362266" y="2269046"/>
                  <a:pt x="1354646" y="2276666"/>
                  <a:pt x="1354646" y="2286191"/>
                </a:cubicBezTo>
                <a:cubicBezTo>
                  <a:pt x="1354646" y="2295716"/>
                  <a:pt x="1362361" y="2303336"/>
                  <a:pt x="1371791" y="2303336"/>
                </a:cubicBezTo>
                <a:close/>
                <a:moveTo>
                  <a:pt x="1447991" y="2304002"/>
                </a:moveTo>
                <a:cubicBezTo>
                  <a:pt x="1457801" y="2304002"/>
                  <a:pt x="1465707" y="2296097"/>
                  <a:pt x="1465707" y="2286286"/>
                </a:cubicBezTo>
                <a:cubicBezTo>
                  <a:pt x="1465707" y="2276475"/>
                  <a:pt x="1457801" y="2268569"/>
                  <a:pt x="1447991" y="2268569"/>
                </a:cubicBezTo>
                <a:cubicBezTo>
                  <a:pt x="1438180" y="2268569"/>
                  <a:pt x="1430274" y="2276475"/>
                  <a:pt x="1430274" y="2286286"/>
                </a:cubicBezTo>
                <a:cubicBezTo>
                  <a:pt x="1430274" y="2296001"/>
                  <a:pt x="1438180" y="2304002"/>
                  <a:pt x="1447991" y="2304002"/>
                </a:cubicBezTo>
                <a:close/>
                <a:moveTo>
                  <a:pt x="1524191" y="2304574"/>
                </a:moveTo>
                <a:cubicBezTo>
                  <a:pt x="1534382" y="2304574"/>
                  <a:pt x="1542574" y="2296382"/>
                  <a:pt x="1542574" y="2286191"/>
                </a:cubicBezTo>
                <a:cubicBezTo>
                  <a:pt x="1542574" y="2275999"/>
                  <a:pt x="1534382" y="2267807"/>
                  <a:pt x="1524191" y="2267807"/>
                </a:cubicBezTo>
                <a:cubicBezTo>
                  <a:pt x="1513999" y="2267807"/>
                  <a:pt x="1505807" y="2275999"/>
                  <a:pt x="1505807" y="2286191"/>
                </a:cubicBezTo>
                <a:cubicBezTo>
                  <a:pt x="1505807" y="2296382"/>
                  <a:pt x="1514094" y="2304574"/>
                  <a:pt x="1524191" y="2304574"/>
                </a:cubicBezTo>
                <a:close/>
                <a:moveTo>
                  <a:pt x="1600391" y="2305050"/>
                </a:moveTo>
                <a:cubicBezTo>
                  <a:pt x="1610773" y="2305050"/>
                  <a:pt x="1619155" y="2296668"/>
                  <a:pt x="1619155" y="2286286"/>
                </a:cubicBezTo>
                <a:cubicBezTo>
                  <a:pt x="1619155" y="2275904"/>
                  <a:pt x="1610773" y="2267522"/>
                  <a:pt x="1600391" y="2267522"/>
                </a:cubicBezTo>
                <a:cubicBezTo>
                  <a:pt x="1590008" y="2267522"/>
                  <a:pt x="1581626" y="2275904"/>
                  <a:pt x="1581626" y="2286286"/>
                </a:cubicBezTo>
                <a:cubicBezTo>
                  <a:pt x="1581626" y="2296573"/>
                  <a:pt x="1590008" y="2305050"/>
                  <a:pt x="1600391" y="2305050"/>
                </a:cubicBezTo>
                <a:close/>
                <a:moveTo>
                  <a:pt x="1676591" y="2305241"/>
                </a:moveTo>
                <a:cubicBezTo>
                  <a:pt x="1687068" y="2305241"/>
                  <a:pt x="1695641" y="2296763"/>
                  <a:pt x="1695641" y="2286191"/>
                </a:cubicBezTo>
                <a:cubicBezTo>
                  <a:pt x="1695641" y="2275713"/>
                  <a:pt x="1687163" y="2267141"/>
                  <a:pt x="1676591" y="2267141"/>
                </a:cubicBezTo>
                <a:cubicBezTo>
                  <a:pt x="1666113" y="2267141"/>
                  <a:pt x="1657541" y="2275618"/>
                  <a:pt x="1657541" y="2286191"/>
                </a:cubicBezTo>
                <a:cubicBezTo>
                  <a:pt x="1657636" y="2296668"/>
                  <a:pt x="1666113" y="2305241"/>
                  <a:pt x="1676591" y="2305241"/>
                </a:cubicBezTo>
                <a:close/>
                <a:moveTo>
                  <a:pt x="1752791" y="2305241"/>
                </a:moveTo>
                <a:cubicBezTo>
                  <a:pt x="1763268" y="2305241"/>
                  <a:pt x="1771841" y="2296763"/>
                  <a:pt x="1771841" y="2286191"/>
                </a:cubicBezTo>
                <a:cubicBezTo>
                  <a:pt x="1771841" y="2275713"/>
                  <a:pt x="1763363" y="2267141"/>
                  <a:pt x="1752791" y="2267141"/>
                </a:cubicBezTo>
                <a:cubicBezTo>
                  <a:pt x="1742313" y="2267141"/>
                  <a:pt x="1733741" y="2275618"/>
                  <a:pt x="1733741" y="2286191"/>
                </a:cubicBezTo>
                <a:cubicBezTo>
                  <a:pt x="1733836" y="2296668"/>
                  <a:pt x="1742313" y="2305241"/>
                  <a:pt x="1752791" y="2305241"/>
                </a:cubicBezTo>
                <a:close/>
                <a:moveTo>
                  <a:pt x="1828991" y="2305241"/>
                </a:moveTo>
                <a:cubicBezTo>
                  <a:pt x="1839468" y="2305241"/>
                  <a:pt x="1848041" y="2296763"/>
                  <a:pt x="1848041" y="2286191"/>
                </a:cubicBezTo>
                <a:cubicBezTo>
                  <a:pt x="1848041" y="2275713"/>
                  <a:pt x="1839563" y="2267141"/>
                  <a:pt x="1828991" y="2267141"/>
                </a:cubicBezTo>
                <a:cubicBezTo>
                  <a:pt x="1818513" y="2267141"/>
                  <a:pt x="1809941" y="2275618"/>
                  <a:pt x="1809941" y="2286191"/>
                </a:cubicBezTo>
                <a:cubicBezTo>
                  <a:pt x="1810036" y="2296668"/>
                  <a:pt x="1818513" y="2305241"/>
                  <a:pt x="1828991" y="2305241"/>
                </a:cubicBezTo>
                <a:close/>
                <a:moveTo>
                  <a:pt x="1905191" y="2305050"/>
                </a:moveTo>
                <a:cubicBezTo>
                  <a:pt x="1915573" y="2305050"/>
                  <a:pt x="1923955" y="2296668"/>
                  <a:pt x="1923955" y="2286286"/>
                </a:cubicBezTo>
                <a:cubicBezTo>
                  <a:pt x="1923955" y="2275904"/>
                  <a:pt x="1915573" y="2267522"/>
                  <a:pt x="1905191" y="2267522"/>
                </a:cubicBezTo>
                <a:cubicBezTo>
                  <a:pt x="1894808" y="2267522"/>
                  <a:pt x="1886426" y="2275904"/>
                  <a:pt x="1886426" y="2286286"/>
                </a:cubicBezTo>
                <a:cubicBezTo>
                  <a:pt x="1886426" y="2296573"/>
                  <a:pt x="1894808" y="2305050"/>
                  <a:pt x="1905191" y="2305050"/>
                </a:cubicBezTo>
                <a:close/>
                <a:moveTo>
                  <a:pt x="1981391" y="2304574"/>
                </a:moveTo>
                <a:cubicBezTo>
                  <a:pt x="1991582" y="2304574"/>
                  <a:pt x="1999774" y="2296382"/>
                  <a:pt x="1999774" y="2286191"/>
                </a:cubicBezTo>
                <a:cubicBezTo>
                  <a:pt x="1999774" y="2275999"/>
                  <a:pt x="1991582" y="2267807"/>
                  <a:pt x="1981391" y="2267807"/>
                </a:cubicBezTo>
                <a:cubicBezTo>
                  <a:pt x="1971199" y="2267807"/>
                  <a:pt x="1963007" y="2275999"/>
                  <a:pt x="1963007" y="2286191"/>
                </a:cubicBezTo>
                <a:cubicBezTo>
                  <a:pt x="1963007" y="2296382"/>
                  <a:pt x="1971294" y="2304574"/>
                  <a:pt x="1981391" y="2304574"/>
                </a:cubicBezTo>
                <a:close/>
                <a:moveTo>
                  <a:pt x="2057591" y="2304002"/>
                </a:moveTo>
                <a:cubicBezTo>
                  <a:pt x="2067401" y="2304002"/>
                  <a:pt x="2075307" y="2296097"/>
                  <a:pt x="2075307" y="2286286"/>
                </a:cubicBezTo>
                <a:cubicBezTo>
                  <a:pt x="2075307" y="2276475"/>
                  <a:pt x="2067401" y="2268569"/>
                  <a:pt x="2057591" y="2268569"/>
                </a:cubicBezTo>
                <a:cubicBezTo>
                  <a:pt x="2047780" y="2268569"/>
                  <a:pt x="2039874" y="2276475"/>
                  <a:pt x="2039874" y="2286286"/>
                </a:cubicBezTo>
                <a:cubicBezTo>
                  <a:pt x="2039874" y="2296001"/>
                  <a:pt x="2047780" y="2304002"/>
                  <a:pt x="2057591" y="2304002"/>
                </a:cubicBezTo>
                <a:close/>
                <a:moveTo>
                  <a:pt x="2133791" y="2303336"/>
                </a:moveTo>
                <a:cubicBezTo>
                  <a:pt x="2143220" y="2303336"/>
                  <a:pt x="2150936" y="2295716"/>
                  <a:pt x="2150936" y="2286191"/>
                </a:cubicBezTo>
                <a:cubicBezTo>
                  <a:pt x="2150936" y="2276666"/>
                  <a:pt x="2143316" y="2269046"/>
                  <a:pt x="2133791" y="2269046"/>
                </a:cubicBezTo>
                <a:cubicBezTo>
                  <a:pt x="2124266" y="2269046"/>
                  <a:pt x="2116646" y="2276666"/>
                  <a:pt x="2116646" y="2286191"/>
                </a:cubicBezTo>
                <a:cubicBezTo>
                  <a:pt x="2116646" y="2295716"/>
                  <a:pt x="2124361" y="2303336"/>
                  <a:pt x="2133791" y="2303336"/>
                </a:cubicBezTo>
                <a:close/>
                <a:moveTo>
                  <a:pt x="2209991" y="2302669"/>
                </a:moveTo>
                <a:cubicBezTo>
                  <a:pt x="2219135" y="2302669"/>
                  <a:pt x="2226469" y="2295335"/>
                  <a:pt x="2226469" y="2286191"/>
                </a:cubicBezTo>
                <a:cubicBezTo>
                  <a:pt x="2226469" y="2277047"/>
                  <a:pt x="2219135" y="2269712"/>
                  <a:pt x="2209991" y="2269712"/>
                </a:cubicBezTo>
                <a:cubicBezTo>
                  <a:pt x="2200847" y="2269712"/>
                  <a:pt x="2193512" y="2277047"/>
                  <a:pt x="2193512" y="2286191"/>
                </a:cubicBezTo>
                <a:cubicBezTo>
                  <a:pt x="2193512" y="2295335"/>
                  <a:pt x="2200942" y="2302669"/>
                  <a:pt x="2209991" y="2302669"/>
                </a:cubicBezTo>
                <a:close/>
                <a:moveTo>
                  <a:pt x="2286191" y="2301812"/>
                </a:moveTo>
                <a:cubicBezTo>
                  <a:pt x="2294858" y="2301812"/>
                  <a:pt x="2301812" y="2294763"/>
                  <a:pt x="2301812" y="2286191"/>
                </a:cubicBezTo>
                <a:cubicBezTo>
                  <a:pt x="2301812" y="2277618"/>
                  <a:pt x="2294763" y="2270570"/>
                  <a:pt x="2286191" y="2270570"/>
                </a:cubicBezTo>
                <a:cubicBezTo>
                  <a:pt x="2277618" y="2270570"/>
                  <a:pt x="2270570" y="2277618"/>
                  <a:pt x="2270570" y="2286191"/>
                </a:cubicBezTo>
                <a:cubicBezTo>
                  <a:pt x="2270570" y="2294763"/>
                  <a:pt x="2277618" y="2301812"/>
                  <a:pt x="2286191" y="2301812"/>
                </a:cubicBezTo>
                <a:close/>
                <a:moveTo>
                  <a:pt x="2362391" y="2301050"/>
                </a:moveTo>
                <a:cubicBezTo>
                  <a:pt x="2370582" y="2301050"/>
                  <a:pt x="2377154" y="2294382"/>
                  <a:pt x="2377154" y="2286286"/>
                </a:cubicBezTo>
                <a:cubicBezTo>
                  <a:pt x="2377154" y="2278190"/>
                  <a:pt x="2370487" y="2271522"/>
                  <a:pt x="2362391" y="2271522"/>
                </a:cubicBezTo>
                <a:cubicBezTo>
                  <a:pt x="2354294" y="2271522"/>
                  <a:pt x="2347627" y="2278190"/>
                  <a:pt x="2347627" y="2286286"/>
                </a:cubicBezTo>
                <a:cubicBezTo>
                  <a:pt x="2347627" y="2294382"/>
                  <a:pt x="2354199" y="2301050"/>
                  <a:pt x="2362391" y="2301050"/>
                </a:cubicBezTo>
                <a:close/>
                <a:moveTo>
                  <a:pt x="2438591" y="2300192"/>
                </a:moveTo>
                <a:cubicBezTo>
                  <a:pt x="2446306" y="2300192"/>
                  <a:pt x="2452497" y="2293906"/>
                  <a:pt x="2452497" y="2286286"/>
                </a:cubicBezTo>
                <a:cubicBezTo>
                  <a:pt x="2452497" y="2278571"/>
                  <a:pt x="2446211" y="2272379"/>
                  <a:pt x="2438591" y="2272379"/>
                </a:cubicBezTo>
                <a:cubicBezTo>
                  <a:pt x="2430875" y="2272379"/>
                  <a:pt x="2424684" y="2278666"/>
                  <a:pt x="2424684" y="2286286"/>
                </a:cubicBezTo>
                <a:cubicBezTo>
                  <a:pt x="2424684" y="2293906"/>
                  <a:pt x="2430875" y="2300192"/>
                  <a:pt x="2438591" y="2300192"/>
                </a:cubicBezTo>
                <a:close/>
                <a:moveTo>
                  <a:pt x="2514791" y="2299145"/>
                </a:moveTo>
                <a:cubicBezTo>
                  <a:pt x="2521934" y="2299145"/>
                  <a:pt x="2527649" y="2293334"/>
                  <a:pt x="2527649" y="2286286"/>
                </a:cubicBezTo>
                <a:cubicBezTo>
                  <a:pt x="2527649" y="2279142"/>
                  <a:pt x="2521839" y="2273427"/>
                  <a:pt x="2514791" y="2273427"/>
                </a:cubicBezTo>
                <a:cubicBezTo>
                  <a:pt x="2507647" y="2273427"/>
                  <a:pt x="2501932" y="2279237"/>
                  <a:pt x="2501932" y="2286286"/>
                </a:cubicBezTo>
                <a:cubicBezTo>
                  <a:pt x="2501932" y="2293334"/>
                  <a:pt x="2507647" y="2299145"/>
                  <a:pt x="2514791" y="2299145"/>
                </a:cubicBezTo>
                <a:close/>
                <a:moveTo>
                  <a:pt x="2590991" y="2298287"/>
                </a:moveTo>
                <a:cubicBezTo>
                  <a:pt x="2597658" y="2298287"/>
                  <a:pt x="2602992" y="2292858"/>
                  <a:pt x="2602992" y="2286286"/>
                </a:cubicBezTo>
                <a:cubicBezTo>
                  <a:pt x="2602992" y="2279618"/>
                  <a:pt x="2597563" y="2274284"/>
                  <a:pt x="2590991" y="2274284"/>
                </a:cubicBezTo>
                <a:cubicBezTo>
                  <a:pt x="2584323" y="2274284"/>
                  <a:pt x="2578989" y="2279714"/>
                  <a:pt x="2578989" y="2286286"/>
                </a:cubicBezTo>
                <a:cubicBezTo>
                  <a:pt x="2578989" y="2292858"/>
                  <a:pt x="2584323" y="2298287"/>
                  <a:pt x="2590991" y="2298287"/>
                </a:cubicBezTo>
                <a:close/>
                <a:moveTo>
                  <a:pt x="2667191" y="2297240"/>
                </a:moveTo>
                <a:cubicBezTo>
                  <a:pt x="2673287" y="2297240"/>
                  <a:pt x="2678145" y="2292287"/>
                  <a:pt x="2678145" y="2286286"/>
                </a:cubicBezTo>
                <a:cubicBezTo>
                  <a:pt x="2678145" y="2280285"/>
                  <a:pt x="2673191" y="2275332"/>
                  <a:pt x="2667191" y="2275332"/>
                </a:cubicBezTo>
                <a:cubicBezTo>
                  <a:pt x="2661095" y="2275332"/>
                  <a:pt x="2656237" y="2280285"/>
                  <a:pt x="2656237" y="2286286"/>
                </a:cubicBezTo>
                <a:cubicBezTo>
                  <a:pt x="2656237" y="2292287"/>
                  <a:pt x="2661190" y="2297240"/>
                  <a:pt x="2667191" y="2297240"/>
                </a:cubicBezTo>
                <a:close/>
                <a:moveTo>
                  <a:pt x="2743391" y="2296097"/>
                </a:moveTo>
                <a:cubicBezTo>
                  <a:pt x="2748915" y="2296097"/>
                  <a:pt x="2753297" y="2291620"/>
                  <a:pt x="2753297" y="2286191"/>
                </a:cubicBezTo>
                <a:cubicBezTo>
                  <a:pt x="2753297" y="2280761"/>
                  <a:pt x="2748820" y="2276285"/>
                  <a:pt x="2743391" y="2276285"/>
                </a:cubicBezTo>
                <a:cubicBezTo>
                  <a:pt x="2737866" y="2276285"/>
                  <a:pt x="2733485" y="2280761"/>
                  <a:pt x="2733485" y="2286191"/>
                </a:cubicBezTo>
                <a:cubicBezTo>
                  <a:pt x="2733485" y="2291620"/>
                  <a:pt x="2737961" y="2296097"/>
                  <a:pt x="2743391" y="2296097"/>
                </a:cubicBezTo>
                <a:close/>
                <a:moveTo>
                  <a:pt x="2819591" y="2295049"/>
                </a:moveTo>
                <a:cubicBezTo>
                  <a:pt x="2824448" y="2295049"/>
                  <a:pt x="2828449" y="2291048"/>
                  <a:pt x="2828449" y="2286191"/>
                </a:cubicBezTo>
                <a:cubicBezTo>
                  <a:pt x="2828449" y="2281333"/>
                  <a:pt x="2824448" y="2277332"/>
                  <a:pt x="2819591" y="2277332"/>
                </a:cubicBezTo>
                <a:cubicBezTo>
                  <a:pt x="2814733" y="2277332"/>
                  <a:pt x="2810732" y="2281333"/>
                  <a:pt x="2810732" y="2286191"/>
                </a:cubicBezTo>
                <a:cubicBezTo>
                  <a:pt x="2810732" y="2291048"/>
                  <a:pt x="2814733" y="2295049"/>
                  <a:pt x="2819591" y="2295049"/>
                </a:cubicBezTo>
                <a:close/>
                <a:moveTo>
                  <a:pt x="2895791" y="2294001"/>
                </a:moveTo>
                <a:cubicBezTo>
                  <a:pt x="2900077" y="2294001"/>
                  <a:pt x="2903601" y="2290477"/>
                  <a:pt x="2903601" y="2286191"/>
                </a:cubicBezTo>
                <a:cubicBezTo>
                  <a:pt x="2903601" y="2281904"/>
                  <a:pt x="2900077" y="2278380"/>
                  <a:pt x="2895791" y="2278380"/>
                </a:cubicBezTo>
                <a:cubicBezTo>
                  <a:pt x="2891504" y="2278380"/>
                  <a:pt x="2887980" y="2281904"/>
                  <a:pt x="2887980" y="2286191"/>
                </a:cubicBezTo>
                <a:cubicBezTo>
                  <a:pt x="2887980" y="2290572"/>
                  <a:pt x="2891504" y="2294001"/>
                  <a:pt x="2895791" y="2294001"/>
                </a:cubicBezTo>
                <a:close/>
                <a:moveTo>
                  <a:pt x="2971991" y="2292953"/>
                </a:moveTo>
                <a:cubicBezTo>
                  <a:pt x="2975705" y="2292953"/>
                  <a:pt x="2978753" y="2289905"/>
                  <a:pt x="2978753" y="2286191"/>
                </a:cubicBezTo>
                <a:cubicBezTo>
                  <a:pt x="2978753" y="2282476"/>
                  <a:pt x="2975705" y="2279428"/>
                  <a:pt x="2971991" y="2279428"/>
                </a:cubicBezTo>
                <a:cubicBezTo>
                  <a:pt x="2968276" y="2279428"/>
                  <a:pt x="2965228" y="2282476"/>
                  <a:pt x="2965228" y="2286191"/>
                </a:cubicBezTo>
                <a:cubicBezTo>
                  <a:pt x="2965228" y="2289905"/>
                  <a:pt x="2968276" y="2292953"/>
                  <a:pt x="2971991" y="2292953"/>
                </a:cubicBezTo>
                <a:close/>
                <a:moveTo>
                  <a:pt x="3048191" y="2291906"/>
                </a:moveTo>
                <a:cubicBezTo>
                  <a:pt x="3051334" y="2291906"/>
                  <a:pt x="3053906" y="2289334"/>
                  <a:pt x="3053906" y="2286191"/>
                </a:cubicBezTo>
                <a:cubicBezTo>
                  <a:pt x="3053906" y="2283047"/>
                  <a:pt x="3051334" y="2280476"/>
                  <a:pt x="3048191" y="2280476"/>
                </a:cubicBezTo>
                <a:cubicBezTo>
                  <a:pt x="3045047" y="2280476"/>
                  <a:pt x="3042476" y="2283047"/>
                  <a:pt x="3042476" y="2286191"/>
                </a:cubicBezTo>
                <a:cubicBezTo>
                  <a:pt x="3042476" y="2289334"/>
                  <a:pt x="3045047" y="2291906"/>
                  <a:pt x="3048191" y="2291906"/>
                </a:cubicBezTo>
                <a:close/>
                <a:moveTo>
                  <a:pt x="3124391" y="2290858"/>
                </a:moveTo>
                <a:cubicBezTo>
                  <a:pt x="3126962" y="2290858"/>
                  <a:pt x="3129058" y="2288762"/>
                  <a:pt x="3129058" y="2286191"/>
                </a:cubicBezTo>
                <a:cubicBezTo>
                  <a:pt x="3129058" y="2283619"/>
                  <a:pt x="3126962" y="2281523"/>
                  <a:pt x="3124391" y="2281523"/>
                </a:cubicBezTo>
                <a:cubicBezTo>
                  <a:pt x="3121819" y="2281523"/>
                  <a:pt x="3119723" y="2283619"/>
                  <a:pt x="3119723" y="2286191"/>
                </a:cubicBezTo>
                <a:cubicBezTo>
                  <a:pt x="3119723" y="2288762"/>
                  <a:pt x="3121819" y="2290858"/>
                  <a:pt x="3124391" y="2290858"/>
                </a:cubicBezTo>
                <a:close/>
                <a:moveTo>
                  <a:pt x="3200591" y="2289620"/>
                </a:moveTo>
                <a:cubicBezTo>
                  <a:pt x="3202496" y="2289620"/>
                  <a:pt x="3203924" y="2288096"/>
                  <a:pt x="3203924" y="2286286"/>
                </a:cubicBezTo>
                <a:cubicBezTo>
                  <a:pt x="3203924" y="2284476"/>
                  <a:pt x="3202400" y="2282952"/>
                  <a:pt x="3200591" y="2282952"/>
                </a:cubicBezTo>
                <a:cubicBezTo>
                  <a:pt x="3198686" y="2282952"/>
                  <a:pt x="3197257" y="2284476"/>
                  <a:pt x="3197257" y="2286286"/>
                </a:cubicBezTo>
                <a:cubicBezTo>
                  <a:pt x="3197257" y="2288096"/>
                  <a:pt x="3198781" y="2289620"/>
                  <a:pt x="3200591" y="2289620"/>
                </a:cubicBezTo>
                <a:close/>
                <a:moveTo>
                  <a:pt x="3276791" y="2288572"/>
                </a:moveTo>
                <a:cubicBezTo>
                  <a:pt x="3278029" y="2288572"/>
                  <a:pt x="3279077" y="2287524"/>
                  <a:pt x="3279077" y="2286286"/>
                </a:cubicBezTo>
                <a:cubicBezTo>
                  <a:pt x="3279077" y="2285048"/>
                  <a:pt x="3278029" y="2284000"/>
                  <a:pt x="3276791" y="2284000"/>
                </a:cubicBezTo>
                <a:cubicBezTo>
                  <a:pt x="3275553" y="2284000"/>
                  <a:pt x="3274505" y="2285048"/>
                  <a:pt x="3274505" y="2286286"/>
                </a:cubicBezTo>
                <a:cubicBezTo>
                  <a:pt x="3274505" y="2287524"/>
                  <a:pt x="3275553" y="2288572"/>
                  <a:pt x="3276791" y="2288572"/>
                </a:cubicBezTo>
                <a:close/>
                <a:moveTo>
                  <a:pt x="3352991" y="2287524"/>
                </a:moveTo>
                <a:cubicBezTo>
                  <a:pt x="3353657" y="2287524"/>
                  <a:pt x="3354229" y="2286953"/>
                  <a:pt x="3354229" y="2286286"/>
                </a:cubicBezTo>
                <a:cubicBezTo>
                  <a:pt x="3354229" y="2285619"/>
                  <a:pt x="3353657" y="2285048"/>
                  <a:pt x="3352991" y="2285048"/>
                </a:cubicBezTo>
                <a:cubicBezTo>
                  <a:pt x="3352324" y="2285048"/>
                  <a:pt x="3351753" y="2285619"/>
                  <a:pt x="3351753" y="2286286"/>
                </a:cubicBezTo>
                <a:cubicBezTo>
                  <a:pt x="3351753" y="2286953"/>
                  <a:pt x="3352324" y="2287524"/>
                  <a:pt x="3352991" y="2287524"/>
                </a:cubicBezTo>
                <a:close/>
                <a:moveTo>
                  <a:pt x="3429191" y="2286381"/>
                </a:moveTo>
                <a:cubicBezTo>
                  <a:pt x="3429286" y="2286381"/>
                  <a:pt x="3429381" y="2286286"/>
                  <a:pt x="3429381" y="2286191"/>
                </a:cubicBezTo>
                <a:cubicBezTo>
                  <a:pt x="3429381" y="2286095"/>
                  <a:pt x="3429286" y="2286000"/>
                  <a:pt x="3429191" y="2286000"/>
                </a:cubicBezTo>
                <a:cubicBezTo>
                  <a:pt x="3429095" y="2286000"/>
                  <a:pt x="3429000" y="2286095"/>
                  <a:pt x="3429000" y="2286191"/>
                </a:cubicBezTo>
                <a:cubicBezTo>
                  <a:pt x="3429000" y="2286286"/>
                  <a:pt x="3429095" y="2286381"/>
                  <a:pt x="3429191" y="2286381"/>
                </a:cubicBezTo>
                <a:close/>
                <a:moveTo>
                  <a:pt x="152591" y="2363248"/>
                </a:moveTo>
                <a:cubicBezTo>
                  <a:pt x="153067" y="2363248"/>
                  <a:pt x="153448" y="2362867"/>
                  <a:pt x="153448" y="2362391"/>
                </a:cubicBezTo>
                <a:cubicBezTo>
                  <a:pt x="153448" y="2361914"/>
                  <a:pt x="153067" y="2361533"/>
                  <a:pt x="152591" y="2361533"/>
                </a:cubicBezTo>
                <a:cubicBezTo>
                  <a:pt x="152114" y="2361533"/>
                  <a:pt x="151733" y="2361914"/>
                  <a:pt x="151733" y="2362391"/>
                </a:cubicBezTo>
                <a:cubicBezTo>
                  <a:pt x="151733" y="2362867"/>
                  <a:pt x="152114" y="2363248"/>
                  <a:pt x="152591" y="2363248"/>
                </a:cubicBezTo>
                <a:close/>
                <a:moveTo>
                  <a:pt x="228791" y="2364296"/>
                </a:moveTo>
                <a:cubicBezTo>
                  <a:pt x="229838" y="2364296"/>
                  <a:pt x="230696" y="2363438"/>
                  <a:pt x="230696" y="2362391"/>
                </a:cubicBezTo>
                <a:cubicBezTo>
                  <a:pt x="230696" y="2361343"/>
                  <a:pt x="229838" y="2360486"/>
                  <a:pt x="228791" y="2360486"/>
                </a:cubicBezTo>
                <a:cubicBezTo>
                  <a:pt x="227743" y="2360486"/>
                  <a:pt x="226886" y="2361343"/>
                  <a:pt x="226886" y="2362391"/>
                </a:cubicBezTo>
                <a:cubicBezTo>
                  <a:pt x="226886" y="2363438"/>
                  <a:pt x="227743" y="2364296"/>
                  <a:pt x="228791" y="2364296"/>
                </a:cubicBezTo>
                <a:close/>
                <a:moveTo>
                  <a:pt x="304991" y="2365343"/>
                </a:moveTo>
                <a:cubicBezTo>
                  <a:pt x="306610" y="2365343"/>
                  <a:pt x="307943" y="2364010"/>
                  <a:pt x="307943" y="2362391"/>
                </a:cubicBezTo>
                <a:cubicBezTo>
                  <a:pt x="307943" y="2360771"/>
                  <a:pt x="306610" y="2359438"/>
                  <a:pt x="304991" y="2359438"/>
                </a:cubicBezTo>
                <a:cubicBezTo>
                  <a:pt x="303371" y="2359438"/>
                  <a:pt x="302038" y="2360771"/>
                  <a:pt x="302038" y="2362391"/>
                </a:cubicBezTo>
                <a:cubicBezTo>
                  <a:pt x="302038" y="2364010"/>
                  <a:pt x="303371" y="2365343"/>
                  <a:pt x="304991" y="2365343"/>
                </a:cubicBezTo>
                <a:close/>
                <a:moveTo>
                  <a:pt x="381191" y="2366391"/>
                </a:moveTo>
                <a:cubicBezTo>
                  <a:pt x="383381" y="2366391"/>
                  <a:pt x="385191" y="2364581"/>
                  <a:pt x="385191" y="2362391"/>
                </a:cubicBezTo>
                <a:cubicBezTo>
                  <a:pt x="385191" y="2360200"/>
                  <a:pt x="383381" y="2358390"/>
                  <a:pt x="381191" y="2358390"/>
                </a:cubicBezTo>
                <a:cubicBezTo>
                  <a:pt x="379000" y="2358390"/>
                  <a:pt x="377190" y="2360200"/>
                  <a:pt x="377190" y="2362391"/>
                </a:cubicBezTo>
                <a:cubicBezTo>
                  <a:pt x="377190" y="2364581"/>
                  <a:pt x="379000" y="2366391"/>
                  <a:pt x="381191" y="2366391"/>
                </a:cubicBezTo>
                <a:close/>
                <a:moveTo>
                  <a:pt x="457391" y="2367439"/>
                </a:moveTo>
                <a:cubicBezTo>
                  <a:pt x="460153" y="2367439"/>
                  <a:pt x="462439" y="2365153"/>
                  <a:pt x="462439" y="2362391"/>
                </a:cubicBezTo>
                <a:cubicBezTo>
                  <a:pt x="462439" y="2359628"/>
                  <a:pt x="460153" y="2357342"/>
                  <a:pt x="457391" y="2357342"/>
                </a:cubicBezTo>
                <a:cubicBezTo>
                  <a:pt x="454628" y="2357342"/>
                  <a:pt x="452342" y="2359628"/>
                  <a:pt x="452342" y="2362391"/>
                </a:cubicBezTo>
                <a:cubicBezTo>
                  <a:pt x="452342" y="2365248"/>
                  <a:pt x="454628" y="2367439"/>
                  <a:pt x="457391" y="2367439"/>
                </a:cubicBezTo>
                <a:close/>
                <a:moveTo>
                  <a:pt x="533591" y="2368582"/>
                </a:moveTo>
                <a:cubicBezTo>
                  <a:pt x="537020" y="2368582"/>
                  <a:pt x="539687" y="2365820"/>
                  <a:pt x="539687" y="2362486"/>
                </a:cubicBezTo>
                <a:cubicBezTo>
                  <a:pt x="539687" y="2359152"/>
                  <a:pt x="536924" y="2356390"/>
                  <a:pt x="533591" y="2356390"/>
                </a:cubicBezTo>
                <a:cubicBezTo>
                  <a:pt x="530162" y="2356390"/>
                  <a:pt x="527495" y="2359152"/>
                  <a:pt x="527495" y="2362486"/>
                </a:cubicBezTo>
                <a:cubicBezTo>
                  <a:pt x="527495" y="2365820"/>
                  <a:pt x="530257" y="2368582"/>
                  <a:pt x="533591" y="2368582"/>
                </a:cubicBezTo>
                <a:close/>
                <a:moveTo>
                  <a:pt x="609790" y="2369630"/>
                </a:moveTo>
                <a:cubicBezTo>
                  <a:pt x="613791" y="2369630"/>
                  <a:pt x="616934" y="2366391"/>
                  <a:pt x="616934" y="2362486"/>
                </a:cubicBezTo>
                <a:cubicBezTo>
                  <a:pt x="616934" y="2358485"/>
                  <a:pt x="613696" y="2355342"/>
                  <a:pt x="609790" y="2355342"/>
                </a:cubicBezTo>
                <a:cubicBezTo>
                  <a:pt x="605790" y="2355342"/>
                  <a:pt x="602647" y="2358581"/>
                  <a:pt x="602647" y="2362486"/>
                </a:cubicBezTo>
                <a:cubicBezTo>
                  <a:pt x="602647" y="2366391"/>
                  <a:pt x="605885" y="2369630"/>
                  <a:pt x="609790" y="2369630"/>
                </a:cubicBezTo>
                <a:close/>
                <a:moveTo>
                  <a:pt x="685990" y="2370677"/>
                </a:moveTo>
                <a:cubicBezTo>
                  <a:pt x="690563" y="2370677"/>
                  <a:pt x="694277" y="2366963"/>
                  <a:pt x="694277" y="2362391"/>
                </a:cubicBezTo>
                <a:cubicBezTo>
                  <a:pt x="694277" y="2357819"/>
                  <a:pt x="690563" y="2354104"/>
                  <a:pt x="685990" y="2354104"/>
                </a:cubicBezTo>
                <a:cubicBezTo>
                  <a:pt x="681419" y="2354104"/>
                  <a:pt x="677704" y="2357819"/>
                  <a:pt x="677704" y="2362391"/>
                </a:cubicBezTo>
                <a:cubicBezTo>
                  <a:pt x="677704" y="2366963"/>
                  <a:pt x="681419" y="2370677"/>
                  <a:pt x="685990" y="2370677"/>
                </a:cubicBezTo>
                <a:close/>
                <a:moveTo>
                  <a:pt x="762190" y="2371725"/>
                </a:moveTo>
                <a:cubicBezTo>
                  <a:pt x="767334" y="2371725"/>
                  <a:pt x="771525" y="2367534"/>
                  <a:pt x="771525" y="2362391"/>
                </a:cubicBezTo>
                <a:cubicBezTo>
                  <a:pt x="771525" y="2357247"/>
                  <a:pt x="767334" y="2353056"/>
                  <a:pt x="762190" y="2353056"/>
                </a:cubicBezTo>
                <a:cubicBezTo>
                  <a:pt x="757047" y="2353056"/>
                  <a:pt x="752856" y="2357247"/>
                  <a:pt x="752856" y="2362391"/>
                </a:cubicBezTo>
                <a:cubicBezTo>
                  <a:pt x="752951" y="2367534"/>
                  <a:pt x="757047" y="2371725"/>
                  <a:pt x="762190" y="2371725"/>
                </a:cubicBezTo>
                <a:close/>
                <a:moveTo>
                  <a:pt x="838390" y="2372773"/>
                </a:moveTo>
                <a:cubicBezTo>
                  <a:pt x="844106" y="2372773"/>
                  <a:pt x="848773" y="2368106"/>
                  <a:pt x="848773" y="2362391"/>
                </a:cubicBezTo>
                <a:cubicBezTo>
                  <a:pt x="848773" y="2356676"/>
                  <a:pt x="844106" y="2352008"/>
                  <a:pt x="838390" y="2352008"/>
                </a:cubicBezTo>
                <a:cubicBezTo>
                  <a:pt x="832676" y="2352008"/>
                  <a:pt x="828008" y="2356676"/>
                  <a:pt x="828008" y="2362391"/>
                </a:cubicBezTo>
                <a:cubicBezTo>
                  <a:pt x="828008" y="2368106"/>
                  <a:pt x="832676" y="2372773"/>
                  <a:pt x="838390" y="2372773"/>
                </a:cubicBezTo>
                <a:close/>
                <a:moveTo>
                  <a:pt x="914590" y="2373630"/>
                </a:moveTo>
                <a:cubicBezTo>
                  <a:pt x="920782" y="2373630"/>
                  <a:pt x="925830" y="2368582"/>
                  <a:pt x="925830" y="2362391"/>
                </a:cubicBezTo>
                <a:cubicBezTo>
                  <a:pt x="925830" y="2356199"/>
                  <a:pt x="920782" y="2351151"/>
                  <a:pt x="914590" y="2351151"/>
                </a:cubicBezTo>
                <a:cubicBezTo>
                  <a:pt x="908399" y="2351151"/>
                  <a:pt x="903351" y="2356199"/>
                  <a:pt x="903351" y="2362391"/>
                </a:cubicBezTo>
                <a:cubicBezTo>
                  <a:pt x="903446" y="2368582"/>
                  <a:pt x="908399" y="2373630"/>
                  <a:pt x="914590" y="2373630"/>
                </a:cubicBezTo>
                <a:close/>
                <a:moveTo>
                  <a:pt x="990790" y="2374678"/>
                </a:moveTo>
                <a:cubicBezTo>
                  <a:pt x="997553" y="2374678"/>
                  <a:pt x="1003078" y="2369153"/>
                  <a:pt x="1003078" y="2362391"/>
                </a:cubicBezTo>
                <a:cubicBezTo>
                  <a:pt x="1003078" y="2355628"/>
                  <a:pt x="997553" y="2350103"/>
                  <a:pt x="990790" y="2350103"/>
                </a:cubicBezTo>
                <a:cubicBezTo>
                  <a:pt x="984028" y="2350103"/>
                  <a:pt x="978503" y="2355628"/>
                  <a:pt x="978503" y="2362391"/>
                </a:cubicBezTo>
                <a:cubicBezTo>
                  <a:pt x="978503" y="2369153"/>
                  <a:pt x="984028" y="2374678"/>
                  <a:pt x="990790" y="2374678"/>
                </a:cubicBezTo>
                <a:close/>
                <a:moveTo>
                  <a:pt x="1066991" y="2375535"/>
                </a:moveTo>
                <a:cubicBezTo>
                  <a:pt x="1074230" y="2375535"/>
                  <a:pt x="1080135" y="2369630"/>
                  <a:pt x="1080135" y="2362391"/>
                </a:cubicBezTo>
                <a:cubicBezTo>
                  <a:pt x="1080135" y="2355152"/>
                  <a:pt x="1074230" y="2349246"/>
                  <a:pt x="1066991" y="2349246"/>
                </a:cubicBezTo>
                <a:cubicBezTo>
                  <a:pt x="1059752" y="2349246"/>
                  <a:pt x="1053846" y="2355152"/>
                  <a:pt x="1053846" y="2362391"/>
                </a:cubicBezTo>
                <a:cubicBezTo>
                  <a:pt x="1053846" y="2369630"/>
                  <a:pt x="1059752" y="2375535"/>
                  <a:pt x="1066991" y="2375535"/>
                </a:cubicBezTo>
                <a:close/>
                <a:moveTo>
                  <a:pt x="1143191" y="2376392"/>
                </a:moveTo>
                <a:cubicBezTo>
                  <a:pt x="1150906" y="2376392"/>
                  <a:pt x="1157097" y="2370106"/>
                  <a:pt x="1157097" y="2362486"/>
                </a:cubicBezTo>
                <a:cubicBezTo>
                  <a:pt x="1157097" y="2354771"/>
                  <a:pt x="1150811" y="2348579"/>
                  <a:pt x="1143191" y="2348579"/>
                </a:cubicBezTo>
                <a:cubicBezTo>
                  <a:pt x="1135571" y="2348579"/>
                  <a:pt x="1129284" y="2354866"/>
                  <a:pt x="1129284" y="2362486"/>
                </a:cubicBezTo>
                <a:cubicBezTo>
                  <a:pt x="1129284" y="2370106"/>
                  <a:pt x="1135475" y="2376392"/>
                  <a:pt x="1143191" y="2376392"/>
                </a:cubicBezTo>
                <a:close/>
                <a:moveTo>
                  <a:pt x="1219391" y="2377250"/>
                </a:moveTo>
                <a:cubicBezTo>
                  <a:pt x="1227582" y="2377250"/>
                  <a:pt x="1234154" y="2370582"/>
                  <a:pt x="1234154" y="2362486"/>
                </a:cubicBezTo>
                <a:cubicBezTo>
                  <a:pt x="1234154" y="2354390"/>
                  <a:pt x="1227487" y="2347722"/>
                  <a:pt x="1219391" y="2347722"/>
                </a:cubicBezTo>
                <a:cubicBezTo>
                  <a:pt x="1211294" y="2347722"/>
                  <a:pt x="1204627" y="2354390"/>
                  <a:pt x="1204627" y="2362486"/>
                </a:cubicBezTo>
                <a:cubicBezTo>
                  <a:pt x="1204627" y="2370582"/>
                  <a:pt x="1211199" y="2377250"/>
                  <a:pt x="1219391" y="2377250"/>
                </a:cubicBezTo>
                <a:close/>
                <a:moveTo>
                  <a:pt x="1295591" y="2377821"/>
                </a:moveTo>
                <a:cubicBezTo>
                  <a:pt x="1304068" y="2377821"/>
                  <a:pt x="1311021" y="2370868"/>
                  <a:pt x="1311021" y="2362391"/>
                </a:cubicBezTo>
                <a:cubicBezTo>
                  <a:pt x="1311021" y="2353913"/>
                  <a:pt x="1304068" y="2346960"/>
                  <a:pt x="1295591" y="2346960"/>
                </a:cubicBezTo>
                <a:cubicBezTo>
                  <a:pt x="1287113" y="2346960"/>
                  <a:pt x="1280160" y="2353913"/>
                  <a:pt x="1280160" y="2362391"/>
                </a:cubicBezTo>
                <a:cubicBezTo>
                  <a:pt x="1280160" y="2370868"/>
                  <a:pt x="1287113" y="2377821"/>
                  <a:pt x="1295591" y="2377821"/>
                </a:cubicBezTo>
                <a:close/>
                <a:moveTo>
                  <a:pt x="1371791" y="2378488"/>
                </a:moveTo>
                <a:cubicBezTo>
                  <a:pt x="1380649" y="2378488"/>
                  <a:pt x="1387888" y="2371344"/>
                  <a:pt x="1387888" y="2362391"/>
                </a:cubicBezTo>
                <a:cubicBezTo>
                  <a:pt x="1387888" y="2353532"/>
                  <a:pt x="1380744" y="2346293"/>
                  <a:pt x="1371791" y="2346293"/>
                </a:cubicBezTo>
                <a:cubicBezTo>
                  <a:pt x="1362932" y="2346293"/>
                  <a:pt x="1355693" y="2353437"/>
                  <a:pt x="1355693" y="2362391"/>
                </a:cubicBezTo>
                <a:cubicBezTo>
                  <a:pt x="1355789" y="2371249"/>
                  <a:pt x="1362932" y="2378488"/>
                  <a:pt x="1371791" y="2378488"/>
                </a:cubicBezTo>
                <a:close/>
                <a:moveTo>
                  <a:pt x="1447991" y="2379059"/>
                </a:moveTo>
                <a:cubicBezTo>
                  <a:pt x="1457230" y="2379059"/>
                  <a:pt x="1464659" y="2371630"/>
                  <a:pt x="1464659" y="2362391"/>
                </a:cubicBezTo>
                <a:cubicBezTo>
                  <a:pt x="1464659" y="2353151"/>
                  <a:pt x="1457230" y="2345722"/>
                  <a:pt x="1447991" y="2345722"/>
                </a:cubicBezTo>
                <a:cubicBezTo>
                  <a:pt x="1438751" y="2345722"/>
                  <a:pt x="1431322" y="2353151"/>
                  <a:pt x="1431322" y="2362391"/>
                </a:cubicBezTo>
                <a:cubicBezTo>
                  <a:pt x="1431322" y="2371630"/>
                  <a:pt x="1438751" y="2379059"/>
                  <a:pt x="1447991" y="2379059"/>
                </a:cubicBezTo>
                <a:close/>
                <a:moveTo>
                  <a:pt x="1524191" y="2379536"/>
                </a:moveTo>
                <a:cubicBezTo>
                  <a:pt x="1533620" y="2379536"/>
                  <a:pt x="1541336" y="2371916"/>
                  <a:pt x="1541336" y="2362391"/>
                </a:cubicBezTo>
                <a:cubicBezTo>
                  <a:pt x="1541336" y="2352866"/>
                  <a:pt x="1533716" y="2345246"/>
                  <a:pt x="1524191" y="2345246"/>
                </a:cubicBezTo>
                <a:cubicBezTo>
                  <a:pt x="1514666" y="2345246"/>
                  <a:pt x="1507046" y="2352866"/>
                  <a:pt x="1507046" y="2362391"/>
                </a:cubicBezTo>
                <a:cubicBezTo>
                  <a:pt x="1507046" y="2371916"/>
                  <a:pt x="1514761" y="2379536"/>
                  <a:pt x="1524191" y="2379536"/>
                </a:cubicBezTo>
                <a:close/>
                <a:moveTo>
                  <a:pt x="1600391" y="2379917"/>
                </a:moveTo>
                <a:cubicBezTo>
                  <a:pt x="1610106" y="2379917"/>
                  <a:pt x="1617917" y="2372106"/>
                  <a:pt x="1617917" y="2362391"/>
                </a:cubicBezTo>
                <a:cubicBezTo>
                  <a:pt x="1617917" y="2352675"/>
                  <a:pt x="1610106" y="2344865"/>
                  <a:pt x="1600391" y="2344865"/>
                </a:cubicBezTo>
                <a:cubicBezTo>
                  <a:pt x="1590675" y="2344865"/>
                  <a:pt x="1582864" y="2352675"/>
                  <a:pt x="1582864" y="2362391"/>
                </a:cubicBezTo>
                <a:cubicBezTo>
                  <a:pt x="1582864" y="2372106"/>
                  <a:pt x="1590770" y="2379917"/>
                  <a:pt x="1600391" y="2379917"/>
                </a:cubicBezTo>
                <a:close/>
                <a:moveTo>
                  <a:pt x="1676591" y="2380202"/>
                </a:moveTo>
                <a:cubicBezTo>
                  <a:pt x="1686401" y="2380202"/>
                  <a:pt x="1694307" y="2372297"/>
                  <a:pt x="1694307" y="2362486"/>
                </a:cubicBezTo>
                <a:cubicBezTo>
                  <a:pt x="1694307" y="2352675"/>
                  <a:pt x="1686401" y="2344769"/>
                  <a:pt x="1676591" y="2344769"/>
                </a:cubicBezTo>
                <a:cubicBezTo>
                  <a:pt x="1666780" y="2344769"/>
                  <a:pt x="1658874" y="2352675"/>
                  <a:pt x="1658874" y="2362486"/>
                </a:cubicBezTo>
                <a:cubicBezTo>
                  <a:pt x="1658874" y="2372201"/>
                  <a:pt x="1666780" y="2380202"/>
                  <a:pt x="1676591" y="2380202"/>
                </a:cubicBezTo>
                <a:close/>
                <a:moveTo>
                  <a:pt x="1752791" y="2380393"/>
                </a:moveTo>
                <a:cubicBezTo>
                  <a:pt x="1762697" y="2380393"/>
                  <a:pt x="1770793" y="2372392"/>
                  <a:pt x="1770793" y="2362391"/>
                </a:cubicBezTo>
                <a:cubicBezTo>
                  <a:pt x="1770793" y="2352389"/>
                  <a:pt x="1762792" y="2344388"/>
                  <a:pt x="1752791" y="2344388"/>
                </a:cubicBezTo>
                <a:cubicBezTo>
                  <a:pt x="1742789" y="2344388"/>
                  <a:pt x="1734788" y="2352389"/>
                  <a:pt x="1734788" y="2362391"/>
                </a:cubicBezTo>
                <a:cubicBezTo>
                  <a:pt x="1734788" y="2372392"/>
                  <a:pt x="1742885" y="2380393"/>
                  <a:pt x="1752791" y="2380393"/>
                </a:cubicBezTo>
                <a:close/>
                <a:moveTo>
                  <a:pt x="1828991" y="2380202"/>
                </a:moveTo>
                <a:cubicBezTo>
                  <a:pt x="1838801" y="2380202"/>
                  <a:pt x="1846707" y="2372297"/>
                  <a:pt x="1846707" y="2362486"/>
                </a:cubicBezTo>
                <a:cubicBezTo>
                  <a:pt x="1846707" y="2352675"/>
                  <a:pt x="1838801" y="2344769"/>
                  <a:pt x="1828991" y="2344769"/>
                </a:cubicBezTo>
                <a:cubicBezTo>
                  <a:pt x="1819180" y="2344769"/>
                  <a:pt x="1811274" y="2352675"/>
                  <a:pt x="1811274" y="2362486"/>
                </a:cubicBezTo>
                <a:cubicBezTo>
                  <a:pt x="1811274" y="2372201"/>
                  <a:pt x="1819180" y="2380202"/>
                  <a:pt x="1828991" y="2380202"/>
                </a:cubicBezTo>
                <a:close/>
                <a:moveTo>
                  <a:pt x="1905191" y="2379917"/>
                </a:moveTo>
                <a:cubicBezTo>
                  <a:pt x="1914906" y="2379917"/>
                  <a:pt x="1922717" y="2372106"/>
                  <a:pt x="1922717" y="2362391"/>
                </a:cubicBezTo>
                <a:cubicBezTo>
                  <a:pt x="1922717" y="2352675"/>
                  <a:pt x="1914906" y="2344865"/>
                  <a:pt x="1905191" y="2344865"/>
                </a:cubicBezTo>
                <a:cubicBezTo>
                  <a:pt x="1895475" y="2344865"/>
                  <a:pt x="1887664" y="2352675"/>
                  <a:pt x="1887664" y="2362391"/>
                </a:cubicBezTo>
                <a:cubicBezTo>
                  <a:pt x="1887664" y="2372106"/>
                  <a:pt x="1895570" y="2379917"/>
                  <a:pt x="1905191" y="2379917"/>
                </a:cubicBezTo>
                <a:close/>
                <a:moveTo>
                  <a:pt x="1981391" y="2379536"/>
                </a:moveTo>
                <a:cubicBezTo>
                  <a:pt x="1990820" y="2379536"/>
                  <a:pt x="1998536" y="2371916"/>
                  <a:pt x="1998536" y="2362391"/>
                </a:cubicBezTo>
                <a:cubicBezTo>
                  <a:pt x="1998536" y="2352866"/>
                  <a:pt x="1990916" y="2345246"/>
                  <a:pt x="1981391" y="2345246"/>
                </a:cubicBezTo>
                <a:cubicBezTo>
                  <a:pt x="1971866" y="2345246"/>
                  <a:pt x="1964246" y="2352866"/>
                  <a:pt x="1964246" y="2362391"/>
                </a:cubicBezTo>
                <a:cubicBezTo>
                  <a:pt x="1964246" y="2371916"/>
                  <a:pt x="1971961" y="2379536"/>
                  <a:pt x="1981391" y="2379536"/>
                </a:cubicBezTo>
                <a:close/>
                <a:moveTo>
                  <a:pt x="2057591" y="2379059"/>
                </a:moveTo>
                <a:cubicBezTo>
                  <a:pt x="2066830" y="2379059"/>
                  <a:pt x="2074259" y="2371630"/>
                  <a:pt x="2074259" y="2362391"/>
                </a:cubicBezTo>
                <a:cubicBezTo>
                  <a:pt x="2074259" y="2353151"/>
                  <a:pt x="2066830" y="2345722"/>
                  <a:pt x="2057591" y="2345722"/>
                </a:cubicBezTo>
                <a:cubicBezTo>
                  <a:pt x="2048351" y="2345722"/>
                  <a:pt x="2040922" y="2353151"/>
                  <a:pt x="2040922" y="2362391"/>
                </a:cubicBezTo>
                <a:cubicBezTo>
                  <a:pt x="2040922" y="2371630"/>
                  <a:pt x="2048351" y="2379059"/>
                  <a:pt x="2057591" y="2379059"/>
                </a:cubicBezTo>
                <a:close/>
                <a:moveTo>
                  <a:pt x="2133791" y="2378678"/>
                </a:moveTo>
                <a:cubicBezTo>
                  <a:pt x="2142744" y="2378678"/>
                  <a:pt x="2150078" y="2371439"/>
                  <a:pt x="2150078" y="2362391"/>
                </a:cubicBezTo>
                <a:cubicBezTo>
                  <a:pt x="2150078" y="2353342"/>
                  <a:pt x="2142839" y="2346103"/>
                  <a:pt x="2133791" y="2346103"/>
                </a:cubicBezTo>
                <a:cubicBezTo>
                  <a:pt x="2124742" y="2346103"/>
                  <a:pt x="2117503" y="2353342"/>
                  <a:pt x="2117503" y="2362391"/>
                </a:cubicBezTo>
                <a:cubicBezTo>
                  <a:pt x="2117503" y="2371439"/>
                  <a:pt x="2124837" y="2378678"/>
                  <a:pt x="2133791" y="2378678"/>
                </a:cubicBezTo>
                <a:close/>
                <a:moveTo>
                  <a:pt x="2209991" y="2377821"/>
                </a:moveTo>
                <a:cubicBezTo>
                  <a:pt x="2218468" y="2377821"/>
                  <a:pt x="2225421" y="2370868"/>
                  <a:pt x="2225421" y="2362391"/>
                </a:cubicBezTo>
                <a:cubicBezTo>
                  <a:pt x="2225421" y="2353913"/>
                  <a:pt x="2218468" y="2346960"/>
                  <a:pt x="2209991" y="2346960"/>
                </a:cubicBezTo>
                <a:cubicBezTo>
                  <a:pt x="2201513" y="2346960"/>
                  <a:pt x="2194560" y="2353913"/>
                  <a:pt x="2194560" y="2362391"/>
                </a:cubicBezTo>
                <a:cubicBezTo>
                  <a:pt x="2194560" y="2370868"/>
                  <a:pt x="2201513" y="2377821"/>
                  <a:pt x="2209991" y="2377821"/>
                </a:cubicBezTo>
                <a:close/>
                <a:moveTo>
                  <a:pt x="2286191" y="2377250"/>
                </a:moveTo>
                <a:cubicBezTo>
                  <a:pt x="2294382" y="2377250"/>
                  <a:pt x="2300954" y="2370582"/>
                  <a:pt x="2300954" y="2362486"/>
                </a:cubicBezTo>
                <a:cubicBezTo>
                  <a:pt x="2300954" y="2354390"/>
                  <a:pt x="2294287" y="2347722"/>
                  <a:pt x="2286191" y="2347722"/>
                </a:cubicBezTo>
                <a:cubicBezTo>
                  <a:pt x="2278094" y="2347722"/>
                  <a:pt x="2271427" y="2354390"/>
                  <a:pt x="2271427" y="2362486"/>
                </a:cubicBezTo>
                <a:cubicBezTo>
                  <a:pt x="2271427" y="2370582"/>
                  <a:pt x="2277999" y="2377250"/>
                  <a:pt x="2286191" y="2377250"/>
                </a:cubicBezTo>
                <a:close/>
                <a:moveTo>
                  <a:pt x="2362391" y="2376392"/>
                </a:moveTo>
                <a:cubicBezTo>
                  <a:pt x="2370106" y="2376392"/>
                  <a:pt x="2376297" y="2370106"/>
                  <a:pt x="2376297" y="2362486"/>
                </a:cubicBezTo>
                <a:cubicBezTo>
                  <a:pt x="2376297" y="2354771"/>
                  <a:pt x="2370011" y="2348579"/>
                  <a:pt x="2362391" y="2348579"/>
                </a:cubicBezTo>
                <a:cubicBezTo>
                  <a:pt x="2354675" y="2348579"/>
                  <a:pt x="2348484" y="2354866"/>
                  <a:pt x="2348484" y="2362486"/>
                </a:cubicBezTo>
                <a:cubicBezTo>
                  <a:pt x="2348484" y="2370106"/>
                  <a:pt x="2354675" y="2376392"/>
                  <a:pt x="2362391" y="2376392"/>
                </a:cubicBezTo>
                <a:close/>
                <a:moveTo>
                  <a:pt x="2438591" y="2375535"/>
                </a:moveTo>
                <a:cubicBezTo>
                  <a:pt x="2445830" y="2375535"/>
                  <a:pt x="2451735" y="2369630"/>
                  <a:pt x="2451735" y="2362391"/>
                </a:cubicBezTo>
                <a:cubicBezTo>
                  <a:pt x="2451735" y="2355152"/>
                  <a:pt x="2445830" y="2349246"/>
                  <a:pt x="2438591" y="2349246"/>
                </a:cubicBezTo>
                <a:cubicBezTo>
                  <a:pt x="2431352" y="2349246"/>
                  <a:pt x="2425446" y="2355152"/>
                  <a:pt x="2425446" y="2362391"/>
                </a:cubicBezTo>
                <a:cubicBezTo>
                  <a:pt x="2425446" y="2369630"/>
                  <a:pt x="2431352" y="2375535"/>
                  <a:pt x="2438591" y="2375535"/>
                </a:cubicBezTo>
                <a:close/>
                <a:moveTo>
                  <a:pt x="2514791" y="2374678"/>
                </a:moveTo>
                <a:cubicBezTo>
                  <a:pt x="2521553" y="2374678"/>
                  <a:pt x="2527078" y="2369153"/>
                  <a:pt x="2527078" y="2362391"/>
                </a:cubicBezTo>
                <a:cubicBezTo>
                  <a:pt x="2527078" y="2355628"/>
                  <a:pt x="2521553" y="2350103"/>
                  <a:pt x="2514791" y="2350103"/>
                </a:cubicBezTo>
                <a:cubicBezTo>
                  <a:pt x="2508028" y="2350103"/>
                  <a:pt x="2502503" y="2355628"/>
                  <a:pt x="2502503" y="2362391"/>
                </a:cubicBezTo>
                <a:cubicBezTo>
                  <a:pt x="2502503" y="2369153"/>
                  <a:pt x="2508028" y="2374678"/>
                  <a:pt x="2514791" y="2374678"/>
                </a:cubicBezTo>
                <a:close/>
                <a:moveTo>
                  <a:pt x="2590991" y="2373821"/>
                </a:moveTo>
                <a:cubicBezTo>
                  <a:pt x="2597277" y="2373821"/>
                  <a:pt x="2602421" y="2368677"/>
                  <a:pt x="2602421" y="2362391"/>
                </a:cubicBezTo>
                <a:cubicBezTo>
                  <a:pt x="2602421" y="2356104"/>
                  <a:pt x="2597277" y="2350961"/>
                  <a:pt x="2590991" y="2350961"/>
                </a:cubicBezTo>
                <a:cubicBezTo>
                  <a:pt x="2584704" y="2350961"/>
                  <a:pt x="2579561" y="2356104"/>
                  <a:pt x="2579561" y="2362391"/>
                </a:cubicBezTo>
                <a:cubicBezTo>
                  <a:pt x="2579561" y="2368677"/>
                  <a:pt x="2584704" y="2373821"/>
                  <a:pt x="2590991" y="2373821"/>
                </a:cubicBezTo>
                <a:close/>
                <a:moveTo>
                  <a:pt x="2667191" y="2372773"/>
                </a:moveTo>
                <a:cubicBezTo>
                  <a:pt x="2672906" y="2372773"/>
                  <a:pt x="2677573" y="2368106"/>
                  <a:pt x="2677573" y="2362391"/>
                </a:cubicBezTo>
                <a:cubicBezTo>
                  <a:pt x="2677573" y="2356676"/>
                  <a:pt x="2672906" y="2352008"/>
                  <a:pt x="2667191" y="2352008"/>
                </a:cubicBezTo>
                <a:cubicBezTo>
                  <a:pt x="2661476" y="2352008"/>
                  <a:pt x="2656808" y="2356676"/>
                  <a:pt x="2656808" y="2362391"/>
                </a:cubicBezTo>
                <a:cubicBezTo>
                  <a:pt x="2656808" y="2368106"/>
                  <a:pt x="2661476" y="2372773"/>
                  <a:pt x="2667191" y="2372773"/>
                </a:cubicBezTo>
                <a:close/>
                <a:moveTo>
                  <a:pt x="2743391" y="2371725"/>
                </a:moveTo>
                <a:cubicBezTo>
                  <a:pt x="2748534" y="2371725"/>
                  <a:pt x="2752725" y="2367534"/>
                  <a:pt x="2752725" y="2362391"/>
                </a:cubicBezTo>
                <a:cubicBezTo>
                  <a:pt x="2752725" y="2357247"/>
                  <a:pt x="2748534" y="2353056"/>
                  <a:pt x="2743391" y="2353056"/>
                </a:cubicBezTo>
                <a:cubicBezTo>
                  <a:pt x="2738247" y="2353056"/>
                  <a:pt x="2734056" y="2357247"/>
                  <a:pt x="2734056" y="2362391"/>
                </a:cubicBezTo>
                <a:cubicBezTo>
                  <a:pt x="2734151" y="2367534"/>
                  <a:pt x="2738247" y="2371725"/>
                  <a:pt x="2743391" y="2371725"/>
                </a:cubicBezTo>
                <a:close/>
                <a:moveTo>
                  <a:pt x="2819591" y="2370677"/>
                </a:moveTo>
                <a:cubicBezTo>
                  <a:pt x="2824163" y="2370677"/>
                  <a:pt x="2827878" y="2366963"/>
                  <a:pt x="2827878" y="2362391"/>
                </a:cubicBezTo>
                <a:cubicBezTo>
                  <a:pt x="2827878" y="2357819"/>
                  <a:pt x="2824163" y="2354104"/>
                  <a:pt x="2819591" y="2354104"/>
                </a:cubicBezTo>
                <a:cubicBezTo>
                  <a:pt x="2815019" y="2354104"/>
                  <a:pt x="2811304" y="2357819"/>
                  <a:pt x="2811304" y="2362391"/>
                </a:cubicBezTo>
                <a:cubicBezTo>
                  <a:pt x="2811304" y="2366963"/>
                  <a:pt x="2815019" y="2370677"/>
                  <a:pt x="2819591" y="2370677"/>
                </a:cubicBezTo>
                <a:close/>
                <a:moveTo>
                  <a:pt x="2895791" y="2369630"/>
                </a:moveTo>
                <a:cubicBezTo>
                  <a:pt x="2899791" y="2369630"/>
                  <a:pt x="2902934" y="2366391"/>
                  <a:pt x="2902934" y="2362486"/>
                </a:cubicBezTo>
                <a:cubicBezTo>
                  <a:pt x="2902934" y="2358485"/>
                  <a:pt x="2899696" y="2355342"/>
                  <a:pt x="2895791" y="2355342"/>
                </a:cubicBezTo>
                <a:cubicBezTo>
                  <a:pt x="2891790" y="2355342"/>
                  <a:pt x="2888647" y="2358581"/>
                  <a:pt x="2888647" y="2362486"/>
                </a:cubicBezTo>
                <a:cubicBezTo>
                  <a:pt x="2888647" y="2366391"/>
                  <a:pt x="2891885" y="2369630"/>
                  <a:pt x="2895791" y="2369630"/>
                </a:cubicBezTo>
                <a:close/>
                <a:moveTo>
                  <a:pt x="2971991" y="2368582"/>
                </a:moveTo>
                <a:cubicBezTo>
                  <a:pt x="2975420" y="2368582"/>
                  <a:pt x="2978087" y="2365820"/>
                  <a:pt x="2978087" y="2362486"/>
                </a:cubicBezTo>
                <a:cubicBezTo>
                  <a:pt x="2978087" y="2359152"/>
                  <a:pt x="2975324" y="2356390"/>
                  <a:pt x="2971991" y="2356390"/>
                </a:cubicBezTo>
                <a:cubicBezTo>
                  <a:pt x="2968562" y="2356390"/>
                  <a:pt x="2965895" y="2359152"/>
                  <a:pt x="2965895" y="2362486"/>
                </a:cubicBezTo>
                <a:cubicBezTo>
                  <a:pt x="2965895" y="2365820"/>
                  <a:pt x="2968657" y="2368582"/>
                  <a:pt x="2971991" y="2368582"/>
                </a:cubicBezTo>
                <a:close/>
                <a:moveTo>
                  <a:pt x="3048191" y="2367439"/>
                </a:moveTo>
                <a:cubicBezTo>
                  <a:pt x="3050953" y="2367439"/>
                  <a:pt x="3053239" y="2365153"/>
                  <a:pt x="3053239" y="2362391"/>
                </a:cubicBezTo>
                <a:cubicBezTo>
                  <a:pt x="3053239" y="2359628"/>
                  <a:pt x="3050953" y="2357342"/>
                  <a:pt x="3048191" y="2357342"/>
                </a:cubicBezTo>
                <a:cubicBezTo>
                  <a:pt x="3045428" y="2357342"/>
                  <a:pt x="3043142" y="2359628"/>
                  <a:pt x="3043142" y="2362391"/>
                </a:cubicBezTo>
                <a:cubicBezTo>
                  <a:pt x="3043142" y="2365248"/>
                  <a:pt x="3045428" y="2367439"/>
                  <a:pt x="3048191" y="2367439"/>
                </a:cubicBezTo>
                <a:close/>
                <a:moveTo>
                  <a:pt x="3124391" y="2366391"/>
                </a:moveTo>
                <a:cubicBezTo>
                  <a:pt x="3126581" y="2366391"/>
                  <a:pt x="3128391" y="2364581"/>
                  <a:pt x="3128391" y="2362391"/>
                </a:cubicBezTo>
                <a:cubicBezTo>
                  <a:pt x="3128391" y="2360200"/>
                  <a:pt x="3126581" y="2358390"/>
                  <a:pt x="3124391" y="2358390"/>
                </a:cubicBezTo>
                <a:cubicBezTo>
                  <a:pt x="3122200" y="2358390"/>
                  <a:pt x="3120390" y="2360200"/>
                  <a:pt x="3120390" y="2362391"/>
                </a:cubicBezTo>
                <a:cubicBezTo>
                  <a:pt x="3120390" y="2364581"/>
                  <a:pt x="3122200" y="2366391"/>
                  <a:pt x="3124391" y="2366391"/>
                </a:cubicBezTo>
                <a:close/>
                <a:moveTo>
                  <a:pt x="3200591" y="2365343"/>
                </a:moveTo>
                <a:cubicBezTo>
                  <a:pt x="3202210" y="2365343"/>
                  <a:pt x="3203543" y="2364010"/>
                  <a:pt x="3203543" y="2362391"/>
                </a:cubicBezTo>
                <a:cubicBezTo>
                  <a:pt x="3203543" y="2360771"/>
                  <a:pt x="3202210" y="2359438"/>
                  <a:pt x="3200591" y="2359438"/>
                </a:cubicBezTo>
                <a:cubicBezTo>
                  <a:pt x="3198971" y="2359438"/>
                  <a:pt x="3197638" y="2360771"/>
                  <a:pt x="3197638" y="2362391"/>
                </a:cubicBezTo>
                <a:cubicBezTo>
                  <a:pt x="3197638" y="2364010"/>
                  <a:pt x="3198971" y="2365343"/>
                  <a:pt x="3200591" y="2365343"/>
                </a:cubicBezTo>
                <a:close/>
                <a:moveTo>
                  <a:pt x="3276791" y="2364296"/>
                </a:moveTo>
                <a:cubicBezTo>
                  <a:pt x="3277838" y="2364296"/>
                  <a:pt x="3278696" y="2363438"/>
                  <a:pt x="3278696" y="2362391"/>
                </a:cubicBezTo>
                <a:cubicBezTo>
                  <a:pt x="3278696" y="2361343"/>
                  <a:pt x="3277838" y="2360486"/>
                  <a:pt x="3276791" y="2360486"/>
                </a:cubicBezTo>
                <a:cubicBezTo>
                  <a:pt x="3275743" y="2360486"/>
                  <a:pt x="3274886" y="2361343"/>
                  <a:pt x="3274886" y="2362391"/>
                </a:cubicBezTo>
                <a:cubicBezTo>
                  <a:pt x="3274886" y="2363438"/>
                  <a:pt x="3275743" y="2364296"/>
                  <a:pt x="3276791" y="2364296"/>
                </a:cubicBezTo>
                <a:close/>
                <a:moveTo>
                  <a:pt x="3352991" y="2363248"/>
                </a:moveTo>
                <a:cubicBezTo>
                  <a:pt x="3353467" y="2363248"/>
                  <a:pt x="3353848" y="2362867"/>
                  <a:pt x="3353848" y="2362391"/>
                </a:cubicBezTo>
                <a:cubicBezTo>
                  <a:pt x="3353848" y="2361914"/>
                  <a:pt x="3353467" y="2361533"/>
                  <a:pt x="3352991" y="2361533"/>
                </a:cubicBezTo>
                <a:cubicBezTo>
                  <a:pt x="3352514" y="2361533"/>
                  <a:pt x="3352133" y="2361914"/>
                  <a:pt x="3352133" y="2362391"/>
                </a:cubicBezTo>
                <a:cubicBezTo>
                  <a:pt x="3352133" y="2362867"/>
                  <a:pt x="3352514" y="2363248"/>
                  <a:pt x="3352991" y="2363248"/>
                </a:cubicBezTo>
                <a:close/>
                <a:moveTo>
                  <a:pt x="152591" y="2439067"/>
                </a:moveTo>
                <a:cubicBezTo>
                  <a:pt x="152781" y="2439067"/>
                  <a:pt x="152972" y="2438876"/>
                  <a:pt x="152972" y="2438686"/>
                </a:cubicBezTo>
                <a:cubicBezTo>
                  <a:pt x="152972" y="2438495"/>
                  <a:pt x="152781" y="2438305"/>
                  <a:pt x="152591" y="2438305"/>
                </a:cubicBezTo>
                <a:cubicBezTo>
                  <a:pt x="152400" y="2438305"/>
                  <a:pt x="152210" y="2438495"/>
                  <a:pt x="152210" y="2438686"/>
                </a:cubicBezTo>
                <a:cubicBezTo>
                  <a:pt x="152210" y="2438876"/>
                  <a:pt x="152400" y="2439067"/>
                  <a:pt x="152591" y="2439067"/>
                </a:cubicBezTo>
                <a:close/>
                <a:moveTo>
                  <a:pt x="228791" y="2440115"/>
                </a:moveTo>
                <a:cubicBezTo>
                  <a:pt x="229648" y="2440115"/>
                  <a:pt x="230315" y="2439448"/>
                  <a:pt x="230315" y="2438591"/>
                </a:cubicBezTo>
                <a:cubicBezTo>
                  <a:pt x="230315" y="2437733"/>
                  <a:pt x="229648" y="2437067"/>
                  <a:pt x="228791" y="2437067"/>
                </a:cubicBezTo>
                <a:cubicBezTo>
                  <a:pt x="227933" y="2437067"/>
                  <a:pt x="227267" y="2437733"/>
                  <a:pt x="227267" y="2438591"/>
                </a:cubicBezTo>
                <a:cubicBezTo>
                  <a:pt x="227362" y="2439448"/>
                  <a:pt x="228029" y="2440115"/>
                  <a:pt x="228791" y="2440115"/>
                </a:cubicBezTo>
                <a:close/>
                <a:moveTo>
                  <a:pt x="304991" y="2441162"/>
                </a:moveTo>
                <a:cubicBezTo>
                  <a:pt x="306419" y="2441162"/>
                  <a:pt x="307562" y="2440020"/>
                  <a:pt x="307562" y="2438591"/>
                </a:cubicBezTo>
                <a:cubicBezTo>
                  <a:pt x="307562" y="2437162"/>
                  <a:pt x="306419" y="2436019"/>
                  <a:pt x="304991" y="2436019"/>
                </a:cubicBezTo>
                <a:cubicBezTo>
                  <a:pt x="303562" y="2436019"/>
                  <a:pt x="302419" y="2437162"/>
                  <a:pt x="302419" y="2438591"/>
                </a:cubicBezTo>
                <a:cubicBezTo>
                  <a:pt x="302514" y="2440020"/>
                  <a:pt x="303657" y="2441162"/>
                  <a:pt x="304991" y="2441162"/>
                </a:cubicBezTo>
                <a:close/>
                <a:moveTo>
                  <a:pt x="381191" y="2442210"/>
                </a:moveTo>
                <a:cubicBezTo>
                  <a:pt x="383191" y="2442210"/>
                  <a:pt x="384810" y="2440591"/>
                  <a:pt x="384810" y="2438591"/>
                </a:cubicBezTo>
                <a:cubicBezTo>
                  <a:pt x="384810" y="2436590"/>
                  <a:pt x="383191" y="2434971"/>
                  <a:pt x="381191" y="2434971"/>
                </a:cubicBezTo>
                <a:cubicBezTo>
                  <a:pt x="379190" y="2434971"/>
                  <a:pt x="377571" y="2436590"/>
                  <a:pt x="377571" y="2438591"/>
                </a:cubicBezTo>
                <a:cubicBezTo>
                  <a:pt x="377666" y="2440591"/>
                  <a:pt x="379190" y="2442210"/>
                  <a:pt x="381191" y="2442210"/>
                </a:cubicBezTo>
                <a:close/>
                <a:moveTo>
                  <a:pt x="457391" y="2443067"/>
                </a:moveTo>
                <a:cubicBezTo>
                  <a:pt x="459867" y="2443067"/>
                  <a:pt x="461867" y="2441067"/>
                  <a:pt x="461867" y="2438591"/>
                </a:cubicBezTo>
                <a:cubicBezTo>
                  <a:pt x="461867" y="2436114"/>
                  <a:pt x="459867" y="2434114"/>
                  <a:pt x="457391" y="2434114"/>
                </a:cubicBezTo>
                <a:cubicBezTo>
                  <a:pt x="454914" y="2434114"/>
                  <a:pt x="452914" y="2436114"/>
                  <a:pt x="452914" y="2438591"/>
                </a:cubicBezTo>
                <a:cubicBezTo>
                  <a:pt x="453009" y="2441067"/>
                  <a:pt x="454914" y="2443067"/>
                  <a:pt x="457391" y="2443067"/>
                </a:cubicBezTo>
                <a:close/>
                <a:moveTo>
                  <a:pt x="533591" y="2444115"/>
                </a:moveTo>
                <a:cubicBezTo>
                  <a:pt x="536639" y="2444115"/>
                  <a:pt x="539115" y="2441639"/>
                  <a:pt x="539115" y="2438591"/>
                </a:cubicBezTo>
                <a:cubicBezTo>
                  <a:pt x="539115" y="2435543"/>
                  <a:pt x="536639" y="2433066"/>
                  <a:pt x="533591" y="2433066"/>
                </a:cubicBezTo>
                <a:cubicBezTo>
                  <a:pt x="530543" y="2433066"/>
                  <a:pt x="528066" y="2435543"/>
                  <a:pt x="528066" y="2438591"/>
                </a:cubicBezTo>
                <a:cubicBezTo>
                  <a:pt x="528161" y="2441639"/>
                  <a:pt x="530543" y="2444115"/>
                  <a:pt x="533591" y="2444115"/>
                </a:cubicBezTo>
                <a:close/>
                <a:moveTo>
                  <a:pt x="609790" y="2445163"/>
                </a:moveTo>
                <a:cubicBezTo>
                  <a:pt x="613410" y="2445163"/>
                  <a:pt x="616363" y="2442210"/>
                  <a:pt x="616363" y="2438591"/>
                </a:cubicBezTo>
                <a:cubicBezTo>
                  <a:pt x="616363" y="2434971"/>
                  <a:pt x="613410" y="2432018"/>
                  <a:pt x="609790" y="2432018"/>
                </a:cubicBezTo>
                <a:cubicBezTo>
                  <a:pt x="606171" y="2432018"/>
                  <a:pt x="603218" y="2434971"/>
                  <a:pt x="603218" y="2438591"/>
                </a:cubicBezTo>
                <a:cubicBezTo>
                  <a:pt x="603218" y="2442210"/>
                  <a:pt x="606171" y="2445163"/>
                  <a:pt x="609790" y="2445163"/>
                </a:cubicBezTo>
                <a:close/>
                <a:moveTo>
                  <a:pt x="685990" y="2446211"/>
                </a:moveTo>
                <a:cubicBezTo>
                  <a:pt x="690182" y="2446211"/>
                  <a:pt x="693611" y="2442782"/>
                  <a:pt x="693611" y="2438591"/>
                </a:cubicBezTo>
                <a:cubicBezTo>
                  <a:pt x="693611" y="2434400"/>
                  <a:pt x="690182" y="2430971"/>
                  <a:pt x="685990" y="2430971"/>
                </a:cubicBezTo>
                <a:cubicBezTo>
                  <a:pt x="681800" y="2430971"/>
                  <a:pt x="678371" y="2434400"/>
                  <a:pt x="678371" y="2438591"/>
                </a:cubicBezTo>
                <a:cubicBezTo>
                  <a:pt x="678371" y="2442782"/>
                  <a:pt x="681800" y="2446211"/>
                  <a:pt x="685990" y="2446211"/>
                </a:cubicBezTo>
                <a:close/>
                <a:moveTo>
                  <a:pt x="762190" y="2447258"/>
                </a:moveTo>
                <a:cubicBezTo>
                  <a:pt x="766953" y="2447258"/>
                  <a:pt x="770858" y="2443353"/>
                  <a:pt x="770858" y="2438591"/>
                </a:cubicBezTo>
                <a:cubicBezTo>
                  <a:pt x="770858" y="2433828"/>
                  <a:pt x="766953" y="2429923"/>
                  <a:pt x="762190" y="2429923"/>
                </a:cubicBezTo>
                <a:cubicBezTo>
                  <a:pt x="757428" y="2429923"/>
                  <a:pt x="753523" y="2433828"/>
                  <a:pt x="753523" y="2438591"/>
                </a:cubicBezTo>
                <a:cubicBezTo>
                  <a:pt x="753523" y="2443353"/>
                  <a:pt x="757428" y="2447258"/>
                  <a:pt x="762190" y="2447258"/>
                </a:cubicBezTo>
                <a:close/>
                <a:moveTo>
                  <a:pt x="838390" y="2448116"/>
                </a:moveTo>
                <a:cubicBezTo>
                  <a:pt x="843629" y="2448116"/>
                  <a:pt x="847915" y="2443829"/>
                  <a:pt x="847915" y="2438591"/>
                </a:cubicBezTo>
                <a:cubicBezTo>
                  <a:pt x="847915" y="2433352"/>
                  <a:pt x="843629" y="2429066"/>
                  <a:pt x="838390" y="2429066"/>
                </a:cubicBezTo>
                <a:cubicBezTo>
                  <a:pt x="833152" y="2429066"/>
                  <a:pt x="828865" y="2433352"/>
                  <a:pt x="828865" y="2438591"/>
                </a:cubicBezTo>
                <a:cubicBezTo>
                  <a:pt x="828865" y="2443829"/>
                  <a:pt x="833152" y="2448116"/>
                  <a:pt x="838390" y="2448116"/>
                </a:cubicBezTo>
                <a:close/>
                <a:moveTo>
                  <a:pt x="914590" y="2449163"/>
                </a:moveTo>
                <a:cubicBezTo>
                  <a:pt x="920401" y="2449163"/>
                  <a:pt x="925163" y="2444401"/>
                  <a:pt x="925163" y="2438591"/>
                </a:cubicBezTo>
                <a:cubicBezTo>
                  <a:pt x="925163" y="2432780"/>
                  <a:pt x="920401" y="2428018"/>
                  <a:pt x="914590" y="2428018"/>
                </a:cubicBezTo>
                <a:cubicBezTo>
                  <a:pt x="908780" y="2428018"/>
                  <a:pt x="904018" y="2432780"/>
                  <a:pt x="904018" y="2438591"/>
                </a:cubicBezTo>
                <a:cubicBezTo>
                  <a:pt x="904018" y="2444401"/>
                  <a:pt x="908780" y="2449163"/>
                  <a:pt x="914590" y="2449163"/>
                </a:cubicBezTo>
                <a:close/>
                <a:moveTo>
                  <a:pt x="990790" y="2450021"/>
                </a:moveTo>
                <a:cubicBezTo>
                  <a:pt x="997077" y="2450021"/>
                  <a:pt x="1002221" y="2444877"/>
                  <a:pt x="1002221" y="2438591"/>
                </a:cubicBezTo>
                <a:cubicBezTo>
                  <a:pt x="1002221" y="2432304"/>
                  <a:pt x="997077" y="2427161"/>
                  <a:pt x="990790" y="2427161"/>
                </a:cubicBezTo>
                <a:cubicBezTo>
                  <a:pt x="984504" y="2427161"/>
                  <a:pt x="979361" y="2432304"/>
                  <a:pt x="979361" y="2438591"/>
                </a:cubicBezTo>
                <a:cubicBezTo>
                  <a:pt x="979361" y="2444877"/>
                  <a:pt x="984504" y="2450021"/>
                  <a:pt x="990790" y="2450021"/>
                </a:cubicBezTo>
                <a:close/>
                <a:moveTo>
                  <a:pt x="1066991" y="2450878"/>
                </a:moveTo>
                <a:cubicBezTo>
                  <a:pt x="1073753" y="2450878"/>
                  <a:pt x="1079278" y="2445353"/>
                  <a:pt x="1079278" y="2438591"/>
                </a:cubicBezTo>
                <a:cubicBezTo>
                  <a:pt x="1079278" y="2431828"/>
                  <a:pt x="1073753" y="2426303"/>
                  <a:pt x="1066991" y="2426303"/>
                </a:cubicBezTo>
                <a:cubicBezTo>
                  <a:pt x="1060228" y="2426303"/>
                  <a:pt x="1054703" y="2431828"/>
                  <a:pt x="1054703" y="2438591"/>
                </a:cubicBezTo>
                <a:cubicBezTo>
                  <a:pt x="1054799" y="2445353"/>
                  <a:pt x="1060228" y="2450878"/>
                  <a:pt x="1066991" y="2450878"/>
                </a:cubicBezTo>
                <a:close/>
                <a:moveTo>
                  <a:pt x="1143191" y="2451735"/>
                </a:moveTo>
                <a:cubicBezTo>
                  <a:pt x="1150430" y="2451735"/>
                  <a:pt x="1156335" y="2445830"/>
                  <a:pt x="1156335" y="2438591"/>
                </a:cubicBezTo>
                <a:cubicBezTo>
                  <a:pt x="1156335" y="2431352"/>
                  <a:pt x="1150430" y="2425446"/>
                  <a:pt x="1143191" y="2425446"/>
                </a:cubicBezTo>
                <a:cubicBezTo>
                  <a:pt x="1135952" y="2425446"/>
                  <a:pt x="1130046" y="2431352"/>
                  <a:pt x="1130046" y="2438591"/>
                </a:cubicBezTo>
                <a:cubicBezTo>
                  <a:pt x="1130141" y="2445830"/>
                  <a:pt x="1135952" y="2451735"/>
                  <a:pt x="1143191" y="2451735"/>
                </a:cubicBezTo>
                <a:close/>
                <a:moveTo>
                  <a:pt x="1219391" y="2452307"/>
                </a:moveTo>
                <a:cubicBezTo>
                  <a:pt x="1227011" y="2452307"/>
                  <a:pt x="1233107" y="2446115"/>
                  <a:pt x="1233107" y="2438591"/>
                </a:cubicBezTo>
                <a:cubicBezTo>
                  <a:pt x="1233107" y="2430971"/>
                  <a:pt x="1226915" y="2424875"/>
                  <a:pt x="1219391" y="2424875"/>
                </a:cubicBezTo>
                <a:cubicBezTo>
                  <a:pt x="1211771" y="2424875"/>
                  <a:pt x="1205675" y="2431066"/>
                  <a:pt x="1205675" y="2438591"/>
                </a:cubicBezTo>
                <a:cubicBezTo>
                  <a:pt x="1205675" y="2446211"/>
                  <a:pt x="1211866" y="2452307"/>
                  <a:pt x="1219391" y="2452307"/>
                </a:cubicBezTo>
                <a:close/>
                <a:moveTo>
                  <a:pt x="1295591" y="2453164"/>
                </a:moveTo>
                <a:cubicBezTo>
                  <a:pt x="1303687" y="2453164"/>
                  <a:pt x="1310164" y="2446591"/>
                  <a:pt x="1310164" y="2438591"/>
                </a:cubicBezTo>
                <a:cubicBezTo>
                  <a:pt x="1310164" y="2430494"/>
                  <a:pt x="1303592" y="2424017"/>
                  <a:pt x="1295591" y="2424017"/>
                </a:cubicBezTo>
                <a:cubicBezTo>
                  <a:pt x="1287589" y="2424017"/>
                  <a:pt x="1281017" y="2430590"/>
                  <a:pt x="1281017" y="2438591"/>
                </a:cubicBezTo>
                <a:cubicBezTo>
                  <a:pt x="1281017" y="2446687"/>
                  <a:pt x="1287589" y="2453164"/>
                  <a:pt x="1295591" y="2453164"/>
                </a:cubicBezTo>
                <a:close/>
                <a:moveTo>
                  <a:pt x="1371791" y="2453831"/>
                </a:moveTo>
                <a:cubicBezTo>
                  <a:pt x="1380173" y="2453831"/>
                  <a:pt x="1387031" y="2446973"/>
                  <a:pt x="1387031" y="2438591"/>
                </a:cubicBezTo>
                <a:cubicBezTo>
                  <a:pt x="1387031" y="2430209"/>
                  <a:pt x="1380173" y="2423351"/>
                  <a:pt x="1371791" y="2423351"/>
                </a:cubicBezTo>
                <a:cubicBezTo>
                  <a:pt x="1363409" y="2423351"/>
                  <a:pt x="1356551" y="2430209"/>
                  <a:pt x="1356551" y="2438591"/>
                </a:cubicBezTo>
                <a:cubicBezTo>
                  <a:pt x="1356646" y="2446973"/>
                  <a:pt x="1363409" y="2453831"/>
                  <a:pt x="1371791" y="2453831"/>
                </a:cubicBezTo>
                <a:close/>
                <a:moveTo>
                  <a:pt x="1447991" y="2454212"/>
                </a:moveTo>
                <a:cubicBezTo>
                  <a:pt x="1456658" y="2454212"/>
                  <a:pt x="1463612" y="2447258"/>
                  <a:pt x="1463612" y="2438591"/>
                </a:cubicBezTo>
                <a:cubicBezTo>
                  <a:pt x="1463612" y="2429923"/>
                  <a:pt x="1456563" y="2422970"/>
                  <a:pt x="1447991" y="2422970"/>
                </a:cubicBezTo>
                <a:cubicBezTo>
                  <a:pt x="1439418" y="2422970"/>
                  <a:pt x="1432370" y="2430018"/>
                  <a:pt x="1432370" y="2438591"/>
                </a:cubicBezTo>
                <a:cubicBezTo>
                  <a:pt x="1432370" y="2447258"/>
                  <a:pt x="1439418" y="2454212"/>
                  <a:pt x="1447991" y="2454212"/>
                </a:cubicBezTo>
                <a:close/>
                <a:moveTo>
                  <a:pt x="1524191" y="2454688"/>
                </a:moveTo>
                <a:cubicBezTo>
                  <a:pt x="1533049" y="2454688"/>
                  <a:pt x="1540288" y="2447544"/>
                  <a:pt x="1540288" y="2438591"/>
                </a:cubicBezTo>
                <a:cubicBezTo>
                  <a:pt x="1540288" y="2429732"/>
                  <a:pt x="1533144" y="2422493"/>
                  <a:pt x="1524191" y="2422493"/>
                </a:cubicBezTo>
                <a:cubicBezTo>
                  <a:pt x="1515332" y="2422493"/>
                  <a:pt x="1508093" y="2429637"/>
                  <a:pt x="1508093" y="2438591"/>
                </a:cubicBezTo>
                <a:cubicBezTo>
                  <a:pt x="1508189" y="2447449"/>
                  <a:pt x="1515332" y="2454688"/>
                  <a:pt x="1524191" y="2454688"/>
                </a:cubicBezTo>
                <a:close/>
                <a:moveTo>
                  <a:pt x="1600391" y="2455069"/>
                </a:moveTo>
                <a:cubicBezTo>
                  <a:pt x="1609535" y="2455069"/>
                  <a:pt x="1616869" y="2447735"/>
                  <a:pt x="1616869" y="2438591"/>
                </a:cubicBezTo>
                <a:cubicBezTo>
                  <a:pt x="1616869" y="2429447"/>
                  <a:pt x="1609535" y="2422112"/>
                  <a:pt x="1600391" y="2422112"/>
                </a:cubicBezTo>
                <a:cubicBezTo>
                  <a:pt x="1591247" y="2422112"/>
                  <a:pt x="1583912" y="2429447"/>
                  <a:pt x="1583912" y="2438591"/>
                </a:cubicBezTo>
                <a:cubicBezTo>
                  <a:pt x="1583912" y="2447735"/>
                  <a:pt x="1591342" y="2455069"/>
                  <a:pt x="1600391" y="2455069"/>
                </a:cubicBezTo>
                <a:close/>
                <a:moveTo>
                  <a:pt x="1676591" y="2455259"/>
                </a:moveTo>
                <a:cubicBezTo>
                  <a:pt x="1685830" y="2455259"/>
                  <a:pt x="1693259" y="2447830"/>
                  <a:pt x="1693259" y="2438591"/>
                </a:cubicBezTo>
                <a:cubicBezTo>
                  <a:pt x="1693259" y="2429351"/>
                  <a:pt x="1685830" y="2421922"/>
                  <a:pt x="1676591" y="2421922"/>
                </a:cubicBezTo>
                <a:cubicBezTo>
                  <a:pt x="1667351" y="2421922"/>
                  <a:pt x="1659922" y="2429351"/>
                  <a:pt x="1659922" y="2438591"/>
                </a:cubicBezTo>
                <a:cubicBezTo>
                  <a:pt x="1659922" y="2447830"/>
                  <a:pt x="1667351" y="2455259"/>
                  <a:pt x="1676591" y="2455259"/>
                </a:cubicBezTo>
                <a:close/>
                <a:moveTo>
                  <a:pt x="1752791" y="2455259"/>
                </a:moveTo>
                <a:cubicBezTo>
                  <a:pt x="1762030" y="2455259"/>
                  <a:pt x="1769459" y="2447830"/>
                  <a:pt x="1769459" y="2438591"/>
                </a:cubicBezTo>
                <a:cubicBezTo>
                  <a:pt x="1769459" y="2429351"/>
                  <a:pt x="1762030" y="2421922"/>
                  <a:pt x="1752791" y="2421922"/>
                </a:cubicBezTo>
                <a:cubicBezTo>
                  <a:pt x="1743551" y="2421922"/>
                  <a:pt x="1736122" y="2429351"/>
                  <a:pt x="1736122" y="2438591"/>
                </a:cubicBezTo>
                <a:cubicBezTo>
                  <a:pt x="1736122" y="2447830"/>
                  <a:pt x="1743551" y="2455259"/>
                  <a:pt x="1752791" y="2455259"/>
                </a:cubicBezTo>
                <a:close/>
                <a:moveTo>
                  <a:pt x="1828991" y="2455259"/>
                </a:moveTo>
                <a:cubicBezTo>
                  <a:pt x="1838230" y="2455259"/>
                  <a:pt x="1845659" y="2447830"/>
                  <a:pt x="1845659" y="2438591"/>
                </a:cubicBezTo>
                <a:cubicBezTo>
                  <a:pt x="1845659" y="2429351"/>
                  <a:pt x="1838230" y="2421922"/>
                  <a:pt x="1828991" y="2421922"/>
                </a:cubicBezTo>
                <a:cubicBezTo>
                  <a:pt x="1819751" y="2421922"/>
                  <a:pt x="1812322" y="2429351"/>
                  <a:pt x="1812322" y="2438591"/>
                </a:cubicBezTo>
                <a:cubicBezTo>
                  <a:pt x="1812322" y="2447830"/>
                  <a:pt x="1819751" y="2455259"/>
                  <a:pt x="1828991" y="2455259"/>
                </a:cubicBezTo>
                <a:close/>
                <a:moveTo>
                  <a:pt x="1905191" y="2455069"/>
                </a:moveTo>
                <a:cubicBezTo>
                  <a:pt x="1914335" y="2455069"/>
                  <a:pt x="1921669" y="2447735"/>
                  <a:pt x="1921669" y="2438591"/>
                </a:cubicBezTo>
                <a:cubicBezTo>
                  <a:pt x="1921669" y="2429447"/>
                  <a:pt x="1914335" y="2422112"/>
                  <a:pt x="1905191" y="2422112"/>
                </a:cubicBezTo>
                <a:cubicBezTo>
                  <a:pt x="1896047" y="2422112"/>
                  <a:pt x="1888712" y="2429447"/>
                  <a:pt x="1888712" y="2438591"/>
                </a:cubicBezTo>
                <a:cubicBezTo>
                  <a:pt x="1888712" y="2447735"/>
                  <a:pt x="1896142" y="2455069"/>
                  <a:pt x="1905191" y="2455069"/>
                </a:cubicBezTo>
                <a:close/>
                <a:moveTo>
                  <a:pt x="1981391" y="2454688"/>
                </a:moveTo>
                <a:cubicBezTo>
                  <a:pt x="1990249" y="2454688"/>
                  <a:pt x="1997488" y="2447544"/>
                  <a:pt x="1997488" y="2438591"/>
                </a:cubicBezTo>
                <a:cubicBezTo>
                  <a:pt x="1997488" y="2429732"/>
                  <a:pt x="1990344" y="2422493"/>
                  <a:pt x="1981391" y="2422493"/>
                </a:cubicBezTo>
                <a:cubicBezTo>
                  <a:pt x="1972532" y="2422493"/>
                  <a:pt x="1965293" y="2429637"/>
                  <a:pt x="1965293" y="2438591"/>
                </a:cubicBezTo>
                <a:cubicBezTo>
                  <a:pt x="1965389" y="2447449"/>
                  <a:pt x="1972532" y="2454688"/>
                  <a:pt x="1981391" y="2454688"/>
                </a:cubicBezTo>
                <a:close/>
                <a:moveTo>
                  <a:pt x="2057591" y="2454212"/>
                </a:moveTo>
                <a:cubicBezTo>
                  <a:pt x="2066258" y="2454212"/>
                  <a:pt x="2073212" y="2447258"/>
                  <a:pt x="2073212" y="2438591"/>
                </a:cubicBezTo>
                <a:cubicBezTo>
                  <a:pt x="2073212" y="2429923"/>
                  <a:pt x="2066163" y="2422970"/>
                  <a:pt x="2057591" y="2422970"/>
                </a:cubicBezTo>
                <a:cubicBezTo>
                  <a:pt x="2049018" y="2422970"/>
                  <a:pt x="2041970" y="2430018"/>
                  <a:pt x="2041970" y="2438591"/>
                </a:cubicBezTo>
                <a:cubicBezTo>
                  <a:pt x="2041970" y="2447258"/>
                  <a:pt x="2049018" y="2454212"/>
                  <a:pt x="2057591" y="2454212"/>
                </a:cubicBezTo>
                <a:close/>
                <a:moveTo>
                  <a:pt x="2133791" y="2453831"/>
                </a:moveTo>
                <a:cubicBezTo>
                  <a:pt x="2142173" y="2453831"/>
                  <a:pt x="2149031" y="2446973"/>
                  <a:pt x="2149031" y="2438591"/>
                </a:cubicBezTo>
                <a:cubicBezTo>
                  <a:pt x="2149031" y="2430209"/>
                  <a:pt x="2142173" y="2423351"/>
                  <a:pt x="2133791" y="2423351"/>
                </a:cubicBezTo>
                <a:cubicBezTo>
                  <a:pt x="2125409" y="2423351"/>
                  <a:pt x="2118551" y="2430209"/>
                  <a:pt x="2118551" y="2438591"/>
                </a:cubicBezTo>
                <a:cubicBezTo>
                  <a:pt x="2118646" y="2446973"/>
                  <a:pt x="2125409" y="2453831"/>
                  <a:pt x="2133791" y="2453831"/>
                </a:cubicBezTo>
                <a:close/>
                <a:moveTo>
                  <a:pt x="2209991" y="2453164"/>
                </a:moveTo>
                <a:cubicBezTo>
                  <a:pt x="2218087" y="2453164"/>
                  <a:pt x="2224564" y="2446591"/>
                  <a:pt x="2224564" y="2438591"/>
                </a:cubicBezTo>
                <a:cubicBezTo>
                  <a:pt x="2224564" y="2430494"/>
                  <a:pt x="2217992" y="2424017"/>
                  <a:pt x="2209991" y="2424017"/>
                </a:cubicBezTo>
                <a:cubicBezTo>
                  <a:pt x="2201990" y="2424017"/>
                  <a:pt x="2195417" y="2430590"/>
                  <a:pt x="2195417" y="2438591"/>
                </a:cubicBezTo>
                <a:cubicBezTo>
                  <a:pt x="2195417" y="2446687"/>
                  <a:pt x="2201990" y="2453164"/>
                  <a:pt x="2209991" y="2453164"/>
                </a:cubicBezTo>
                <a:close/>
                <a:moveTo>
                  <a:pt x="2286191" y="2452592"/>
                </a:moveTo>
                <a:cubicBezTo>
                  <a:pt x="2293906" y="2452592"/>
                  <a:pt x="2300097" y="2446306"/>
                  <a:pt x="2300097" y="2438686"/>
                </a:cubicBezTo>
                <a:cubicBezTo>
                  <a:pt x="2300097" y="2430971"/>
                  <a:pt x="2293811" y="2424779"/>
                  <a:pt x="2286191" y="2424779"/>
                </a:cubicBezTo>
                <a:cubicBezTo>
                  <a:pt x="2278475" y="2424779"/>
                  <a:pt x="2272284" y="2431066"/>
                  <a:pt x="2272284" y="2438686"/>
                </a:cubicBezTo>
                <a:cubicBezTo>
                  <a:pt x="2272284" y="2446306"/>
                  <a:pt x="2278475" y="2452592"/>
                  <a:pt x="2286191" y="2452592"/>
                </a:cubicBezTo>
                <a:close/>
                <a:moveTo>
                  <a:pt x="2362391" y="2451735"/>
                </a:moveTo>
                <a:cubicBezTo>
                  <a:pt x="2369630" y="2451735"/>
                  <a:pt x="2375535" y="2445830"/>
                  <a:pt x="2375535" y="2438591"/>
                </a:cubicBezTo>
                <a:cubicBezTo>
                  <a:pt x="2375535" y="2431352"/>
                  <a:pt x="2369630" y="2425446"/>
                  <a:pt x="2362391" y="2425446"/>
                </a:cubicBezTo>
                <a:cubicBezTo>
                  <a:pt x="2355152" y="2425446"/>
                  <a:pt x="2349246" y="2431352"/>
                  <a:pt x="2349246" y="2438591"/>
                </a:cubicBezTo>
                <a:cubicBezTo>
                  <a:pt x="2349341" y="2445830"/>
                  <a:pt x="2355152" y="2451735"/>
                  <a:pt x="2362391" y="2451735"/>
                </a:cubicBezTo>
                <a:close/>
                <a:moveTo>
                  <a:pt x="2438591" y="2450878"/>
                </a:moveTo>
                <a:cubicBezTo>
                  <a:pt x="2445353" y="2450878"/>
                  <a:pt x="2450878" y="2445353"/>
                  <a:pt x="2450878" y="2438591"/>
                </a:cubicBezTo>
                <a:cubicBezTo>
                  <a:pt x="2450878" y="2431828"/>
                  <a:pt x="2445353" y="2426303"/>
                  <a:pt x="2438591" y="2426303"/>
                </a:cubicBezTo>
                <a:cubicBezTo>
                  <a:pt x="2431828" y="2426303"/>
                  <a:pt x="2426303" y="2431828"/>
                  <a:pt x="2426303" y="2438591"/>
                </a:cubicBezTo>
                <a:cubicBezTo>
                  <a:pt x="2426399" y="2445353"/>
                  <a:pt x="2431828" y="2450878"/>
                  <a:pt x="2438591" y="2450878"/>
                </a:cubicBezTo>
                <a:close/>
                <a:moveTo>
                  <a:pt x="2514791" y="2450021"/>
                </a:moveTo>
                <a:cubicBezTo>
                  <a:pt x="2521077" y="2450021"/>
                  <a:pt x="2526221" y="2444877"/>
                  <a:pt x="2526221" y="2438591"/>
                </a:cubicBezTo>
                <a:cubicBezTo>
                  <a:pt x="2526221" y="2432304"/>
                  <a:pt x="2521077" y="2427161"/>
                  <a:pt x="2514791" y="2427161"/>
                </a:cubicBezTo>
                <a:cubicBezTo>
                  <a:pt x="2508504" y="2427161"/>
                  <a:pt x="2503361" y="2432304"/>
                  <a:pt x="2503361" y="2438591"/>
                </a:cubicBezTo>
                <a:cubicBezTo>
                  <a:pt x="2503361" y="2444877"/>
                  <a:pt x="2508504" y="2450021"/>
                  <a:pt x="2514791" y="2450021"/>
                </a:cubicBezTo>
                <a:close/>
                <a:moveTo>
                  <a:pt x="2590991" y="2449163"/>
                </a:moveTo>
                <a:cubicBezTo>
                  <a:pt x="2596801" y="2449163"/>
                  <a:pt x="2601563" y="2444401"/>
                  <a:pt x="2601563" y="2438591"/>
                </a:cubicBezTo>
                <a:cubicBezTo>
                  <a:pt x="2601563" y="2432780"/>
                  <a:pt x="2596801" y="2428018"/>
                  <a:pt x="2590991" y="2428018"/>
                </a:cubicBezTo>
                <a:cubicBezTo>
                  <a:pt x="2585180" y="2428018"/>
                  <a:pt x="2580418" y="2432780"/>
                  <a:pt x="2580418" y="2438591"/>
                </a:cubicBezTo>
                <a:cubicBezTo>
                  <a:pt x="2580418" y="2444401"/>
                  <a:pt x="2585180" y="2449163"/>
                  <a:pt x="2590991" y="2449163"/>
                </a:cubicBezTo>
                <a:close/>
                <a:moveTo>
                  <a:pt x="2667191" y="2448306"/>
                </a:moveTo>
                <a:cubicBezTo>
                  <a:pt x="2672524" y="2448306"/>
                  <a:pt x="2676906" y="2443924"/>
                  <a:pt x="2676906" y="2438591"/>
                </a:cubicBezTo>
                <a:cubicBezTo>
                  <a:pt x="2676906" y="2433257"/>
                  <a:pt x="2672524" y="2428875"/>
                  <a:pt x="2667191" y="2428875"/>
                </a:cubicBezTo>
                <a:cubicBezTo>
                  <a:pt x="2661857" y="2428875"/>
                  <a:pt x="2657475" y="2433257"/>
                  <a:pt x="2657475" y="2438591"/>
                </a:cubicBezTo>
                <a:cubicBezTo>
                  <a:pt x="2657475" y="2444020"/>
                  <a:pt x="2661857" y="2448306"/>
                  <a:pt x="2667191" y="2448306"/>
                </a:cubicBezTo>
                <a:close/>
                <a:moveTo>
                  <a:pt x="2743391" y="2447258"/>
                </a:moveTo>
                <a:cubicBezTo>
                  <a:pt x="2748153" y="2447258"/>
                  <a:pt x="2752058" y="2443353"/>
                  <a:pt x="2752058" y="2438591"/>
                </a:cubicBezTo>
                <a:cubicBezTo>
                  <a:pt x="2752058" y="2433828"/>
                  <a:pt x="2748153" y="2429923"/>
                  <a:pt x="2743391" y="2429923"/>
                </a:cubicBezTo>
                <a:cubicBezTo>
                  <a:pt x="2738628" y="2429923"/>
                  <a:pt x="2734723" y="2433828"/>
                  <a:pt x="2734723" y="2438591"/>
                </a:cubicBezTo>
                <a:cubicBezTo>
                  <a:pt x="2734723" y="2443353"/>
                  <a:pt x="2738628" y="2447258"/>
                  <a:pt x="2743391" y="2447258"/>
                </a:cubicBezTo>
                <a:close/>
                <a:moveTo>
                  <a:pt x="2819591" y="2446211"/>
                </a:moveTo>
                <a:cubicBezTo>
                  <a:pt x="2823782" y="2446211"/>
                  <a:pt x="2827211" y="2442782"/>
                  <a:pt x="2827211" y="2438591"/>
                </a:cubicBezTo>
                <a:cubicBezTo>
                  <a:pt x="2827211" y="2434400"/>
                  <a:pt x="2823782" y="2430971"/>
                  <a:pt x="2819591" y="2430971"/>
                </a:cubicBezTo>
                <a:cubicBezTo>
                  <a:pt x="2815399" y="2430971"/>
                  <a:pt x="2811971" y="2434400"/>
                  <a:pt x="2811971" y="2438591"/>
                </a:cubicBezTo>
                <a:cubicBezTo>
                  <a:pt x="2811971" y="2442782"/>
                  <a:pt x="2815399" y="2446211"/>
                  <a:pt x="2819591" y="2446211"/>
                </a:cubicBezTo>
                <a:close/>
                <a:moveTo>
                  <a:pt x="2895791" y="2445353"/>
                </a:moveTo>
                <a:cubicBezTo>
                  <a:pt x="2899505" y="2445353"/>
                  <a:pt x="2902553" y="2442305"/>
                  <a:pt x="2902553" y="2438591"/>
                </a:cubicBezTo>
                <a:cubicBezTo>
                  <a:pt x="2902553" y="2434876"/>
                  <a:pt x="2899505" y="2431828"/>
                  <a:pt x="2895791" y="2431828"/>
                </a:cubicBezTo>
                <a:cubicBezTo>
                  <a:pt x="2892076" y="2431828"/>
                  <a:pt x="2889028" y="2434876"/>
                  <a:pt x="2889028" y="2438591"/>
                </a:cubicBezTo>
                <a:cubicBezTo>
                  <a:pt x="2889028" y="2442305"/>
                  <a:pt x="2892076" y="2445353"/>
                  <a:pt x="2895791" y="2445353"/>
                </a:cubicBezTo>
                <a:close/>
                <a:moveTo>
                  <a:pt x="2971991" y="2444306"/>
                </a:moveTo>
                <a:cubicBezTo>
                  <a:pt x="2975134" y="2444306"/>
                  <a:pt x="2977706" y="2441734"/>
                  <a:pt x="2977706" y="2438591"/>
                </a:cubicBezTo>
                <a:cubicBezTo>
                  <a:pt x="2977706" y="2435447"/>
                  <a:pt x="2975134" y="2432876"/>
                  <a:pt x="2971991" y="2432876"/>
                </a:cubicBezTo>
                <a:cubicBezTo>
                  <a:pt x="2968847" y="2432876"/>
                  <a:pt x="2966276" y="2435447"/>
                  <a:pt x="2966276" y="2438591"/>
                </a:cubicBezTo>
                <a:cubicBezTo>
                  <a:pt x="2966276" y="2441734"/>
                  <a:pt x="2968847" y="2444306"/>
                  <a:pt x="2971991" y="2444306"/>
                </a:cubicBezTo>
                <a:close/>
                <a:moveTo>
                  <a:pt x="3048191" y="2443258"/>
                </a:moveTo>
                <a:cubicBezTo>
                  <a:pt x="3050762" y="2443258"/>
                  <a:pt x="3052858" y="2441162"/>
                  <a:pt x="3052858" y="2438591"/>
                </a:cubicBezTo>
                <a:cubicBezTo>
                  <a:pt x="3052858" y="2436019"/>
                  <a:pt x="3050762" y="2433923"/>
                  <a:pt x="3048191" y="2433923"/>
                </a:cubicBezTo>
                <a:cubicBezTo>
                  <a:pt x="3045619" y="2433923"/>
                  <a:pt x="3043523" y="2436019"/>
                  <a:pt x="3043523" y="2438591"/>
                </a:cubicBezTo>
                <a:cubicBezTo>
                  <a:pt x="3043523" y="2441162"/>
                  <a:pt x="3045619" y="2443258"/>
                  <a:pt x="3048191" y="2443258"/>
                </a:cubicBezTo>
                <a:close/>
                <a:moveTo>
                  <a:pt x="3124391" y="2442210"/>
                </a:moveTo>
                <a:cubicBezTo>
                  <a:pt x="3126391" y="2442210"/>
                  <a:pt x="3128010" y="2440591"/>
                  <a:pt x="3128010" y="2438591"/>
                </a:cubicBezTo>
                <a:cubicBezTo>
                  <a:pt x="3128010" y="2436590"/>
                  <a:pt x="3126391" y="2434971"/>
                  <a:pt x="3124391" y="2434971"/>
                </a:cubicBezTo>
                <a:cubicBezTo>
                  <a:pt x="3122390" y="2434971"/>
                  <a:pt x="3120771" y="2436590"/>
                  <a:pt x="3120771" y="2438591"/>
                </a:cubicBezTo>
                <a:cubicBezTo>
                  <a:pt x="3120866" y="2440591"/>
                  <a:pt x="3122390" y="2442210"/>
                  <a:pt x="3124391" y="2442210"/>
                </a:cubicBezTo>
                <a:close/>
                <a:moveTo>
                  <a:pt x="3200591" y="2441162"/>
                </a:moveTo>
                <a:cubicBezTo>
                  <a:pt x="3202020" y="2441162"/>
                  <a:pt x="3203162" y="2440020"/>
                  <a:pt x="3203162" y="2438591"/>
                </a:cubicBezTo>
                <a:cubicBezTo>
                  <a:pt x="3203162" y="2437162"/>
                  <a:pt x="3202020" y="2436019"/>
                  <a:pt x="3200591" y="2436019"/>
                </a:cubicBezTo>
                <a:cubicBezTo>
                  <a:pt x="3199162" y="2436019"/>
                  <a:pt x="3198019" y="2437162"/>
                  <a:pt x="3198019" y="2438591"/>
                </a:cubicBezTo>
                <a:cubicBezTo>
                  <a:pt x="3198114" y="2440020"/>
                  <a:pt x="3199257" y="2441162"/>
                  <a:pt x="3200591" y="2441162"/>
                </a:cubicBezTo>
                <a:close/>
                <a:moveTo>
                  <a:pt x="3276791" y="2440115"/>
                </a:moveTo>
                <a:cubicBezTo>
                  <a:pt x="3277648" y="2440115"/>
                  <a:pt x="3278315" y="2439448"/>
                  <a:pt x="3278315" y="2438591"/>
                </a:cubicBezTo>
                <a:cubicBezTo>
                  <a:pt x="3278315" y="2437733"/>
                  <a:pt x="3277648" y="2437067"/>
                  <a:pt x="3276791" y="2437067"/>
                </a:cubicBezTo>
                <a:cubicBezTo>
                  <a:pt x="3275933" y="2437067"/>
                  <a:pt x="3275266" y="2437733"/>
                  <a:pt x="3275266" y="2438591"/>
                </a:cubicBezTo>
                <a:cubicBezTo>
                  <a:pt x="3275362" y="2439448"/>
                  <a:pt x="3276029" y="2440115"/>
                  <a:pt x="3276791" y="2440115"/>
                </a:cubicBezTo>
                <a:close/>
                <a:moveTo>
                  <a:pt x="3352991" y="2439067"/>
                </a:moveTo>
                <a:cubicBezTo>
                  <a:pt x="3353181" y="2439067"/>
                  <a:pt x="3353372" y="2438876"/>
                  <a:pt x="3353372" y="2438686"/>
                </a:cubicBezTo>
                <a:cubicBezTo>
                  <a:pt x="3353372" y="2438495"/>
                  <a:pt x="3353181" y="2438305"/>
                  <a:pt x="3352991" y="2438305"/>
                </a:cubicBezTo>
                <a:cubicBezTo>
                  <a:pt x="3352800" y="2438305"/>
                  <a:pt x="3352610" y="2438495"/>
                  <a:pt x="3352610" y="2438686"/>
                </a:cubicBezTo>
                <a:cubicBezTo>
                  <a:pt x="3352610" y="2438876"/>
                  <a:pt x="3352800" y="2439067"/>
                  <a:pt x="3352991" y="2439067"/>
                </a:cubicBezTo>
                <a:close/>
                <a:moveTo>
                  <a:pt x="228791" y="2515648"/>
                </a:moveTo>
                <a:cubicBezTo>
                  <a:pt x="229267" y="2515648"/>
                  <a:pt x="229648" y="2515267"/>
                  <a:pt x="229648" y="2514791"/>
                </a:cubicBezTo>
                <a:cubicBezTo>
                  <a:pt x="229648" y="2514314"/>
                  <a:pt x="229267" y="2513933"/>
                  <a:pt x="228791" y="2513933"/>
                </a:cubicBezTo>
                <a:cubicBezTo>
                  <a:pt x="228314" y="2513933"/>
                  <a:pt x="227933" y="2514314"/>
                  <a:pt x="227933" y="2514791"/>
                </a:cubicBezTo>
                <a:cubicBezTo>
                  <a:pt x="227933" y="2515267"/>
                  <a:pt x="228314" y="2515648"/>
                  <a:pt x="228791" y="2515648"/>
                </a:cubicBezTo>
                <a:close/>
                <a:moveTo>
                  <a:pt x="304991" y="2516696"/>
                </a:moveTo>
                <a:cubicBezTo>
                  <a:pt x="306038" y="2516696"/>
                  <a:pt x="306896" y="2515838"/>
                  <a:pt x="306896" y="2514791"/>
                </a:cubicBezTo>
                <a:cubicBezTo>
                  <a:pt x="306896" y="2513743"/>
                  <a:pt x="306038" y="2512886"/>
                  <a:pt x="304991" y="2512886"/>
                </a:cubicBezTo>
                <a:cubicBezTo>
                  <a:pt x="303943" y="2512886"/>
                  <a:pt x="303086" y="2513743"/>
                  <a:pt x="303086" y="2514791"/>
                </a:cubicBezTo>
                <a:cubicBezTo>
                  <a:pt x="303086" y="2515838"/>
                  <a:pt x="303943" y="2516696"/>
                  <a:pt x="304991" y="2516696"/>
                </a:cubicBezTo>
                <a:close/>
                <a:moveTo>
                  <a:pt x="381191" y="2517743"/>
                </a:moveTo>
                <a:cubicBezTo>
                  <a:pt x="382810" y="2517743"/>
                  <a:pt x="384143" y="2516410"/>
                  <a:pt x="384143" y="2514791"/>
                </a:cubicBezTo>
                <a:cubicBezTo>
                  <a:pt x="384143" y="2513171"/>
                  <a:pt x="382810" y="2511838"/>
                  <a:pt x="381191" y="2511838"/>
                </a:cubicBezTo>
                <a:cubicBezTo>
                  <a:pt x="379571" y="2511838"/>
                  <a:pt x="378238" y="2513171"/>
                  <a:pt x="378238" y="2514791"/>
                </a:cubicBezTo>
                <a:cubicBezTo>
                  <a:pt x="378238" y="2516410"/>
                  <a:pt x="379571" y="2517743"/>
                  <a:pt x="381191" y="2517743"/>
                </a:cubicBezTo>
                <a:close/>
                <a:moveTo>
                  <a:pt x="457391" y="2518791"/>
                </a:moveTo>
                <a:cubicBezTo>
                  <a:pt x="459581" y="2518791"/>
                  <a:pt x="461391" y="2516981"/>
                  <a:pt x="461391" y="2514791"/>
                </a:cubicBezTo>
                <a:cubicBezTo>
                  <a:pt x="461391" y="2512600"/>
                  <a:pt x="459581" y="2510790"/>
                  <a:pt x="457391" y="2510790"/>
                </a:cubicBezTo>
                <a:cubicBezTo>
                  <a:pt x="455200" y="2510790"/>
                  <a:pt x="453390" y="2512600"/>
                  <a:pt x="453390" y="2514791"/>
                </a:cubicBezTo>
                <a:cubicBezTo>
                  <a:pt x="453390" y="2517077"/>
                  <a:pt x="455200" y="2518791"/>
                  <a:pt x="457391" y="2518791"/>
                </a:cubicBezTo>
                <a:close/>
                <a:moveTo>
                  <a:pt x="533591" y="2519839"/>
                </a:moveTo>
                <a:cubicBezTo>
                  <a:pt x="536353" y="2519839"/>
                  <a:pt x="538639" y="2517553"/>
                  <a:pt x="538639" y="2514791"/>
                </a:cubicBezTo>
                <a:cubicBezTo>
                  <a:pt x="538639" y="2512028"/>
                  <a:pt x="536353" y="2509742"/>
                  <a:pt x="533591" y="2509742"/>
                </a:cubicBezTo>
                <a:cubicBezTo>
                  <a:pt x="530828" y="2509742"/>
                  <a:pt x="528542" y="2512028"/>
                  <a:pt x="528542" y="2514791"/>
                </a:cubicBezTo>
                <a:cubicBezTo>
                  <a:pt x="528542" y="2517648"/>
                  <a:pt x="530828" y="2519839"/>
                  <a:pt x="533591" y="2519839"/>
                </a:cubicBezTo>
                <a:close/>
                <a:moveTo>
                  <a:pt x="609790" y="2520696"/>
                </a:moveTo>
                <a:cubicBezTo>
                  <a:pt x="613029" y="2520696"/>
                  <a:pt x="615696" y="2518029"/>
                  <a:pt x="615696" y="2514791"/>
                </a:cubicBezTo>
                <a:cubicBezTo>
                  <a:pt x="615696" y="2511552"/>
                  <a:pt x="613029" y="2508885"/>
                  <a:pt x="609790" y="2508885"/>
                </a:cubicBezTo>
                <a:cubicBezTo>
                  <a:pt x="606552" y="2508885"/>
                  <a:pt x="603885" y="2511552"/>
                  <a:pt x="603885" y="2514791"/>
                </a:cubicBezTo>
                <a:cubicBezTo>
                  <a:pt x="603885" y="2518124"/>
                  <a:pt x="606552" y="2520696"/>
                  <a:pt x="609790" y="2520696"/>
                </a:cubicBezTo>
                <a:close/>
                <a:moveTo>
                  <a:pt x="685990" y="2521744"/>
                </a:moveTo>
                <a:cubicBezTo>
                  <a:pt x="689801" y="2521744"/>
                  <a:pt x="692944" y="2518601"/>
                  <a:pt x="692944" y="2514791"/>
                </a:cubicBezTo>
                <a:cubicBezTo>
                  <a:pt x="692944" y="2510981"/>
                  <a:pt x="689801" y="2507837"/>
                  <a:pt x="685990" y="2507837"/>
                </a:cubicBezTo>
                <a:cubicBezTo>
                  <a:pt x="682181" y="2507837"/>
                  <a:pt x="679037" y="2510981"/>
                  <a:pt x="679037" y="2514791"/>
                </a:cubicBezTo>
                <a:cubicBezTo>
                  <a:pt x="679037" y="2518696"/>
                  <a:pt x="682181" y="2521744"/>
                  <a:pt x="685990" y="2521744"/>
                </a:cubicBezTo>
                <a:close/>
                <a:moveTo>
                  <a:pt x="762190" y="2522601"/>
                </a:moveTo>
                <a:cubicBezTo>
                  <a:pt x="766477" y="2522601"/>
                  <a:pt x="770001" y="2519077"/>
                  <a:pt x="770001" y="2514791"/>
                </a:cubicBezTo>
                <a:cubicBezTo>
                  <a:pt x="770001" y="2510504"/>
                  <a:pt x="766477" y="2506980"/>
                  <a:pt x="762190" y="2506980"/>
                </a:cubicBezTo>
                <a:cubicBezTo>
                  <a:pt x="757904" y="2506980"/>
                  <a:pt x="754380" y="2510504"/>
                  <a:pt x="754380" y="2514791"/>
                </a:cubicBezTo>
                <a:cubicBezTo>
                  <a:pt x="754380" y="2519172"/>
                  <a:pt x="757904" y="2522601"/>
                  <a:pt x="762190" y="2522601"/>
                </a:cubicBezTo>
                <a:close/>
                <a:moveTo>
                  <a:pt x="838390" y="2523649"/>
                </a:moveTo>
                <a:cubicBezTo>
                  <a:pt x="843248" y="2523649"/>
                  <a:pt x="847249" y="2519648"/>
                  <a:pt x="847249" y="2514791"/>
                </a:cubicBezTo>
                <a:cubicBezTo>
                  <a:pt x="847249" y="2509933"/>
                  <a:pt x="843248" y="2505932"/>
                  <a:pt x="838390" y="2505932"/>
                </a:cubicBezTo>
                <a:cubicBezTo>
                  <a:pt x="833533" y="2505932"/>
                  <a:pt x="829532" y="2509933"/>
                  <a:pt x="829532" y="2514791"/>
                </a:cubicBezTo>
                <a:cubicBezTo>
                  <a:pt x="829532" y="2519744"/>
                  <a:pt x="833533" y="2523649"/>
                  <a:pt x="838390" y="2523649"/>
                </a:cubicBezTo>
                <a:close/>
                <a:moveTo>
                  <a:pt x="914590" y="2524506"/>
                </a:moveTo>
                <a:cubicBezTo>
                  <a:pt x="919925" y="2524506"/>
                  <a:pt x="924306" y="2520124"/>
                  <a:pt x="924306" y="2514791"/>
                </a:cubicBezTo>
                <a:cubicBezTo>
                  <a:pt x="924306" y="2509457"/>
                  <a:pt x="920020" y="2505075"/>
                  <a:pt x="914590" y="2505075"/>
                </a:cubicBezTo>
                <a:cubicBezTo>
                  <a:pt x="909161" y="2505075"/>
                  <a:pt x="904875" y="2509457"/>
                  <a:pt x="904875" y="2514791"/>
                </a:cubicBezTo>
                <a:cubicBezTo>
                  <a:pt x="904875" y="2520124"/>
                  <a:pt x="909257" y="2524506"/>
                  <a:pt x="914590" y="2524506"/>
                </a:cubicBezTo>
                <a:close/>
                <a:moveTo>
                  <a:pt x="990790" y="2525363"/>
                </a:moveTo>
                <a:cubicBezTo>
                  <a:pt x="996601" y="2525363"/>
                  <a:pt x="1001363" y="2520601"/>
                  <a:pt x="1001363" y="2514791"/>
                </a:cubicBezTo>
                <a:cubicBezTo>
                  <a:pt x="1001363" y="2508980"/>
                  <a:pt x="996601" y="2504218"/>
                  <a:pt x="990790" y="2504218"/>
                </a:cubicBezTo>
                <a:cubicBezTo>
                  <a:pt x="984980" y="2504218"/>
                  <a:pt x="980218" y="2508980"/>
                  <a:pt x="980218" y="2514791"/>
                </a:cubicBezTo>
                <a:cubicBezTo>
                  <a:pt x="980218" y="2520601"/>
                  <a:pt x="984980" y="2525363"/>
                  <a:pt x="990790" y="2525363"/>
                </a:cubicBezTo>
                <a:close/>
                <a:moveTo>
                  <a:pt x="1066991" y="2526221"/>
                </a:moveTo>
                <a:cubicBezTo>
                  <a:pt x="1073277" y="2526221"/>
                  <a:pt x="1078421" y="2521077"/>
                  <a:pt x="1078421" y="2514791"/>
                </a:cubicBezTo>
                <a:cubicBezTo>
                  <a:pt x="1078421" y="2508504"/>
                  <a:pt x="1073277" y="2503361"/>
                  <a:pt x="1066991" y="2503361"/>
                </a:cubicBezTo>
                <a:cubicBezTo>
                  <a:pt x="1060704" y="2503361"/>
                  <a:pt x="1055561" y="2508504"/>
                  <a:pt x="1055561" y="2514791"/>
                </a:cubicBezTo>
                <a:cubicBezTo>
                  <a:pt x="1055561" y="2521077"/>
                  <a:pt x="1060704" y="2526221"/>
                  <a:pt x="1066991" y="2526221"/>
                </a:cubicBezTo>
                <a:close/>
                <a:moveTo>
                  <a:pt x="1143191" y="2527078"/>
                </a:moveTo>
                <a:cubicBezTo>
                  <a:pt x="1149953" y="2527078"/>
                  <a:pt x="1155478" y="2521553"/>
                  <a:pt x="1155478" y="2514791"/>
                </a:cubicBezTo>
                <a:cubicBezTo>
                  <a:pt x="1155478" y="2508028"/>
                  <a:pt x="1149953" y="2502503"/>
                  <a:pt x="1143191" y="2502503"/>
                </a:cubicBezTo>
                <a:cubicBezTo>
                  <a:pt x="1136428" y="2502503"/>
                  <a:pt x="1130903" y="2508028"/>
                  <a:pt x="1130903" y="2514791"/>
                </a:cubicBezTo>
                <a:cubicBezTo>
                  <a:pt x="1130999" y="2521553"/>
                  <a:pt x="1136428" y="2527078"/>
                  <a:pt x="1143191" y="2527078"/>
                </a:cubicBezTo>
                <a:close/>
                <a:moveTo>
                  <a:pt x="1219391" y="2527745"/>
                </a:moveTo>
                <a:cubicBezTo>
                  <a:pt x="1226534" y="2527745"/>
                  <a:pt x="1232249" y="2521934"/>
                  <a:pt x="1232249" y="2514886"/>
                </a:cubicBezTo>
                <a:cubicBezTo>
                  <a:pt x="1232249" y="2507742"/>
                  <a:pt x="1226439" y="2502027"/>
                  <a:pt x="1219391" y="2502027"/>
                </a:cubicBezTo>
                <a:cubicBezTo>
                  <a:pt x="1212247" y="2502027"/>
                  <a:pt x="1206532" y="2507837"/>
                  <a:pt x="1206532" y="2514886"/>
                </a:cubicBezTo>
                <a:cubicBezTo>
                  <a:pt x="1206532" y="2521934"/>
                  <a:pt x="1212247" y="2527745"/>
                  <a:pt x="1219391" y="2527745"/>
                </a:cubicBezTo>
                <a:close/>
                <a:moveTo>
                  <a:pt x="1295591" y="2528316"/>
                </a:moveTo>
                <a:cubicBezTo>
                  <a:pt x="1303020" y="2528316"/>
                  <a:pt x="1309116" y="2522220"/>
                  <a:pt x="1309116" y="2514791"/>
                </a:cubicBezTo>
                <a:cubicBezTo>
                  <a:pt x="1309116" y="2507361"/>
                  <a:pt x="1303020" y="2501265"/>
                  <a:pt x="1295591" y="2501265"/>
                </a:cubicBezTo>
                <a:cubicBezTo>
                  <a:pt x="1288161" y="2501265"/>
                  <a:pt x="1282065" y="2507361"/>
                  <a:pt x="1282065" y="2514791"/>
                </a:cubicBezTo>
                <a:cubicBezTo>
                  <a:pt x="1282065" y="2522315"/>
                  <a:pt x="1288161" y="2528316"/>
                  <a:pt x="1295591" y="2528316"/>
                </a:cubicBezTo>
                <a:close/>
                <a:moveTo>
                  <a:pt x="1371791" y="2528983"/>
                </a:moveTo>
                <a:cubicBezTo>
                  <a:pt x="1379601" y="2528983"/>
                  <a:pt x="1385983" y="2522601"/>
                  <a:pt x="1385983" y="2514791"/>
                </a:cubicBezTo>
                <a:cubicBezTo>
                  <a:pt x="1385983" y="2506980"/>
                  <a:pt x="1379601" y="2500598"/>
                  <a:pt x="1371791" y="2500598"/>
                </a:cubicBezTo>
                <a:cubicBezTo>
                  <a:pt x="1363980" y="2500598"/>
                  <a:pt x="1357598" y="2506980"/>
                  <a:pt x="1357598" y="2514791"/>
                </a:cubicBezTo>
                <a:cubicBezTo>
                  <a:pt x="1357693" y="2522601"/>
                  <a:pt x="1363980" y="2528983"/>
                  <a:pt x="1371791" y="2528983"/>
                </a:cubicBezTo>
                <a:close/>
                <a:moveTo>
                  <a:pt x="1447991" y="2529364"/>
                </a:moveTo>
                <a:cubicBezTo>
                  <a:pt x="1456087" y="2529364"/>
                  <a:pt x="1462564" y="2522791"/>
                  <a:pt x="1462564" y="2514791"/>
                </a:cubicBezTo>
                <a:cubicBezTo>
                  <a:pt x="1462564" y="2506695"/>
                  <a:pt x="1455992" y="2500217"/>
                  <a:pt x="1447991" y="2500217"/>
                </a:cubicBezTo>
                <a:cubicBezTo>
                  <a:pt x="1439989" y="2500217"/>
                  <a:pt x="1433417" y="2506790"/>
                  <a:pt x="1433417" y="2514791"/>
                </a:cubicBezTo>
                <a:cubicBezTo>
                  <a:pt x="1433417" y="2522887"/>
                  <a:pt x="1439989" y="2529364"/>
                  <a:pt x="1447991" y="2529364"/>
                </a:cubicBezTo>
                <a:close/>
                <a:moveTo>
                  <a:pt x="1524191" y="2529840"/>
                </a:moveTo>
                <a:cubicBezTo>
                  <a:pt x="1532477" y="2529840"/>
                  <a:pt x="1539145" y="2523078"/>
                  <a:pt x="1539145" y="2514791"/>
                </a:cubicBezTo>
                <a:cubicBezTo>
                  <a:pt x="1539145" y="2506504"/>
                  <a:pt x="1532382" y="2499741"/>
                  <a:pt x="1524191" y="2499741"/>
                </a:cubicBezTo>
                <a:cubicBezTo>
                  <a:pt x="1515999" y="2499741"/>
                  <a:pt x="1509141" y="2506504"/>
                  <a:pt x="1509141" y="2514791"/>
                </a:cubicBezTo>
                <a:cubicBezTo>
                  <a:pt x="1509236" y="2523078"/>
                  <a:pt x="1515904" y="2529840"/>
                  <a:pt x="1524191" y="2529840"/>
                </a:cubicBezTo>
                <a:close/>
                <a:moveTo>
                  <a:pt x="1600391" y="2530031"/>
                </a:moveTo>
                <a:cubicBezTo>
                  <a:pt x="1608773" y="2530031"/>
                  <a:pt x="1615631" y="2523173"/>
                  <a:pt x="1615631" y="2514791"/>
                </a:cubicBezTo>
                <a:cubicBezTo>
                  <a:pt x="1615631" y="2506409"/>
                  <a:pt x="1608773" y="2499551"/>
                  <a:pt x="1600391" y="2499551"/>
                </a:cubicBezTo>
                <a:cubicBezTo>
                  <a:pt x="1592009" y="2499551"/>
                  <a:pt x="1585151" y="2506409"/>
                  <a:pt x="1585151" y="2514791"/>
                </a:cubicBezTo>
                <a:cubicBezTo>
                  <a:pt x="1585246" y="2523173"/>
                  <a:pt x="1592009" y="2530031"/>
                  <a:pt x="1600391" y="2530031"/>
                </a:cubicBezTo>
                <a:close/>
                <a:moveTo>
                  <a:pt x="1676591" y="2530221"/>
                </a:moveTo>
                <a:cubicBezTo>
                  <a:pt x="1685068" y="2530221"/>
                  <a:pt x="1692021" y="2523268"/>
                  <a:pt x="1692021" y="2514791"/>
                </a:cubicBezTo>
                <a:cubicBezTo>
                  <a:pt x="1692021" y="2506313"/>
                  <a:pt x="1685068" y="2499360"/>
                  <a:pt x="1676591" y="2499360"/>
                </a:cubicBezTo>
                <a:cubicBezTo>
                  <a:pt x="1668113" y="2499360"/>
                  <a:pt x="1661160" y="2506313"/>
                  <a:pt x="1661160" y="2514791"/>
                </a:cubicBezTo>
                <a:cubicBezTo>
                  <a:pt x="1661160" y="2523363"/>
                  <a:pt x="1668113" y="2530221"/>
                  <a:pt x="1676591" y="2530221"/>
                </a:cubicBezTo>
                <a:close/>
                <a:moveTo>
                  <a:pt x="1752791" y="2530221"/>
                </a:moveTo>
                <a:cubicBezTo>
                  <a:pt x="1761268" y="2530221"/>
                  <a:pt x="1768221" y="2523268"/>
                  <a:pt x="1768221" y="2514791"/>
                </a:cubicBezTo>
                <a:cubicBezTo>
                  <a:pt x="1768221" y="2506313"/>
                  <a:pt x="1761268" y="2499360"/>
                  <a:pt x="1752791" y="2499360"/>
                </a:cubicBezTo>
                <a:cubicBezTo>
                  <a:pt x="1744313" y="2499360"/>
                  <a:pt x="1737360" y="2506313"/>
                  <a:pt x="1737360" y="2514791"/>
                </a:cubicBezTo>
                <a:cubicBezTo>
                  <a:pt x="1737360" y="2523363"/>
                  <a:pt x="1744313" y="2530221"/>
                  <a:pt x="1752791" y="2530221"/>
                </a:cubicBezTo>
                <a:close/>
                <a:moveTo>
                  <a:pt x="1828991" y="2530221"/>
                </a:moveTo>
                <a:cubicBezTo>
                  <a:pt x="1837468" y="2530221"/>
                  <a:pt x="1844421" y="2523268"/>
                  <a:pt x="1844421" y="2514791"/>
                </a:cubicBezTo>
                <a:cubicBezTo>
                  <a:pt x="1844421" y="2506313"/>
                  <a:pt x="1837468" y="2499360"/>
                  <a:pt x="1828991" y="2499360"/>
                </a:cubicBezTo>
                <a:cubicBezTo>
                  <a:pt x="1820513" y="2499360"/>
                  <a:pt x="1813560" y="2506313"/>
                  <a:pt x="1813560" y="2514791"/>
                </a:cubicBezTo>
                <a:cubicBezTo>
                  <a:pt x="1813560" y="2523363"/>
                  <a:pt x="1820513" y="2530221"/>
                  <a:pt x="1828991" y="2530221"/>
                </a:cubicBezTo>
                <a:close/>
                <a:moveTo>
                  <a:pt x="1905191" y="2530031"/>
                </a:moveTo>
                <a:cubicBezTo>
                  <a:pt x="1913573" y="2530031"/>
                  <a:pt x="1920431" y="2523173"/>
                  <a:pt x="1920431" y="2514791"/>
                </a:cubicBezTo>
                <a:cubicBezTo>
                  <a:pt x="1920431" y="2506409"/>
                  <a:pt x="1913573" y="2499551"/>
                  <a:pt x="1905191" y="2499551"/>
                </a:cubicBezTo>
                <a:cubicBezTo>
                  <a:pt x="1896809" y="2499551"/>
                  <a:pt x="1889951" y="2506409"/>
                  <a:pt x="1889951" y="2514791"/>
                </a:cubicBezTo>
                <a:cubicBezTo>
                  <a:pt x="1890046" y="2523173"/>
                  <a:pt x="1896809" y="2530031"/>
                  <a:pt x="1905191" y="2530031"/>
                </a:cubicBezTo>
                <a:close/>
                <a:moveTo>
                  <a:pt x="1981391" y="2529840"/>
                </a:moveTo>
                <a:cubicBezTo>
                  <a:pt x="1989677" y="2529840"/>
                  <a:pt x="1996345" y="2523078"/>
                  <a:pt x="1996345" y="2514791"/>
                </a:cubicBezTo>
                <a:cubicBezTo>
                  <a:pt x="1996345" y="2506504"/>
                  <a:pt x="1989582" y="2499741"/>
                  <a:pt x="1981391" y="2499741"/>
                </a:cubicBezTo>
                <a:cubicBezTo>
                  <a:pt x="1973199" y="2499741"/>
                  <a:pt x="1966341" y="2506504"/>
                  <a:pt x="1966341" y="2514791"/>
                </a:cubicBezTo>
                <a:cubicBezTo>
                  <a:pt x="1966436" y="2523078"/>
                  <a:pt x="1973104" y="2529840"/>
                  <a:pt x="1981391" y="2529840"/>
                </a:cubicBezTo>
                <a:close/>
                <a:moveTo>
                  <a:pt x="2057591" y="2529364"/>
                </a:moveTo>
                <a:cubicBezTo>
                  <a:pt x="2065687" y="2529364"/>
                  <a:pt x="2072164" y="2522791"/>
                  <a:pt x="2072164" y="2514791"/>
                </a:cubicBezTo>
                <a:cubicBezTo>
                  <a:pt x="2072164" y="2506695"/>
                  <a:pt x="2065592" y="2500217"/>
                  <a:pt x="2057591" y="2500217"/>
                </a:cubicBezTo>
                <a:cubicBezTo>
                  <a:pt x="2049589" y="2500217"/>
                  <a:pt x="2043017" y="2506790"/>
                  <a:pt x="2043017" y="2514791"/>
                </a:cubicBezTo>
                <a:cubicBezTo>
                  <a:pt x="2043017" y="2522887"/>
                  <a:pt x="2049589" y="2529364"/>
                  <a:pt x="2057591" y="2529364"/>
                </a:cubicBezTo>
                <a:close/>
                <a:moveTo>
                  <a:pt x="2133791" y="2528983"/>
                </a:moveTo>
                <a:cubicBezTo>
                  <a:pt x="2141601" y="2528983"/>
                  <a:pt x="2147983" y="2522601"/>
                  <a:pt x="2147983" y="2514791"/>
                </a:cubicBezTo>
                <a:cubicBezTo>
                  <a:pt x="2147983" y="2506980"/>
                  <a:pt x="2141601" y="2500598"/>
                  <a:pt x="2133791" y="2500598"/>
                </a:cubicBezTo>
                <a:cubicBezTo>
                  <a:pt x="2125980" y="2500598"/>
                  <a:pt x="2119598" y="2506980"/>
                  <a:pt x="2119598" y="2514791"/>
                </a:cubicBezTo>
                <a:cubicBezTo>
                  <a:pt x="2119694" y="2522601"/>
                  <a:pt x="2125980" y="2528983"/>
                  <a:pt x="2133791" y="2528983"/>
                </a:cubicBezTo>
                <a:close/>
                <a:moveTo>
                  <a:pt x="2209991" y="2528316"/>
                </a:moveTo>
                <a:cubicBezTo>
                  <a:pt x="2217420" y="2528316"/>
                  <a:pt x="2223516" y="2522220"/>
                  <a:pt x="2223516" y="2514791"/>
                </a:cubicBezTo>
                <a:cubicBezTo>
                  <a:pt x="2223516" y="2507361"/>
                  <a:pt x="2217420" y="2501265"/>
                  <a:pt x="2209991" y="2501265"/>
                </a:cubicBezTo>
                <a:cubicBezTo>
                  <a:pt x="2202561" y="2501265"/>
                  <a:pt x="2196465" y="2507361"/>
                  <a:pt x="2196465" y="2514791"/>
                </a:cubicBezTo>
                <a:cubicBezTo>
                  <a:pt x="2196465" y="2522315"/>
                  <a:pt x="2202561" y="2528316"/>
                  <a:pt x="2209991" y="2528316"/>
                </a:cubicBezTo>
                <a:close/>
                <a:moveTo>
                  <a:pt x="2286191" y="2527745"/>
                </a:moveTo>
                <a:cubicBezTo>
                  <a:pt x="2293334" y="2527745"/>
                  <a:pt x="2299049" y="2521934"/>
                  <a:pt x="2299049" y="2514886"/>
                </a:cubicBezTo>
                <a:cubicBezTo>
                  <a:pt x="2299049" y="2507742"/>
                  <a:pt x="2293239" y="2502027"/>
                  <a:pt x="2286191" y="2502027"/>
                </a:cubicBezTo>
                <a:cubicBezTo>
                  <a:pt x="2279047" y="2502027"/>
                  <a:pt x="2273332" y="2507837"/>
                  <a:pt x="2273332" y="2514886"/>
                </a:cubicBezTo>
                <a:cubicBezTo>
                  <a:pt x="2273332" y="2521934"/>
                  <a:pt x="2279047" y="2527745"/>
                  <a:pt x="2286191" y="2527745"/>
                </a:cubicBezTo>
                <a:close/>
                <a:moveTo>
                  <a:pt x="2362391" y="2527078"/>
                </a:moveTo>
                <a:cubicBezTo>
                  <a:pt x="2369153" y="2527078"/>
                  <a:pt x="2374678" y="2521553"/>
                  <a:pt x="2374678" y="2514791"/>
                </a:cubicBezTo>
                <a:cubicBezTo>
                  <a:pt x="2374678" y="2508028"/>
                  <a:pt x="2369153" y="2502503"/>
                  <a:pt x="2362391" y="2502503"/>
                </a:cubicBezTo>
                <a:cubicBezTo>
                  <a:pt x="2355628" y="2502503"/>
                  <a:pt x="2350103" y="2508028"/>
                  <a:pt x="2350103" y="2514791"/>
                </a:cubicBezTo>
                <a:cubicBezTo>
                  <a:pt x="2350199" y="2521553"/>
                  <a:pt x="2355628" y="2527078"/>
                  <a:pt x="2362391" y="2527078"/>
                </a:cubicBezTo>
                <a:close/>
                <a:moveTo>
                  <a:pt x="2438591" y="2526221"/>
                </a:moveTo>
                <a:cubicBezTo>
                  <a:pt x="2444877" y="2526221"/>
                  <a:pt x="2450021" y="2521077"/>
                  <a:pt x="2450021" y="2514791"/>
                </a:cubicBezTo>
                <a:cubicBezTo>
                  <a:pt x="2450021" y="2508504"/>
                  <a:pt x="2444877" y="2503361"/>
                  <a:pt x="2438591" y="2503361"/>
                </a:cubicBezTo>
                <a:cubicBezTo>
                  <a:pt x="2432304" y="2503361"/>
                  <a:pt x="2427161" y="2508504"/>
                  <a:pt x="2427161" y="2514791"/>
                </a:cubicBezTo>
                <a:cubicBezTo>
                  <a:pt x="2427161" y="2521077"/>
                  <a:pt x="2432304" y="2526221"/>
                  <a:pt x="2438591" y="2526221"/>
                </a:cubicBezTo>
                <a:close/>
                <a:moveTo>
                  <a:pt x="2514791" y="2525363"/>
                </a:moveTo>
                <a:cubicBezTo>
                  <a:pt x="2520601" y="2525363"/>
                  <a:pt x="2525363" y="2520601"/>
                  <a:pt x="2525363" y="2514791"/>
                </a:cubicBezTo>
                <a:cubicBezTo>
                  <a:pt x="2525363" y="2508980"/>
                  <a:pt x="2520601" y="2504218"/>
                  <a:pt x="2514791" y="2504218"/>
                </a:cubicBezTo>
                <a:cubicBezTo>
                  <a:pt x="2508980" y="2504218"/>
                  <a:pt x="2504218" y="2508980"/>
                  <a:pt x="2504218" y="2514791"/>
                </a:cubicBezTo>
                <a:cubicBezTo>
                  <a:pt x="2504218" y="2520601"/>
                  <a:pt x="2508980" y="2525363"/>
                  <a:pt x="2514791" y="2525363"/>
                </a:cubicBezTo>
                <a:close/>
                <a:moveTo>
                  <a:pt x="2590991" y="2524697"/>
                </a:moveTo>
                <a:cubicBezTo>
                  <a:pt x="2596515" y="2524697"/>
                  <a:pt x="2600897" y="2520220"/>
                  <a:pt x="2600897" y="2514791"/>
                </a:cubicBezTo>
                <a:cubicBezTo>
                  <a:pt x="2600897" y="2509266"/>
                  <a:pt x="2596420" y="2504885"/>
                  <a:pt x="2590991" y="2504885"/>
                </a:cubicBezTo>
                <a:cubicBezTo>
                  <a:pt x="2585466" y="2504885"/>
                  <a:pt x="2581085" y="2509361"/>
                  <a:pt x="2581085" y="2514791"/>
                </a:cubicBezTo>
                <a:cubicBezTo>
                  <a:pt x="2581085" y="2520315"/>
                  <a:pt x="2585561" y="2524697"/>
                  <a:pt x="2590991" y="2524697"/>
                </a:cubicBezTo>
                <a:close/>
                <a:moveTo>
                  <a:pt x="2667191" y="2523649"/>
                </a:moveTo>
                <a:cubicBezTo>
                  <a:pt x="2672048" y="2523649"/>
                  <a:pt x="2676049" y="2519648"/>
                  <a:pt x="2676049" y="2514791"/>
                </a:cubicBezTo>
                <a:cubicBezTo>
                  <a:pt x="2676049" y="2509933"/>
                  <a:pt x="2672048" y="2505932"/>
                  <a:pt x="2667191" y="2505932"/>
                </a:cubicBezTo>
                <a:cubicBezTo>
                  <a:pt x="2662333" y="2505932"/>
                  <a:pt x="2658332" y="2509933"/>
                  <a:pt x="2658332" y="2514791"/>
                </a:cubicBezTo>
                <a:cubicBezTo>
                  <a:pt x="2658332" y="2519744"/>
                  <a:pt x="2662333" y="2523649"/>
                  <a:pt x="2667191" y="2523649"/>
                </a:cubicBezTo>
                <a:close/>
                <a:moveTo>
                  <a:pt x="2743391" y="2522887"/>
                </a:moveTo>
                <a:cubicBezTo>
                  <a:pt x="2747867" y="2522887"/>
                  <a:pt x="2751391" y="2519267"/>
                  <a:pt x="2751391" y="2514886"/>
                </a:cubicBezTo>
                <a:cubicBezTo>
                  <a:pt x="2751391" y="2510409"/>
                  <a:pt x="2747772" y="2506885"/>
                  <a:pt x="2743391" y="2506885"/>
                </a:cubicBezTo>
                <a:cubicBezTo>
                  <a:pt x="2738914" y="2506885"/>
                  <a:pt x="2735390" y="2510504"/>
                  <a:pt x="2735390" y="2514886"/>
                </a:cubicBezTo>
                <a:cubicBezTo>
                  <a:pt x="2735390" y="2519267"/>
                  <a:pt x="2739009" y="2522887"/>
                  <a:pt x="2743391" y="2522887"/>
                </a:cubicBezTo>
                <a:close/>
                <a:moveTo>
                  <a:pt x="2819591" y="2521744"/>
                </a:moveTo>
                <a:cubicBezTo>
                  <a:pt x="2823401" y="2521744"/>
                  <a:pt x="2826544" y="2518601"/>
                  <a:pt x="2826544" y="2514791"/>
                </a:cubicBezTo>
                <a:cubicBezTo>
                  <a:pt x="2826544" y="2510981"/>
                  <a:pt x="2823401" y="2507837"/>
                  <a:pt x="2819591" y="2507837"/>
                </a:cubicBezTo>
                <a:cubicBezTo>
                  <a:pt x="2815781" y="2507837"/>
                  <a:pt x="2812637" y="2510981"/>
                  <a:pt x="2812637" y="2514791"/>
                </a:cubicBezTo>
                <a:cubicBezTo>
                  <a:pt x="2812637" y="2518696"/>
                  <a:pt x="2815781" y="2521744"/>
                  <a:pt x="2819591" y="2521744"/>
                </a:cubicBezTo>
                <a:close/>
                <a:moveTo>
                  <a:pt x="2895791" y="2520982"/>
                </a:moveTo>
                <a:cubicBezTo>
                  <a:pt x="2899220" y="2520982"/>
                  <a:pt x="2901887" y="2518220"/>
                  <a:pt x="2901887" y="2514886"/>
                </a:cubicBezTo>
                <a:cubicBezTo>
                  <a:pt x="2901887" y="2511457"/>
                  <a:pt x="2899124" y="2508790"/>
                  <a:pt x="2895791" y="2508790"/>
                </a:cubicBezTo>
                <a:cubicBezTo>
                  <a:pt x="2892362" y="2508790"/>
                  <a:pt x="2889695" y="2511552"/>
                  <a:pt x="2889695" y="2514886"/>
                </a:cubicBezTo>
                <a:cubicBezTo>
                  <a:pt x="2889695" y="2518220"/>
                  <a:pt x="2892457" y="2520982"/>
                  <a:pt x="2895791" y="2520982"/>
                </a:cubicBezTo>
                <a:close/>
                <a:moveTo>
                  <a:pt x="2971991" y="2519839"/>
                </a:moveTo>
                <a:cubicBezTo>
                  <a:pt x="2974753" y="2519839"/>
                  <a:pt x="2977039" y="2517553"/>
                  <a:pt x="2977039" y="2514791"/>
                </a:cubicBezTo>
                <a:cubicBezTo>
                  <a:pt x="2977039" y="2512028"/>
                  <a:pt x="2974753" y="2509742"/>
                  <a:pt x="2971991" y="2509742"/>
                </a:cubicBezTo>
                <a:cubicBezTo>
                  <a:pt x="2969228" y="2509742"/>
                  <a:pt x="2966942" y="2512028"/>
                  <a:pt x="2966942" y="2514791"/>
                </a:cubicBezTo>
                <a:cubicBezTo>
                  <a:pt x="2966942" y="2517648"/>
                  <a:pt x="2969228" y="2519839"/>
                  <a:pt x="2971991" y="2519839"/>
                </a:cubicBezTo>
                <a:close/>
                <a:moveTo>
                  <a:pt x="3048191" y="2518791"/>
                </a:moveTo>
                <a:cubicBezTo>
                  <a:pt x="3050381" y="2518791"/>
                  <a:pt x="3052191" y="2516981"/>
                  <a:pt x="3052191" y="2514791"/>
                </a:cubicBezTo>
                <a:cubicBezTo>
                  <a:pt x="3052191" y="2512600"/>
                  <a:pt x="3050381" y="2510790"/>
                  <a:pt x="3048191" y="2510790"/>
                </a:cubicBezTo>
                <a:cubicBezTo>
                  <a:pt x="3046000" y="2510790"/>
                  <a:pt x="3044190" y="2512600"/>
                  <a:pt x="3044190" y="2514791"/>
                </a:cubicBezTo>
                <a:cubicBezTo>
                  <a:pt x="3044190" y="2517077"/>
                  <a:pt x="3046000" y="2518791"/>
                  <a:pt x="3048191" y="2518791"/>
                </a:cubicBezTo>
                <a:close/>
                <a:moveTo>
                  <a:pt x="3124391" y="2517934"/>
                </a:moveTo>
                <a:cubicBezTo>
                  <a:pt x="3126105" y="2517934"/>
                  <a:pt x="3127534" y="2516505"/>
                  <a:pt x="3127534" y="2514791"/>
                </a:cubicBezTo>
                <a:cubicBezTo>
                  <a:pt x="3127534" y="2513076"/>
                  <a:pt x="3126105" y="2511647"/>
                  <a:pt x="3124391" y="2511647"/>
                </a:cubicBezTo>
                <a:cubicBezTo>
                  <a:pt x="3122676" y="2511647"/>
                  <a:pt x="3121247" y="2513076"/>
                  <a:pt x="3121247" y="2514791"/>
                </a:cubicBezTo>
                <a:cubicBezTo>
                  <a:pt x="3121247" y="2516600"/>
                  <a:pt x="3122676" y="2517934"/>
                  <a:pt x="3124391" y="2517934"/>
                </a:cubicBezTo>
                <a:close/>
                <a:moveTo>
                  <a:pt x="3200591" y="2516886"/>
                </a:moveTo>
                <a:cubicBezTo>
                  <a:pt x="3201734" y="2516886"/>
                  <a:pt x="3202686" y="2515934"/>
                  <a:pt x="3202686" y="2514791"/>
                </a:cubicBezTo>
                <a:cubicBezTo>
                  <a:pt x="3202686" y="2513648"/>
                  <a:pt x="3201734" y="2512695"/>
                  <a:pt x="3200591" y="2512695"/>
                </a:cubicBezTo>
                <a:cubicBezTo>
                  <a:pt x="3199448" y="2512695"/>
                  <a:pt x="3198495" y="2513648"/>
                  <a:pt x="3198495" y="2514791"/>
                </a:cubicBezTo>
                <a:cubicBezTo>
                  <a:pt x="3198495" y="2515934"/>
                  <a:pt x="3199448" y="2516886"/>
                  <a:pt x="3200591" y="2516886"/>
                </a:cubicBezTo>
                <a:close/>
                <a:moveTo>
                  <a:pt x="3276791" y="2515838"/>
                </a:moveTo>
                <a:cubicBezTo>
                  <a:pt x="3277362" y="2515838"/>
                  <a:pt x="3277838" y="2515362"/>
                  <a:pt x="3277838" y="2514791"/>
                </a:cubicBezTo>
                <a:cubicBezTo>
                  <a:pt x="3277838" y="2514219"/>
                  <a:pt x="3277362" y="2513743"/>
                  <a:pt x="3276791" y="2513743"/>
                </a:cubicBezTo>
                <a:cubicBezTo>
                  <a:pt x="3276219" y="2513743"/>
                  <a:pt x="3275743" y="2514219"/>
                  <a:pt x="3275743" y="2514791"/>
                </a:cubicBezTo>
                <a:cubicBezTo>
                  <a:pt x="3275743" y="2515362"/>
                  <a:pt x="3276219" y="2515838"/>
                  <a:pt x="3276791" y="2515838"/>
                </a:cubicBezTo>
                <a:close/>
                <a:moveTo>
                  <a:pt x="3352991" y="2514981"/>
                </a:moveTo>
                <a:cubicBezTo>
                  <a:pt x="3353086" y="2514981"/>
                  <a:pt x="3353181" y="2514886"/>
                  <a:pt x="3353181" y="2514791"/>
                </a:cubicBezTo>
                <a:cubicBezTo>
                  <a:pt x="3353181" y="2514695"/>
                  <a:pt x="3353086" y="2514600"/>
                  <a:pt x="3352991" y="2514600"/>
                </a:cubicBezTo>
                <a:cubicBezTo>
                  <a:pt x="3352895" y="2514600"/>
                  <a:pt x="3352800" y="2514695"/>
                  <a:pt x="3352800" y="2514791"/>
                </a:cubicBezTo>
                <a:cubicBezTo>
                  <a:pt x="3352800" y="2514886"/>
                  <a:pt x="3352895" y="2514981"/>
                  <a:pt x="3352991" y="2514981"/>
                </a:cubicBezTo>
                <a:close/>
                <a:moveTo>
                  <a:pt x="228791" y="2591467"/>
                </a:moveTo>
                <a:cubicBezTo>
                  <a:pt x="228981" y="2591467"/>
                  <a:pt x="229172" y="2591276"/>
                  <a:pt x="229172" y="2591086"/>
                </a:cubicBezTo>
                <a:cubicBezTo>
                  <a:pt x="229172" y="2590895"/>
                  <a:pt x="228981" y="2590705"/>
                  <a:pt x="228791" y="2590705"/>
                </a:cubicBezTo>
                <a:cubicBezTo>
                  <a:pt x="228600" y="2590705"/>
                  <a:pt x="228410" y="2590895"/>
                  <a:pt x="228410" y="2591086"/>
                </a:cubicBezTo>
                <a:cubicBezTo>
                  <a:pt x="228410" y="2591276"/>
                  <a:pt x="228600" y="2591467"/>
                  <a:pt x="228791" y="2591467"/>
                </a:cubicBezTo>
                <a:close/>
                <a:moveTo>
                  <a:pt x="304991" y="2592324"/>
                </a:moveTo>
                <a:cubicBezTo>
                  <a:pt x="305657" y="2592324"/>
                  <a:pt x="306229" y="2591753"/>
                  <a:pt x="306229" y="2591086"/>
                </a:cubicBezTo>
                <a:cubicBezTo>
                  <a:pt x="306229" y="2590419"/>
                  <a:pt x="305657" y="2589848"/>
                  <a:pt x="304991" y="2589848"/>
                </a:cubicBezTo>
                <a:cubicBezTo>
                  <a:pt x="304324" y="2589848"/>
                  <a:pt x="303752" y="2590419"/>
                  <a:pt x="303752" y="2591086"/>
                </a:cubicBezTo>
                <a:cubicBezTo>
                  <a:pt x="303752" y="2591753"/>
                  <a:pt x="304324" y="2592324"/>
                  <a:pt x="304991" y="2592324"/>
                </a:cubicBezTo>
                <a:close/>
                <a:moveTo>
                  <a:pt x="381191" y="2593372"/>
                </a:moveTo>
                <a:cubicBezTo>
                  <a:pt x="382429" y="2593372"/>
                  <a:pt x="383476" y="2592324"/>
                  <a:pt x="383476" y="2591086"/>
                </a:cubicBezTo>
                <a:cubicBezTo>
                  <a:pt x="383476" y="2589848"/>
                  <a:pt x="382429" y="2588800"/>
                  <a:pt x="381191" y="2588800"/>
                </a:cubicBezTo>
                <a:cubicBezTo>
                  <a:pt x="379952" y="2588800"/>
                  <a:pt x="378905" y="2589848"/>
                  <a:pt x="378905" y="2591086"/>
                </a:cubicBezTo>
                <a:cubicBezTo>
                  <a:pt x="378905" y="2592324"/>
                  <a:pt x="379952" y="2593372"/>
                  <a:pt x="381191" y="2593372"/>
                </a:cubicBezTo>
                <a:close/>
                <a:moveTo>
                  <a:pt x="457391" y="2594420"/>
                </a:moveTo>
                <a:cubicBezTo>
                  <a:pt x="459296" y="2594420"/>
                  <a:pt x="460724" y="2592896"/>
                  <a:pt x="460724" y="2591086"/>
                </a:cubicBezTo>
                <a:cubicBezTo>
                  <a:pt x="460724" y="2589181"/>
                  <a:pt x="459200" y="2587752"/>
                  <a:pt x="457391" y="2587752"/>
                </a:cubicBezTo>
                <a:cubicBezTo>
                  <a:pt x="455486" y="2587752"/>
                  <a:pt x="453962" y="2589276"/>
                  <a:pt x="453962" y="2591086"/>
                </a:cubicBezTo>
                <a:cubicBezTo>
                  <a:pt x="454057" y="2592896"/>
                  <a:pt x="455581" y="2594420"/>
                  <a:pt x="457391" y="2594420"/>
                </a:cubicBezTo>
                <a:close/>
                <a:moveTo>
                  <a:pt x="533591" y="2595467"/>
                </a:moveTo>
                <a:cubicBezTo>
                  <a:pt x="536067" y="2595467"/>
                  <a:pt x="538067" y="2593467"/>
                  <a:pt x="538067" y="2590991"/>
                </a:cubicBezTo>
                <a:cubicBezTo>
                  <a:pt x="538067" y="2588514"/>
                  <a:pt x="536067" y="2586514"/>
                  <a:pt x="533591" y="2586514"/>
                </a:cubicBezTo>
                <a:cubicBezTo>
                  <a:pt x="531114" y="2586514"/>
                  <a:pt x="529114" y="2588514"/>
                  <a:pt x="529114" y="2590991"/>
                </a:cubicBezTo>
                <a:cubicBezTo>
                  <a:pt x="529209" y="2593467"/>
                  <a:pt x="531114" y="2595467"/>
                  <a:pt x="533591" y="2595467"/>
                </a:cubicBezTo>
                <a:close/>
                <a:moveTo>
                  <a:pt x="609790" y="2596324"/>
                </a:moveTo>
                <a:cubicBezTo>
                  <a:pt x="612743" y="2596324"/>
                  <a:pt x="615029" y="2593943"/>
                  <a:pt x="615029" y="2591086"/>
                </a:cubicBezTo>
                <a:cubicBezTo>
                  <a:pt x="615029" y="2588133"/>
                  <a:pt x="612648" y="2585847"/>
                  <a:pt x="609790" y="2585847"/>
                </a:cubicBezTo>
                <a:cubicBezTo>
                  <a:pt x="606838" y="2585847"/>
                  <a:pt x="604552" y="2588228"/>
                  <a:pt x="604552" y="2591086"/>
                </a:cubicBezTo>
                <a:cubicBezTo>
                  <a:pt x="604552" y="2593943"/>
                  <a:pt x="606933" y="2596324"/>
                  <a:pt x="609790" y="2596324"/>
                </a:cubicBezTo>
                <a:close/>
                <a:moveTo>
                  <a:pt x="685990" y="2597182"/>
                </a:moveTo>
                <a:cubicBezTo>
                  <a:pt x="689420" y="2597182"/>
                  <a:pt x="692087" y="2594420"/>
                  <a:pt x="692087" y="2591086"/>
                </a:cubicBezTo>
                <a:cubicBezTo>
                  <a:pt x="692087" y="2587657"/>
                  <a:pt x="689324" y="2584990"/>
                  <a:pt x="685990" y="2584990"/>
                </a:cubicBezTo>
                <a:cubicBezTo>
                  <a:pt x="682657" y="2584990"/>
                  <a:pt x="679895" y="2587752"/>
                  <a:pt x="679895" y="2591086"/>
                </a:cubicBezTo>
                <a:cubicBezTo>
                  <a:pt x="679895" y="2594420"/>
                  <a:pt x="682657" y="2597182"/>
                  <a:pt x="685990" y="2597182"/>
                </a:cubicBezTo>
                <a:close/>
                <a:moveTo>
                  <a:pt x="762190" y="2598230"/>
                </a:moveTo>
                <a:cubicBezTo>
                  <a:pt x="766191" y="2598230"/>
                  <a:pt x="769334" y="2594991"/>
                  <a:pt x="769334" y="2591086"/>
                </a:cubicBezTo>
                <a:cubicBezTo>
                  <a:pt x="769334" y="2587085"/>
                  <a:pt x="766096" y="2583942"/>
                  <a:pt x="762190" y="2583942"/>
                </a:cubicBezTo>
                <a:cubicBezTo>
                  <a:pt x="758190" y="2583942"/>
                  <a:pt x="755047" y="2587181"/>
                  <a:pt x="755047" y="2591086"/>
                </a:cubicBezTo>
                <a:cubicBezTo>
                  <a:pt x="755047" y="2594991"/>
                  <a:pt x="758285" y="2598230"/>
                  <a:pt x="762190" y="2598230"/>
                </a:cubicBezTo>
                <a:close/>
                <a:moveTo>
                  <a:pt x="838390" y="2599087"/>
                </a:moveTo>
                <a:cubicBezTo>
                  <a:pt x="842867" y="2599087"/>
                  <a:pt x="846392" y="2595467"/>
                  <a:pt x="846392" y="2591086"/>
                </a:cubicBezTo>
                <a:cubicBezTo>
                  <a:pt x="846392" y="2586609"/>
                  <a:pt x="842772" y="2583085"/>
                  <a:pt x="838390" y="2583085"/>
                </a:cubicBezTo>
                <a:cubicBezTo>
                  <a:pt x="833914" y="2583085"/>
                  <a:pt x="830390" y="2586704"/>
                  <a:pt x="830390" y="2591086"/>
                </a:cubicBezTo>
                <a:cubicBezTo>
                  <a:pt x="830390" y="2595467"/>
                  <a:pt x="834009" y="2599087"/>
                  <a:pt x="838390" y="2599087"/>
                </a:cubicBezTo>
                <a:close/>
                <a:moveTo>
                  <a:pt x="914590" y="2599849"/>
                </a:moveTo>
                <a:cubicBezTo>
                  <a:pt x="919448" y="2599849"/>
                  <a:pt x="923449" y="2595848"/>
                  <a:pt x="923449" y="2590991"/>
                </a:cubicBezTo>
                <a:cubicBezTo>
                  <a:pt x="923449" y="2586133"/>
                  <a:pt x="919448" y="2582132"/>
                  <a:pt x="914590" y="2582132"/>
                </a:cubicBezTo>
                <a:cubicBezTo>
                  <a:pt x="909733" y="2582132"/>
                  <a:pt x="905732" y="2586133"/>
                  <a:pt x="905732" y="2590991"/>
                </a:cubicBezTo>
                <a:cubicBezTo>
                  <a:pt x="905732" y="2595944"/>
                  <a:pt x="909733" y="2599849"/>
                  <a:pt x="914590" y="2599849"/>
                </a:cubicBezTo>
                <a:close/>
                <a:moveTo>
                  <a:pt x="990790" y="2600706"/>
                </a:moveTo>
                <a:cubicBezTo>
                  <a:pt x="996125" y="2600706"/>
                  <a:pt x="1000506" y="2596324"/>
                  <a:pt x="1000506" y="2590991"/>
                </a:cubicBezTo>
                <a:cubicBezTo>
                  <a:pt x="1000506" y="2585657"/>
                  <a:pt x="996125" y="2581275"/>
                  <a:pt x="990790" y="2581275"/>
                </a:cubicBezTo>
                <a:cubicBezTo>
                  <a:pt x="985457" y="2581275"/>
                  <a:pt x="981075" y="2585657"/>
                  <a:pt x="981075" y="2590991"/>
                </a:cubicBezTo>
                <a:cubicBezTo>
                  <a:pt x="981075" y="2596324"/>
                  <a:pt x="985457" y="2600706"/>
                  <a:pt x="990790" y="2600706"/>
                </a:cubicBezTo>
                <a:close/>
                <a:moveTo>
                  <a:pt x="1066991" y="2601563"/>
                </a:moveTo>
                <a:cubicBezTo>
                  <a:pt x="1072801" y="2601563"/>
                  <a:pt x="1077563" y="2596801"/>
                  <a:pt x="1077563" y="2590991"/>
                </a:cubicBezTo>
                <a:cubicBezTo>
                  <a:pt x="1077563" y="2585180"/>
                  <a:pt x="1072801" y="2580418"/>
                  <a:pt x="1066991" y="2580418"/>
                </a:cubicBezTo>
                <a:cubicBezTo>
                  <a:pt x="1061180" y="2580418"/>
                  <a:pt x="1056418" y="2585180"/>
                  <a:pt x="1056418" y="2590991"/>
                </a:cubicBezTo>
                <a:cubicBezTo>
                  <a:pt x="1056418" y="2596801"/>
                  <a:pt x="1061180" y="2601563"/>
                  <a:pt x="1066991" y="2601563"/>
                </a:cubicBezTo>
                <a:close/>
                <a:moveTo>
                  <a:pt x="1143191" y="2602230"/>
                </a:moveTo>
                <a:cubicBezTo>
                  <a:pt x="1149382" y="2602230"/>
                  <a:pt x="1154430" y="2597182"/>
                  <a:pt x="1154430" y="2590991"/>
                </a:cubicBezTo>
                <a:cubicBezTo>
                  <a:pt x="1154430" y="2584799"/>
                  <a:pt x="1149382" y="2579751"/>
                  <a:pt x="1143191" y="2579751"/>
                </a:cubicBezTo>
                <a:cubicBezTo>
                  <a:pt x="1136999" y="2579751"/>
                  <a:pt x="1131951" y="2584799"/>
                  <a:pt x="1131951" y="2590991"/>
                </a:cubicBezTo>
                <a:cubicBezTo>
                  <a:pt x="1132046" y="2597182"/>
                  <a:pt x="1136999" y="2602230"/>
                  <a:pt x="1143191" y="2602230"/>
                </a:cubicBezTo>
                <a:close/>
                <a:moveTo>
                  <a:pt x="1219391" y="2602802"/>
                </a:moveTo>
                <a:cubicBezTo>
                  <a:pt x="1225963" y="2602802"/>
                  <a:pt x="1231202" y="2597468"/>
                  <a:pt x="1231202" y="2590991"/>
                </a:cubicBezTo>
                <a:cubicBezTo>
                  <a:pt x="1231202" y="2584418"/>
                  <a:pt x="1225868" y="2579180"/>
                  <a:pt x="1219391" y="2579180"/>
                </a:cubicBezTo>
                <a:cubicBezTo>
                  <a:pt x="1212818" y="2579180"/>
                  <a:pt x="1207580" y="2584514"/>
                  <a:pt x="1207580" y="2590991"/>
                </a:cubicBezTo>
                <a:cubicBezTo>
                  <a:pt x="1207580" y="2597563"/>
                  <a:pt x="1212914" y="2602802"/>
                  <a:pt x="1219391" y="2602802"/>
                </a:cubicBezTo>
                <a:close/>
                <a:moveTo>
                  <a:pt x="1295591" y="2603468"/>
                </a:moveTo>
                <a:cubicBezTo>
                  <a:pt x="1302449" y="2603468"/>
                  <a:pt x="1308068" y="2597849"/>
                  <a:pt x="1308068" y="2590991"/>
                </a:cubicBezTo>
                <a:cubicBezTo>
                  <a:pt x="1308068" y="2584133"/>
                  <a:pt x="1302449" y="2578513"/>
                  <a:pt x="1295591" y="2578513"/>
                </a:cubicBezTo>
                <a:cubicBezTo>
                  <a:pt x="1288733" y="2578513"/>
                  <a:pt x="1283113" y="2584133"/>
                  <a:pt x="1283113" y="2590991"/>
                </a:cubicBezTo>
                <a:cubicBezTo>
                  <a:pt x="1283113" y="2597849"/>
                  <a:pt x="1288733" y="2603468"/>
                  <a:pt x="1295591" y="2603468"/>
                </a:cubicBezTo>
                <a:close/>
                <a:moveTo>
                  <a:pt x="1371791" y="2604135"/>
                </a:moveTo>
                <a:cubicBezTo>
                  <a:pt x="1379030" y="2604135"/>
                  <a:pt x="1384935" y="2598230"/>
                  <a:pt x="1384935" y="2590991"/>
                </a:cubicBezTo>
                <a:cubicBezTo>
                  <a:pt x="1384935" y="2583752"/>
                  <a:pt x="1379030" y="2577846"/>
                  <a:pt x="1371791" y="2577846"/>
                </a:cubicBezTo>
                <a:cubicBezTo>
                  <a:pt x="1364552" y="2577846"/>
                  <a:pt x="1358646" y="2583752"/>
                  <a:pt x="1358646" y="2590991"/>
                </a:cubicBezTo>
                <a:cubicBezTo>
                  <a:pt x="1358741" y="2598230"/>
                  <a:pt x="1364552" y="2604135"/>
                  <a:pt x="1371791" y="2604135"/>
                </a:cubicBezTo>
                <a:close/>
                <a:moveTo>
                  <a:pt x="1447991" y="2604516"/>
                </a:moveTo>
                <a:cubicBezTo>
                  <a:pt x="1455420" y="2604516"/>
                  <a:pt x="1461516" y="2598420"/>
                  <a:pt x="1461516" y="2590991"/>
                </a:cubicBezTo>
                <a:cubicBezTo>
                  <a:pt x="1461516" y="2583561"/>
                  <a:pt x="1455420" y="2577465"/>
                  <a:pt x="1447991" y="2577465"/>
                </a:cubicBezTo>
                <a:cubicBezTo>
                  <a:pt x="1440561" y="2577465"/>
                  <a:pt x="1434465" y="2583561"/>
                  <a:pt x="1434465" y="2590991"/>
                </a:cubicBezTo>
                <a:cubicBezTo>
                  <a:pt x="1434465" y="2598515"/>
                  <a:pt x="1440561" y="2604516"/>
                  <a:pt x="1447991" y="2604516"/>
                </a:cubicBezTo>
                <a:close/>
                <a:moveTo>
                  <a:pt x="1524191" y="2604707"/>
                </a:moveTo>
                <a:cubicBezTo>
                  <a:pt x="1531811" y="2604707"/>
                  <a:pt x="1537907" y="2598515"/>
                  <a:pt x="1537907" y="2590991"/>
                </a:cubicBezTo>
                <a:cubicBezTo>
                  <a:pt x="1537907" y="2583371"/>
                  <a:pt x="1531715" y="2577274"/>
                  <a:pt x="1524191" y="2577274"/>
                </a:cubicBezTo>
                <a:cubicBezTo>
                  <a:pt x="1516571" y="2577274"/>
                  <a:pt x="1510475" y="2583466"/>
                  <a:pt x="1510475" y="2590991"/>
                </a:cubicBezTo>
                <a:cubicBezTo>
                  <a:pt x="1510475" y="2598611"/>
                  <a:pt x="1516666" y="2604707"/>
                  <a:pt x="1524191" y="2604707"/>
                </a:cubicBezTo>
                <a:close/>
                <a:moveTo>
                  <a:pt x="1600391" y="2605183"/>
                </a:moveTo>
                <a:cubicBezTo>
                  <a:pt x="1608201" y="2605183"/>
                  <a:pt x="1614583" y="2598801"/>
                  <a:pt x="1614583" y="2590991"/>
                </a:cubicBezTo>
                <a:cubicBezTo>
                  <a:pt x="1614583" y="2583180"/>
                  <a:pt x="1608201" y="2576798"/>
                  <a:pt x="1600391" y="2576798"/>
                </a:cubicBezTo>
                <a:cubicBezTo>
                  <a:pt x="1592580" y="2576798"/>
                  <a:pt x="1586198" y="2583180"/>
                  <a:pt x="1586198" y="2590991"/>
                </a:cubicBezTo>
                <a:cubicBezTo>
                  <a:pt x="1586293" y="2598801"/>
                  <a:pt x="1592580" y="2605183"/>
                  <a:pt x="1600391" y="2605183"/>
                </a:cubicBezTo>
                <a:close/>
                <a:moveTo>
                  <a:pt x="1676591" y="2605373"/>
                </a:moveTo>
                <a:cubicBezTo>
                  <a:pt x="1684496" y="2605373"/>
                  <a:pt x="1690973" y="2598896"/>
                  <a:pt x="1690973" y="2590991"/>
                </a:cubicBezTo>
                <a:cubicBezTo>
                  <a:pt x="1690973" y="2583085"/>
                  <a:pt x="1684496" y="2576608"/>
                  <a:pt x="1676591" y="2576608"/>
                </a:cubicBezTo>
                <a:cubicBezTo>
                  <a:pt x="1668685" y="2576608"/>
                  <a:pt x="1662208" y="2583085"/>
                  <a:pt x="1662208" y="2590991"/>
                </a:cubicBezTo>
                <a:cubicBezTo>
                  <a:pt x="1662208" y="2598896"/>
                  <a:pt x="1668685" y="2605373"/>
                  <a:pt x="1676591" y="2605373"/>
                </a:cubicBezTo>
                <a:close/>
                <a:moveTo>
                  <a:pt x="1752791" y="2605373"/>
                </a:moveTo>
                <a:cubicBezTo>
                  <a:pt x="1760696" y="2605373"/>
                  <a:pt x="1767173" y="2598896"/>
                  <a:pt x="1767173" y="2590991"/>
                </a:cubicBezTo>
                <a:cubicBezTo>
                  <a:pt x="1767173" y="2583085"/>
                  <a:pt x="1760696" y="2576608"/>
                  <a:pt x="1752791" y="2576608"/>
                </a:cubicBezTo>
                <a:cubicBezTo>
                  <a:pt x="1744885" y="2576608"/>
                  <a:pt x="1738408" y="2583085"/>
                  <a:pt x="1738408" y="2590991"/>
                </a:cubicBezTo>
                <a:cubicBezTo>
                  <a:pt x="1738408" y="2598896"/>
                  <a:pt x="1744885" y="2605373"/>
                  <a:pt x="1752791" y="2605373"/>
                </a:cubicBezTo>
                <a:close/>
                <a:moveTo>
                  <a:pt x="1828991" y="2605373"/>
                </a:moveTo>
                <a:cubicBezTo>
                  <a:pt x="1836896" y="2605373"/>
                  <a:pt x="1843373" y="2598896"/>
                  <a:pt x="1843373" y="2590991"/>
                </a:cubicBezTo>
                <a:cubicBezTo>
                  <a:pt x="1843373" y="2583085"/>
                  <a:pt x="1836896" y="2576608"/>
                  <a:pt x="1828991" y="2576608"/>
                </a:cubicBezTo>
                <a:cubicBezTo>
                  <a:pt x="1821085" y="2576608"/>
                  <a:pt x="1814608" y="2583085"/>
                  <a:pt x="1814608" y="2590991"/>
                </a:cubicBezTo>
                <a:cubicBezTo>
                  <a:pt x="1814608" y="2598896"/>
                  <a:pt x="1821085" y="2605373"/>
                  <a:pt x="1828991" y="2605373"/>
                </a:cubicBezTo>
                <a:close/>
                <a:moveTo>
                  <a:pt x="1905191" y="2605183"/>
                </a:moveTo>
                <a:cubicBezTo>
                  <a:pt x="1913001" y="2605183"/>
                  <a:pt x="1919383" y="2598801"/>
                  <a:pt x="1919383" y="2590991"/>
                </a:cubicBezTo>
                <a:cubicBezTo>
                  <a:pt x="1919383" y="2583180"/>
                  <a:pt x="1913001" y="2576798"/>
                  <a:pt x="1905191" y="2576798"/>
                </a:cubicBezTo>
                <a:cubicBezTo>
                  <a:pt x="1897380" y="2576798"/>
                  <a:pt x="1890998" y="2583180"/>
                  <a:pt x="1890998" y="2590991"/>
                </a:cubicBezTo>
                <a:cubicBezTo>
                  <a:pt x="1891093" y="2598801"/>
                  <a:pt x="1897380" y="2605183"/>
                  <a:pt x="1905191" y="2605183"/>
                </a:cubicBezTo>
                <a:close/>
                <a:moveTo>
                  <a:pt x="1981391" y="2604992"/>
                </a:moveTo>
                <a:cubicBezTo>
                  <a:pt x="1989106" y="2604992"/>
                  <a:pt x="1995297" y="2598706"/>
                  <a:pt x="1995297" y="2591086"/>
                </a:cubicBezTo>
                <a:cubicBezTo>
                  <a:pt x="1995297" y="2583371"/>
                  <a:pt x="1989011" y="2577179"/>
                  <a:pt x="1981391" y="2577179"/>
                </a:cubicBezTo>
                <a:cubicBezTo>
                  <a:pt x="1973675" y="2577179"/>
                  <a:pt x="1967484" y="2583466"/>
                  <a:pt x="1967484" y="2591086"/>
                </a:cubicBezTo>
                <a:cubicBezTo>
                  <a:pt x="1967484" y="2598706"/>
                  <a:pt x="1973675" y="2604992"/>
                  <a:pt x="1981391" y="2604992"/>
                </a:cubicBezTo>
                <a:close/>
                <a:moveTo>
                  <a:pt x="2057591" y="2604516"/>
                </a:moveTo>
                <a:cubicBezTo>
                  <a:pt x="2065020" y="2604516"/>
                  <a:pt x="2071116" y="2598420"/>
                  <a:pt x="2071116" y="2590991"/>
                </a:cubicBezTo>
                <a:cubicBezTo>
                  <a:pt x="2071116" y="2583561"/>
                  <a:pt x="2065020" y="2577465"/>
                  <a:pt x="2057591" y="2577465"/>
                </a:cubicBezTo>
                <a:cubicBezTo>
                  <a:pt x="2050161" y="2577465"/>
                  <a:pt x="2044065" y="2583561"/>
                  <a:pt x="2044065" y="2590991"/>
                </a:cubicBezTo>
                <a:cubicBezTo>
                  <a:pt x="2044065" y="2598515"/>
                  <a:pt x="2050161" y="2604516"/>
                  <a:pt x="2057591" y="2604516"/>
                </a:cubicBezTo>
                <a:close/>
                <a:moveTo>
                  <a:pt x="2133791" y="2604135"/>
                </a:moveTo>
                <a:cubicBezTo>
                  <a:pt x="2141030" y="2604135"/>
                  <a:pt x="2146935" y="2598230"/>
                  <a:pt x="2146935" y="2590991"/>
                </a:cubicBezTo>
                <a:cubicBezTo>
                  <a:pt x="2146935" y="2583752"/>
                  <a:pt x="2141030" y="2577846"/>
                  <a:pt x="2133791" y="2577846"/>
                </a:cubicBezTo>
                <a:cubicBezTo>
                  <a:pt x="2126552" y="2577846"/>
                  <a:pt x="2120646" y="2583752"/>
                  <a:pt x="2120646" y="2590991"/>
                </a:cubicBezTo>
                <a:cubicBezTo>
                  <a:pt x="2120741" y="2598230"/>
                  <a:pt x="2126552" y="2604135"/>
                  <a:pt x="2133791" y="2604135"/>
                </a:cubicBezTo>
                <a:close/>
                <a:moveTo>
                  <a:pt x="2209991" y="2603659"/>
                </a:moveTo>
                <a:cubicBezTo>
                  <a:pt x="2217039" y="2603659"/>
                  <a:pt x="2222659" y="2597944"/>
                  <a:pt x="2222659" y="2590991"/>
                </a:cubicBezTo>
                <a:cubicBezTo>
                  <a:pt x="2222659" y="2583942"/>
                  <a:pt x="2216944" y="2578322"/>
                  <a:pt x="2209991" y="2578322"/>
                </a:cubicBezTo>
                <a:cubicBezTo>
                  <a:pt x="2202942" y="2578322"/>
                  <a:pt x="2197322" y="2584037"/>
                  <a:pt x="2197322" y="2590991"/>
                </a:cubicBezTo>
                <a:cubicBezTo>
                  <a:pt x="2197322" y="2598039"/>
                  <a:pt x="2203037" y="2603659"/>
                  <a:pt x="2209991" y="2603659"/>
                </a:cubicBezTo>
                <a:close/>
                <a:moveTo>
                  <a:pt x="2286191" y="2603087"/>
                </a:moveTo>
                <a:cubicBezTo>
                  <a:pt x="2292858" y="2603087"/>
                  <a:pt x="2298192" y="2597658"/>
                  <a:pt x="2298192" y="2591086"/>
                </a:cubicBezTo>
                <a:cubicBezTo>
                  <a:pt x="2298192" y="2584418"/>
                  <a:pt x="2292763" y="2579084"/>
                  <a:pt x="2286191" y="2579084"/>
                </a:cubicBezTo>
                <a:cubicBezTo>
                  <a:pt x="2279523" y="2579084"/>
                  <a:pt x="2274189" y="2584514"/>
                  <a:pt x="2274189" y="2591086"/>
                </a:cubicBezTo>
                <a:cubicBezTo>
                  <a:pt x="2274189" y="2597658"/>
                  <a:pt x="2279523" y="2603087"/>
                  <a:pt x="2286191" y="2603087"/>
                </a:cubicBezTo>
                <a:close/>
                <a:moveTo>
                  <a:pt x="2362391" y="2602421"/>
                </a:moveTo>
                <a:cubicBezTo>
                  <a:pt x="2368677" y="2602421"/>
                  <a:pt x="2373821" y="2597277"/>
                  <a:pt x="2373821" y="2590991"/>
                </a:cubicBezTo>
                <a:cubicBezTo>
                  <a:pt x="2373821" y="2584704"/>
                  <a:pt x="2368677" y="2579561"/>
                  <a:pt x="2362391" y="2579561"/>
                </a:cubicBezTo>
                <a:cubicBezTo>
                  <a:pt x="2356104" y="2579561"/>
                  <a:pt x="2350961" y="2584704"/>
                  <a:pt x="2350961" y="2590991"/>
                </a:cubicBezTo>
                <a:cubicBezTo>
                  <a:pt x="2350961" y="2597277"/>
                  <a:pt x="2356104" y="2602421"/>
                  <a:pt x="2362391" y="2602421"/>
                </a:cubicBezTo>
                <a:close/>
                <a:moveTo>
                  <a:pt x="2438591" y="2601563"/>
                </a:moveTo>
                <a:cubicBezTo>
                  <a:pt x="2444401" y="2601563"/>
                  <a:pt x="2449163" y="2596801"/>
                  <a:pt x="2449163" y="2590991"/>
                </a:cubicBezTo>
                <a:cubicBezTo>
                  <a:pt x="2449163" y="2585180"/>
                  <a:pt x="2444401" y="2580418"/>
                  <a:pt x="2438591" y="2580418"/>
                </a:cubicBezTo>
                <a:cubicBezTo>
                  <a:pt x="2432780" y="2580418"/>
                  <a:pt x="2428018" y="2585180"/>
                  <a:pt x="2428018" y="2590991"/>
                </a:cubicBezTo>
                <a:cubicBezTo>
                  <a:pt x="2428018" y="2596801"/>
                  <a:pt x="2432780" y="2601563"/>
                  <a:pt x="2438591" y="2601563"/>
                </a:cubicBezTo>
                <a:close/>
                <a:moveTo>
                  <a:pt x="2514791" y="2600897"/>
                </a:moveTo>
                <a:cubicBezTo>
                  <a:pt x="2520315" y="2600897"/>
                  <a:pt x="2524697" y="2596420"/>
                  <a:pt x="2524697" y="2590991"/>
                </a:cubicBezTo>
                <a:cubicBezTo>
                  <a:pt x="2524697" y="2585466"/>
                  <a:pt x="2520220" y="2581085"/>
                  <a:pt x="2514791" y="2581085"/>
                </a:cubicBezTo>
                <a:cubicBezTo>
                  <a:pt x="2509266" y="2581085"/>
                  <a:pt x="2504885" y="2585561"/>
                  <a:pt x="2504885" y="2590991"/>
                </a:cubicBezTo>
                <a:cubicBezTo>
                  <a:pt x="2504885" y="2596515"/>
                  <a:pt x="2509361" y="2600897"/>
                  <a:pt x="2514791" y="2600897"/>
                </a:cubicBezTo>
                <a:close/>
                <a:moveTo>
                  <a:pt x="2590991" y="2600135"/>
                </a:moveTo>
                <a:cubicBezTo>
                  <a:pt x="2596039" y="2600135"/>
                  <a:pt x="2600039" y="2596039"/>
                  <a:pt x="2600039" y="2591086"/>
                </a:cubicBezTo>
                <a:cubicBezTo>
                  <a:pt x="2600039" y="2586038"/>
                  <a:pt x="2595944" y="2582037"/>
                  <a:pt x="2590991" y="2582037"/>
                </a:cubicBezTo>
                <a:cubicBezTo>
                  <a:pt x="2585942" y="2582037"/>
                  <a:pt x="2581942" y="2586133"/>
                  <a:pt x="2581942" y="2591086"/>
                </a:cubicBezTo>
                <a:cubicBezTo>
                  <a:pt x="2581942" y="2596039"/>
                  <a:pt x="2586038" y="2600135"/>
                  <a:pt x="2590991" y="2600135"/>
                </a:cubicBezTo>
                <a:close/>
                <a:moveTo>
                  <a:pt x="2667191" y="2599087"/>
                </a:moveTo>
                <a:cubicBezTo>
                  <a:pt x="2671667" y="2599087"/>
                  <a:pt x="2675191" y="2595467"/>
                  <a:pt x="2675191" y="2591086"/>
                </a:cubicBezTo>
                <a:cubicBezTo>
                  <a:pt x="2675191" y="2586609"/>
                  <a:pt x="2671572" y="2583085"/>
                  <a:pt x="2667191" y="2583085"/>
                </a:cubicBezTo>
                <a:cubicBezTo>
                  <a:pt x="2662714" y="2583085"/>
                  <a:pt x="2659190" y="2586704"/>
                  <a:pt x="2659190" y="2591086"/>
                </a:cubicBezTo>
                <a:cubicBezTo>
                  <a:pt x="2659190" y="2595467"/>
                  <a:pt x="2662809" y="2599087"/>
                  <a:pt x="2667191" y="2599087"/>
                </a:cubicBezTo>
                <a:close/>
                <a:moveTo>
                  <a:pt x="2743391" y="2598230"/>
                </a:moveTo>
                <a:cubicBezTo>
                  <a:pt x="2747391" y="2598230"/>
                  <a:pt x="2750534" y="2594991"/>
                  <a:pt x="2750534" y="2591086"/>
                </a:cubicBezTo>
                <a:cubicBezTo>
                  <a:pt x="2750534" y="2587085"/>
                  <a:pt x="2747296" y="2583942"/>
                  <a:pt x="2743391" y="2583942"/>
                </a:cubicBezTo>
                <a:cubicBezTo>
                  <a:pt x="2739390" y="2583942"/>
                  <a:pt x="2736247" y="2587181"/>
                  <a:pt x="2736247" y="2591086"/>
                </a:cubicBezTo>
                <a:cubicBezTo>
                  <a:pt x="2736247" y="2594991"/>
                  <a:pt x="2739485" y="2598230"/>
                  <a:pt x="2743391" y="2598230"/>
                </a:cubicBezTo>
                <a:close/>
                <a:moveTo>
                  <a:pt x="2819591" y="2597372"/>
                </a:moveTo>
                <a:cubicBezTo>
                  <a:pt x="2823115" y="2597372"/>
                  <a:pt x="2825972" y="2594515"/>
                  <a:pt x="2825972" y="2590991"/>
                </a:cubicBezTo>
                <a:cubicBezTo>
                  <a:pt x="2825972" y="2587466"/>
                  <a:pt x="2823115" y="2584609"/>
                  <a:pt x="2819591" y="2584609"/>
                </a:cubicBezTo>
                <a:cubicBezTo>
                  <a:pt x="2816066" y="2584609"/>
                  <a:pt x="2813209" y="2587466"/>
                  <a:pt x="2813209" y="2590991"/>
                </a:cubicBezTo>
                <a:cubicBezTo>
                  <a:pt x="2813304" y="2594515"/>
                  <a:pt x="2816066" y="2597372"/>
                  <a:pt x="2819591" y="2597372"/>
                </a:cubicBezTo>
                <a:close/>
                <a:moveTo>
                  <a:pt x="2895791" y="2596324"/>
                </a:moveTo>
                <a:cubicBezTo>
                  <a:pt x="2898743" y="2596324"/>
                  <a:pt x="2901029" y="2593943"/>
                  <a:pt x="2901029" y="2591086"/>
                </a:cubicBezTo>
                <a:cubicBezTo>
                  <a:pt x="2901029" y="2588133"/>
                  <a:pt x="2898648" y="2585847"/>
                  <a:pt x="2895791" y="2585847"/>
                </a:cubicBezTo>
                <a:cubicBezTo>
                  <a:pt x="2892838" y="2585847"/>
                  <a:pt x="2890552" y="2588228"/>
                  <a:pt x="2890552" y="2591086"/>
                </a:cubicBezTo>
                <a:cubicBezTo>
                  <a:pt x="2890552" y="2593943"/>
                  <a:pt x="2892933" y="2596324"/>
                  <a:pt x="2895791" y="2596324"/>
                </a:cubicBezTo>
                <a:close/>
                <a:moveTo>
                  <a:pt x="2971991" y="2595467"/>
                </a:moveTo>
                <a:cubicBezTo>
                  <a:pt x="2974467" y="2595467"/>
                  <a:pt x="2976467" y="2593467"/>
                  <a:pt x="2976467" y="2590991"/>
                </a:cubicBezTo>
                <a:cubicBezTo>
                  <a:pt x="2976467" y="2588514"/>
                  <a:pt x="2974467" y="2586514"/>
                  <a:pt x="2971991" y="2586514"/>
                </a:cubicBezTo>
                <a:cubicBezTo>
                  <a:pt x="2969514" y="2586514"/>
                  <a:pt x="2967514" y="2588514"/>
                  <a:pt x="2967514" y="2590991"/>
                </a:cubicBezTo>
                <a:cubicBezTo>
                  <a:pt x="2967609" y="2593467"/>
                  <a:pt x="2969514" y="2595467"/>
                  <a:pt x="2971991" y="2595467"/>
                </a:cubicBezTo>
                <a:close/>
                <a:moveTo>
                  <a:pt x="3048191" y="2594420"/>
                </a:moveTo>
                <a:cubicBezTo>
                  <a:pt x="3050096" y="2594420"/>
                  <a:pt x="3051524" y="2592896"/>
                  <a:pt x="3051524" y="2591086"/>
                </a:cubicBezTo>
                <a:cubicBezTo>
                  <a:pt x="3051524" y="2589181"/>
                  <a:pt x="3050000" y="2587752"/>
                  <a:pt x="3048191" y="2587752"/>
                </a:cubicBezTo>
                <a:cubicBezTo>
                  <a:pt x="3046286" y="2587752"/>
                  <a:pt x="3044857" y="2589276"/>
                  <a:pt x="3044857" y="2591086"/>
                </a:cubicBezTo>
                <a:cubicBezTo>
                  <a:pt x="3044857" y="2592896"/>
                  <a:pt x="3046381" y="2594420"/>
                  <a:pt x="3048191" y="2594420"/>
                </a:cubicBezTo>
                <a:close/>
                <a:moveTo>
                  <a:pt x="3124391" y="2593562"/>
                </a:moveTo>
                <a:cubicBezTo>
                  <a:pt x="3125820" y="2593562"/>
                  <a:pt x="3126962" y="2592420"/>
                  <a:pt x="3126962" y="2590991"/>
                </a:cubicBezTo>
                <a:cubicBezTo>
                  <a:pt x="3126962" y="2589562"/>
                  <a:pt x="3125820" y="2588419"/>
                  <a:pt x="3124391" y="2588419"/>
                </a:cubicBezTo>
                <a:cubicBezTo>
                  <a:pt x="3122962" y="2588419"/>
                  <a:pt x="3121819" y="2589562"/>
                  <a:pt x="3121819" y="2590991"/>
                </a:cubicBezTo>
                <a:cubicBezTo>
                  <a:pt x="3121914" y="2592420"/>
                  <a:pt x="3123057" y="2593562"/>
                  <a:pt x="3124391" y="2593562"/>
                </a:cubicBezTo>
                <a:close/>
                <a:moveTo>
                  <a:pt x="3200591" y="2592515"/>
                </a:moveTo>
                <a:cubicBezTo>
                  <a:pt x="3201448" y="2592515"/>
                  <a:pt x="3202115" y="2591848"/>
                  <a:pt x="3202115" y="2590991"/>
                </a:cubicBezTo>
                <a:cubicBezTo>
                  <a:pt x="3202115" y="2590133"/>
                  <a:pt x="3201448" y="2589466"/>
                  <a:pt x="3200591" y="2589466"/>
                </a:cubicBezTo>
                <a:cubicBezTo>
                  <a:pt x="3199733" y="2589466"/>
                  <a:pt x="3199066" y="2590133"/>
                  <a:pt x="3199066" y="2590991"/>
                </a:cubicBezTo>
                <a:cubicBezTo>
                  <a:pt x="3199162" y="2591848"/>
                  <a:pt x="3199829" y="2592515"/>
                  <a:pt x="3200591" y="2592515"/>
                </a:cubicBezTo>
                <a:close/>
                <a:moveTo>
                  <a:pt x="3276791" y="2591467"/>
                </a:moveTo>
                <a:cubicBezTo>
                  <a:pt x="3276981" y="2591467"/>
                  <a:pt x="3277172" y="2591276"/>
                  <a:pt x="3277172" y="2591086"/>
                </a:cubicBezTo>
                <a:cubicBezTo>
                  <a:pt x="3277172" y="2590895"/>
                  <a:pt x="3276981" y="2590705"/>
                  <a:pt x="3276791" y="2590705"/>
                </a:cubicBezTo>
                <a:cubicBezTo>
                  <a:pt x="3276600" y="2590705"/>
                  <a:pt x="3276410" y="2590895"/>
                  <a:pt x="3276410" y="2591086"/>
                </a:cubicBezTo>
                <a:cubicBezTo>
                  <a:pt x="3276410" y="2591276"/>
                  <a:pt x="3276600" y="2591467"/>
                  <a:pt x="3276791" y="2591467"/>
                </a:cubicBezTo>
                <a:close/>
                <a:moveTo>
                  <a:pt x="304991" y="2668048"/>
                </a:moveTo>
                <a:cubicBezTo>
                  <a:pt x="305467" y="2668048"/>
                  <a:pt x="305848" y="2667667"/>
                  <a:pt x="305848" y="2667191"/>
                </a:cubicBezTo>
                <a:cubicBezTo>
                  <a:pt x="305848" y="2666714"/>
                  <a:pt x="305467" y="2666333"/>
                  <a:pt x="304991" y="2666333"/>
                </a:cubicBezTo>
                <a:cubicBezTo>
                  <a:pt x="304514" y="2666333"/>
                  <a:pt x="304133" y="2666714"/>
                  <a:pt x="304133" y="2667191"/>
                </a:cubicBezTo>
                <a:cubicBezTo>
                  <a:pt x="304133" y="2667667"/>
                  <a:pt x="304514" y="2668048"/>
                  <a:pt x="304991" y="2668048"/>
                </a:cubicBezTo>
                <a:close/>
                <a:moveTo>
                  <a:pt x="381191" y="2668905"/>
                </a:moveTo>
                <a:cubicBezTo>
                  <a:pt x="382143" y="2668905"/>
                  <a:pt x="382905" y="2668143"/>
                  <a:pt x="382905" y="2667191"/>
                </a:cubicBezTo>
                <a:cubicBezTo>
                  <a:pt x="382905" y="2666238"/>
                  <a:pt x="382143" y="2665476"/>
                  <a:pt x="381191" y="2665476"/>
                </a:cubicBezTo>
                <a:cubicBezTo>
                  <a:pt x="380238" y="2665476"/>
                  <a:pt x="379476" y="2666238"/>
                  <a:pt x="379476" y="2667191"/>
                </a:cubicBezTo>
                <a:cubicBezTo>
                  <a:pt x="379476" y="2668143"/>
                  <a:pt x="380238" y="2668905"/>
                  <a:pt x="381191" y="2668905"/>
                </a:cubicBezTo>
                <a:close/>
                <a:moveTo>
                  <a:pt x="457391" y="2669953"/>
                </a:moveTo>
                <a:cubicBezTo>
                  <a:pt x="458915" y="2669953"/>
                  <a:pt x="460153" y="2668715"/>
                  <a:pt x="460153" y="2667191"/>
                </a:cubicBezTo>
                <a:cubicBezTo>
                  <a:pt x="460153" y="2665666"/>
                  <a:pt x="458915" y="2664428"/>
                  <a:pt x="457391" y="2664428"/>
                </a:cubicBezTo>
                <a:cubicBezTo>
                  <a:pt x="455867" y="2664428"/>
                  <a:pt x="454628" y="2665666"/>
                  <a:pt x="454628" y="2667191"/>
                </a:cubicBezTo>
                <a:cubicBezTo>
                  <a:pt x="454628" y="2668715"/>
                  <a:pt x="455867" y="2669953"/>
                  <a:pt x="457391" y="2669953"/>
                </a:cubicBezTo>
                <a:close/>
                <a:moveTo>
                  <a:pt x="533591" y="2670810"/>
                </a:moveTo>
                <a:cubicBezTo>
                  <a:pt x="535591" y="2670810"/>
                  <a:pt x="537210" y="2669191"/>
                  <a:pt x="537210" y="2667191"/>
                </a:cubicBezTo>
                <a:cubicBezTo>
                  <a:pt x="537210" y="2665190"/>
                  <a:pt x="535591" y="2663571"/>
                  <a:pt x="533591" y="2663571"/>
                </a:cubicBezTo>
                <a:cubicBezTo>
                  <a:pt x="531590" y="2663571"/>
                  <a:pt x="529971" y="2665190"/>
                  <a:pt x="529971" y="2667191"/>
                </a:cubicBezTo>
                <a:cubicBezTo>
                  <a:pt x="530066" y="2669191"/>
                  <a:pt x="531590" y="2670810"/>
                  <a:pt x="533591" y="2670810"/>
                </a:cubicBezTo>
                <a:close/>
                <a:moveTo>
                  <a:pt x="609790" y="2671858"/>
                </a:moveTo>
                <a:cubicBezTo>
                  <a:pt x="612362" y="2671858"/>
                  <a:pt x="614458" y="2669762"/>
                  <a:pt x="614458" y="2667191"/>
                </a:cubicBezTo>
                <a:cubicBezTo>
                  <a:pt x="614458" y="2664619"/>
                  <a:pt x="612362" y="2662523"/>
                  <a:pt x="609790" y="2662523"/>
                </a:cubicBezTo>
                <a:cubicBezTo>
                  <a:pt x="607219" y="2662523"/>
                  <a:pt x="605123" y="2664619"/>
                  <a:pt x="605123" y="2667191"/>
                </a:cubicBezTo>
                <a:cubicBezTo>
                  <a:pt x="605123" y="2669762"/>
                  <a:pt x="607219" y="2671858"/>
                  <a:pt x="609790" y="2671858"/>
                </a:cubicBezTo>
                <a:close/>
                <a:moveTo>
                  <a:pt x="685990" y="2672715"/>
                </a:moveTo>
                <a:cubicBezTo>
                  <a:pt x="689038" y="2672715"/>
                  <a:pt x="691515" y="2670239"/>
                  <a:pt x="691515" y="2667191"/>
                </a:cubicBezTo>
                <a:cubicBezTo>
                  <a:pt x="691515" y="2664143"/>
                  <a:pt x="689038" y="2661666"/>
                  <a:pt x="685990" y="2661666"/>
                </a:cubicBezTo>
                <a:cubicBezTo>
                  <a:pt x="682943" y="2661666"/>
                  <a:pt x="680466" y="2664143"/>
                  <a:pt x="680466" y="2667191"/>
                </a:cubicBezTo>
                <a:cubicBezTo>
                  <a:pt x="680561" y="2670239"/>
                  <a:pt x="682943" y="2672715"/>
                  <a:pt x="685990" y="2672715"/>
                </a:cubicBezTo>
                <a:close/>
                <a:moveTo>
                  <a:pt x="762190" y="2673572"/>
                </a:moveTo>
                <a:cubicBezTo>
                  <a:pt x="765715" y="2673572"/>
                  <a:pt x="768572" y="2670715"/>
                  <a:pt x="768572" y="2667191"/>
                </a:cubicBezTo>
                <a:cubicBezTo>
                  <a:pt x="768572" y="2663666"/>
                  <a:pt x="765715" y="2660809"/>
                  <a:pt x="762190" y="2660809"/>
                </a:cubicBezTo>
                <a:cubicBezTo>
                  <a:pt x="758666" y="2660809"/>
                  <a:pt x="755809" y="2663666"/>
                  <a:pt x="755809" y="2667191"/>
                </a:cubicBezTo>
                <a:cubicBezTo>
                  <a:pt x="755904" y="2670715"/>
                  <a:pt x="758666" y="2673572"/>
                  <a:pt x="762190" y="2673572"/>
                </a:cubicBezTo>
                <a:close/>
                <a:moveTo>
                  <a:pt x="838390" y="2674430"/>
                </a:moveTo>
                <a:cubicBezTo>
                  <a:pt x="842391" y="2674430"/>
                  <a:pt x="845534" y="2671191"/>
                  <a:pt x="845534" y="2667286"/>
                </a:cubicBezTo>
                <a:cubicBezTo>
                  <a:pt x="845534" y="2663285"/>
                  <a:pt x="842296" y="2660142"/>
                  <a:pt x="838390" y="2660142"/>
                </a:cubicBezTo>
                <a:cubicBezTo>
                  <a:pt x="834390" y="2660142"/>
                  <a:pt x="831247" y="2663381"/>
                  <a:pt x="831247" y="2667286"/>
                </a:cubicBezTo>
                <a:cubicBezTo>
                  <a:pt x="831247" y="2671191"/>
                  <a:pt x="834485" y="2674430"/>
                  <a:pt x="838390" y="2674430"/>
                </a:cubicBezTo>
                <a:close/>
                <a:moveTo>
                  <a:pt x="914590" y="2675287"/>
                </a:moveTo>
                <a:cubicBezTo>
                  <a:pt x="919067" y="2675287"/>
                  <a:pt x="922592" y="2671667"/>
                  <a:pt x="922592" y="2667286"/>
                </a:cubicBezTo>
                <a:cubicBezTo>
                  <a:pt x="922592" y="2662809"/>
                  <a:pt x="918972" y="2659285"/>
                  <a:pt x="914590" y="2659285"/>
                </a:cubicBezTo>
                <a:cubicBezTo>
                  <a:pt x="910114" y="2659285"/>
                  <a:pt x="906590" y="2662904"/>
                  <a:pt x="906590" y="2667286"/>
                </a:cubicBezTo>
                <a:cubicBezTo>
                  <a:pt x="906590" y="2671667"/>
                  <a:pt x="910209" y="2675287"/>
                  <a:pt x="914590" y="2675287"/>
                </a:cubicBezTo>
                <a:close/>
                <a:moveTo>
                  <a:pt x="990790" y="2676049"/>
                </a:moveTo>
                <a:cubicBezTo>
                  <a:pt x="995648" y="2676049"/>
                  <a:pt x="999649" y="2672048"/>
                  <a:pt x="999649" y="2667191"/>
                </a:cubicBezTo>
                <a:cubicBezTo>
                  <a:pt x="999649" y="2662333"/>
                  <a:pt x="995648" y="2658332"/>
                  <a:pt x="990790" y="2658332"/>
                </a:cubicBezTo>
                <a:cubicBezTo>
                  <a:pt x="985933" y="2658332"/>
                  <a:pt x="981932" y="2662333"/>
                  <a:pt x="981932" y="2667191"/>
                </a:cubicBezTo>
                <a:cubicBezTo>
                  <a:pt x="981932" y="2672144"/>
                  <a:pt x="985933" y="2676049"/>
                  <a:pt x="990790" y="2676049"/>
                </a:cubicBezTo>
                <a:close/>
                <a:moveTo>
                  <a:pt x="1066991" y="2676906"/>
                </a:moveTo>
                <a:cubicBezTo>
                  <a:pt x="1072325" y="2676906"/>
                  <a:pt x="1076706" y="2672524"/>
                  <a:pt x="1076706" y="2667191"/>
                </a:cubicBezTo>
                <a:cubicBezTo>
                  <a:pt x="1076706" y="2661857"/>
                  <a:pt x="1072325" y="2657475"/>
                  <a:pt x="1066991" y="2657475"/>
                </a:cubicBezTo>
                <a:cubicBezTo>
                  <a:pt x="1061657" y="2657475"/>
                  <a:pt x="1057275" y="2661857"/>
                  <a:pt x="1057275" y="2667191"/>
                </a:cubicBezTo>
                <a:cubicBezTo>
                  <a:pt x="1057275" y="2672524"/>
                  <a:pt x="1061657" y="2676906"/>
                  <a:pt x="1066991" y="2676906"/>
                </a:cubicBezTo>
                <a:close/>
                <a:moveTo>
                  <a:pt x="1143191" y="2677573"/>
                </a:moveTo>
                <a:cubicBezTo>
                  <a:pt x="1148906" y="2677573"/>
                  <a:pt x="1153573" y="2672906"/>
                  <a:pt x="1153573" y="2667191"/>
                </a:cubicBezTo>
                <a:cubicBezTo>
                  <a:pt x="1153573" y="2661476"/>
                  <a:pt x="1148906" y="2656808"/>
                  <a:pt x="1143191" y="2656808"/>
                </a:cubicBezTo>
                <a:cubicBezTo>
                  <a:pt x="1137476" y="2656808"/>
                  <a:pt x="1132808" y="2661476"/>
                  <a:pt x="1132808" y="2667191"/>
                </a:cubicBezTo>
                <a:cubicBezTo>
                  <a:pt x="1132904" y="2672906"/>
                  <a:pt x="1137476" y="2677573"/>
                  <a:pt x="1143191" y="2677573"/>
                </a:cubicBezTo>
                <a:close/>
                <a:moveTo>
                  <a:pt x="1219391" y="2678240"/>
                </a:moveTo>
                <a:cubicBezTo>
                  <a:pt x="1225487" y="2678240"/>
                  <a:pt x="1230344" y="2673287"/>
                  <a:pt x="1230344" y="2667286"/>
                </a:cubicBezTo>
                <a:cubicBezTo>
                  <a:pt x="1230344" y="2661190"/>
                  <a:pt x="1225391" y="2656332"/>
                  <a:pt x="1219391" y="2656332"/>
                </a:cubicBezTo>
                <a:cubicBezTo>
                  <a:pt x="1213390" y="2656332"/>
                  <a:pt x="1208437" y="2661285"/>
                  <a:pt x="1208437" y="2667286"/>
                </a:cubicBezTo>
                <a:cubicBezTo>
                  <a:pt x="1208437" y="2673287"/>
                  <a:pt x="1213390" y="2678240"/>
                  <a:pt x="1219391" y="2678240"/>
                </a:cubicBezTo>
                <a:close/>
                <a:moveTo>
                  <a:pt x="1295591" y="2678621"/>
                </a:moveTo>
                <a:cubicBezTo>
                  <a:pt x="1301877" y="2678621"/>
                  <a:pt x="1307021" y="2673477"/>
                  <a:pt x="1307021" y="2667191"/>
                </a:cubicBezTo>
                <a:cubicBezTo>
                  <a:pt x="1307021" y="2660904"/>
                  <a:pt x="1301877" y="2655761"/>
                  <a:pt x="1295591" y="2655761"/>
                </a:cubicBezTo>
                <a:cubicBezTo>
                  <a:pt x="1289304" y="2655761"/>
                  <a:pt x="1284161" y="2660904"/>
                  <a:pt x="1284161" y="2667191"/>
                </a:cubicBezTo>
                <a:cubicBezTo>
                  <a:pt x="1284161" y="2673477"/>
                  <a:pt x="1289304" y="2678621"/>
                  <a:pt x="1295591" y="2678621"/>
                </a:cubicBezTo>
                <a:close/>
                <a:moveTo>
                  <a:pt x="1371791" y="2679287"/>
                </a:moveTo>
                <a:cubicBezTo>
                  <a:pt x="1378458" y="2679287"/>
                  <a:pt x="1383792" y="2673858"/>
                  <a:pt x="1383792" y="2667286"/>
                </a:cubicBezTo>
                <a:cubicBezTo>
                  <a:pt x="1383792" y="2660618"/>
                  <a:pt x="1378363" y="2655284"/>
                  <a:pt x="1371791" y="2655284"/>
                </a:cubicBezTo>
                <a:cubicBezTo>
                  <a:pt x="1365123" y="2655284"/>
                  <a:pt x="1359789" y="2660714"/>
                  <a:pt x="1359789" y="2667286"/>
                </a:cubicBezTo>
                <a:cubicBezTo>
                  <a:pt x="1359789" y="2673858"/>
                  <a:pt x="1365123" y="2679287"/>
                  <a:pt x="1371791" y="2679287"/>
                </a:cubicBezTo>
                <a:close/>
                <a:moveTo>
                  <a:pt x="1447991" y="2679668"/>
                </a:moveTo>
                <a:cubicBezTo>
                  <a:pt x="1454849" y="2679668"/>
                  <a:pt x="1460468" y="2674049"/>
                  <a:pt x="1460468" y="2667191"/>
                </a:cubicBezTo>
                <a:cubicBezTo>
                  <a:pt x="1460468" y="2660333"/>
                  <a:pt x="1454849" y="2654713"/>
                  <a:pt x="1447991" y="2654713"/>
                </a:cubicBezTo>
                <a:cubicBezTo>
                  <a:pt x="1441133" y="2654713"/>
                  <a:pt x="1435513" y="2660333"/>
                  <a:pt x="1435513" y="2667191"/>
                </a:cubicBezTo>
                <a:cubicBezTo>
                  <a:pt x="1435513" y="2674049"/>
                  <a:pt x="1441133" y="2679668"/>
                  <a:pt x="1447991" y="2679668"/>
                </a:cubicBezTo>
                <a:close/>
                <a:moveTo>
                  <a:pt x="1524191" y="2679859"/>
                </a:moveTo>
                <a:cubicBezTo>
                  <a:pt x="1531239" y="2679859"/>
                  <a:pt x="1536859" y="2674144"/>
                  <a:pt x="1536859" y="2667191"/>
                </a:cubicBezTo>
                <a:cubicBezTo>
                  <a:pt x="1536859" y="2660142"/>
                  <a:pt x="1531144" y="2654522"/>
                  <a:pt x="1524191" y="2654522"/>
                </a:cubicBezTo>
                <a:cubicBezTo>
                  <a:pt x="1517142" y="2654522"/>
                  <a:pt x="1511522" y="2660237"/>
                  <a:pt x="1511522" y="2667191"/>
                </a:cubicBezTo>
                <a:cubicBezTo>
                  <a:pt x="1511522" y="2674239"/>
                  <a:pt x="1517237" y="2679859"/>
                  <a:pt x="1524191" y="2679859"/>
                </a:cubicBezTo>
                <a:close/>
                <a:moveTo>
                  <a:pt x="1600391" y="2680145"/>
                </a:moveTo>
                <a:cubicBezTo>
                  <a:pt x="1607534" y="2680145"/>
                  <a:pt x="1613249" y="2674334"/>
                  <a:pt x="1613249" y="2667286"/>
                </a:cubicBezTo>
                <a:cubicBezTo>
                  <a:pt x="1613249" y="2660142"/>
                  <a:pt x="1607439" y="2654427"/>
                  <a:pt x="1600391" y="2654427"/>
                </a:cubicBezTo>
                <a:cubicBezTo>
                  <a:pt x="1593247" y="2654427"/>
                  <a:pt x="1587532" y="2660237"/>
                  <a:pt x="1587532" y="2667286"/>
                </a:cubicBezTo>
                <a:cubicBezTo>
                  <a:pt x="1587532" y="2674334"/>
                  <a:pt x="1593247" y="2680145"/>
                  <a:pt x="1600391" y="2680145"/>
                </a:cubicBezTo>
                <a:close/>
                <a:moveTo>
                  <a:pt x="1676591" y="2680335"/>
                </a:moveTo>
                <a:cubicBezTo>
                  <a:pt x="1683830" y="2680335"/>
                  <a:pt x="1689735" y="2674430"/>
                  <a:pt x="1689735" y="2667191"/>
                </a:cubicBezTo>
                <a:cubicBezTo>
                  <a:pt x="1689735" y="2659952"/>
                  <a:pt x="1683830" y="2654046"/>
                  <a:pt x="1676591" y="2654046"/>
                </a:cubicBezTo>
                <a:cubicBezTo>
                  <a:pt x="1669352" y="2654046"/>
                  <a:pt x="1663446" y="2659952"/>
                  <a:pt x="1663446" y="2667191"/>
                </a:cubicBezTo>
                <a:cubicBezTo>
                  <a:pt x="1663541" y="2674430"/>
                  <a:pt x="1669352" y="2680335"/>
                  <a:pt x="1676591" y="2680335"/>
                </a:cubicBezTo>
                <a:close/>
                <a:moveTo>
                  <a:pt x="1752791" y="2680335"/>
                </a:moveTo>
                <a:cubicBezTo>
                  <a:pt x="1760030" y="2680335"/>
                  <a:pt x="1765935" y="2674430"/>
                  <a:pt x="1765935" y="2667191"/>
                </a:cubicBezTo>
                <a:cubicBezTo>
                  <a:pt x="1765935" y="2659952"/>
                  <a:pt x="1760030" y="2654046"/>
                  <a:pt x="1752791" y="2654046"/>
                </a:cubicBezTo>
                <a:cubicBezTo>
                  <a:pt x="1745552" y="2654046"/>
                  <a:pt x="1739646" y="2659952"/>
                  <a:pt x="1739646" y="2667191"/>
                </a:cubicBezTo>
                <a:cubicBezTo>
                  <a:pt x="1739741" y="2674430"/>
                  <a:pt x="1745552" y="2680335"/>
                  <a:pt x="1752791" y="2680335"/>
                </a:cubicBezTo>
                <a:close/>
                <a:moveTo>
                  <a:pt x="1828991" y="2680335"/>
                </a:moveTo>
                <a:cubicBezTo>
                  <a:pt x="1836230" y="2680335"/>
                  <a:pt x="1842135" y="2674430"/>
                  <a:pt x="1842135" y="2667191"/>
                </a:cubicBezTo>
                <a:cubicBezTo>
                  <a:pt x="1842135" y="2659952"/>
                  <a:pt x="1836230" y="2654046"/>
                  <a:pt x="1828991" y="2654046"/>
                </a:cubicBezTo>
                <a:cubicBezTo>
                  <a:pt x="1821752" y="2654046"/>
                  <a:pt x="1815846" y="2659952"/>
                  <a:pt x="1815846" y="2667191"/>
                </a:cubicBezTo>
                <a:cubicBezTo>
                  <a:pt x="1815941" y="2674430"/>
                  <a:pt x="1821752" y="2680335"/>
                  <a:pt x="1828991" y="2680335"/>
                </a:cubicBezTo>
                <a:close/>
                <a:moveTo>
                  <a:pt x="1905191" y="2680145"/>
                </a:moveTo>
                <a:cubicBezTo>
                  <a:pt x="1912334" y="2680145"/>
                  <a:pt x="1918049" y="2674334"/>
                  <a:pt x="1918049" y="2667286"/>
                </a:cubicBezTo>
                <a:cubicBezTo>
                  <a:pt x="1918049" y="2660142"/>
                  <a:pt x="1912239" y="2654427"/>
                  <a:pt x="1905191" y="2654427"/>
                </a:cubicBezTo>
                <a:cubicBezTo>
                  <a:pt x="1898047" y="2654427"/>
                  <a:pt x="1892332" y="2660237"/>
                  <a:pt x="1892332" y="2667286"/>
                </a:cubicBezTo>
                <a:cubicBezTo>
                  <a:pt x="1892332" y="2674334"/>
                  <a:pt x="1898047" y="2680145"/>
                  <a:pt x="1905191" y="2680145"/>
                </a:cubicBezTo>
                <a:close/>
                <a:moveTo>
                  <a:pt x="1981391" y="2679859"/>
                </a:moveTo>
                <a:cubicBezTo>
                  <a:pt x="1988439" y="2679859"/>
                  <a:pt x="1994059" y="2674144"/>
                  <a:pt x="1994059" y="2667191"/>
                </a:cubicBezTo>
                <a:cubicBezTo>
                  <a:pt x="1994059" y="2660142"/>
                  <a:pt x="1988344" y="2654522"/>
                  <a:pt x="1981391" y="2654522"/>
                </a:cubicBezTo>
                <a:cubicBezTo>
                  <a:pt x="1974342" y="2654522"/>
                  <a:pt x="1968722" y="2660237"/>
                  <a:pt x="1968722" y="2667191"/>
                </a:cubicBezTo>
                <a:cubicBezTo>
                  <a:pt x="1968722" y="2674239"/>
                  <a:pt x="1974437" y="2679859"/>
                  <a:pt x="1981391" y="2679859"/>
                </a:cubicBezTo>
                <a:close/>
                <a:moveTo>
                  <a:pt x="2057591" y="2679668"/>
                </a:moveTo>
                <a:cubicBezTo>
                  <a:pt x="2064449" y="2679668"/>
                  <a:pt x="2070068" y="2674049"/>
                  <a:pt x="2070068" y="2667191"/>
                </a:cubicBezTo>
                <a:cubicBezTo>
                  <a:pt x="2070068" y="2660333"/>
                  <a:pt x="2064449" y="2654713"/>
                  <a:pt x="2057591" y="2654713"/>
                </a:cubicBezTo>
                <a:cubicBezTo>
                  <a:pt x="2050733" y="2654713"/>
                  <a:pt x="2045113" y="2660333"/>
                  <a:pt x="2045113" y="2667191"/>
                </a:cubicBezTo>
                <a:cubicBezTo>
                  <a:pt x="2045113" y="2674049"/>
                  <a:pt x="2050733" y="2679668"/>
                  <a:pt x="2057591" y="2679668"/>
                </a:cubicBezTo>
                <a:close/>
                <a:moveTo>
                  <a:pt x="2133791" y="2679287"/>
                </a:moveTo>
                <a:cubicBezTo>
                  <a:pt x="2140458" y="2679287"/>
                  <a:pt x="2145792" y="2673858"/>
                  <a:pt x="2145792" y="2667286"/>
                </a:cubicBezTo>
                <a:cubicBezTo>
                  <a:pt x="2145792" y="2660618"/>
                  <a:pt x="2140363" y="2655284"/>
                  <a:pt x="2133791" y="2655284"/>
                </a:cubicBezTo>
                <a:cubicBezTo>
                  <a:pt x="2127123" y="2655284"/>
                  <a:pt x="2121789" y="2660714"/>
                  <a:pt x="2121789" y="2667286"/>
                </a:cubicBezTo>
                <a:cubicBezTo>
                  <a:pt x="2121789" y="2673858"/>
                  <a:pt x="2127123" y="2679287"/>
                  <a:pt x="2133791" y="2679287"/>
                </a:cubicBezTo>
                <a:close/>
                <a:moveTo>
                  <a:pt x="2209991" y="2678811"/>
                </a:moveTo>
                <a:cubicBezTo>
                  <a:pt x="2216372" y="2678811"/>
                  <a:pt x="2221611" y="2673572"/>
                  <a:pt x="2221611" y="2667191"/>
                </a:cubicBezTo>
                <a:cubicBezTo>
                  <a:pt x="2221611" y="2660809"/>
                  <a:pt x="2216372" y="2655570"/>
                  <a:pt x="2209991" y="2655570"/>
                </a:cubicBezTo>
                <a:cubicBezTo>
                  <a:pt x="2203609" y="2655570"/>
                  <a:pt x="2198370" y="2660809"/>
                  <a:pt x="2198370" y="2667191"/>
                </a:cubicBezTo>
                <a:cubicBezTo>
                  <a:pt x="2198370" y="2673668"/>
                  <a:pt x="2203609" y="2678811"/>
                  <a:pt x="2209991" y="2678811"/>
                </a:cubicBezTo>
                <a:close/>
                <a:moveTo>
                  <a:pt x="2286191" y="2678240"/>
                </a:moveTo>
                <a:cubicBezTo>
                  <a:pt x="2292287" y="2678240"/>
                  <a:pt x="2297144" y="2673287"/>
                  <a:pt x="2297144" y="2667286"/>
                </a:cubicBezTo>
                <a:cubicBezTo>
                  <a:pt x="2297144" y="2661190"/>
                  <a:pt x="2292191" y="2656332"/>
                  <a:pt x="2286191" y="2656332"/>
                </a:cubicBezTo>
                <a:cubicBezTo>
                  <a:pt x="2280190" y="2656332"/>
                  <a:pt x="2275237" y="2661285"/>
                  <a:pt x="2275237" y="2667286"/>
                </a:cubicBezTo>
                <a:cubicBezTo>
                  <a:pt x="2275237" y="2673287"/>
                  <a:pt x="2280190" y="2678240"/>
                  <a:pt x="2286191" y="2678240"/>
                </a:cubicBezTo>
                <a:close/>
                <a:moveTo>
                  <a:pt x="2362391" y="2677573"/>
                </a:moveTo>
                <a:cubicBezTo>
                  <a:pt x="2368106" y="2677573"/>
                  <a:pt x="2372773" y="2672906"/>
                  <a:pt x="2372773" y="2667191"/>
                </a:cubicBezTo>
                <a:cubicBezTo>
                  <a:pt x="2372773" y="2661476"/>
                  <a:pt x="2368106" y="2656808"/>
                  <a:pt x="2362391" y="2656808"/>
                </a:cubicBezTo>
                <a:cubicBezTo>
                  <a:pt x="2356676" y="2656808"/>
                  <a:pt x="2352008" y="2661476"/>
                  <a:pt x="2352008" y="2667191"/>
                </a:cubicBezTo>
                <a:cubicBezTo>
                  <a:pt x="2352104" y="2672906"/>
                  <a:pt x="2356676" y="2677573"/>
                  <a:pt x="2362391" y="2677573"/>
                </a:cubicBezTo>
                <a:close/>
                <a:moveTo>
                  <a:pt x="2438591" y="2676906"/>
                </a:moveTo>
                <a:cubicBezTo>
                  <a:pt x="2443924" y="2676906"/>
                  <a:pt x="2448306" y="2672524"/>
                  <a:pt x="2448306" y="2667191"/>
                </a:cubicBezTo>
                <a:cubicBezTo>
                  <a:pt x="2448306" y="2661857"/>
                  <a:pt x="2443924" y="2657475"/>
                  <a:pt x="2438591" y="2657475"/>
                </a:cubicBezTo>
                <a:cubicBezTo>
                  <a:pt x="2433257" y="2657475"/>
                  <a:pt x="2428875" y="2661857"/>
                  <a:pt x="2428875" y="2667191"/>
                </a:cubicBezTo>
                <a:cubicBezTo>
                  <a:pt x="2428875" y="2672524"/>
                  <a:pt x="2433257" y="2676906"/>
                  <a:pt x="2438591" y="2676906"/>
                </a:cubicBezTo>
                <a:close/>
                <a:moveTo>
                  <a:pt x="2514791" y="2676049"/>
                </a:moveTo>
                <a:cubicBezTo>
                  <a:pt x="2519648" y="2676049"/>
                  <a:pt x="2523649" y="2672048"/>
                  <a:pt x="2523649" y="2667191"/>
                </a:cubicBezTo>
                <a:cubicBezTo>
                  <a:pt x="2523649" y="2662333"/>
                  <a:pt x="2519648" y="2658332"/>
                  <a:pt x="2514791" y="2658332"/>
                </a:cubicBezTo>
                <a:cubicBezTo>
                  <a:pt x="2509933" y="2658332"/>
                  <a:pt x="2505932" y="2662333"/>
                  <a:pt x="2505932" y="2667191"/>
                </a:cubicBezTo>
                <a:cubicBezTo>
                  <a:pt x="2505932" y="2672144"/>
                  <a:pt x="2509933" y="2676049"/>
                  <a:pt x="2514791" y="2676049"/>
                </a:cubicBezTo>
                <a:close/>
                <a:moveTo>
                  <a:pt x="2590991" y="2675287"/>
                </a:moveTo>
                <a:cubicBezTo>
                  <a:pt x="2595467" y="2675287"/>
                  <a:pt x="2598991" y="2671667"/>
                  <a:pt x="2598991" y="2667286"/>
                </a:cubicBezTo>
                <a:cubicBezTo>
                  <a:pt x="2598991" y="2662809"/>
                  <a:pt x="2595372" y="2659285"/>
                  <a:pt x="2590991" y="2659285"/>
                </a:cubicBezTo>
                <a:cubicBezTo>
                  <a:pt x="2586514" y="2659285"/>
                  <a:pt x="2582990" y="2662904"/>
                  <a:pt x="2582990" y="2667286"/>
                </a:cubicBezTo>
                <a:cubicBezTo>
                  <a:pt x="2582990" y="2671667"/>
                  <a:pt x="2586609" y="2675287"/>
                  <a:pt x="2590991" y="2675287"/>
                </a:cubicBezTo>
                <a:close/>
                <a:moveTo>
                  <a:pt x="2667191" y="2674430"/>
                </a:moveTo>
                <a:cubicBezTo>
                  <a:pt x="2671191" y="2674430"/>
                  <a:pt x="2674334" y="2671191"/>
                  <a:pt x="2674334" y="2667286"/>
                </a:cubicBezTo>
                <a:cubicBezTo>
                  <a:pt x="2674334" y="2663285"/>
                  <a:pt x="2671096" y="2660142"/>
                  <a:pt x="2667191" y="2660142"/>
                </a:cubicBezTo>
                <a:cubicBezTo>
                  <a:pt x="2663190" y="2660142"/>
                  <a:pt x="2660047" y="2663381"/>
                  <a:pt x="2660047" y="2667286"/>
                </a:cubicBezTo>
                <a:cubicBezTo>
                  <a:pt x="2660047" y="2671191"/>
                  <a:pt x="2663285" y="2674430"/>
                  <a:pt x="2667191" y="2674430"/>
                </a:cubicBezTo>
                <a:close/>
                <a:moveTo>
                  <a:pt x="2743391" y="2673572"/>
                </a:moveTo>
                <a:cubicBezTo>
                  <a:pt x="2746915" y="2673572"/>
                  <a:pt x="2749772" y="2670715"/>
                  <a:pt x="2749772" y="2667191"/>
                </a:cubicBezTo>
                <a:cubicBezTo>
                  <a:pt x="2749772" y="2663666"/>
                  <a:pt x="2746915" y="2660809"/>
                  <a:pt x="2743391" y="2660809"/>
                </a:cubicBezTo>
                <a:cubicBezTo>
                  <a:pt x="2739866" y="2660809"/>
                  <a:pt x="2737009" y="2663666"/>
                  <a:pt x="2737009" y="2667191"/>
                </a:cubicBezTo>
                <a:cubicBezTo>
                  <a:pt x="2737104" y="2670715"/>
                  <a:pt x="2739866" y="2673572"/>
                  <a:pt x="2743391" y="2673572"/>
                </a:cubicBezTo>
                <a:close/>
                <a:moveTo>
                  <a:pt x="2819591" y="2672715"/>
                </a:moveTo>
                <a:cubicBezTo>
                  <a:pt x="2822639" y="2672715"/>
                  <a:pt x="2825115" y="2670239"/>
                  <a:pt x="2825115" y="2667191"/>
                </a:cubicBezTo>
                <a:cubicBezTo>
                  <a:pt x="2825115" y="2664143"/>
                  <a:pt x="2822639" y="2661666"/>
                  <a:pt x="2819591" y="2661666"/>
                </a:cubicBezTo>
                <a:cubicBezTo>
                  <a:pt x="2816543" y="2661666"/>
                  <a:pt x="2814066" y="2664143"/>
                  <a:pt x="2814066" y="2667191"/>
                </a:cubicBezTo>
                <a:cubicBezTo>
                  <a:pt x="2814161" y="2670239"/>
                  <a:pt x="2816543" y="2672715"/>
                  <a:pt x="2819591" y="2672715"/>
                </a:cubicBezTo>
                <a:close/>
                <a:moveTo>
                  <a:pt x="2895791" y="2671858"/>
                </a:moveTo>
                <a:cubicBezTo>
                  <a:pt x="2898362" y="2671858"/>
                  <a:pt x="2900458" y="2669762"/>
                  <a:pt x="2900458" y="2667191"/>
                </a:cubicBezTo>
                <a:cubicBezTo>
                  <a:pt x="2900458" y="2664619"/>
                  <a:pt x="2898362" y="2662523"/>
                  <a:pt x="2895791" y="2662523"/>
                </a:cubicBezTo>
                <a:cubicBezTo>
                  <a:pt x="2893219" y="2662523"/>
                  <a:pt x="2891123" y="2664619"/>
                  <a:pt x="2891123" y="2667191"/>
                </a:cubicBezTo>
                <a:cubicBezTo>
                  <a:pt x="2891123" y="2669762"/>
                  <a:pt x="2893219" y="2671858"/>
                  <a:pt x="2895791" y="2671858"/>
                </a:cubicBezTo>
                <a:close/>
                <a:moveTo>
                  <a:pt x="2971991" y="2671001"/>
                </a:moveTo>
                <a:cubicBezTo>
                  <a:pt x="2974086" y="2671001"/>
                  <a:pt x="2975801" y="2669286"/>
                  <a:pt x="2975801" y="2667191"/>
                </a:cubicBezTo>
                <a:cubicBezTo>
                  <a:pt x="2975801" y="2665095"/>
                  <a:pt x="2974086" y="2663381"/>
                  <a:pt x="2971991" y="2663381"/>
                </a:cubicBezTo>
                <a:cubicBezTo>
                  <a:pt x="2969895" y="2663381"/>
                  <a:pt x="2968181" y="2665095"/>
                  <a:pt x="2968181" y="2667191"/>
                </a:cubicBezTo>
                <a:cubicBezTo>
                  <a:pt x="2968181" y="2669286"/>
                  <a:pt x="2969895" y="2671001"/>
                  <a:pt x="2971991" y="2671001"/>
                </a:cubicBezTo>
                <a:close/>
                <a:moveTo>
                  <a:pt x="3048191" y="2669953"/>
                </a:moveTo>
                <a:cubicBezTo>
                  <a:pt x="3049715" y="2669953"/>
                  <a:pt x="3050953" y="2668715"/>
                  <a:pt x="3050953" y="2667191"/>
                </a:cubicBezTo>
                <a:cubicBezTo>
                  <a:pt x="3050953" y="2665666"/>
                  <a:pt x="3049715" y="2664428"/>
                  <a:pt x="3048191" y="2664428"/>
                </a:cubicBezTo>
                <a:cubicBezTo>
                  <a:pt x="3046666" y="2664428"/>
                  <a:pt x="3045428" y="2665666"/>
                  <a:pt x="3045428" y="2667191"/>
                </a:cubicBezTo>
                <a:cubicBezTo>
                  <a:pt x="3045428" y="2668715"/>
                  <a:pt x="3046666" y="2669953"/>
                  <a:pt x="3048191" y="2669953"/>
                </a:cubicBezTo>
                <a:close/>
                <a:moveTo>
                  <a:pt x="3124391" y="2669096"/>
                </a:moveTo>
                <a:cubicBezTo>
                  <a:pt x="3125438" y="2669096"/>
                  <a:pt x="3126296" y="2668238"/>
                  <a:pt x="3126296" y="2667191"/>
                </a:cubicBezTo>
                <a:cubicBezTo>
                  <a:pt x="3126296" y="2666143"/>
                  <a:pt x="3125438" y="2665286"/>
                  <a:pt x="3124391" y="2665286"/>
                </a:cubicBezTo>
                <a:cubicBezTo>
                  <a:pt x="3123343" y="2665286"/>
                  <a:pt x="3122486" y="2666143"/>
                  <a:pt x="3122486" y="2667191"/>
                </a:cubicBezTo>
                <a:cubicBezTo>
                  <a:pt x="3122486" y="2668238"/>
                  <a:pt x="3123343" y="2669096"/>
                  <a:pt x="3124391" y="2669096"/>
                </a:cubicBezTo>
                <a:close/>
                <a:moveTo>
                  <a:pt x="3200591" y="2668048"/>
                </a:moveTo>
                <a:cubicBezTo>
                  <a:pt x="3201067" y="2668048"/>
                  <a:pt x="3201448" y="2667667"/>
                  <a:pt x="3201448" y="2667191"/>
                </a:cubicBezTo>
                <a:cubicBezTo>
                  <a:pt x="3201448" y="2666714"/>
                  <a:pt x="3201067" y="2666333"/>
                  <a:pt x="3200591" y="2666333"/>
                </a:cubicBezTo>
                <a:cubicBezTo>
                  <a:pt x="3200114" y="2666333"/>
                  <a:pt x="3199733" y="2666714"/>
                  <a:pt x="3199733" y="2667191"/>
                </a:cubicBezTo>
                <a:cubicBezTo>
                  <a:pt x="3199733" y="2667667"/>
                  <a:pt x="3200114" y="2668048"/>
                  <a:pt x="3200591" y="2668048"/>
                </a:cubicBezTo>
                <a:close/>
                <a:moveTo>
                  <a:pt x="304991" y="2743581"/>
                </a:moveTo>
                <a:cubicBezTo>
                  <a:pt x="305086" y="2743581"/>
                  <a:pt x="305181" y="2743486"/>
                  <a:pt x="305181" y="2743391"/>
                </a:cubicBezTo>
                <a:cubicBezTo>
                  <a:pt x="305181" y="2743295"/>
                  <a:pt x="305086" y="2743200"/>
                  <a:pt x="304991" y="2743200"/>
                </a:cubicBezTo>
                <a:cubicBezTo>
                  <a:pt x="304895" y="2743200"/>
                  <a:pt x="304800" y="2743295"/>
                  <a:pt x="304800" y="2743391"/>
                </a:cubicBezTo>
                <a:cubicBezTo>
                  <a:pt x="304800" y="2743486"/>
                  <a:pt x="304895" y="2743581"/>
                  <a:pt x="304991" y="2743581"/>
                </a:cubicBezTo>
                <a:close/>
                <a:moveTo>
                  <a:pt x="381191" y="2744438"/>
                </a:moveTo>
                <a:cubicBezTo>
                  <a:pt x="381762" y="2744438"/>
                  <a:pt x="382238" y="2743962"/>
                  <a:pt x="382238" y="2743391"/>
                </a:cubicBezTo>
                <a:cubicBezTo>
                  <a:pt x="382238" y="2742819"/>
                  <a:pt x="381762" y="2742343"/>
                  <a:pt x="381191" y="2742343"/>
                </a:cubicBezTo>
                <a:cubicBezTo>
                  <a:pt x="380619" y="2742343"/>
                  <a:pt x="380143" y="2742819"/>
                  <a:pt x="380143" y="2743391"/>
                </a:cubicBezTo>
                <a:cubicBezTo>
                  <a:pt x="380143" y="2743962"/>
                  <a:pt x="380619" y="2744438"/>
                  <a:pt x="381191" y="2744438"/>
                </a:cubicBezTo>
                <a:close/>
                <a:moveTo>
                  <a:pt x="457391" y="2745486"/>
                </a:moveTo>
                <a:cubicBezTo>
                  <a:pt x="458534" y="2745486"/>
                  <a:pt x="459486" y="2744534"/>
                  <a:pt x="459486" y="2743391"/>
                </a:cubicBezTo>
                <a:cubicBezTo>
                  <a:pt x="459486" y="2742248"/>
                  <a:pt x="458534" y="2741295"/>
                  <a:pt x="457391" y="2741295"/>
                </a:cubicBezTo>
                <a:cubicBezTo>
                  <a:pt x="456248" y="2741295"/>
                  <a:pt x="455295" y="2742248"/>
                  <a:pt x="455295" y="2743391"/>
                </a:cubicBezTo>
                <a:cubicBezTo>
                  <a:pt x="455295" y="2744534"/>
                  <a:pt x="456248" y="2745486"/>
                  <a:pt x="457391" y="2745486"/>
                </a:cubicBezTo>
                <a:close/>
                <a:moveTo>
                  <a:pt x="533591" y="2746343"/>
                </a:moveTo>
                <a:cubicBezTo>
                  <a:pt x="535210" y="2746343"/>
                  <a:pt x="536543" y="2745010"/>
                  <a:pt x="536543" y="2743391"/>
                </a:cubicBezTo>
                <a:cubicBezTo>
                  <a:pt x="536543" y="2741771"/>
                  <a:pt x="535210" y="2740438"/>
                  <a:pt x="533591" y="2740438"/>
                </a:cubicBezTo>
                <a:cubicBezTo>
                  <a:pt x="531971" y="2740438"/>
                  <a:pt x="530638" y="2741771"/>
                  <a:pt x="530638" y="2743391"/>
                </a:cubicBezTo>
                <a:cubicBezTo>
                  <a:pt x="530638" y="2745010"/>
                  <a:pt x="531971" y="2746343"/>
                  <a:pt x="533591" y="2746343"/>
                </a:cubicBezTo>
                <a:close/>
                <a:moveTo>
                  <a:pt x="609790" y="2747201"/>
                </a:moveTo>
                <a:cubicBezTo>
                  <a:pt x="611886" y="2747201"/>
                  <a:pt x="613601" y="2745486"/>
                  <a:pt x="613601" y="2743391"/>
                </a:cubicBezTo>
                <a:cubicBezTo>
                  <a:pt x="613601" y="2741295"/>
                  <a:pt x="611886" y="2739581"/>
                  <a:pt x="609790" y="2739581"/>
                </a:cubicBezTo>
                <a:cubicBezTo>
                  <a:pt x="607695" y="2739581"/>
                  <a:pt x="605981" y="2741295"/>
                  <a:pt x="605981" y="2743391"/>
                </a:cubicBezTo>
                <a:cubicBezTo>
                  <a:pt x="605981" y="2745486"/>
                  <a:pt x="607695" y="2747201"/>
                  <a:pt x="609790" y="2747201"/>
                </a:cubicBezTo>
                <a:close/>
                <a:moveTo>
                  <a:pt x="685990" y="2748058"/>
                </a:moveTo>
                <a:cubicBezTo>
                  <a:pt x="688562" y="2748058"/>
                  <a:pt x="690658" y="2745962"/>
                  <a:pt x="690658" y="2743391"/>
                </a:cubicBezTo>
                <a:cubicBezTo>
                  <a:pt x="690658" y="2740819"/>
                  <a:pt x="688562" y="2738723"/>
                  <a:pt x="685990" y="2738723"/>
                </a:cubicBezTo>
                <a:cubicBezTo>
                  <a:pt x="683419" y="2738723"/>
                  <a:pt x="681323" y="2740819"/>
                  <a:pt x="681323" y="2743391"/>
                </a:cubicBezTo>
                <a:cubicBezTo>
                  <a:pt x="681323" y="2745962"/>
                  <a:pt x="683419" y="2748058"/>
                  <a:pt x="685990" y="2748058"/>
                </a:cubicBezTo>
                <a:close/>
                <a:moveTo>
                  <a:pt x="762190" y="2748915"/>
                </a:moveTo>
                <a:cubicBezTo>
                  <a:pt x="765238" y="2748915"/>
                  <a:pt x="767715" y="2746439"/>
                  <a:pt x="767715" y="2743391"/>
                </a:cubicBezTo>
                <a:cubicBezTo>
                  <a:pt x="767715" y="2740343"/>
                  <a:pt x="765238" y="2737866"/>
                  <a:pt x="762190" y="2737866"/>
                </a:cubicBezTo>
                <a:cubicBezTo>
                  <a:pt x="759143" y="2737866"/>
                  <a:pt x="756666" y="2740343"/>
                  <a:pt x="756666" y="2743391"/>
                </a:cubicBezTo>
                <a:cubicBezTo>
                  <a:pt x="756761" y="2746439"/>
                  <a:pt x="759143" y="2748915"/>
                  <a:pt x="762190" y="2748915"/>
                </a:cubicBezTo>
                <a:close/>
                <a:moveTo>
                  <a:pt x="838390" y="2749772"/>
                </a:moveTo>
                <a:cubicBezTo>
                  <a:pt x="841915" y="2749772"/>
                  <a:pt x="844772" y="2746915"/>
                  <a:pt x="844772" y="2743391"/>
                </a:cubicBezTo>
                <a:cubicBezTo>
                  <a:pt x="844772" y="2739866"/>
                  <a:pt x="841915" y="2737009"/>
                  <a:pt x="838390" y="2737009"/>
                </a:cubicBezTo>
                <a:cubicBezTo>
                  <a:pt x="834866" y="2737009"/>
                  <a:pt x="832009" y="2739866"/>
                  <a:pt x="832009" y="2743391"/>
                </a:cubicBezTo>
                <a:cubicBezTo>
                  <a:pt x="832104" y="2746915"/>
                  <a:pt x="834866" y="2749772"/>
                  <a:pt x="838390" y="2749772"/>
                </a:cubicBezTo>
                <a:close/>
                <a:moveTo>
                  <a:pt x="914590" y="2750630"/>
                </a:moveTo>
                <a:cubicBezTo>
                  <a:pt x="918591" y="2750630"/>
                  <a:pt x="921734" y="2747391"/>
                  <a:pt x="921734" y="2743486"/>
                </a:cubicBezTo>
                <a:cubicBezTo>
                  <a:pt x="921734" y="2739485"/>
                  <a:pt x="918496" y="2736342"/>
                  <a:pt x="914590" y="2736342"/>
                </a:cubicBezTo>
                <a:cubicBezTo>
                  <a:pt x="910590" y="2736342"/>
                  <a:pt x="907447" y="2739581"/>
                  <a:pt x="907447" y="2743486"/>
                </a:cubicBezTo>
                <a:cubicBezTo>
                  <a:pt x="907447" y="2747391"/>
                  <a:pt x="910685" y="2750630"/>
                  <a:pt x="914590" y="2750630"/>
                </a:cubicBezTo>
                <a:close/>
                <a:moveTo>
                  <a:pt x="990790" y="2751201"/>
                </a:moveTo>
                <a:cubicBezTo>
                  <a:pt x="995077" y="2751201"/>
                  <a:pt x="998601" y="2747677"/>
                  <a:pt x="998601" y="2743391"/>
                </a:cubicBezTo>
                <a:cubicBezTo>
                  <a:pt x="998601" y="2739104"/>
                  <a:pt x="995077" y="2735580"/>
                  <a:pt x="990790" y="2735580"/>
                </a:cubicBezTo>
                <a:cubicBezTo>
                  <a:pt x="986504" y="2735580"/>
                  <a:pt x="982980" y="2739104"/>
                  <a:pt x="982980" y="2743391"/>
                </a:cubicBezTo>
                <a:cubicBezTo>
                  <a:pt x="982980" y="2747772"/>
                  <a:pt x="986504" y="2751201"/>
                  <a:pt x="990790" y="2751201"/>
                </a:cubicBezTo>
                <a:close/>
                <a:moveTo>
                  <a:pt x="1066991" y="2752058"/>
                </a:moveTo>
                <a:cubicBezTo>
                  <a:pt x="1071753" y="2752058"/>
                  <a:pt x="1075658" y="2748153"/>
                  <a:pt x="1075658" y="2743391"/>
                </a:cubicBezTo>
                <a:cubicBezTo>
                  <a:pt x="1075658" y="2738628"/>
                  <a:pt x="1071753" y="2734723"/>
                  <a:pt x="1066991" y="2734723"/>
                </a:cubicBezTo>
                <a:cubicBezTo>
                  <a:pt x="1062228" y="2734723"/>
                  <a:pt x="1058323" y="2738628"/>
                  <a:pt x="1058323" y="2743391"/>
                </a:cubicBezTo>
                <a:cubicBezTo>
                  <a:pt x="1058323" y="2748153"/>
                  <a:pt x="1062228" y="2752058"/>
                  <a:pt x="1066991" y="2752058"/>
                </a:cubicBezTo>
                <a:close/>
                <a:moveTo>
                  <a:pt x="1143191" y="2752725"/>
                </a:moveTo>
                <a:cubicBezTo>
                  <a:pt x="1148334" y="2752725"/>
                  <a:pt x="1152525" y="2748534"/>
                  <a:pt x="1152525" y="2743391"/>
                </a:cubicBezTo>
                <a:cubicBezTo>
                  <a:pt x="1152525" y="2738247"/>
                  <a:pt x="1148334" y="2734056"/>
                  <a:pt x="1143191" y="2734056"/>
                </a:cubicBezTo>
                <a:cubicBezTo>
                  <a:pt x="1138047" y="2734056"/>
                  <a:pt x="1133856" y="2738247"/>
                  <a:pt x="1133856" y="2743391"/>
                </a:cubicBezTo>
                <a:cubicBezTo>
                  <a:pt x="1133951" y="2748534"/>
                  <a:pt x="1138047" y="2752725"/>
                  <a:pt x="1143191" y="2752725"/>
                </a:cubicBezTo>
                <a:close/>
                <a:moveTo>
                  <a:pt x="1219391" y="2753297"/>
                </a:moveTo>
                <a:cubicBezTo>
                  <a:pt x="1224915" y="2753297"/>
                  <a:pt x="1229297" y="2748820"/>
                  <a:pt x="1229297" y="2743391"/>
                </a:cubicBezTo>
                <a:cubicBezTo>
                  <a:pt x="1229297" y="2737866"/>
                  <a:pt x="1224820" y="2733485"/>
                  <a:pt x="1219391" y="2733485"/>
                </a:cubicBezTo>
                <a:cubicBezTo>
                  <a:pt x="1213866" y="2733485"/>
                  <a:pt x="1209485" y="2737961"/>
                  <a:pt x="1209485" y="2743391"/>
                </a:cubicBezTo>
                <a:cubicBezTo>
                  <a:pt x="1209485" y="2748915"/>
                  <a:pt x="1213961" y="2753297"/>
                  <a:pt x="1219391" y="2753297"/>
                </a:cubicBezTo>
                <a:close/>
                <a:moveTo>
                  <a:pt x="1295591" y="2753773"/>
                </a:moveTo>
                <a:cubicBezTo>
                  <a:pt x="1301306" y="2753773"/>
                  <a:pt x="1305973" y="2749106"/>
                  <a:pt x="1305973" y="2743391"/>
                </a:cubicBezTo>
                <a:cubicBezTo>
                  <a:pt x="1305973" y="2737676"/>
                  <a:pt x="1301306" y="2733008"/>
                  <a:pt x="1295591" y="2733008"/>
                </a:cubicBezTo>
                <a:cubicBezTo>
                  <a:pt x="1289876" y="2733008"/>
                  <a:pt x="1285208" y="2737676"/>
                  <a:pt x="1285208" y="2743391"/>
                </a:cubicBezTo>
                <a:cubicBezTo>
                  <a:pt x="1285304" y="2749106"/>
                  <a:pt x="1289876" y="2753773"/>
                  <a:pt x="1295591" y="2753773"/>
                </a:cubicBezTo>
                <a:close/>
                <a:moveTo>
                  <a:pt x="1371791" y="2754440"/>
                </a:moveTo>
                <a:cubicBezTo>
                  <a:pt x="1377887" y="2754440"/>
                  <a:pt x="1382744" y="2749487"/>
                  <a:pt x="1382744" y="2743486"/>
                </a:cubicBezTo>
                <a:cubicBezTo>
                  <a:pt x="1382744" y="2737390"/>
                  <a:pt x="1377791" y="2732532"/>
                  <a:pt x="1371791" y="2732532"/>
                </a:cubicBezTo>
                <a:cubicBezTo>
                  <a:pt x="1365790" y="2732532"/>
                  <a:pt x="1360837" y="2737485"/>
                  <a:pt x="1360837" y="2743486"/>
                </a:cubicBezTo>
                <a:cubicBezTo>
                  <a:pt x="1360837" y="2749487"/>
                  <a:pt x="1365790" y="2754440"/>
                  <a:pt x="1371791" y="2754440"/>
                </a:cubicBezTo>
                <a:close/>
                <a:moveTo>
                  <a:pt x="1447991" y="2754630"/>
                </a:moveTo>
                <a:cubicBezTo>
                  <a:pt x="1454182" y="2754630"/>
                  <a:pt x="1459230" y="2749582"/>
                  <a:pt x="1459230" y="2743391"/>
                </a:cubicBezTo>
                <a:cubicBezTo>
                  <a:pt x="1459230" y="2737199"/>
                  <a:pt x="1454182" y="2732151"/>
                  <a:pt x="1447991" y="2732151"/>
                </a:cubicBezTo>
                <a:cubicBezTo>
                  <a:pt x="1441799" y="2732151"/>
                  <a:pt x="1436751" y="2737199"/>
                  <a:pt x="1436751" y="2743391"/>
                </a:cubicBezTo>
                <a:cubicBezTo>
                  <a:pt x="1436846" y="2749582"/>
                  <a:pt x="1441799" y="2754630"/>
                  <a:pt x="1447991" y="2754630"/>
                </a:cubicBezTo>
                <a:close/>
                <a:moveTo>
                  <a:pt x="1524191" y="2755011"/>
                </a:moveTo>
                <a:cubicBezTo>
                  <a:pt x="1530572" y="2755011"/>
                  <a:pt x="1535811" y="2749772"/>
                  <a:pt x="1535811" y="2743391"/>
                </a:cubicBezTo>
                <a:cubicBezTo>
                  <a:pt x="1535811" y="2737009"/>
                  <a:pt x="1530572" y="2731770"/>
                  <a:pt x="1524191" y="2731770"/>
                </a:cubicBezTo>
                <a:cubicBezTo>
                  <a:pt x="1517809" y="2731770"/>
                  <a:pt x="1512570" y="2737009"/>
                  <a:pt x="1512570" y="2743391"/>
                </a:cubicBezTo>
                <a:cubicBezTo>
                  <a:pt x="1512570" y="2749868"/>
                  <a:pt x="1517809" y="2755011"/>
                  <a:pt x="1524191" y="2755011"/>
                </a:cubicBezTo>
                <a:close/>
                <a:moveTo>
                  <a:pt x="1600391" y="2755202"/>
                </a:moveTo>
                <a:cubicBezTo>
                  <a:pt x="1606963" y="2755202"/>
                  <a:pt x="1612202" y="2749868"/>
                  <a:pt x="1612202" y="2743391"/>
                </a:cubicBezTo>
                <a:cubicBezTo>
                  <a:pt x="1612202" y="2736818"/>
                  <a:pt x="1606868" y="2731580"/>
                  <a:pt x="1600391" y="2731580"/>
                </a:cubicBezTo>
                <a:cubicBezTo>
                  <a:pt x="1593914" y="2731580"/>
                  <a:pt x="1588580" y="2736914"/>
                  <a:pt x="1588580" y="2743391"/>
                </a:cubicBezTo>
                <a:cubicBezTo>
                  <a:pt x="1588580" y="2749963"/>
                  <a:pt x="1593914" y="2755202"/>
                  <a:pt x="1600391" y="2755202"/>
                </a:cubicBezTo>
                <a:close/>
                <a:moveTo>
                  <a:pt x="1676591" y="2755487"/>
                </a:moveTo>
                <a:cubicBezTo>
                  <a:pt x="1683258" y="2755487"/>
                  <a:pt x="1688592" y="2750058"/>
                  <a:pt x="1688592" y="2743486"/>
                </a:cubicBezTo>
                <a:cubicBezTo>
                  <a:pt x="1688592" y="2736818"/>
                  <a:pt x="1683163" y="2731484"/>
                  <a:pt x="1676591" y="2731484"/>
                </a:cubicBezTo>
                <a:cubicBezTo>
                  <a:pt x="1669923" y="2731484"/>
                  <a:pt x="1664589" y="2736914"/>
                  <a:pt x="1664589" y="2743486"/>
                </a:cubicBezTo>
                <a:cubicBezTo>
                  <a:pt x="1664589" y="2750058"/>
                  <a:pt x="1669923" y="2755487"/>
                  <a:pt x="1676591" y="2755487"/>
                </a:cubicBezTo>
                <a:close/>
                <a:moveTo>
                  <a:pt x="1752791" y="2755487"/>
                </a:moveTo>
                <a:cubicBezTo>
                  <a:pt x="1759458" y="2755487"/>
                  <a:pt x="1764792" y="2750058"/>
                  <a:pt x="1764792" y="2743486"/>
                </a:cubicBezTo>
                <a:cubicBezTo>
                  <a:pt x="1764792" y="2736818"/>
                  <a:pt x="1759363" y="2731484"/>
                  <a:pt x="1752791" y="2731484"/>
                </a:cubicBezTo>
                <a:cubicBezTo>
                  <a:pt x="1746123" y="2731484"/>
                  <a:pt x="1740789" y="2736914"/>
                  <a:pt x="1740789" y="2743486"/>
                </a:cubicBezTo>
                <a:cubicBezTo>
                  <a:pt x="1740789" y="2750058"/>
                  <a:pt x="1746123" y="2755487"/>
                  <a:pt x="1752791" y="2755487"/>
                </a:cubicBezTo>
                <a:close/>
                <a:moveTo>
                  <a:pt x="1828991" y="2755487"/>
                </a:moveTo>
                <a:cubicBezTo>
                  <a:pt x="1835658" y="2755487"/>
                  <a:pt x="1840992" y="2750058"/>
                  <a:pt x="1840992" y="2743486"/>
                </a:cubicBezTo>
                <a:cubicBezTo>
                  <a:pt x="1840992" y="2736818"/>
                  <a:pt x="1835563" y="2731484"/>
                  <a:pt x="1828991" y="2731484"/>
                </a:cubicBezTo>
                <a:cubicBezTo>
                  <a:pt x="1822323" y="2731484"/>
                  <a:pt x="1816989" y="2736914"/>
                  <a:pt x="1816989" y="2743486"/>
                </a:cubicBezTo>
                <a:cubicBezTo>
                  <a:pt x="1816989" y="2750058"/>
                  <a:pt x="1822323" y="2755487"/>
                  <a:pt x="1828991" y="2755487"/>
                </a:cubicBezTo>
                <a:close/>
                <a:moveTo>
                  <a:pt x="1905191" y="2755202"/>
                </a:moveTo>
                <a:cubicBezTo>
                  <a:pt x="1911763" y="2755202"/>
                  <a:pt x="1917002" y="2749868"/>
                  <a:pt x="1917002" y="2743391"/>
                </a:cubicBezTo>
                <a:cubicBezTo>
                  <a:pt x="1917002" y="2736818"/>
                  <a:pt x="1911668" y="2731580"/>
                  <a:pt x="1905191" y="2731580"/>
                </a:cubicBezTo>
                <a:cubicBezTo>
                  <a:pt x="1898714" y="2731580"/>
                  <a:pt x="1893380" y="2736914"/>
                  <a:pt x="1893380" y="2743391"/>
                </a:cubicBezTo>
                <a:cubicBezTo>
                  <a:pt x="1893380" y="2749963"/>
                  <a:pt x="1898714" y="2755202"/>
                  <a:pt x="1905191" y="2755202"/>
                </a:cubicBezTo>
                <a:close/>
                <a:moveTo>
                  <a:pt x="1981391" y="2755011"/>
                </a:moveTo>
                <a:cubicBezTo>
                  <a:pt x="1987772" y="2755011"/>
                  <a:pt x="1993011" y="2749772"/>
                  <a:pt x="1993011" y="2743391"/>
                </a:cubicBezTo>
                <a:cubicBezTo>
                  <a:pt x="1993011" y="2737009"/>
                  <a:pt x="1987772" y="2731770"/>
                  <a:pt x="1981391" y="2731770"/>
                </a:cubicBezTo>
                <a:cubicBezTo>
                  <a:pt x="1975009" y="2731770"/>
                  <a:pt x="1969770" y="2737009"/>
                  <a:pt x="1969770" y="2743391"/>
                </a:cubicBezTo>
                <a:cubicBezTo>
                  <a:pt x="1969770" y="2749868"/>
                  <a:pt x="1975009" y="2755011"/>
                  <a:pt x="1981391" y="2755011"/>
                </a:cubicBezTo>
                <a:close/>
                <a:moveTo>
                  <a:pt x="2057591" y="2754630"/>
                </a:moveTo>
                <a:cubicBezTo>
                  <a:pt x="2063782" y="2754630"/>
                  <a:pt x="2068830" y="2749582"/>
                  <a:pt x="2068830" y="2743391"/>
                </a:cubicBezTo>
                <a:cubicBezTo>
                  <a:pt x="2068830" y="2737199"/>
                  <a:pt x="2063782" y="2732151"/>
                  <a:pt x="2057591" y="2732151"/>
                </a:cubicBezTo>
                <a:cubicBezTo>
                  <a:pt x="2051399" y="2732151"/>
                  <a:pt x="2046351" y="2737199"/>
                  <a:pt x="2046351" y="2743391"/>
                </a:cubicBezTo>
                <a:cubicBezTo>
                  <a:pt x="2046446" y="2749582"/>
                  <a:pt x="2051399" y="2754630"/>
                  <a:pt x="2057591" y="2754630"/>
                </a:cubicBezTo>
                <a:close/>
                <a:moveTo>
                  <a:pt x="2133791" y="2754440"/>
                </a:moveTo>
                <a:cubicBezTo>
                  <a:pt x="2139887" y="2754440"/>
                  <a:pt x="2144744" y="2749487"/>
                  <a:pt x="2144744" y="2743486"/>
                </a:cubicBezTo>
                <a:cubicBezTo>
                  <a:pt x="2144744" y="2737390"/>
                  <a:pt x="2139791" y="2732532"/>
                  <a:pt x="2133791" y="2732532"/>
                </a:cubicBezTo>
                <a:cubicBezTo>
                  <a:pt x="2127790" y="2732532"/>
                  <a:pt x="2122837" y="2737485"/>
                  <a:pt x="2122837" y="2743486"/>
                </a:cubicBezTo>
                <a:cubicBezTo>
                  <a:pt x="2122837" y="2749487"/>
                  <a:pt x="2127790" y="2754440"/>
                  <a:pt x="2133791" y="2754440"/>
                </a:cubicBezTo>
                <a:close/>
                <a:moveTo>
                  <a:pt x="2209991" y="2753963"/>
                </a:moveTo>
                <a:cubicBezTo>
                  <a:pt x="2215801" y="2753963"/>
                  <a:pt x="2220563" y="2749201"/>
                  <a:pt x="2220563" y="2743391"/>
                </a:cubicBezTo>
                <a:cubicBezTo>
                  <a:pt x="2220563" y="2737580"/>
                  <a:pt x="2215801" y="2732818"/>
                  <a:pt x="2209991" y="2732818"/>
                </a:cubicBezTo>
                <a:cubicBezTo>
                  <a:pt x="2204180" y="2732818"/>
                  <a:pt x="2199418" y="2737580"/>
                  <a:pt x="2199418" y="2743391"/>
                </a:cubicBezTo>
                <a:cubicBezTo>
                  <a:pt x="2199418" y="2749201"/>
                  <a:pt x="2204180" y="2753963"/>
                  <a:pt x="2209991" y="2753963"/>
                </a:cubicBezTo>
                <a:close/>
                <a:moveTo>
                  <a:pt x="2286191" y="2753297"/>
                </a:moveTo>
                <a:cubicBezTo>
                  <a:pt x="2291715" y="2753297"/>
                  <a:pt x="2296097" y="2748820"/>
                  <a:pt x="2296097" y="2743391"/>
                </a:cubicBezTo>
                <a:cubicBezTo>
                  <a:pt x="2296097" y="2737866"/>
                  <a:pt x="2291620" y="2733485"/>
                  <a:pt x="2286191" y="2733485"/>
                </a:cubicBezTo>
                <a:cubicBezTo>
                  <a:pt x="2280761" y="2733485"/>
                  <a:pt x="2276285" y="2737961"/>
                  <a:pt x="2276285" y="2743391"/>
                </a:cubicBezTo>
                <a:cubicBezTo>
                  <a:pt x="2276285" y="2748915"/>
                  <a:pt x="2280761" y="2753297"/>
                  <a:pt x="2286191" y="2753297"/>
                </a:cubicBezTo>
                <a:close/>
                <a:moveTo>
                  <a:pt x="2362391" y="2752725"/>
                </a:moveTo>
                <a:cubicBezTo>
                  <a:pt x="2367534" y="2752725"/>
                  <a:pt x="2371725" y="2748534"/>
                  <a:pt x="2371725" y="2743391"/>
                </a:cubicBezTo>
                <a:cubicBezTo>
                  <a:pt x="2371725" y="2738247"/>
                  <a:pt x="2367534" y="2734056"/>
                  <a:pt x="2362391" y="2734056"/>
                </a:cubicBezTo>
                <a:cubicBezTo>
                  <a:pt x="2357247" y="2734056"/>
                  <a:pt x="2353056" y="2738247"/>
                  <a:pt x="2353056" y="2743391"/>
                </a:cubicBezTo>
                <a:cubicBezTo>
                  <a:pt x="2353151" y="2748534"/>
                  <a:pt x="2357247" y="2752725"/>
                  <a:pt x="2362391" y="2752725"/>
                </a:cubicBezTo>
                <a:close/>
                <a:moveTo>
                  <a:pt x="2438591" y="2752058"/>
                </a:moveTo>
                <a:cubicBezTo>
                  <a:pt x="2443353" y="2752058"/>
                  <a:pt x="2447258" y="2748153"/>
                  <a:pt x="2447258" y="2743391"/>
                </a:cubicBezTo>
                <a:cubicBezTo>
                  <a:pt x="2447258" y="2738628"/>
                  <a:pt x="2443353" y="2734723"/>
                  <a:pt x="2438591" y="2734723"/>
                </a:cubicBezTo>
                <a:cubicBezTo>
                  <a:pt x="2433828" y="2734723"/>
                  <a:pt x="2429923" y="2738628"/>
                  <a:pt x="2429923" y="2743391"/>
                </a:cubicBezTo>
                <a:cubicBezTo>
                  <a:pt x="2429923" y="2748153"/>
                  <a:pt x="2433828" y="2752058"/>
                  <a:pt x="2438591" y="2752058"/>
                </a:cubicBezTo>
                <a:close/>
                <a:moveTo>
                  <a:pt x="2514791" y="2751487"/>
                </a:moveTo>
                <a:cubicBezTo>
                  <a:pt x="2519267" y="2751487"/>
                  <a:pt x="2522791" y="2747867"/>
                  <a:pt x="2522791" y="2743486"/>
                </a:cubicBezTo>
                <a:cubicBezTo>
                  <a:pt x="2522791" y="2739009"/>
                  <a:pt x="2519172" y="2735485"/>
                  <a:pt x="2514791" y="2735485"/>
                </a:cubicBezTo>
                <a:cubicBezTo>
                  <a:pt x="2510314" y="2735485"/>
                  <a:pt x="2506790" y="2739104"/>
                  <a:pt x="2506790" y="2743486"/>
                </a:cubicBezTo>
                <a:cubicBezTo>
                  <a:pt x="2506790" y="2747867"/>
                  <a:pt x="2510409" y="2751487"/>
                  <a:pt x="2514791" y="2751487"/>
                </a:cubicBezTo>
                <a:close/>
                <a:moveTo>
                  <a:pt x="2590991" y="2750630"/>
                </a:moveTo>
                <a:cubicBezTo>
                  <a:pt x="2594991" y="2750630"/>
                  <a:pt x="2598134" y="2747391"/>
                  <a:pt x="2598134" y="2743486"/>
                </a:cubicBezTo>
                <a:cubicBezTo>
                  <a:pt x="2598134" y="2739485"/>
                  <a:pt x="2594896" y="2736342"/>
                  <a:pt x="2590991" y="2736342"/>
                </a:cubicBezTo>
                <a:cubicBezTo>
                  <a:pt x="2586990" y="2736342"/>
                  <a:pt x="2583847" y="2739581"/>
                  <a:pt x="2583847" y="2743486"/>
                </a:cubicBezTo>
                <a:cubicBezTo>
                  <a:pt x="2583847" y="2747391"/>
                  <a:pt x="2587085" y="2750630"/>
                  <a:pt x="2590991" y="2750630"/>
                </a:cubicBezTo>
                <a:close/>
                <a:moveTo>
                  <a:pt x="2667191" y="2749772"/>
                </a:moveTo>
                <a:cubicBezTo>
                  <a:pt x="2670715" y="2749772"/>
                  <a:pt x="2673572" y="2746915"/>
                  <a:pt x="2673572" y="2743391"/>
                </a:cubicBezTo>
                <a:cubicBezTo>
                  <a:pt x="2673572" y="2739866"/>
                  <a:pt x="2670715" y="2737009"/>
                  <a:pt x="2667191" y="2737009"/>
                </a:cubicBezTo>
                <a:cubicBezTo>
                  <a:pt x="2663666" y="2737009"/>
                  <a:pt x="2660809" y="2739866"/>
                  <a:pt x="2660809" y="2743391"/>
                </a:cubicBezTo>
                <a:cubicBezTo>
                  <a:pt x="2660904" y="2746915"/>
                  <a:pt x="2663666" y="2749772"/>
                  <a:pt x="2667191" y="2749772"/>
                </a:cubicBezTo>
                <a:close/>
                <a:moveTo>
                  <a:pt x="2743391" y="2749106"/>
                </a:moveTo>
                <a:cubicBezTo>
                  <a:pt x="2746534" y="2749106"/>
                  <a:pt x="2749106" y="2746534"/>
                  <a:pt x="2749106" y="2743391"/>
                </a:cubicBezTo>
                <a:cubicBezTo>
                  <a:pt x="2749106" y="2740247"/>
                  <a:pt x="2746534" y="2737676"/>
                  <a:pt x="2743391" y="2737676"/>
                </a:cubicBezTo>
                <a:cubicBezTo>
                  <a:pt x="2740247" y="2737676"/>
                  <a:pt x="2737676" y="2740247"/>
                  <a:pt x="2737676" y="2743391"/>
                </a:cubicBezTo>
                <a:cubicBezTo>
                  <a:pt x="2737676" y="2746534"/>
                  <a:pt x="2740247" y="2749106"/>
                  <a:pt x="2743391" y="2749106"/>
                </a:cubicBezTo>
                <a:close/>
                <a:moveTo>
                  <a:pt x="2819591" y="2748248"/>
                </a:moveTo>
                <a:cubicBezTo>
                  <a:pt x="2822258" y="2748248"/>
                  <a:pt x="2824448" y="2746058"/>
                  <a:pt x="2824448" y="2743391"/>
                </a:cubicBezTo>
                <a:cubicBezTo>
                  <a:pt x="2824448" y="2740724"/>
                  <a:pt x="2822258" y="2738533"/>
                  <a:pt x="2819591" y="2738533"/>
                </a:cubicBezTo>
                <a:cubicBezTo>
                  <a:pt x="2816924" y="2738533"/>
                  <a:pt x="2814733" y="2740724"/>
                  <a:pt x="2814733" y="2743391"/>
                </a:cubicBezTo>
                <a:cubicBezTo>
                  <a:pt x="2814733" y="2746058"/>
                  <a:pt x="2816924" y="2748248"/>
                  <a:pt x="2819591" y="2748248"/>
                </a:cubicBezTo>
                <a:close/>
                <a:moveTo>
                  <a:pt x="2895791" y="2747391"/>
                </a:moveTo>
                <a:cubicBezTo>
                  <a:pt x="2897981" y="2747391"/>
                  <a:pt x="2899791" y="2745581"/>
                  <a:pt x="2899791" y="2743391"/>
                </a:cubicBezTo>
                <a:cubicBezTo>
                  <a:pt x="2899791" y="2741200"/>
                  <a:pt x="2897981" y="2739390"/>
                  <a:pt x="2895791" y="2739390"/>
                </a:cubicBezTo>
                <a:cubicBezTo>
                  <a:pt x="2893600" y="2739390"/>
                  <a:pt x="2891790" y="2741200"/>
                  <a:pt x="2891790" y="2743391"/>
                </a:cubicBezTo>
                <a:cubicBezTo>
                  <a:pt x="2891790" y="2745677"/>
                  <a:pt x="2893600" y="2747391"/>
                  <a:pt x="2895791" y="2747391"/>
                </a:cubicBezTo>
                <a:close/>
                <a:moveTo>
                  <a:pt x="2971991" y="2746343"/>
                </a:moveTo>
                <a:cubicBezTo>
                  <a:pt x="2973610" y="2746343"/>
                  <a:pt x="2974943" y="2745010"/>
                  <a:pt x="2974943" y="2743391"/>
                </a:cubicBezTo>
                <a:cubicBezTo>
                  <a:pt x="2974943" y="2741771"/>
                  <a:pt x="2973610" y="2740438"/>
                  <a:pt x="2971991" y="2740438"/>
                </a:cubicBezTo>
                <a:cubicBezTo>
                  <a:pt x="2970371" y="2740438"/>
                  <a:pt x="2969038" y="2741771"/>
                  <a:pt x="2969038" y="2743391"/>
                </a:cubicBezTo>
                <a:cubicBezTo>
                  <a:pt x="2969038" y="2745010"/>
                  <a:pt x="2970371" y="2746343"/>
                  <a:pt x="2971991" y="2746343"/>
                </a:cubicBezTo>
                <a:close/>
                <a:moveTo>
                  <a:pt x="3048191" y="2745486"/>
                </a:moveTo>
                <a:cubicBezTo>
                  <a:pt x="3049334" y="2745486"/>
                  <a:pt x="3050286" y="2744534"/>
                  <a:pt x="3050286" y="2743391"/>
                </a:cubicBezTo>
                <a:cubicBezTo>
                  <a:pt x="3050286" y="2742248"/>
                  <a:pt x="3049334" y="2741295"/>
                  <a:pt x="3048191" y="2741295"/>
                </a:cubicBezTo>
                <a:cubicBezTo>
                  <a:pt x="3047048" y="2741295"/>
                  <a:pt x="3046095" y="2742248"/>
                  <a:pt x="3046095" y="2743391"/>
                </a:cubicBezTo>
                <a:cubicBezTo>
                  <a:pt x="3046095" y="2744534"/>
                  <a:pt x="3047048" y="2745486"/>
                  <a:pt x="3048191" y="2745486"/>
                </a:cubicBezTo>
                <a:close/>
                <a:moveTo>
                  <a:pt x="3124391" y="2744724"/>
                </a:moveTo>
                <a:cubicBezTo>
                  <a:pt x="3125057" y="2744724"/>
                  <a:pt x="3125629" y="2744153"/>
                  <a:pt x="3125629" y="2743486"/>
                </a:cubicBezTo>
                <a:cubicBezTo>
                  <a:pt x="3125629" y="2742819"/>
                  <a:pt x="3125057" y="2742248"/>
                  <a:pt x="3124391" y="2742248"/>
                </a:cubicBezTo>
                <a:cubicBezTo>
                  <a:pt x="3123724" y="2742248"/>
                  <a:pt x="3123153" y="2742819"/>
                  <a:pt x="3123153" y="2743486"/>
                </a:cubicBezTo>
                <a:cubicBezTo>
                  <a:pt x="3123153" y="2744153"/>
                  <a:pt x="3123724" y="2744724"/>
                  <a:pt x="3124391" y="2744724"/>
                </a:cubicBezTo>
                <a:close/>
                <a:moveTo>
                  <a:pt x="3200591" y="2743581"/>
                </a:moveTo>
                <a:cubicBezTo>
                  <a:pt x="3200686" y="2743581"/>
                  <a:pt x="3200781" y="2743486"/>
                  <a:pt x="3200781" y="2743391"/>
                </a:cubicBezTo>
                <a:cubicBezTo>
                  <a:pt x="3200781" y="2743295"/>
                  <a:pt x="3200686" y="2743200"/>
                  <a:pt x="3200591" y="2743200"/>
                </a:cubicBezTo>
                <a:cubicBezTo>
                  <a:pt x="3200495" y="2743200"/>
                  <a:pt x="3200400" y="2743295"/>
                  <a:pt x="3200400" y="2743391"/>
                </a:cubicBezTo>
                <a:cubicBezTo>
                  <a:pt x="3200400" y="2743486"/>
                  <a:pt x="3200495" y="2743581"/>
                  <a:pt x="3200591" y="2743581"/>
                </a:cubicBezTo>
                <a:close/>
                <a:moveTo>
                  <a:pt x="381191" y="2820067"/>
                </a:moveTo>
                <a:cubicBezTo>
                  <a:pt x="381381" y="2820067"/>
                  <a:pt x="381572" y="2819876"/>
                  <a:pt x="381572" y="2819686"/>
                </a:cubicBezTo>
                <a:cubicBezTo>
                  <a:pt x="381572" y="2819495"/>
                  <a:pt x="381381" y="2819305"/>
                  <a:pt x="381191" y="2819305"/>
                </a:cubicBezTo>
                <a:cubicBezTo>
                  <a:pt x="381000" y="2819305"/>
                  <a:pt x="380810" y="2819495"/>
                  <a:pt x="380810" y="2819686"/>
                </a:cubicBezTo>
                <a:cubicBezTo>
                  <a:pt x="380810" y="2819876"/>
                  <a:pt x="381000" y="2820067"/>
                  <a:pt x="381191" y="2820067"/>
                </a:cubicBezTo>
                <a:close/>
                <a:moveTo>
                  <a:pt x="457391" y="2820924"/>
                </a:moveTo>
                <a:cubicBezTo>
                  <a:pt x="458057" y="2820924"/>
                  <a:pt x="458629" y="2820353"/>
                  <a:pt x="458629" y="2819686"/>
                </a:cubicBezTo>
                <a:cubicBezTo>
                  <a:pt x="458629" y="2819019"/>
                  <a:pt x="458057" y="2818448"/>
                  <a:pt x="457391" y="2818448"/>
                </a:cubicBezTo>
                <a:cubicBezTo>
                  <a:pt x="456724" y="2818448"/>
                  <a:pt x="456152" y="2819019"/>
                  <a:pt x="456152" y="2819686"/>
                </a:cubicBezTo>
                <a:cubicBezTo>
                  <a:pt x="456152" y="2820353"/>
                  <a:pt x="456724" y="2820924"/>
                  <a:pt x="457391" y="2820924"/>
                </a:cubicBezTo>
                <a:close/>
                <a:moveTo>
                  <a:pt x="533591" y="2821686"/>
                </a:moveTo>
                <a:cubicBezTo>
                  <a:pt x="534734" y="2821686"/>
                  <a:pt x="535686" y="2820734"/>
                  <a:pt x="535686" y="2819591"/>
                </a:cubicBezTo>
                <a:cubicBezTo>
                  <a:pt x="535686" y="2818448"/>
                  <a:pt x="534734" y="2817495"/>
                  <a:pt x="533591" y="2817495"/>
                </a:cubicBezTo>
                <a:cubicBezTo>
                  <a:pt x="532448" y="2817495"/>
                  <a:pt x="531495" y="2818448"/>
                  <a:pt x="531495" y="2819591"/>
                </a:cubicBezTo>
                <a:cubicBezTo>
                  <a:pt x="531495" y="2820734"/>
                  <a:pt x="532448" y="2821686"/>
                  <a:pt x="533591" y="2821686"/>
                </a:cubicBezTo>
                <a:close/>
                <a:moveTo>
                  <a:pt x="609790" y="2822734"/>
                </a:moveTo>
                <a:cubicBezTo>
                  <a:pt x="611505" y="2822734"/>
                  <a:pt x="612934" y="2821305"/>
                  <a:pt x="612934" y="2819591"/>
                </a:cubicBezTo>
                <a:cubicBezTo>
                  <a:pt x="612934" y="2817876"/>
                  <a:pt x="611505" y="2816447"/>
                  <a:pt x="609790" y="2816447"/>
                </a:cubicBezTo>
                <a:cubicBezTo>
                  <a:pt x="608076" y="2816447"/>
                  <a:pt x="606647" y="2817876"/>
                  <a:pt x="606647" y="2819591"/>
                </a:cubicBezTo>
                <a:cubicBezTo>
                  <a:pt x="606647" y="2821400"/>
                  <a:pt x="608076" y="2822734"/>
                  <a:pt x="609790" y="2822734"/>
                </a:cubicBezTo>
                <a:close/>
                <a:moveTo>
                  <a:pt x="685990" y="2823591"/>
                </a:moveTo>
                <a:cubicBezTo>
                  <a:pt x="688181" y="2823591"/>
                  <a:pt x="689991" y="2821781"/>
                  <a:pt x="689991" y="2819591"/>
                </a:cubicBezTo>
                <a:cubicBezTo>
                  <a:pt x="689991" y="2817400"/>
                  <a:pt x="688181" y="2815590"/>
                  <a:pt x="685990" y="2815590"/>
                </a:cubicBezTo>
                <a:cubicBezTo>
                  <a:pt x="683800" y="2815590"/>
                  <a:pt x="681990" y="2817400"/>
                  <a:pt x="681990" y="2819591"/>
                </a:cubicBezTo>
                <a:cubicBezTo>
                  <a:pt x="681990" y="2821877"/>
                  <a:pt x="683800" y="2823591"/>
                  <a:pt x="685990" y="2823591"/>
                </a:cubicBezTo>
                <a:close/>
                <a:moveTo>
                  <a:pt x="762190" y="2824258"/>
                </a:moveTo>
                <a:cubicBezTo>
                  <a:pt x="764762" y="2824258"/>
                  <a:pt x="766858" y="2822162"/>
                  <a:pt x="766858" y="2819591"/>
                </a:cubicBezTo>
                <a:cubicBezTo>
                  <a:pt x="766858" y="2817019"/>
                  <a:pt x="764762" y="2814923"/>
                  <a:pt x="762190" y="2814923"/>
                </a:cubicBezTo>
                <a:cubicBezTo>
                  <a:pt x="759619" y="2814923"/>
                  <a:pt x="757523" y="2817019"/>
                  <a:pt x="757523" y="2819591"/>
                </a:cubicBezTo>
                <a:cubicBezTo>
                  <a:pt x="757523" y="2822162"/>
                  <a:pt x="759619" y="2824258"/>
                  <a:pt x="762190" y="2824258"/>
                </a:cubicBezTo>
                <a:close/>
                <a:moveTo>
                  <a:pt x="838390" y="2825115"/>
                </a:moveTo>
                <a:cubicBezTo>
                  <a:pt x="841438" y="2825115"/>
                  <a:pt x="843915" y="2822639"/>
                  <a:pt x="843915" y="2819591"/>
                </a:cubicBezTo>
                <a:cubicBezTo>
                  <a:pt x="843915" y="2816543"/>
                  <a:pt x="841438" y="2814066"/>
                  <a:pt x="838390" y="2814066"/>
                </a:cubicBezTo>
                <a:cubicBezTo>
                  <a:pt x="835343" y="2814066"/>
                  <a:pt x="832866" y="2816543"/>
                  <a:pt x="832866" y="2819591"/>
                </a:cubicBezTo>
                <a:cubicBezTo>
                  <a:pt x="832961" y="2822639"/>
                  <a:pt x="835343" y="2825115"/>
                  <a:pt x="838390" y="2825115"/>
                </a:cubicBezTo>
                <a:close/>
                <a:moveTo>
                  <a:pt x="914590" y="2825972"/>
                </a:moveTo>
                <a:cubicBezTo>
                  <a:pt x="918115" y="2825972"/>
                  <a:pt x="920972" y="2823115"/>
                  <a:pt x="920972" y="2819591"/>
                </a:cubicBezTo>
                <a:cubicBezTo>
                  <a:pt x="920972" y="2816066"/>
                  <a:pt x="918115" y="2813209"/>
                  <a:pt x="914590" y="2813209"/>
                </a:cubicBezTo>
                <a:cubicBezTo>
                  <a:pt x="911066" y="2813209"/>
                  <a:pt x="908209" y="2816066"/>
                  <a:pt x="908209" y="2819591"/>
                </a:cubicBezTo>
                <a:cubicBezTo>
                  <a:pt x="908304" y="2823115"/>
                  <a:pt x="911066" y="2825972"/>
                  <a:pt x="914590" y="2825972"/>
                </a:cubicBezTo>
                <a:close/>
                <a:moveTo>
                  <a:pt x="990790" y="2826544"/>
                </a:moveTo>
                <a:cubicBezTo>
                  <a:pt x="994601" y="2826544"/>
                  <a:pt x="997744" y="2823401"/>
                  <a:pt x="997744" y="2819591"/>
                </a:cubicBezTo>
                <a:cubicBezTo>
                  <a:pt x="997744" y="2815781"/>
                  <a:pt x="994601" y="2812637"/>
                  <a:pt x="990790" y="2812637"/>
                </a:cubicBezTo>
                <a:cubicBezTo>
                  <a:pt x="986981" y="2812637"/>
                  <a:pt x="983837" y="2815781"/>
                  <a:pt x="983837" y="2819591"/>
                </a:cubicBezTo>
                <a:cubicBezTo>
                  <a:pt x="983837" y="2823496"/>
                  <a:pt x="986981" y="2826544"/>
                  <a:pt x="990790" y="2826544"/>
                </a:cubicBezTo>
                <a:close/>
                <a:moveTo>
                  <a:pt x="1066991" y="2827211"/>
                </a:moveTo>
                <a:cubicBezTo>
                  <a:pt x="1071182" y="2827211"/>
                  <a:pt x="1074611" y="2823782"/>
                  <a:pt x="1074611" y="2819591"/>
                </a:cubicBezTo>
                <a:cubicBezTo>
                  <a:pt x="1074611" y="2815399"/>
                  <a:pt x="1071182" y="2811971"/>
                  <a:pt x="1066991" y="2811971"/>
                </a:cubicBezTo>
                <a:cubicBezTo>
                  <a:pt x="1062800" y="2811971"/>
                  <a:pt x="1059371" y="2815399"/>
                  <a:pt x="1059371" y="2819591"/>
                </a:cubicBezTo>
                <a:cubicBezTo>
                  <a:pt x="1059371" y="2823782"/>
                  <a:pt x="1062800" y="2827211"/>
                  <a:pt x="1066991" y="2827211"/>
                </a:cubicBezTo>
                <a:close/>
                <a:moveTo>
                  <a:pt x="1143191" y="2827878"/>
                </a:moveTo>
                <a:cubicBezTo>
                  <a:pt x="1147763" y="2827878"/>
                  <a:pt x="1151477" y="2824163"/>
                  <a:pt x="1151477" y="2819591"/>
                </a:cubicBezTo>
                <a:cubicBezTo>
                  <a:pt x="1151477" y="2815019"/>
                  <a:pt x="1147763" y="2811304"/>
                  <a:pt x="1143191" y="2811304"/>
                </a:cubicBezTo>
                <a:cubicBezTo>
                  <a:pt x="1138619" y="2811304"/>
                  <a:pt x="1134904" y="2815019"/>
                  <a:pt x="1134904" y="2819591"/>
                </a:cubicBezTo>
                <a:cubicBezTo>
                  <a:pt x="1134999" y="2824163"/>
                  <a:pt x="1138619" y="2827878"/>
                  <a:pt x="1143191" y="2827878"/>
                </a:cubicBezTo>
                <a:close/>
                <a:moveTo>
                  <a:pt x="1219391" y="2828449"/>
                </a:moveTo>
                <a:cubicBezTo>
                  <a:pt x="1224248" y="2828449"/>
                  <a:pt x="1228249" y="2824448"/>
                  <a:pt x="1228249" y="2819591"/>
                </a:cubicBezTo>
                <a:cubicBezTo>
                  <a:pt x="1228249" y="2814733"/>
                  <a:pt x="1224248" y="2810732"/>
                  <a:pt x="1219391" y="2810732"/>
                </a:cubicBezTo>
                <a:cubicBezTo>
                  <a:pt x="1214533" y="2810732"/>
                  <a:pt x="1210532" y="2814733"/>
                  <a:pt x="1210532" y="2819591"/>
                </a:cubicBezTo>
                <a:cubicBezTo>
                  <a:pt x="1210532" y="2824544"/>
                  <a:pt x="1214533" y="2828449"/>
                  <a:pt x="1219391" y="2828449"/>
                </a:cubicBezTo>
                <a:close/>
                <a:moveTo>
                  <a:pt x="1295591" y="2828925"/>
                </a:moveTo>
                <a:cubicBezTo>
                  <a:pt x="1300734" y="2828925"/>
                  <a:pt x="1304925" y="2824734"/>
                  <a:pt x="1304925" y="2819591"/>
                </a:cubicBezTo>
                <a:cubicBezTo>
                  <a:pt x="1304925" y="2814447"/>
                  <a:pt x="1300734" y="2810256"/>
                  <a:pt x="1295591" y="2810256"/>
                </a:cubicBezTo>
                <a:cubicBezTo>
                  <a:pt x="1290447" y="2810256"/>
                  <a:pt x="1286256" y="2814447"/>
                  <a:pt x="1286256" y="2819591"/>
                </a:cubicBezTo>
                <a:cubicBezTo>
                  <a:pt x="1286351" y="2824734"/>
                  <a:pt x="1290447" y="2828925"/>
                  <a:pt x="1295591" y="2828925"/>
                </a:cubicBezTo>
                <a:close/>
                <a:moveTo>
                  <a:pt x="1371791" y="2829306"/>
                </a:moveTo>
                <a:cubicBezTo>
                  <a:pt x="1377125" y="2829306"/>
                  <a:pt x="1381506" y="2824924"/>
                  <a:pt x="1381506" y="2819591"/>
                </a:cubicBezTo>
                <a:cubicBezTo>
                  <a:pt x="1381506" y="2814257"/>
                  <a:pt x="1377125" y="2809875"/>
                  <a:pt x="1371791" y="2809875"/>
                </a:cubicBezTo>
                <a:cubicBezTo>
                  <a:pt x="1366457" y="2809875"/>
                  <a:pt x="1362075" y="2814257"/>
                  <a:pt x="1362075" y="2819591"/>
                </a:cubicBezTo>
                <a:cubicBezTo>
                  <a:pt x="1362075" y="2824924"/>
                  <a:pt x="1366457" y="2829306"/>
                  <a:pt x="1371791" y="2829306"/>
                </a:cubicBezTo>
                <a:close/>
                <a:moveTo>
                  <a:pt x="1447991" y="2829782"/>
                </a:moveTo>
                <a:cubicBezTo>
                  <a:pt x="1453610" y="2829782"/>
                  <a:pt x="1458087" y="2825210"/>
                  <a:pt x="1458087" y="2819686"/>
                </a:cubicBezTo>
                <a:cubicBezTo>
                  <a:pt x="1458087" y="2814066"/>
                  <a:pt x="1453515" y="2809589"/>
                  <a:pt x="1447991" y="2809589"/>
                </a:cubicBezTo>
                <a:cubicBezTo>
                  <a:pt x="1442466" y="2809589"/>
                  <a:pt x="1437894" y="2814161"/>
                  <a:pt x="1437894" y="2819686"/>
                </a:cubicBezTo>
                <a:cubicBezTo>
                  <a:pt x="1437894" y="2825210"/>
                  <a:pt x="1442371" y="2829782"/>
                  <a:pt x="1447991" y="2829782"/>
                </a:cubicBezTo>
                <a:close/>
                <a:moveTo>
                  <a:pt x="1524191" y="2829973"/>
                </a:moveTo>
                <a:cubicBezTo>
                  <a:pt x="1529906" y="2829973"/>
                  <a:pt x="1534573" y="2825306"/>
                  <a:pt x="1534573" y="2819591"/>
                </a:cubicBezTo>
                <a:cubicBezTo>
                  <a:pt x="1534573" y="2813876"/>
                  <a:pt x="1529906" y="2809208"/>
                  <a:pt x="1524191" y="2809208"/>
                </a:cubicBezTo>
                <a:cubicBezTo>
                  <a:pt x="1518476" y="2809208"/>
                  <a:pt x="1513808" y="2813876"/>
                  <a:pt x="1513808" y="2819591"/>
                </a:cubicBezTo>
                <a:cubicBezTo>
                  <a:pt x="1513904" y="2825306"/>
                  <a:pt x="1518476" y="2829973"/>
                  <a:pt x="1524191" y="2829973"/>
                </a:cubicBezTo>
                <a:close/>
                <a:moveTo>
                  <a:pt x="1600391" y="2830354"/>
                </a:moveTo>
                <a:cubicBezTo>
                  <a:pt x="1606296" y="2830354"/>
                  <a:pt x="1611154" y="2825496"/>
                  <a:pt x="1611154" y="2819591"/>
                </a:cubicBezTo>
                <a:cubicBezTo>
                  <a:pt x="1611154" y="2813685"/>
                  <a:pt x="1606296" y="2808828"/>
                  <a:pt x="1600391" y="2808828"/>
                </a:cubicBezTo>
                <a:cubicBezTo>
                  <a:pt x="1594485" y="2808828"/>
                  <a:pt x="1589627" y="2813685"/>
                  <a:pt x="1589627" y="2819591"/>
                </a:cubicBezTo>
                <a:cubicBezTo>
                  <a:pt x="1589627" y="2825591"/>
                  <a:pt x="1594485" y="2830354"/>
                  <a:pt x="1600391" y="2830354"/>
                </a:cubicBezTo>
                <a:close/>
                <a:moveTo>
                  <a:pt x="1676591" y="2830354"/>
                </a:moveTo>
                <a:cubicBezTo>
                  <a:pt x="1682496" y="2830354"/>
                  <a:pt x="1687354" y="2825496"/>
                  <a:pt x="1687354" y="2819591"/>
                </a:cubicBezTo>
                <a:cubicBezTo>
                  <a:pt x="1687354" y="2813685"/>
                  <a:pt x="1682496" y="2808828"/>
                  <a:pt x="1676591" y="2808828"/>
                </a:cubicBezTo>
                <a:cubicBezTo>
                  <a:pt x="1670685" y="2808828"/>
                  <a:pt x="1665827" y="2813685"/>
                  <a:pt x="1665827" y="2819591"/>
                </a:cubicBezTo>
                <a:cubicBezTo>
                  <a:pt x="1665827" y="2825591"/>
                  <a:pt x="1670685" y="2830354"/>
                  <a:pt x="1676591" y="2830354"/>
                </a:cubicBezTo>
                <a:close/>
                <a:moveTo>
                  <a:pt x="1752791" y="2830354"/>
                </a:moveTo>
                <a:cubicBezTo>
                  <a:pt x="1758696" y="2830354"/>
                  <a:pt x="1763554" y="2825496"/>
                  <a:pt x="1763554" y="2819591"/>
                </a:cubicBezTo>
                <a:cubicBezTo>
                  <a:pt x="1763554" y="2813685"/>
                  <a:pt x="1758696" y="2808828"/>
                  <a:pt x="1752791" y="2808828"/>
                </a:cubicBezTo>
                <a:cubicBezTo>
                  <a:pt x="1746885" y="2808828"/>
                  <a:pt x="1742027" y="2813685"/>
                  <a:pt x="1742027" y="2819591"/>
                </a:cubicBezTo>
                <a:cubicBezTo>
                  <a:pt x="1742027" y="2825591"/>
                  <a:pt x="1746885" y="2830354"/>
                  <a:pt x="1752791" y="2830354"/>
                </a:cubicBezTo>
                <a:close/>
                <a:moveTo>
                  <a:pt x="1828991" y="2830354"/>
                </a:moveTo>
                <a:cubicBezTo>
                  <a:pt x="1834896" y="2830354"/>
                  <a:pt x="1839754" y="2825496"/>
                  <a:pt x="1839754" y="2819591"/>
                </a:cubicBezTo>
                <a:cubicBezTo>
                  <a:pt x="1839754" y="2813685"/>
                  <a:pt x="1834896" y="2808828"/>
                  <a:pt x="1828991" y="2808828"/>
                </a:cubicBezTo>
                <a:cubicBezTo>
                  <a:pt x="1823085" y="2808828"/>
                  <a:pt x="1818227" y="2813685"/>
                  <a:pt x="1818227" y="2819591"/>
                </a:cubicBezTo>
                <a:cubicBezTo>
                  <a:pt x="1818227" y="2825591"/>
                  <a:pt x="1823085" y="2830354"/>
                  <a:pt x="1828991" y="2830354"/>
                </a:cubicBezTo>
                <a:close/>
                <a:moveTo>
                  <a:pt x="1905191" y="2830354"/>
                </a:moveTo>
                <a:cubicBezTo>
                  <a:pt x="1911096" y="2830354"/>
                  <a:pt x="1915954" y="2825496"/>
                  <a:pt x="1915954" y="2819591"/>
                </a:cubicBezTo>
                <a:cubicBezTo>
                  <a:pt x="1915954" y="2813685"/>
                  <a:pt x="1911096" y="2808828"/>
                  <a:pt x="1905191" y="2808828"/>
                </a:cubicBezTo>
                <a:cubicBezTo>
                  <a:pt x="1899285" y="2808828"/>
                  <a:pt x="1894427" y="2813685"/>
                  <a:pt x="1894427" y="2819591"/>
                </a:cubicBezTo>
                <a:cubicBezTo>
                  <a:pt x="1894427" y="2825591"/>
                  <a:pt x="1899285" y="2830354"/>
                  <a:pt x="1905191" y="2830354"/>
                </a:cubicBezTo>
                <a:close/>
                <a:moveTo>
                  <a:pt x="1981391" y="2829973"/>
                </a:moveTo>
                <a:cubicBezTo>
                  <a:pt x="1987106" y="2829973"/>
                  <a:pt x="1991773" y="2825306"/>
                  <a:pt x="1991773" y="2819591"/>
                </a:cubicBezTo>
                <a:cubicBezTo>
                  <a:pt x="1991773" y="2813876"/>
                  <a:pt x="1987106" y="2809208"/>
                  <a:pt x="1981391" y="2809208"/>
                </a:cubicBezTo>
                <a:cubicBezTo>
                  <a:pt x="1975676" y="2809208"/>
                  <a:pt x="1971008" y="2813876"/>
                  <a:pt x="1971008" y="2819591"/>
                </a:cubicBezTo>
                <a:cubicBezTo>
                  <a:pt x="1971104" y="2825306"/>
                  <a:pt x="1975676" y="2829973"/>
                  <a:pt x="1981391" y="2829973"/>
                </a:cubicBezTo>
                <a:close/>
                <a:moveTo>
                  <a:pt x="2057591" y="2829782"/>
                </a:moveTo>
                <a:cubicBezTo>
                  <a:pt x="2063210" y="2829782"/>
                  <a:pt x="2067687" y="2825210"/>
                  <a:pt x="2067687" y="2819686"/>
                </a:cubicBezTo>
                <a:cubicBezTo>
                  <a:pt x="2067687" y="2814066"/>
                  <a:pt x="2063115" y="2809589"/>
                  <a:pt x="2057591" y="2809589"/>
                </a:cubicBezTo>
                <a:cubicBezTo>
                  <a:pt x="2052066" y="2809589"/>
                  <a:pt x="2047494" y="2814161"/>
                  <a:pt x="2047494" y="2819686"/>
                </a:cubicBezTo>
                <a:cubicBezTo>
                  <a:pt x="2047494" y="2825210"/>
                  <a:pt x="2051971" y="2829782"/>
                  <a:pt x="2057591" y="2829782"/>
                </a:cubicBezTo>
                <a:close/>
                <a:moveTo>
                  <a:pt x="2133791" y="2829497"/>
                </a:moveTo>
                <a:cubicBezTo>
                  <a:pt x="2139315" y="2829497"/>
                  <a:pt x="2143697" y="2825020"/>
                  <a:pt x="2143697" y="2819591"/>
                </a:cubicBezTo>
                <a:cubicBezTo>
                  <a:pt x="2143697" y="2814066"/>
                  <a:pt x="2139220" y="2809685"/>
                  <a:pt x="2133791" y="2809685"/>
                </a:cubicBezTo>
                <a:cubicBezTo>
                  <a:pt x="2128361" y="2809685"/>
                  <a:pt x="2123885" y="2814161"/>
                  <a:pt x="2123885" y="2819591"/>
                </a:cubicBezTo>
                <a:cubicBezTo>
                  <a:pt x="2123885" y="2825115"/>
                  <a:pt x="2128361" y="2829497"/>
                  <a:pt x="2133791" y="2829497"/>
                </a:cubicBezTo>
                <a:close/>
                <a:moveTo>
                  <a:pt x="2209991" y="2828925"/>
                </a:moveTo>
                <a:cubicBezTo>
                  <a:pt x="2215134" y="2828925"/>
                  <a:pt x="2219325" y="2824734"/>
                  <a:pt x="2219325" y="2819591"/>
                </a:cubicBezTo>
                <a:cubicBezTo>
                  <a:pt x="2219325" y="2814447"/>
                  <a:pt x="2215134" y="2810256"/>
                  <a:pt x="2209991" y="2810256"/>
                </a:cubicBezTo>
                <a:cubicBezTo>
                  <a:pt x="2204847" y="2810256"/>
                  <a:pt x="2200656" y="2814447"/>
                  <a:pt x="2200656" y="2819591"/>
                </a:cubicBezTo>
                <a:cubicBezTo>
                  <a:pt x="2200751" y="2824734"/>
                  <a:pt x="2204847" y="2828925"/>
                  <a:pt x="2209991" y="2828925"/>
                </a:cubicBezTo>
                <a:close/>
                <a:moveTo>
                  <a:pt x="2286191" y="2828449"/>
                </a:moveTo>
                <a:cubicBezTo>
                  <a:pt x="2291048" y="2828449"/>
                  <a:pt x="2295049" y="2824448"/>
                  <a:pt x="2295049" y="2819591"/>
                </a:cubicBezTo>
                <a:cubicBezTo>
                  <a:pt x="2295049" y="2814733"/>
                  <a:pt x="2291048" y="2810732"/>
                  <a:pt x="2286191" y="2810732"/>
                </a:cubicBezTo>
                <a:cubicBezTo>
                  <a:pt x="2281333" y="2810732"/>
                  <a:pt x="2277332" y="2814733"/>
                  <a:pt x="2277332" y="2819591"/>
                </a:cubicBezTo>
                <a:cubicBezTo>
                  <a:pt x="2277332" y="2824544"/>
                  <a:pt x="2281333" y="2828449"/>
                  <a:pt x="2286191" y="2828449"/>
                </a:cubicBezTo>
                <a:close/>
                <a:moveTo>
                  <a:pt x="2362391" y="2827878"/>
                </a:moveTo>
                <a:cubicBezTo>
                  <a:pt x="2366963" y="2827878"/>
                  <a:pt x="2370677" y="2824163"/>
                  <a:pt x="2370677" y="2819591"/>
                </a:cubicBezTo>
                <a:cubicBezTo>
                  <a:pt x="2370677" y="2815019"/>
                  <a:pt x="2366963" y="2811304"/>
                  <a:pt x="2362391" y="2811304"/>
                </a:cubicBezTo>
                <a:cubicBezTo>
                  <a:pt x="2357819" y="2811304"/>
                  <a:pt x="2354104" y="2815019"/>
                  <a:pt x="2354104" y="2819591"/>
                </a:cubicBezTo>
                <a:cubicBezTo>
                  <a:pt x="2354199" y="2824163"/>
                  <a:pt x="2357819" y="2827878"/>
                  <a:pt x="2362391" y="2827878"/>
                </a:cubicBezTo>
                <a:close/>
                <a:moveTo>
                  <a:pt x="2438591" y="2827211"/>
                </a:moveTo>
                <a:cubicBezTo>
                  <a:pt x="2442782" y="2827211"/>
                  <a:pt x="2446211" y="2823782"/>
                  <a:pt x="2446211" y="2819591"/>
                </a:cubicBezTo>
                <a:cubicBezTo>
                  <a:pt x="2446211" y="2815399"/>
                  <a:pt x="2442782" y="2811971"/>
                  <a:pt x="2438591" y="2811971"/>
                </a:cubicBezTo>
                <a:cubicBezTo>
                  <a:pt x="2434400" y="2811971"/>
                  <a:pt x="2430971" y="2815399"/>
                  <a:pt x="2430971" y="2819591"/>
                </a:cubicBezTo>
                <a:cubicBezTo>
                  <a:pt x="2430971" y="2823782"/>
                  <a:pt x="2434400" y="2827211"/>
                  <a:pt x="2438591" y="2827211"/>
                </a:cubicBezTo>
                <a:close/>
                <a:moveTo>
                  <a:pt x="2514791" y="2826544"/>
                </a:moveTo>
                <a:cubicBezTo>
                  <a:pt x="2518601" y="2826544"/>
                  <a:pt x="2521744" y="2823401"/>
                  <a:pt x="2521744" y="2819591"/>
                </a:cubicBezTo>
                <a:cubicBezTo>
                  <a:pt x="2521744" y="2815781"/>
                  <a:pt x="2518601" y="2812637"/>
                  <a:pt x="2514791" y="2812637"/>
                </a:cubicBezTo>
                <a:cubicBezTo>
                  <a:pt x="2510981" y="2812637"/>
                  <a:pt x="2507837" y="2815781"/>
                  <a:pt x="2507837" y="2819591"/>
                </a:cubicBezTo>
                <a:cubicBezTo>
                  <a:pt x="2507837" y="2823496"/>
                  <a:pt x="2510981" y="2826544"/>
                  <a:pt x="2514791" y="2826544"/>
                </a:cubicBezTo>
                <a:close/>
                <a:moveTo>
                  <a:pt x="2590991" y="2825972"/>
                </a:moveTo>
                <a:cubicBezTo>
                  <a:pt x="2594515" y="2825972"/>
                  <a:pt x="2597372" y="2823115"/>
                  <a:pt x="2597372" y="2819591"/>
                </a:cubicBezTo>
                <a:cubicBezTo>
                  <a:pt x="2597372" y="2816066"/>
                  <a:pt x="2594515" y="2813209"/>
                  <a:pt x="2590991" y="2813209"/>
                </a:cubicBezTo>
                <a:cubicBezTo>
                  <a:pt x="2587466" y="2813209"/>
                  <a:pt x="2584609" y="2816066"/>
                  <a:pt x="2584609" y="2819591"/>
                </a:cubicBezTo>
                <a:cubicBezTo>
                  <a:pt x="2584704" y="2823115"/>
                  <a:pt x="2587466" y="2825972"/>
                  <a:pt x="2590991" y="2825972"/>
                </a:cubicBezTo>
                <a:close/>
                <a:moveTo>
                  <a:pt x="2667191" y="2825115"/>
                </a:moveTo>
                <a:cubicBezTo>
                  <a:pt x="2670239" y="2825115"/>
                  <a:pt x="2672715" y="2822639"/>
                  <a:pt x="2672715" y="2819591"/>
                </a:cubicBezTo>
                <a:cubicBezTo>
                  <a:pt x="2672715" y="2816543"/>
                  <a:pt x="2670239" y="2814066"/>
                  <a:pt x="2667191" y="2814066"/>
                </a:cubicBezTo>
                <a:cubicBezTo>
                  <a:pt x="2664143" y="2814066"/>
                  <a:pt x="2661666" y="2816543"/>
                  <a:pt x="2661666" y="2819591"/>
                </a:cubicBezTo>
                <a:cubicBezTo>
                  <a:pt x="2661761" y="2822639"/>
                  <a:pt x="2664143" y="2825115"/>
                  <a:pt x="2667191" y="2825115"/>
                </a:cubicBezTo>
                <a:close/>
                <a:moveTo>
                  <a:pt x="2743391" y="2824448"/>
                </a:moveTo>
                <a:cubicBezTo>
                  <a:pt x="2746058" y="2824448"/>
                  <a:pt x="2748248" y="2822258"/>
                  <a:pt x="2748248" y="2819591"/>
                </a:cubicBezTo>
                <a:cubicBezTo>
                  <a:pt x="2748248" y="2816924"/>
                  <a:pt x="2746058" y="2814733"/>
                  <a:pt x="2743391" y="2814733"/>
                </a:cubicBezTo>
                <a:cubicBezTo>
                  <a:pt x="2740724" y="2814733"/>
                  <a:pt x="2738533" y="2816924"/>
                  <a:pt x="2738533" y="2819591"/>
                </a:cubicBezTo>
                <a:cubicBezTo>
                  <a:pt x="2738533" y="2822258"/>
                  <a:pt x="2740724" y="2824448"/>
                  <a:pt x="2743391" y="2824448"/>
                </a:cubicBezTo>
                <a:close/>
                <a:moveTo>
                  <a:pt x="2819591" y="2823591"/>
                </a:moveTo>
                <a:cubicBezTo>
                  <a:pt x="2821781" y="2823591"/>
                  <a:pt x="2823591" y="2821781"/>
                  <a:pt x="2823591" y="2819591"/>
                </a:cubicBezTo>
                <a:cubicBezTo>
                  <a:pt x="2823591" y="2817400"/>
                  <a:pt x="2821781" y="2815590"/>
                  <a:pt x="2819591" y="2815590"/>
                </a:cubicBezTo>
                <a:cubicBezTo>
                  <a:pt x="2817400" y="2815590"/>
                  <a:pt x="2815590" y="2817400"/>
                  <a:pt x="2815590" y="2819591"/>
                </a:cubicBezTo>
                <a:cubicBezTo>
                  <a:pt x="2815590" y="2821877"/>
                  <a:pt x="2817400" y="2823591"/>
                  <a:pt x="2819591" y="2823591"/>
                </a:cubicBezTo>
                <a:close/>
                <a:moveTo>
                  <a:pt x="2895791" y="2822734"/>
                </a:moveTo>
                <a:cubicBezTo>
                  <a:pt x="2897505" y="2822734"/>
                  <a:pt x="2898934" y="2821305"/>
                  <a:pt x="2898934" y="2819591"/>
                </a:cubicBezTo>
                <a:cubicBezTo>
                  <a:pt x="2898934" y="2817876"/>
                  <a:pt x="2897505" y="2816447"/>
                  <a:pt x="2895791" y="2816447"/>
                </a:cubicBezTo>
                <a:cubicBezTo>
                  <a:pt x="2894076" y="2816447"/>
                  <a:pt x="2892647" y="2817876"/>
                  <a:pt x="2892647" y="2819591"/>
                </a:cubicBezTo>
                <a:cubicBezTo>
                  <a:pt x="2892647" y="2821400"/>
                  <a:pt x="2894076" y="2822734"/>
                  <a:pt x="2895791" y="2822734"/>
                </a:cubicBezTo>
                <a:close/>
                <a:moveTo>
                  <a:pt x="2971991" y="2821972"/>
                </a:moveTo>
                <a:cubicBezTo>
                  <a:pt x="2973229" y="2821972"/>
                  <a:pt x="2974277" y="2820924"/>
                  <a:pt x="2974277" y="2819686"/>
                </a:cubicBezTo>
                <a:cubicBezTo>
                  <a:pt x="2974277" y="2818448"/>
                  <a:pt x="2973229" y="2817400"/>
                  <a:pt x="2971991" y="2817400"/>
                </a:cubicBezTo>
                <a:cubicBezTo>
                  <a:pt x="2970753" y="2817400"/>
                  <a:pt x="2969705" y="2818448"/>
                  <a:pt x="2969705" y="2819686"/>
                </a:cubicBezTo>
                <a:cubicBezTo>
                  <a:pt x="2969705" y="2820924"/>
                  <a:pt x="2970753" y="2821972"/>
                  <a:pt x="2971991" y="2821972"/>
                </a:cubicBezTo>
                <a:close/>
                <a:moveTo>
                  <a:pt x="3048191" y="2821115"/>
                </a:moveTo>
                <a:cubicBezTo>
                  <a:pt x="3049048" y="2821115"/>
                  <a:pt x="3049715" y="2820448"/>
                  <a:pt x="3049715" y="2819591"/>
                </a:cubicBezTo>
                <a:cubicBezTo>
                  <a:pt x="3049715" y="2818733"/>
                  <a:pt x="3049048" y="2818066"/>
                  <a:pt x="3048191" y="2818066"/>
                </a:cubicBezTo>
                <a:cubicBezTo>
                  <a:pt x="3047333" y="2818066"/>
                  <a:pt x="3046666" y="2818733"/>
                  <a:pt x="3046666" y="2819591"/>
                </a:cubicBezTo>
                <a:cubicBezTo>
                  <a:pt x="3046762" y="2820448"/>
                  <a:pt x="3047429" y="2821115"/>
                  <a:pt x="3048191" y="2821115"/>
                </a:cubicBezTo>
                <a:close/>
                <a:moveTo>
                  <a:pt x="3124391" y="2820067"/>
                </a:moveTo>
                <a:cubicBezTo>
                  <a:pt x="3124581" y="2820067"/>
                  <a:pt x="3124772" y="2819876"/>
                  <a:pt x="3124772" y="2819686"/>
                </a:cubicBezTo>
                <a:cubicBezTo>
                  <a:pt x="3124772" y="2819495"/>
                  <a:pt x="3124581" y="2819305"/>
                  <a:pt x="3124391" y="2819305"/>
                </a:cubicBezTo>
                <a:cubicBezTo>
                  <a:pt x="3124200" y="2819305"/>
                  <a:pt x="3124010" y="2819495"/>
                  <a:pt x="3124010" y="2819686"/>
                </a:cubicBezTo>
                <a:cubicBezTo>
                  <a:pt x="3124010" y="2819876"/>
                  <a:pt x="3124200" y="2820067"/>
                  <a:pt x="3124391" y="2820067"/>
                </a:cubicBezTo>
                <a:close/>
                <a:moveTo>
                  <a:pt x="457391" y="2896457"/>
                </a:moveTo>
                <a:cubicBezTo>
                  <a:pt x="457772" y="2896457"/>
                  <a:pt x="458057" y="2896172"/>
                  <a:pt x="458057" y="2895791"/>
                </a:cubicBezTo>
                <a:cubicBezTo>
                  <a:pt x="458057" y="2895410"/>
                  <a:pt x="457772" y="2895124"/>
                  <a:pt x="457391" y="2895124"/>
                </a:cubicBezTo>
                <a:cubicBezTo>
                  <a:pt x="457010" y="2895124"/>
                  <a:pt x="456724" y="2895410"/>
                  <a:pt x="456724" y="2895791"/>
                </a:cubicBezTo>
                <a:cubicBezTo>
                  <a:pt x="456819" y="2896172"/>
                  <a:pt x="457105" y="2896457"/>
                  <a:pt x="457391" y="2896457"/>
                </a:cubicBezTo>
                <a:close/>
                <a:moveTo>
                  <a:pt x="533591" y="2897315"/>
                </a:moveTo>
                <a:cubicBezTo>
                  <a:pt x="534448" y="2897315"/>
                  <a:pt x="535115" y="2896648"/>
                  <a:pt x="535115" y="2895791"/>
                </a:cubicBezTo>
                <a:cubicBezTo>
                  <a:pt x="535115" y="2894933"/>
                  <a:pt x="534448" y="2894266"/>
                  <a:pt x="533591" y="2894266"/>
                </a:cubicBezTo>
                <a:cubicBezTo>
                  <a:pt x="532733" y="2894266"/>
                  <a:pt x="532067" y="2894933"/>
                  <a:pt x="532067" y="2895791"/>
                </a:cubicBezTo>
                <a:cubicBezTo>
                  <a:pt x="532162" y="2896648"/>
                  <a:pt x="532829" y="2897315"/>
                  <a:pt x="533591" y="2897315"/>
                </a:cubicBezTo>
                <a:close/>
                <a:moveTo>
                  <a:pt x="609790" y="2898172"/>
                </a:moveTo>
                <a:cubicBezTo>
                  <a:pt x="611029" y="2898172"/>
                  <a:pt x="612077" y="2897124"/>
                  <a:pt x="612077" y="2895886"/>
                </a:cubicBezTo>
                <a:cubicBezTo>
                  <a:pt x="612077" y="2894648"/>
                  <a:pt x="611029" y="2893600"/>
                  <a:pt x="609790" y="2893600"/>
                </a:cubicBezTo>
                <a:cubicBezTo>
                  <a:pt x="608552" y="2893600"/>
                  <a:pt x="607505" y="2894648"/>
                  <a:pt x="607505" y="2895886"/>
                </a:cubicBezTo>
                <a:cubicBezTo>
                  <a:pt x="607505" y="2897124"/>
                  <a:pt x="608552" y="2898172"/>
                  <a:pt x="609790" y="2898172"/>
                </a:cubicBezTo>
                <a:close/>
                <a:moveTo>
                  <a:pt x="685990" y="2898934"/>
                </a:moveTo>
                <a:cubicBezTo>
                  <a:pt x="687705" y="2898934"/>
                  <a:pt x="689134" y="2897505"/>
                  <a:pt x="689134" y="2895791"/>
                </a:cubicBezTo>
                <a:cubicBezTo>
                  <a:pt x="689134" y="2894076"/>
                  <a:pt x="687705" y="2892647"/>
                  <a:pt x="685990" y="2892647"/>
                </a:cubicBezTo>
                <a:cubicBezTo>
                  <a:pt x="684276" y="2892647"/>
                  <a:pt x="682847" y="2894076"/>
                  <a:pt x="682847" y="2895791"/>
                </a:cubicBezTo>
                <a:cubicBezTo>
                  <a:pt x="682847" y="2897600"/>
                  <a:pt x="684276" y="2898934"/>
                  <a:pt x="685990" y="2898934"/>
                </a:cubicBezTo>
                <a:close/>
                <a:moveTo>
                  <a:pt x="762190" y="2899601"/>
                </a:moveTo>
                <a:cubicBezTo>
                  <a:pt x="764286" y="2899601"/>
                  <a:pt x="766001" y="2897886"/>
                  <a:pt x="766001" y="2895791"/>
                </a:cubicBezTo>
                <a:cubicBezTo>
                  <a:pt x="766001" y="2893695"/>
                  <a:pt x="764286" y="2891981"/>
                  <a:pt x="762190" y="2891981"/>
                </a:cubicBezTo>
                <a:cubicBezTo>
                  <a:pt x="760095" y="2891981"/>
                  <a:pt x="758381" y="2893695"/>
                  <a:pt x="758381" y="2895791"/>
                </a:cubicBezTo>
                <a:cubicBezTo>
                  <a:pt x="758381" y="2897886"/>
                  <a:pt x="760095" y="2899601"/>
                  <a:pt x="762190" y="2899601"/>
                </a:cubicBezTo>
                <a:close/>
                <a:moveTo>
                  <a:pt x="838390" y="2900458"/>
                </a:moveTo>
                <a:cubicBezTo>
                  <a:pt x="840962" y="2900458"/>
                  <a:pt x="843058" y="2898362"/>
                  <a:pt x="843058" y="2895791"/>
                </a:cubicBezTo>
                <a:cubicBezTo>
                  <a:pt x="843058" y="2893219"/>
                  <a:pt x="840962" y="2891123"/>
                  <a:pt x="838390" y="2891123"/>
                </a:cubicBezTo>
                <a:cubicBezTo>
                  <a:pt x="835819" y="2891123"/>
                  <a:pt x="833723" y="2893219"/>
                  <a:pt x="833723" y="2895791"/>
                </a:cubicBezTo>
                <a:cubicBezTo>
                  <a:pt x="833723" y="2898362"/>
                  <a:pt x="835819" y="2900458"/>
                  <a:pt x="838390" y="2900458"/>
                </a:cubicBezTo>
                <a:close/>
                <a:moveTo>
                  <a:pt x="914590" y="2901124"/>
                </a:moveTo>
                <a:cubicBezTo>
                  <a:pt x="917543" y="2901124"/>
                  <a:pt x="919829" y="2898743"/>
                  <a:pt x="919829" y="2895886"/>
                </a:cubicBezTo>
                <a:cubicBezTo>
                  <a:pt x="919829" y="2892933"/>
                  <a:pt x="917448" y="2890647"/>
                  <a:pt x="914590" y="2890647"/>
                </a:cubicBezTo>
                <a:cubicBezTo>
                  <a:pt x="911638" y="2890647"/>
                  <a:pt x="909352" y="2893028"/>
                  <a:pt x="909352" y="2895886"/>
                </a:cubicBezTo>
                <a:cubicBezTo>
                  <a:pt x="909352" y="2898743"/>
                  <a:pt x="911733" y="2901124"/>
                  <a:pt x="914590" y="2901124"/>
                </a:cubicBezTo>
                <a:close/>
                <a:moveTo>
                  <a:pt x="990790" y="2901696"/>
                </a:moveTo>
                <a:cubicBezTo>
                  <a:pt x="994029" y="2901696"/>
                  <a:pt x="996696" y="2899029"/>
                  <a:pt x="996696" y="2895791"/>
                </a:cubicBezTo>
                <a:cubicBezTo>
                  <a:pt x="996696" y="2892552"/>
                  <a:pt x="994029" y="2889885"/>
                  <a:pt x="990790" y="2889885"/>
                </a:cubicBezTo>
                <a:cubicBezTo>
                  <a:pt x="987552" y="2889885"/>
                  <a:pt x="984885" y="2892552"/>
                  <a:pt x="984885" y="2895791"/>
                </a:cubicBezTo>
                <a:cubicBezTo>
                  <a:pt x="984885" y="2899124"/>
                  <a:pt x="987552" y="2901696"/>
                  <a:pt x="990790" y="2901696"/>
                </a:cubicBezTo>
                <a:close/>
                <a:moveTo>
                  <a:pt x="1066991" y="2902363"/>
                </a:moveTo>
                <a:cubicBezTo>
                  <a:pt x="1070610" y="2902363"/>
                  <a:pt x="1073563" y="2899410"/>
                  <a:pt x="1073563" y="2895791"/>
                </a:cubicBezTo>
                <a:cubicBezTo>
                  <a:pt x="1073563" y="2892171"/>
                  <a:pt x="1070610" y="2889218"/>
                  <a:pt x="1066991" y="2889218"/>
                </a:cubicBezTo>
                <a:cubicBezTo>
                  <a:pt x="1063371" y="2889218"/>
                  <a:pt x="1060418" y="2892171"/>
                  <a:pt x="1060418" y="2895791"/>
                </a:cubicBezTo>
                <a:cubicBezTo>
                  <a:pt x="1060418" y="2899410"/>
                  <a:pt x="1063371" y="2902363"/>
                  <a:pt x="1066991" y="2902363"/>
                </a:cubicBezTo>
                <a:close/>
                <a:moveTo>
                  <a:pt x="1143191" y="2903030"/>
                </a:moveTo>
                <a:cubicBezTo>
                  <a:pt x="1147191" y="2903030"/>
                  <a:pt x="1150334" y="2899791"/>
                  <a:pt x="1150334" y="2895886"/>
                </a:cubicBezTo>
                <a:cubicBezTo>
                  <a:pt x="1150334" y="2891885"/>
                  <a:pt x="1147096" y="2888742"/>
                  <a:pt x="1143191" y="2888742"/>
                </a:cubicBezTo>
                <a:cubicBezTo>
                  <a:pt x="1139190" y="2888742"/>
                  <a:pt x="1136047" y="2891981"/>
                  <a:pt x="1136047" y="2895886"/>
                </a:cubicBezTo>
                <a:cubicBezTo>
                  <a:pt x="1136047" y="2899791"/>
                  <a:pt x="1139285" y="2903030"/>
                  <a:pt x="1143191" y="2903030"/>
                </a:cubicBezTo>
                <a:close/>
                <a:moveTo>
                  <a:pt x="1219391" y="2903601"/>
                </a:moveTo>
                <a:cubicBezTo>
                  <a:pt x="1223677" y="2903601"/>
                  <a:pt x="1227201" y="2900077"/>
                  <a:pt x="1227201" y="2895791"/>
                </a:cubicBezTo>
                <a:cubicBezTo>
                  <a:pt x="1227201" y="2891504"/>
                  <a:pt x="1223677" y="2887980"/>
                  <a:pt x="1219391" y="2887980"/>
                </a:cubicBezTo>
                <a:cubicBezTo>
                  <a:pt x="1215104" y="2887980"/>
                  <a:pt x="1211580" y="2891504"/>
                  <a:pt x="1211580" y="2895791"/>
                </a:cubicBezTo>
                <a:cubicBezTo>
                  <a:pt x="1211580" y="2900172"/>
                  <a:pt x="1215104" y="2903601"/>
                  <a:pt x="1219391" y="2903601"/>
                </a:cubicBezTo>
                <a:close/>
                <a:moveTo>
                  <a:pt x="1295591" y="2904078"/>
                </a:moveTo>
                <a:cubicBezTo>
                  <a:pt x="1300163" y="2904078"/>
                  <a:pt x="1303877" y="2900363"/>
                  <a:pt x="1303877" y="2895791"/>
                </a:cubicBezTo>
                <a:cubicBezTo>
                  <a:pt x="1303877" y="2891219"/>
                  <a:pt x="1300163" y="2887504"/>
                  <a:pt x="1295591" y="2887504"/>
                </a:cubicBezTo>
                <a:cubicBezTo>
                  <a:pt x="1291018" y="2887504"/>
                  <a:pt x="1287304" y="2891219"/>
                  <a:pt x="1287304" y="2895791"/>
                </a:cubicBezTo>
                <a:cubicBezTo>
                  <a:pt x="1287399" y="2900363"/>
                  <a:pt x="1291018" y="2904078"/>
                  <a:pt x="1295591" y="2904078"/>
                </a:cubicBezTo>
                <a:close/>
                <a:moveTo>
                  <a:pt x="1371791" y="2904458"/>
                </a:moveTo>
                <a:cubicBezTo>
                  <a:pt x="1376553" y="2904458"/>
                  <a:pt x="1380458" y="2900553"/>
                  <a:pt x="1380458" y="2895791"/>
                </a:cubicBezTo>
                <a:cubicBezTo>
                  <a:pt x="1380458" y="2891028"/>
                  <a:pt x="1376553" y="2887123"/>
                  <a:pt x="1371791" y="2887123"/>
                </a:cubicBezTo>
                <a:cubicBezTo>
                  <a:pt x="1367028" y="2887123"/>
                  <a:pt x="1363123" y="2891028"/>
                  <a:pt x="1363123" y="2895791"/>
                </a:cubicBezTo>
                <a:cubicBezTo>
                  <a:pt x="1363123" y="2900553"/>
                  <a:pt x="1367028" y="2904458"/>
                  <a:pt x="1371791" y="2904458"/>
                </a:cubicBezTo>
                <a:close/>
                <a:moveTo>
                  <a:pt x="1447991" y="2904935"/>
                </a:moveTo>
                <a:cubicBezTo>
                  <a:pt x="1453039" y="2904935"/>
                  <a:pt x="1457039" y="2900839"/>
                  <a:pt x="1457039" y="2895886"/>
                </a:cubicBezTo>
                <a:cubicBezTo>
                  <a:pt x="1457039" y="2890838"/>
                  <a:pt x="1452943" y="2886837"/>
                  <a:pt x="1447991" y="2886837"/>
                </a:cubicBezTo>
                <a:cubicBezTo>
                  <a:pt x="1443038" y="2886837"/>
                  <a:pt x="1438942" y="2890933"/>
                  <a:pt x="1438942" y="2895886"/>
                </a:cubicBezTo>
                <a:cubicBezTo>
                  <a:pt x="1438942" y="2900839"/>
                  <a:pt x="1443038" y="2904935"/>
                  <a:pt x="1447991" y="2904935"/>
                </a:cubicBezTo>
                <a:close/>
                <a:moveTo>
                  <a:pt x="1524191" y="2905125"/>
                </a:moveTo>
                <a:cubicBezTo>
                  <a:pt x="1529334" y="2905125"/>
                  <a:pt x="1533525" y="2900934"/>
                  <a:pt x="1533525" y="2895791"/>
                </a:cubicBezTo>
                <a:cubicBezTo>
                  <a:pt x="1533525" y="2890647"/>
                  <a:pt x="1529334" y="2886456"/>
                  <a:pt x="1524191" y="2886456"/>
                </a:cubicBezTo>
                <a:cubicBezTo>
                  <a:pt x="1519047" y="2886456"/>
                  <a:pt x="1514856" y="2890647"/>
                  <a:pt x="1514856" y="2895791"/>
                </a:cubicBezTo>
                <a:cubicBezTo>
                  <a:pt x="1514951" y="2900934"/>
                  <a:pt x="1519047" y="2905125"/>
                  <a:pt x="1524191" y="2905125"/>
                </a:cubicBezTo>
                <a:close/>
                <a:moveTo>
                  <a:pt x="1600391" y="2905316"/>
                </a:moveTo>
                <a:cubicBezTo>
                  <a:pt x="1605629" y="2905316"/>
                  <a:pt x="1609916" y="2901029"/>
                  <a:pt x="1609916" y="2895791"/>
                </a:cubicBezTo>
                <a:cubicBezTo>
                  <a:pt x="1609916" y="2890552"/>
                  <a:pt x="1605629" y="2886266"/>
                  <a:pt x="1600391" y="2886266"/>
                </a:cubicBezTo>
                <a:cubicBezTo>
                  <a:pt x="1595152" y="2886266"/>
                  <a:pt x="1590866" y="2890552"/>
                  <a:pt x="1590866" y="2895791"/>
                </a:cubicBezTo>
                <a:cubicBezTo>
                  <a:pt x="1590866" y="2901029"/>
                  <a:pt x="1595152" y="2905316"/>
                  <a:pt x="1600391" y="2905316"/>
                </a:cubicBezTo>
                <a:close/>
                <a:moveTo>
                  <a:pt x="1676591" y="2905316"/>
                </a:moveTo>
                <a:cubicBezTo>
                  <a:pt x="1681829" y="2905316"/>
                  <a:pt x="1686116" y="2901029"/>
                  <a:pt x="1686116" y="2895791"/>
                </a:cubicBezTo>
                <a:cubicBezTo>
                  <a:pt x="1686116" y="2890552"/>
                  <a:pt x="1681829" y="2886266"/>
                  <a:pt x="1676591" y="2886266"/>
                </a:cubicBezTo>
                <a:cubicBezTo>
                  <a:pt x="1671352" y="2886266"/>
                  <a:pt x="1667066" y="2890552"/>
                  <a:pt x="1667066" y="2895791"/>
                </a:cubicBezTo>
                <a:cubicBezTo>
                  <a:pt x="1667066" y="2901029"/>
                  <a:pt x="1671352" y="2905316"/>
                  <a:pt x="1676591" y="2905316"/>
                </a:cubicBezTo>
                <a:close/>
                <a:moveTo>
                  <a:pt x="1752791" y="2905506"/>
                </a:moveTo>
                <a:cubicBezTo>
                  <a:pt x="1758125" y="2905506"/>
                  <a:pt x="1762506" y="2901124"/>
                  <a:pt x="1762506" y="2895791"/>
                </a:cubicBezTo>
                <a:cubicBezTo>
                  <a:pt x="1762506" y="2890457"/>
                  <a:pt x="1758125" y="2886075"/>
                  <a:pt x="1752791" y="2886075"/>
                </a:cubicBezTo>
                <a:cubicBezTo>
                  <a:pt x="1747457" y="2886075"/>
                  <a:pt x="1743075" y="2890457"/>
                  <a:pt x="1743075" y="2895791"/>
                </a:cubicBezTo>
                <a:cubicBezTo>
                  <a:pt x="1743075" y="2901124"/>
                  <a:pt x="1747457" y="2905506"/>
                  <a:pt x="1752791" y="2905506"/>
                </a:cubicBezTo>
                <a:close/>
                <a:moveTo>
                  <a:pt x="1828991" y="2905506"/>
                </a:moveTo>
                <a:cubicBezTo>
                  <a:pt x="1834325" y="2905506"/>
                  <a:pt x="1838706" y="2901124"/>
                  <a:pt x="1838706" y="2895791"/>
                </a:cubicBezTo>
                <a:cubicBezTo>
                  <a:pt x="1838706" y="2890457"/>
                  <a:pt x="1834325" y="2886075"/>
                  <a:pt x="1828991" y="2886075"/>
                </a:cubicBezTo>
                <a:cubicBezTo>
                  <a:pt x="1823657" y="2886075"/>
                  <a:pt x="1819275" y="2890457"/>
                  <a:pt x="1819275" y="2895791"/>
                </a:cubicBezTo>
                <a:cubicBezTo>
                  <a:pt x="1819275" y="2901124"/>
                  <a:pt x="1823657" y="2905506"/>
                  <a:pt x="1828991" y="2905506"/>
                </a:cubicBezTo>
                <a:close/>
                <a:moveTo>
                  <a:pt x="1905191" y="2905316"/>
                </a:moveTo>
                <a:cubicBezTo>
                  <a:pt x="1910429" y="2905316"/>
                  <a:pt x="1914716" y="2901029"/>
                  <a:pt x="1914716" y="2895791"/>
                </a:cubicBezTo>
                <a:cubicBezTo>
                  <a:pt x="1914716" y="2890552"/>
                  <a:pt x="1910429" y="2886266"/>
                  <a:pt x="1905191" y="2886266"/>
                </a:cubicBezTo>
                <a:cubicBezTo>
                  <a:pt x="1899952" y="2886266"/>
                  <a:pt x="1895666" y="2890552"/>
                  <a:pt x="1895666" y="2895791"/>
                </a:cubicBezTo>
                <a:cubicBezTo>
                  <a:pt x="1895666" y="2901029"/>
                  <a:pt x="1899952" y="2905316"/>
                  <a:pt x="1905191" y="2905316"/>
                </a:cubicBezTo>
                <a:close/>
                <a:moveTo>
                  <a:pt x="1981391" y="2905125"/>
                </a:moveTo>
                <a:cubicBezTo>
                  <a:pt x="1986534" y="2905125"/>
                  <a:pt x="1990725" y="2900934"/>
                  <a:pt x="1990725" y="2895791"/>
                </a:cubicBezTo>
                <a:cubicBezTo>
                  <a:pt x="1990725" y="2890647"/>
                  <a:pt x="1986534" y="2886456"/>
                  <a:pt x="1981391" y="2886456"/>
                </a:cubicBezTo>
                <a:cubicBezTo>
                  <a:pt x="1976247" y="2886456"/>
                  <a:pt x="1972056" y="2890647"/>
                  <a:pt x="1972056" y="2895791"/>
                </a:cubicBezTo>
                <a:cubicBezTo>
                  <a:pt x="1972151" y="2900934"/>
                  <a:pt x="1976247" y="2905125"/>
                  <a:pt x="1981391" y="2905125"/>
                </a:cubicBezTo>
                <a:close/>
                <a:moveTo>
                  <a:pt x="2057591" y="2904935"/>
                </a:moveTo>
                <a:cubicBezTo>
                  <a:pt x="2062639" y="2904935"/>
                  <a:pt x="2066639" y="2900839"/>
                  <a:pt x="2066639" y="2895886"/>
                </a:cubicBezTo>
                <a:cubicBezTo>
                  <a:pt x="2066639" y="2890838"/>
                  <a:pt x="2062543" y="2886837"/>
                  <a:pt x="2057591" y="2886837"/>
                </a:cubicBezTo>
                <a:cubicBezTo>
                  <a:pt x="2052638" y="2886837"/>
                  <a:pt x="2048542" y="2890933"/>
                  <a:pt x="2048542" y="2895886"/>
                </a:cubicBezTo>
                <a:cubicBezTo>
                  <a:pt x="2048542" y="2900839"/>
                  <a:pt x="2052638" y="2904935"/>
                  <a:pt x="2057591" y="2904935"/>
                </a:cubicBezTo>
                <a:close/>
                <a:moveTo>
                  <a:pt x="2133791" y="2904458"/>
                </a:moveTo>
                <a:cubicBezTo>
                  <a:pt x="2138553" y="2904458"/>
                  <a:pt x="2142458" y="2900553"/>
                  <a:pt x="2142458" y="2895791"/>
                </a:cubicBezTo>
                <a:cubicBezTo>
                  <a:pt x="2142458" y="2891028"/>
                  <a:pt x="2138553" y="2887123"/>
                  <a:pt x="2133791" y="2887123"/>
                </a:cubicBezTo>
                <a:cubicBezTo>
                  <a:pt x="2129028" y="2887123"/>
                  <a:pt x="2125123" y="2891028"/>
                  <a:pt x="2125123" y="2895791"/>
                </a:cubicBezTo>
                <a:cubicBezTo>
                  <a:pt x="2125123" y="2900553"/>
                  <a:pt x="2129028" y="2904458"/>
                  <a:pt x="2133791" y="2904458"/>
                </a:cubicBezTo>
                <a:close/>
                <a:moveTo>
                  <a:pt x="2209991" y="2904078"/>
                </a:moveTo>
                <a:cubicBezTo>
                  <a:pt x="2214563" y="2904078"/>
                  <a:pt x="2218277" y="2900363"/>
                  <a:pt x="2218277" y="2895791"/>
                </a:cubicBezTo>
                <a:cubicBezTo>
                  <a:pt x="2218277" y="2891219"/>
                  <a:pt x="2214563" y="2887504"/>
                  <a:pt x="2209991" y="2887504"/>
                </a:cubicBezTo>
                <a:cubicBezTo>
                  <a:pt x="2205419" y="2887504"/>
                  <a:pt x="2201704" y="2891219"/>
                  <a:pt x="2201704" y="2895791"/>
                </a:cubicBezTo>
                <a:cubicBezTo>
                  <a:pt x="2201799" y="2900363"/>
                  <a:pt x="2205419" y="2904078"/>
                  <a:pt x="2209991" y="2904078"/>
                </a:cubicBezTo>
                <a:close/>
                <a:moveTo>
                  <a:pt x="2286191" y="2903601"/>
                </a:moveTo>
                <a:cubicBezTo>
                  <a:pt x="2290477" y="2903601"/>
                  <a:pt x="2294001" y="2900077"/>
                  <a:pt x="2294001" y="2895791"/>
                </a:cubicBezTo>
                <a:cubicBezTo>
                  <a:pt x="2294001" y="2891504"/>
                  <a:pt x="2290477" y="2887980"/>
                  <a:pt x="2286191" y="2887980"/>
                </a:cubicBezTo>
                <a:cubicBezTo>
                  <a:pt x="2281904" y="2887980"/>
                  <a:pt x="2278380" y="2891504"/>
                  <a:pt x="2278380" y="2895791"/>
                </a:cubicBezTo>
                <a:cubicBezTo>
                  <a:pt x="2278380" y="2900172"/>
                  <a:pt x="2281904" y="2903601"/>
                  <a:pt x="2286191" y="2903601"/>
                </a:cubicBezTo>
                <a:close/>
                <a:moveTo>
                  <a:pt x="2362391" y="2903030"/>
                </a:moveTo>
                <a:cubicBezTo>
                  <a:pt x="2366391" y="2903030"/>
                  <a:pt x="2369534" y="2899791"/>
                  <a:pt x="2369534" y="2895886"/>
                </a:cubicBezTo>
                <a:cubicBezTo>
                  <a:pt x="2369534" y="2891885"/>
                  <a:pt x="2366296" y="2888742"/>
                  <a:pt x="2362391" y="2888742"/>
                </a:cubicBezTo>
                <a:cubicBezTo>
                  <a:pt x="2358390" y="2888742"/>
                  <a:pt x="2355247" y="2891981"/>
                  <a:pt x="2355247" y="2895886"/>
                </a:cubicBezTo>
                <a:cubicBezTo>
                  <a:pt x="2355247" y="2899791"/>
                  <a:pt x="2358485" y="2903030"/>
                  <a:pt x="2362391" y="2903030"/>
                </a:cubicBezTo>
                <a:close/>
                <a:moveTo>
                  <a:pt x="2438591" y="2902553"/>
                </a:moveTo>
                <a:cubicBezTo>
                  <a:pt x="2442305" y="2902553"/>
                  <a:pt x="2445353" y="2899505"/>
                  <a:pt x="2445353" y="2895791"/>
                </a:cubicBezTo>
                <a:cubicBezTo>
                  <a:pt x="2445353" y="2892076"/>
                  <a:pt x="2442305" y="2889028"/>
                  <a:pt x="2438591" y="2889028"/>
                </a:cubicBezTo>
                <a:cubicBezTo>
                  <a:pt x="2434876" y="2889028"/>
                  <a:pt x="2431828" y="2892076"/>
                  <a:pt x="2431828" y="2895791"/>
                </a:cubicBezTo>
                <a:cubicBezTo>
                  <a:pt x="2431828" y="2899505"/>
                  <a:pt x="2434876" y="2902553"/>
                  <a:pt x="2438591" y="2902553"/>
                </a:cubicBezTo>
                <a:close/>
                <a:moveTo>
                  <a:pt x="2514791" y="2901982"/>
                </a:moveTo>
                <a:cubicBezTo>
                  <a:pt x="2518220" y="2901982"/>
                  <a:pt x="2520887" y="2899220"/>
                  <a:pt x="2520887" y="2895886"/>
                </a:cubicBezTo>
                <a:cubicBezTo>
                  <a:pt x="2520887" y="2892457"/>
                  <a:pt x="2518124" y="2889790"/>
                  <a:pt x="2514791" y="2889790"/>
                </a:cubicBezTo>
                <a:cubicBezTo>
                  <a:pt x="2511362" y="2889790"/>
                  <a:pt x="2508695" y="2892552"/>
                  <a:pt x="2508695" y="2895886"/>
                </a:cubicBezTo>
                <a:cubicBezTo>
                  <a:pt x="2508695" y="2899220"/>
                  <a:pt x="2511457" y="2901982"/>
                  <a:pt x="2514791" y="2901982"/>
                </a:cubicBezTo>
                <a:close/>
                <a:moveTo>
                  <a:pt x="2590991" y="2901124"/>
                </a:moveTo>
                <a:cubicBezTo>
                  <a:pt x="2593943" y="2901124"/>
                  <a:pt x="2596229" y="2898743"/>
                  <a:pt x="2596229" y="2895886"/>
                </a:cubicBezTo>
                <a:cubicBezTo>
                  <a:pt x="2596229" y="2892933"/>
                  <a:pt x="2593848" y="2890647"/>
                  <a:pt x="2590991" y="2890647"/>
                </a:cubicBezTo>
                <a:cubicBezTo>
                  <a:pt x="2588038" y="2890647"/>
                  <a:pt x="2585752" y="2893028"/>
                  <a:pt x="2585752" y="2895886"/>
                </a:cubicBezTo>
                <a:cubicBezTo>
                  <a:pt x="2585752" y="2898743"/>
                  <a:pt x="2588133" y="2901124"/>
                  <a:pt x="2590991" y="2901124"/>
                </a:cubicBezTo>
                <a:close/>
                <a:moveTo>
                  <a:pt x="2667191" y="2900458"/>
                </a:moveTo>
                <a:cubicBezTo>
                  <a:pt x="2669762" y="2900458"/>
                  <a:pt x="2671858" y="2898362"/>
                  <a:pt x="2671858" y="2895791"/>
                </a:cubicBezTo>
                <a:cubicBezTo>
                  <a:pt x="2671858" y="2893219"/>
                  <a:pt x="2669762" y="2891123"/>
                  <a:pt x="2667191" y="2891123"/>
                </a:cubicBezTo>
                <a:cubicBezTo>
                  <a:pt x="2664619" y="2891123"/>
                  <a:pt x="2662523" y="2893219"/>
                  <a:pt x="2662523" y="2895791"/>
                </a:cubicBezTo>
                <a:cubicBezTo>
                  <a:pt x="2662523" y="2898362"/>
                  <a:pt x="2664619" y="2900458"/>
                  <a:pt x="2667191" y="2900458"/>
                </a:cubicBezTo>
                <a:close/>
                <a:moveTo>
                  <a:pt x="2743391" y="2899791"/>
                </a:moveTo>
                <a:cubicBezTo>
                  <a:pt x="2745581" y="2899791"/>
                  <a:pt x="2747391" y="2897981"/>
                  <a:pt x="2747391" y="2895791"/>
                </a:cubicBezTo>
                <a:cubicBezTo>
                  <a:pt x="2747391" y="2893600"/>
                  <a:pt x="2745581" y="2891790"/>
                  <a:pt x="2743391" y="2891790"/>
                </a:cubicBezTo>
                <a:cubicBezTo>
                  <a:pt x="2741200" y="2891790"/>
                  <a:pt x="2739390" y="2893600"/>
                  <a:pt x="2739390" y="2895791"/>
                </a:cubicBezTo>
                <a:cubicBezTo>
                  <a:pt x="2739390" y="2898077"/>
                  <a:pt x="2741200" y="2899791"/>
                  <a:pt x="2743391" y="2899791"/>
                </a:cubicBezTo>
                <a:close/>
                <a:moveTo>
                  <a:pt x="2819591" y="2898934"/>
                </a:moveTo>
                <a:cubicBezTo>
                  <a:pt x="2821305" y="2898934"/>
                  <a:pt x="2822734" y="2897505"/>
                  <a:pt x="2822734" y="2895791"/>
                </a:cubicBezTo>
                <a:cubicBezTo>
                  <a:pt x="2822734" y="2894076"/>
                  <a:pt x="2821305" y="2892647"/>
                  <a:pt x="2819591" y="2892647"/>
                </a:cubicBezTo>
                <a:cubicBezTo>
                  <a:pt x="2817876" y="2892647"/>
                  <a:pt x="2816447" y="2894076"/>
                  <a:pt x="2816447" y="2895791"/>
                </a:cubicBezTo>
                <a:cubicBezTo>
                  <a:pt x="2816447" y="2897600"/>
                  <a:pt x="2817876" y="2898934"/>
                  <a:pt x="2819591" y="2898934"/>
                </a:cubicBezTo>
                <a:close/>
                <a:moveTo>
                  <a:pt x="2895791" y="2898172"/>
                </a:moveTo>
                <a:cubicBezTo>
                  <a:pt x="2897029" y="2898172"/>
                  <a:pt x="2898077" y="2897124"/>
                  <a:pt x="2898077" y="2895886"/>
                </a:cubicBezTo>
                <a:cubicBezTo>
                  <a:pt x="2898077" y="2894648"/>
                  <a:pt x="2897029" y="2893600"/>
                  <a:pt x="2895791" y="2893600"/>
                </a:cubicBezTo>
                <a:cubicBezTo>
                  <a:pt x="2894553" y="2893600"/>
                  <a:pt x="2893505" y="2894648"/>
                  <a:pt x="2893505" y="2895886"/>
                </a:cubicBezTo>
                <a:cubicBezTo>
                  <a:pt x="2893505" y="2897124"/>
                  <a:pt x="2894553" y="2898172"/>
                  <a:pt x="2895791" y="2898172"/>
                </a:cubicBezTo>
                <a:close/>
                <a:moveTo>
                  <a:pt x="2971991" y="2897315"/>
                </a:moveTo>
                <a:cubicBezTo>
                  <a:pt x="2972848" y="2897315"/>
                  <a:pt x="2973515" y="2896648"/>
                  <a:pt x="2973515" y="2895791"/>
                </a:cubicBezTo>
                <a:cubicBezTo>
                  <a:pt x="2973515" y="2894933"/>
                  <a:pt x="2972848" y="2894266"/>
                  <a:pt x="2971991" y="2894266"/>
                </a:cubicBezTo>
                <a:cubicBezTo>
                  <a:pt x="2971133" y="2894266"/>
                  <a:pt x="2970466" y="2894933"/>
                  <a:pt x="2970466" y="2895791"/>
                </a:cubicBezTo>
                <a:cubicBezTo>
                  <a:pt x="2970562" y="2896648"/>
                  <a:pt x="2971229" y="2897315"/>
                  <a:pt x="2971991" y="2897315"/>
                </a:cubicBezTo>
                <a:close/>
                <a:moveTo>
                  <a:pt x="3048191" y="2896457"/>
                </a:moveTo>
                <a:cubicBezTo>
                  <a:pt x="3048572" y="2896457"/>
                  <a:pt x="3048857" y="2896172"/>
                  <a:pt x="3048857" y="2895791"/>
                </a:cubicBezTo>
                <a:cubicBezTo>
                  <a:pt x="3048857" y="2895410"/>
                  <a:pt x="3048572" y="2895124"/>
                  <a:pt x="3048191" y="2895124"/>
                </a:cubicBezTo>
                <a:cubicBezTo>
                  <a:pt x="3047810" y="2895124"/>
                  <a:pt x="3047524" y="2895410"/>
                  <a:pt x="3047524" y="2895791"/>
                </a:cubicBezTo>
                <a:cubicBezTo>
                  <a:pt x="3047619" y="2896172"/>
                  <a:pt x="3047905" y="2896457"/>
                  <a:pt x="3048191" y="2896457"/>
                </a:cubicBezTo>
                <a:close/>
                <a:moveTo>
                  <a:pt x="533591" y="2972657"/>
                </a:moveTo>
                <a:cubicBezTo>
                  <a:pt x="533972" y="2972657"/>
                  <a:pt x="534257" y="2972372"/>
                  <a:pt x="534257" y="2971991"/>
                </a:cubicBezTo>
                <a:cubicBezTo>
                  <a:pt x="534257" y="2971610"/>
                  <a:pt x="533972" y="2971324"/>
                  <a:pt x="533591" y="2971324"/>
                </a:cubicBezTo>
                <a:cubicBezTo>
                  <a:pt x="533210" y="2971324"/>
                  <a:pt x="532924" y="2971610"/>
                  <a:pt x="532924" y="2971991"/>
                </a:cubicBezTo>
                <a:cubicBezTo>
                  <a:pt x="533019" y="2972372"/>
                  <a:pt x="533305" y="2972657"/>
                  <a:pt x="533591" y="2972657"/>
                </a:cubicBezTo>
                <a:close/>
                <a:moveTo>
                  <a:pt x="609790" y="2973515"/>
                </a:moveTo>
                <a:cubicBezTo>
                  <a:pt x="610648" y="2973515"/>
                  <a:pt x="611315" y="2972848"/>
                  <a:pt x="611315" y="2971991"/>
                </a:cubicBezTo>
                <a:cubicBezTo>
                  <a:pt x="611315" y="2971133"/>
                  <a:pt x="610648" y="2970466"/>
                  <a:pt x="609790" y="2970466"/>
                </a:cubicBezTo>
                <a:cubicBezTo>
                  <a:pt x="608933" y="2970466"/>
                  <a:pt x="608267" y="2971133"/>
                  <a:pt x="608267" y="2971991"/>
                </a:cubicBezTo>
                <a:cubicBezTo>
                  <a:pt x="608362" y="2972848"/>
                  <a:pt x="609029" y="2973515"/>
                  <a:pt x="609790" y="2973515"/>
                </a:cubicBezTo>
                <a:close/>
                <a:moveTo>
                  <a:pt x="685990" y="2974086"/>
                </a:moveTo>
                <a:cubicBezTo>
                  <a:pt x="687134" y="2974086"/>
                  <a:pt x="688086" y="2973134"/>
                  <a:pt x="688086" y="2971991"/>
                </a:cubicBezTo>
                <a:cubicBezTo>
                  <a:pt x="688086" y="2970848"/>
                  <a:pt x="687134" y="2969895"/>
                  <a:pt x="685990" y="2969895"/>
                </a:cubicBezTo>
                <a:cubicBezTo>
                  <a:pt x="684848" y="2969895"/>
                  <a:pt x="683895" y="2970848"/>
                  <a:pt x="683895" y="2971991"/>
                </a:cubicBezTo>
                <a:cubicBezTo>
                  <a:pt x="683895" y="2973134"/>
                  <a:pt x="684848" y="2974086"/>
                  <a:pt x="685990" y="2974086"/>
                </a:cubicBezTo>
                <a:close/>
                <a:moveTo>
                  <a:pt x="762190" y="2974943"/>
                </a:moveTo>
                <a:cubicBezTo>
                  <a:pt x="763810" y="2974943"/>
                  <a:pt x="765143" y="2973610"/>
                  <a:pt x="765143" y="2971991"/>
                </a:cubicBezTo>
                <a:cubicBezTo>
                  <a:pt x="765143" y="2970371"/>
                  <a:pt x="763810" y="2969038"/>
                  <a:pt x="762190" y="2969038"/>
                </a:cubicBezTo>
                <a:cubicBezTo>
                  <a:pt x="760571" y="2969038"/>
                  <a:pt x="759238" y="2970371"/>
                  <a:pt x="759238" y="2971991"/>
                </a:cubicBezTo>
                <a:cubicBezTo>
                  <a:pt x="759238" y="2973610"/>
                  <a:pt x="760571" y="2974943"/>
                  <a:pt x="762190" y="2974943"/>
                </a:cubicBezTo>
                <a:close/>
                <a:moveTo>
                  <a:pt x="838390" y="2975610"/>
                </a:moveTo>
                <a:cubicBezTo>
                  <a:pt x="840391" y="2975610"/>
                  <a:pt x="842010" y="2973991"/>
                  <a:pt x="842010" y="2971991"/>
                </a:cubicBezTo>
                <a:cubicBezTo>
                  <a:pt x="842010" y="2969990"/>
                  <a:pt x="840391" y="2968371"/>
                  <a:pt x="838390" y="2968371"/>
                </a:cubicBezTo>
                <a:cubicBezTo>
                  <a:pt x="836390" y="2968371"/>
                  <a:pt x="834771" y="2969990"/>
                  <a:pt x="834771" y="2971991"/>
                </a:cubicBezTo>
                <a:cubicBezTo>
                  <a:pt x="834866" y="2973991"/>
                  <a:pt x="836390" y="2975610"/>
                  <a:pt x="838390" y="2975610"/>
                </a:cubicBezTo>
                <a:close/>
                <a:moveTo>
                  <a:pt x="914590" y="2976467"/>
                </a:moveTo>
                <a:cubicBezTo>
                  <a:pt x="917067" y="2976467"/>
                  <a:pt x="919067" y="2974467"/>
                  <a:pt x="919067" y="2971991"/>
                </a:cubicBezTo>
                <a:cubicBezTo>
                  <a:pt x="919067" y="2969514"/>
                  <a:pt x="917067" y="2967514"/>
                  <a:pt x="914590" y="2967514"/>
                </a:cubicBezTo>
                <a:cubicBezTo>
                  <a:pt x="912114" y="2967514"/>
                  <a:pt x="910114" y="2969514"/>
                  <a:pt x="910114" y="2971991"/>
                </a:cubicBezTo>
                <a:cubicBezTo>
                  <a:pt x="910209" y="2974467"/>
                  <a:pt x="912114" y="2976467"/>
                  <a:pt x="914590" y="2976467"/>
                </a:cubicBezTo>
                <a:close/>
                <a:moveTo>
                  <a:pt x="990790" y="2977039"/>
                </a:moveTo>
                <a:cubicBezTo>
                  <a:pt x="993553" y="2977039"/>
                  <a:pt x="995839" y="2974753"/>
                  <a:pt x="995839" y="2971991"/>
                </a:cubicBezTo>
                <a:cubicBezTo>
                  <a:pt x="995839" y="2969228"/>
                  <a:pt x="993553" y="2966942"/>
                  <a:pt x="990790" y="2966942"/>
                </a:cubicBezTo>
                <a:cubicBezTo>
                  <a:pt x="988028" y="2966942"/>
                  <a:pt x="985742" y="2969228"/>
                  <a:pt x="985742" y="2971991"/>
                </a:cubicBezTo>
                <a:cubicBezTo>
                  <a:pt x="985742" y="2974848"/>
                  <a:pt x="988028" y="2977039"/>
                  <a:pt x="990790" y="2977039"/>
                </a:cubicBezTo>
                <a:close/>
                <a:moveTo>
                  <a:pt x="1066991" y="2977706"/>
                </a:moveTo>
                <a:cubicBezTo>
                  <a:pt x="1070134" y="2977706"/>
                  <a:pt x="1072706" y="2975134"/>
                  <a:pt x="1072706" y="2971991"/>
                </a:cubicBezTo>
                <a:cubicBezTo>
                  <a:pt x="1072706" y="2968847"/>
                  <a:pt x="1070134" y="2966276"/>
                  <a:pt x="1066991" y="2966276"/>
                </a:cubicBezTo>
                <a:cubicBezTo>
                  <a:pt x="1063847" y="2966276"/>
                  <a:pt x="1061276" y="2968847"/>
                  <a:pt x="1061276" y="2971991"/>
                </a:cubicBezTo>
                <a:cubicBezTo>
                  <a:pt x="1061276" y="2975134"/>
                  <a:pt x="1063847" y="2977706"/>
                  <a:pt x="1066991" y="2977706"/>
                </a:cubicBezTo>
                <a:close/>
                <a:moveTo>
                  <a:pt x="1143191" y="2978182"/>
                </a:moveTo>
                <a:cubicBezTo>
                  <a:pt x="1146620" y="2978182"/>
                  <a:pt x="1149287" y="2975420"/>
                  <a:pt x="1149287" y="2972086"/>
                </a:cubicBezTo>
                <a:cubicBezTo>
                  <a:pt x="1149287" y="2968657"/>
                  <a:pt x="1146524" y="2965990"/>
                  <a:pt x="1143191" y="2965990"/>
                </a:cubicBezTo>
                <a:cubicBezTo>
                  <a:pt x="1139857" y="2965990"/>
                  <a:pt x="1137095" y="2968752"/>
                  <a:pt x="1137095" y="2972086"/>
                </a:cubicBezTo>
                <a:cubicBezTo>
                  <a:pt x="1137095" y="2975420"/>
                  <a:pt x="1139857" y="2978182"/>
                  <a:pt x="1143191" y="2978182"/>
                </a:cubicBezTo>
                <a:close/>
                <a:moveTo>
                  <a:pt x="1219391" y="2978753"/>
                </a:moveTo>
                <a:cubicBezTo>
                  <a:pt x="1223105" y="2978753"/>
                  <a:pt x="1226153" y="2975705"/>
                  <a:pt x="1226153" y="2971991"/>
                </a:cubicBezTo>
                <a:cubicBezTo>
                  <a:pt x="1226153" y="2968276"/>
                  <a:pt x="1223105" y="2965228"/>
                  <a:pt x="1219391" y="2965228"/>
                </a:cubicBezTo>
                <a:cubicBezTo>
                  <a:pt x="1215676" y="2965228"/>
                  <a:pt x="1212628" y="2968276"/>
                  <a:pt x="1212628" y="2971991"/>
                </a:cubicBezTo>
                <a:cubicBezTo>
                  <a:pt x="1212628" y="2975705"/>
                  <a:pt x="1215676" y="2978753"/>
                  <a:pt x="1219391" y="2978753"/>
                </a:cubicBezTo>
                <a:close/>
                <a:moveTo>
                  <a:pt x="1295591" y="2979230"/>
                </a:moveTo>
                <a:cubicBezTo>
                  <a:pt x="1299591" y="2979230"/>
                  <a:pt x="1302734" y="2975991"/>
                  <a:pt x="1302734" y="2972086"/>
                </a:cubicBezTo>
                <a:cubicBezTo>
                  <a:pt x="1302734" y="2968085"/>
                  <a:pt x="1299496" y="2964942"/>
                  <a:pt x="1295591" y="2964942"/>
                </a:cubicBezTo>
                <a:cubicBezTo>
                  <a:pt x="1291590" y="2964942"/>
                  <a:pt x="1288447" y="2968181"/>
                  <a:pt x="1288447" y="2972086"/>
                </a:cubicBezTo>
                <a:cubicBezTo>
                  <a:pt x="1288447" y="2975991"/>
                  <a:pt x="1291685" y="2979230"/>
                  <a:pt x="1295591" y="2979230"/>
                </a:cubicBezTo>
                <a:close/>
                <a:moveTo>
                  <a:pt x="1371791" y="2979420"/>
                </a:moveTo>
                <a:cubicBezTo>
                  <a:pt x="1375886" y="2979420"/>
                  <a:pt x="1379220" y="2976086"/>
                  <a:pt x="1379220" y="2971991"/>
                </a:cubicBezTo>
                <a:cubicBezTo>
                  <a:pt x="1379220" y="2967895"/>
                  <a:pt x="1375886" y="2964561"/>
                  <a:pt x="1371791" y="2964561"/>
                </a:cubicBezTo>
                <a:cubicBezTo>
                  <a:pt x="1367695" y="2964561"/>
                  <a:pt x="1364361" y="2967895"/>
                  <a:pt x="1364361" y="2971991"/>
                </a:cubicBezTo>
                <a:cubicBezTo>
                  <a:pt x="1364456" y="2976086"/>
                  <a:pt x="1367695" y="2979420"/>
                  <a:pt x="1371791" y="2979420"/>
                </a:cubicBezTo>
                <a:close/>
                <a:moveTo>
                  <a:pt x="1447991" y="2979801"/>
                </a:moveTo>
                <a:cubicBezTo>
                  <a:pt x="1452277" y="2979801"/>
                  <a:pt x="1455801" y="2976277"/>
                  <a:pt x="1455801" y="2971991"/>
                </a:cubicBezTo>
                <a:cubicBezTo>
                  <a:pt x="1455801" y="2967704"/>
                  <a:pt x="1452277" y="2964180"/>
                  <a:pt x="1447991" y="2964180"/>
                </a:cubicBezTo>
                <a:cubicBezTo>
                  <a:pt x="1443704" y="2964180"/>
                  <a:pt x="1440180" y="2967704"/>
                  <a:pt x="1440180" y="2971991"/>
                </a:cubicBezTo>
                <a:cubicBezTo>
                  <a:pt x="1440180" y="2976372"/>
                  <a:pt x="1443704" y="2979801"/>
                  <a:pt x="1447991" y="2979801"/>
                </a:cubicBezTo>
                <a:close/>
                <a:moveTo>
                  <a:pt x="1524191" y="2980087"/>
                </a:moveTo>
                <a:cubicBezTo>
                  <a:pt x="1528667" y="2980087"/>
                  <a:pt x="1532192" y="2976467"/>
                  <a:pt x="1532192" y="2972086"/>
                </a:cubicBezTo>
                <a:cubicBezTo>
                  <a:pt x="1532192" y="2967609"/>
                  <a:pt x="1528572" y="2964085"/>
                  <a:pt x="1524191" y="2964085"/>
                </a:cubicBezTo>
                <a:cubicBezTo>
                  <a:pt x="1519714" y="2964085"/>
                  <a:pt x="1516189" y="2967704"/>
                  <a:pt x="1516189" y="2972086"/>
                </a:cubicBezTo>
                <a:cubicBezTo>
                  <a:pt x="1516189" y="2976467"/>
                  <a:pt x="1519809" y="2980087"/>
                  <a:pt x="1524191" y="2980087"/>
                </a:cubicBezTo>
                <a:close/>
                <a:moveTo>
                  <a:pt x="1600391" y="2980278"/>
                </a:moveTo>
                <a:cubicBezTo>
                  <a:pt x="1604963" y="2980278"/>
                  <a:pt x="1608677" y="2976563"/>
                  <a:pt x="1608677" y="2971991"/>
                </a:cubicBezTo>
                <a:cubicBezTo>
                  <a:pt x="1608677" y="2967419"/>
                  <a:pt x="1604963" y="2963704"/>
                  <a:pt x="1600391" y="2963704"/>
                </a:cubicBezTo>
                <a:cubicBezTo>
                  <a:pt x="1595818" y="2963704"/>
                  <a:pt x="1592104" y="2967419"/>
                  <a:pt x="1592104" y="2971991"/>
                </a:cubicBezTo>
                <a:cubicBezTo>
                  <a:pt x="1592199" y="2976563"/>
                  <a:pt x="1595818" y="2980278"/>
                  <a:pt x="1600391" y="2980278"/>
                </a:cubicBezTo>
                <a:close/>
                <a:moveTo>
                  <a:pt x="1676591" y="2980468"/>
                </a:moveTo>
                <a:cubicBezTo>
                  <a:pt x="1681258" y="2980468"/>
                  <a:pt x="1685068" y="2976658"/>
                  <a:pt x="1685068" y="2971991"/>
                </a:cubicBezTo>
                <a:cubicBezTo>
                  <a:pt x="1685068" y="2967323"/>
                  <a:pt x="1681258" y="2963513"/>
                  <a:pt x="1676591" y="2963513"/>
                </a:cubicBezTo>
                <a:cubicBezTo>
                  <a:pt x="1671923" y="2963513"/>
                  <a:pt x="1668113" y="2967323"/>
                  <a:pt x="1668113" y="2971991"/>
                </a:cubicBezTo>
                <a:cubicBezTo>
                  <a:pt x="1668113" y="2976658"/>
                  <a:pt x="1671923" y="2980468"/>
                  <a:pt x="1676591" y="2980468"/>
                </a:cubicBezTo>
                <a:close/>
                <a:moveTo>
                  <a:pt x="1752791" y="2980468"/>
                </a:moveTo>
                <a:cubicBezTo>
                  <a:pt x="1757458" y="2980468"/>
                  <a:pt x="1761268" y="2976658"/>
                  <a:pt x="1761268" y="2971991"/>
                </a:cubicBezTo>
                <a:cubicBezTo>
                  <a:pt x="1761268" y="2967323"/>
                  <a:pt x="1757458" y="2963513"/>
                  <a:pt x="1752791" y="2963513"/>
                </a:cubicBezTo>
                <a:cubicBezTo>
                  <a:pt x="1748123" y="2963513"/>
                  <a:pt x="1744313" y="2967323"/>
                  <a:pt x="1744313" y="2971991"/>
                </a:cubicBezTo>
                <a:cubicBezTo>
                  <a:pt x="1744313" y="2976658"/>
                  <a:pt x="1748123" y="2980468"/>
                  <a:pt x="1752791" y="2980468"/>
                </a:cubicBezTo>
                <a:close/>
                <a:moveTo>
                  <a:pt x="1828991" y="2980468"/>
                </a:moveTo>
                <a:cubicBezTo>
                  <a:pt x="1833658" y="2980468"/>
                  <a:pt x="1837468" y="2976658"/>
                  <a:pt x="1837468" y="2971991"/>
                </a:cubicBezTo>
                <a:cubicBezTo>
                  <a:pt x="1837468" y="2967323"/>
                  <a:pt x="1833658" y="2963513"/>
                  <a:pt x="1828991" y="2963513"/>
                </a:cubicBezTo>
                <a:cubicBezTo>
                  <a:pt x="1824323" y="2963513"/>
                  <a:pt x="1820513" y="2967323"/>
                  <a:pt x="1820513" y="2971991"/>
                </a:cubicBezTo>
                <a:cubicBezTo>
                  <a:pt x="1820513" y="2976658"/>
                  <a:pt x="1824323" y="2980468"/>
                  <a:pt x="1828991" y="2980468"/>
                </a:cubicBezTo>
                <a:close/>
                <a:moveTo>
                  <a:pt x="1905191" y="2980278"/>
                </a:moveTo>
                <a:cubicBezTo>
                  <a:pt x="1909763" y="2980278"/>
                  <a:pt x="1913477" y="2976563"/>
                  <a:pt x="1913477" y="2971991"/>
                </a:cubicBezTo>
                <a:cubicBezTo>
                  <a:pt x="1913477" y="2967419"/>
                  <a:pt x="1909763" y="2963704"/>
                  <a:pt x="1905191" y="2963704"/>
                </a:cubicBezTo>
                <a:cubicBezTo>
                  <a:pt x="1900618" y="2963704"/>
                  <a:pt x="1896904" y="2967419"/>
                  <a:pt x="1896904" y="2971991"/>
                </a:cubicBezTo>
                <a:cubicBezTo>
                  <a:pt x="1896999" y="2976563"/>
                  <a:pt x="1900618" y="2980278"/>
                  <a:pt x="1905191" y="2980278"/>
                </a:cubicBezTo>
                <a:close/>
                <a:moveTo>
                  <a:pt x="1981391" y="2980087"/>
                </a:moveTo>
                <a:cubicBezTo>
                  <a:pt x="1985867" y="2980087"/>
                  <a:pt x="1989392" y="2976467"/>
                  <a:pt x="1989392" y="2972086"/>
                </a:cubicBezTo>
                <a:cubicBezTo>
                  <a:pt x="1989392" y="2967609"/>
                  <a:pt x="1985772" y="2964085"/>
                  <a:pt x="1981391" y="2964085"/>
                </a:cubicBezTo>
                <a:cubicBezTo>
                  <a:pt x="1976914" y="2964085"/>
                  <a:pt x="1973389" y="2967704"/>
                  <a:pt x="1973389" y="2972086"/>
                </a:cubicBezTo>
                <a:cubicBezTo>
                  <a:pt x="1973389" y="2976467"/>
                  <a:pt x="1977009" y="2980087"/>
                  <a:pt x="1981391" y="2980087"/>
                </a:cubicBezTo>
                <a:close/>
                <a:moveTo>
                  <a:pt x="2057591" y="2979801"/>
                </a:moveTo>
                <a:cubicBezTo>
                  <a:pt x="2061877" y="2979801"/>
                  <a:pt x="2065401" y="2976277"/>
                  <a:pt x="2065401" y="2971991"/>
                </a:cubicBezTo>
                <a:cubicBezTo>
                  <a:pt x="2065401" y="2967704"/>
                  <a:pt x="2061877" y="2964180"/>
                  <a:pt x="2057591" y="2964180"/>
                </a:cubicBezTo>
                <a:cubicBezTo>
                  <a:pt x="2053304" y="2964180"/>
                  <a:pt x="2049780" y="2967704"/>
                  <a:pt x="2049780" y="2971991"/>
                </a:cubicBezTo>
                <a:cubicBezTo>
                  <a:pt x="2049780" y="2976372"/>
                  <a:pt x="2053304" y="2979801"/>
                  <a:pt x="2057591" y="2979801"/>
                </a:cubicBezTo>
                <a:close/>
                <a:moveTo>
                  <a:pt x="2133791" y="2979611"/>
                </a:moveTo>
                <a:cubicBezTo>
                  <a:pt x="2137982" y="2979611"/>
                  <a:pt x="2141411" y="2976182"/>
                  <a:pt x="2141411" y="2971991"/>
                </a:cubicBezTo>
                <a:cubicBezTo>
                  <a:pt x="2141411" y="2967799"/>
                  <a:pt x="2137982" y="2964371"/>
                  <a:pt x="2133791" y="2964371"/>
                </a:cubicBezTo>
                <a:cubicBezTo>
                  <a:pt x="2129600" y="2964371"/>
                  <a:pt x="2126171" y="2967799"/>
                  <a:pt x="2126171" y="2971991"/>
                </a:cubicBezTo>
                <a:cubicBezTo>
                  <a:pt x="2126171" y="2976182"/>
                  <a:pt x="2129600" y="2979611"/>
                  <a:pt x="2133791" y="2979611"/>
                </a:cubicBezTo>
                <a:close/>
                <a:moveTo>
                  <a:pt x="2209991" y="2979230"/>
                </a:moveTo>
                <a:cubicBezTo>
                  <a:pt x="2213991" y="2979230"/>
                  <a:pt x="2217134" y="2975991"/>
                  <a:pt x="2217134" y="2972086"/>
                </a:cubicBezTo>
                <a:cubicBezTo>
                  <a:pt x="2217134" y="2968085"/>
                  <a:pt x="2213896" y="2964942"/>
                  <a:pt x="2209991" y="2964942"/>
                </a:cubicBezTo>
                <a:cubicBezTo>
                  <a:pt x="2205990" y="2964942"/>
                  <a:pt x="2202847" y="2968181"/>
                  <a:pt x="2202847" y="2972086"/>
                </a:cubicBezTo>
                <a:cubicBezTo>
                  <a:pt x="2202847" y="2975991"/>
                  <a:pt x="2206085" y="2979230"/>
                  <a:pt x="2209991" y="2979230"/>
                </a:cubicBezTo>
                <a:close/>
                <a:moveTo>
                  <a:pt x="2286191" y="2978753"/>
                </a:moveTo>
                <a:cubicBezTo>
                  <a:pt x="2289905" y="2978753"/>
                  <a:pt x="2292953" y="2975705"/>
                  <a:pt x="2292953" y="2971991"/>
                </a:cubicBezTo>
                <a:cubicBezTo>
                  <a:pt x="2292953" y="2968276"/>
                  <a:pt x="2289905" y="2965228"/>
                  <a:pt x="2286191" y="2965228"/>
                </a:cubicBezTo>
                <a:cubicBezTo>
                  <a:pt x="2282476" y="2965228"/>
                  <a:pt x="2279428" y="2968276"/>
                  <a:pt x="2279428" y="2971991"/>
                </a:cubicBezTo>
                <a:cubicBezTo>
                  <a:pt x="2279428" y="2975705"/>
                  <a:pt x="2282476" y="2978753"/>
                  <a:pt x="2286191" y="2978753"/>
                </a:cubicBezTo>
                <a:close/>
                <a:moveTo>
                  <a:pt x="2362391" y="2978182"/>
                </a:moveTo>
                <a:cubicBezTo>
                  <a:pt x="2365820" y="2978182"/>
                  <a:pt x="2368487" y="2975420"/>
                  <a:pt x="2368487" y="2972086"/>
                </a:cubicBezTo>
                <a:cubicBezTo>
                  <a:pt x="2368487" y="2968657"/>
                  <a:pt x="2365724" y="2965990"/>
                  <a:pt x="2362391" y="2965990"/>
                </a:cubicBezTo>
                <a:cubicBezTo>
                  <a:pt x="2359057" y="2965990"/>
                  <a:pt x="2356295" y="2968752"/>
                  <a:pt x="2356295" y="2972086"/>
                </a:cubicBezTo>
                <a:cubicBezTo>
                  <a:pt x="2356295" y="2975420"/>
                  <a:pt x="2359057" y="2978182"/>
                  <a:pt x="2362391" y="2978182"/>
                </a:cubicBezTo>
                <a:close/>
                <a:moveTo>
                  <a:pt x="2438591" y="2977706"/>
                </a:moveTo>
                <a:cubicBezTo>
                  <a:pt x="2441734" y="2977706"/>
                  <a:pt x="2444306" y="2975134"/>
                  <a:pt x="2444306" y="2971991"/>
                </a:cubicBezTo>
                <a:cubicBezTo>
                  <a:pt x="2444306" y="2968847"/>
                  <a:pt x="2441734" y="2966276"/>
                  <a:pt x="2438591" y="2966276"/>
                </a:cubicBezTo>
                <a:cubicBezTo>
                  <a:pt x="2435447" y="2966276"/>
                  <a:pt x="2432876" y="2968847"/>
                  <a:pt x="2432876" y="2971991"/>
                </a:cubicBezTo>
                <a:cubicBezTo>
                  <a:pt x="2432876" y="2975134"/>
                  <a:pt x="2435447" y="2977706"/>
                  <a:pt x="2438591" y="2977706"/>
                </a:cubicBezTo>
                <a:close/>
                <a:moveTo>
                  <a:pt x="2514791" y="2977039"/>
                </a:moveTo>
                <a:cubicBezTo>
                  <a:pt x="2517553" y="2977039"/>
                  <a:pt x="2519839" y="2974753"/>
                  <a:pt x="2519839" y="2971991"/>
                </a:cubicBezTo>
                <a:cubicBezTo>
                  <a:pt x="2519839" y="2969228"/>
                  <a:pt x="2517553" y="2966942"/>
                  <a:pt x="2514791" y="2966942"/>
                </a:cubicBezTo>
                <a:cubicBezTo>
                  <a:pt x="2512028" y="2966942"/>
                  <a:pt x="2509742" y="2969228"/>
                  <a:pt x="2509742" y="2971991"/>
                </a:cubicBezTo>
                <a:cubicBezTo>
                  <a:pt x="2509742" y="2974848"/>
                  <a:pt x="2512028" y="2977039"/>
                  <a:pt x="2514791" y="2977039"/>
                </a:cubicBezTo>
                <a:close/>
                <a:moveTo>
                  <a:pt x="2590991" y="2976467"/>
                </a:moveTo>
                <a:cubicBezTo>
                  <a:pt x="2593467" y="2976467"/>
                  <a:pt x="2595467" y="2974467"/>
                  <a:pt x="2595467" y="2971991"/>
                </a:cubicBezTo>
                <a:cubicBezTo>
                  <a:pt x="2595467" y="2969514"/>
                  <a:pt x="2593467" y="2967514"/>
                  <a:pt x="2590991" y="2967514"/>
                </a:cubicBezTo>
                <a:cubicBezTo>
                  <a:pt x="2588514" y="2967514"/>
                  <a:pt x="2586514" y="2969514"/>
                  <a:pt x="2586514" y="2971991"/>
                </a:cubicBezTo>
                <a:cubicBezTo>
                  <a:pt x="2586609" y="2974467"/>
                  <a:pt x="2588514" y="2976467"/>
                  <a:pt x="2590991" y="2976467"/>
                </a:cubicBezTo>
                <a:close/>
                <a:moveTo>
                  <a:pt x="2667191" y="2975801"/>
                </a:moveTo>
                <a:cubicBezTo>
                  <a:pt x="2669286" y="2975801"/>
                  <a:pt x="2671001" y="2974086"/>
                  <a:pt x="2671001" y="2971991"/>
                </a:cubicBezTo>
                <a:cubicBezTo>
                  <a:pt x="2671001" y="2969895"/>
                  <a:pt x="2669286" y="2968181"/>
                  <a:pt x="2667191" y="2968181"/>
                </a:cubicBezTo>
                <a:cubicBezTo>
                  <a:pt x="2665095" y="2968181"/>
                  <a:pt x="2663381" y="2969895"/>
                  <a:pt x="2663381" y="2971991"/>
                </a:cubicBezTo>
                <a:cubicBezTo>
                  <a:pt x="2663381" y="2974086"/>
                  <a:pt x="2665095" y="2975801"/>
                  <a:pt x="2667191" y="2975801"/>
                </a:cubicBezTo>
                <a:close/>
                <a:moveTo>
                  <a:pt x="2743391" y="2974943"/>
                </a:moveTo>
                <a:cubicBezTo>
                  <a:pt x="2745010" y="2974943"/>
                  <a:pt x="2746343" y="2973610"/>
                  <a:pt x="2746343" y="2971991"/>
                </a:cubicBezTo>
                <a:cubicBezTo>
                  <a:pt x="2746343" y="2970371"/>
                  <a:pt x="2745010" y="2969038"/>
                  <a:pt x="2743391" y="2969038"/>
                </a:cubicBezTo>
                <a:cubicBezTo>
                  <a:pt x="2741771" y="2969038"/>
                  <a:pt x="2740438" y="2970371"/>
                  <a:pt x="2740438" y="2971991"/>
                </a:cubicBezTo>
                <a:cubicBezTo>
                  <a:pt x="2740438" y="2973610"/>
                  <a:pt x="2741771" y="2974943"/>
                  <a:pt x="2743391" y="2974943"/>
                </a:cubicBezTo>
                <a:close/>
                <a:moveTo>
                  <a:pt x="2819591" y="2974372"/>
                </a:moveTo>
                <a:cubicBezTo>
                  <a:pt x="2820829" y="2974372"/>
                  <a:pt x="2821877" y="2973324"/>
                  <a:pt x="2821877" y="2972086"/>
                </a:cubicBezTo>
                <a:cubicBezTo>
                  <a:pt x="2821877" y="2970848"/>
                  <a:pt x="2820829" y="2969800"/>
                  <a:pt x="2819591" y="2969800"/>
                </a:cubicBezTo>
                <a:cubicBezTo>
                  <a:pt x="2818353" y="2969800"/>
                  <a:pt x="2817305" y="2970848"/>
                  <a:pt x="2817305" y="2972086"/>
                </a:cubicBezTo>
                <a:cubicBezTo>
                  <a:pt x="2817305" y="2973324"/>
                  <a:pt x="2818353" y="2974372"/>
                  <a:pt x="2819591" y="2974372"/>
                </a:cubicBezTo>
                <a:close/>
                <a:moveTo>
                  <a:pt x="2895791" y="2973515"/>
                </a:moveTo>
                <a:cubicBezTo>
                  <a:pt x="2896648" y="2973515"/>
                  <a:pt x="2897315" y="2972848"/>
                  <a:pt x="2897315" y="2971991"/>
                </a:cubicBezTo>
                <a:cubicBezTo>
                  <a:pt x="2897315" y="2971133"/>
                  <a:pt x="2896648" y="2970466"/>
                  <a:pt x="2895791" y="2970466"/>
                </a:cubicBezTo>
                <a:cubicBezTo>
                  <a:pt x="2894933" y="2970466"/>
                  <a:pt x="2894266" y="2971133"/>
                  <a:pt x="2894266" y="2971991"/>
                </a:cubicBezTo>
                <a:cubicBezTo>
                  <a:pt x="2894362" y="2972848"/>
                  <a:pt x="2895029" y="2973515"/>
                  <a:pt x="2895791" y="2973515"/>
                </a:cubicBezTo>
                <a:close/>
                <a:moveTo>
                  <a:pt x="2971991" y="2972657"/>
                </a:moveTo>
                <a:cubicBezTo>
                  <a:pt x="2972372" y="2972657"/>
                  <a:pt x="2972657" y="2972372"/>
                  <a:pt x="2972657" y="2971991"/>
                </a:cubicBezTo>
                <a:cubicBezTo>
                  <a:pt x="2972657" y="2971610"/>
                  <a:pt x="2972372" y="2971324"/>
                  <a:pt x="2971991" y="2971324"/>
                </a:cubicBezTo>
                <a:cubicBezTo>
                  <a:pt x="2971610" y="2971324"/>
                  <a:pt x="2971324" y="2971610"/>
                  <a:pt x="2971324" y="2971991"/>
                </a:cubicBezTo>
                <a:cubicBezTo>
                  <a:pt x="2971419" y="2972372"/>
                  <a:pt x="2971705" y="2972657"/>
                  <a:pt x="2971991" y="2972657"/>
                </a:cubicBezTo>
                <a:close/>
                <a:moveTo>
                  <a:pt x="609790" y="3048857"/>
                </a:moveTo>
                <a:cubicBezTo>
                  <a:pt x="610172" y="3048857"/>
                  <a:pt x="610457" y="3048572"/>
                  <a:pt x="610457" y="3048191"/>
                </a:cubicBezTo>
                <a:cubicBezTo>
                  <a:pt x="610457" y="3047810"/>
                  <a:pt x="610172" y="3047524"/>
                  <a:pt x="609790" y="3047524"/>
                </a:cubicBezTo>
                <a:cubicBezTo>
                  <a:pt x="609410" y="3047524"/>
                  <a:pt x="609124" y="3047810"/>
                  <a:pt x="609124" y="3048191"/>
                </a:cubicBezTo>
                <a:cubicBezTo>
                  <a:pt x="609219" y="3048572"/>
                  <a:pt x="609505" y="3048857"/>
                  <a:pt x="609790" y="3048857"/>
                </a:cubicBezTo>
                <a:close/>
                <a:moveTo>
                  <a:pt x="685990" y="3049524"/>
                </a:moveTo>
                <a:cubicBezTo>
                  <a:pt x="686657" y="3049524"/>
                  <a:pt x="687229" y="3048953"/>
                  <a:pt x="687229" y="3048286"/>
                </a:cubicBezTo>
                <a:cubicBezTo>
                  <a:pt x="687229" y="3047619"/>
                  <a:pt x="686657" y="3047048"/>
                  <a:pt x="685990" y="3047048"/>
                </a:cubicBezTo>
                <a:cubicBezTo>
                  <a:pt x="685324" y="3047048"/>
                  <a:pt x="684752" y="3047619"/>
                  <a:pt x="684752" y="3048286"/>
                </a:cubicBezTo>
                <a:cubicBezTo>
                  <a:pt x="684752" y="3048953"/>
                  <a:pt x="685324" y="3049524"/>
                  <a:pt x="685990" y="3049524"/>
                </a:cubicBezTo>
                <a:close/>
                <a:moveTo>
                  <a:pt x="762190" y="3050286"/>
                </a:moveTo>
                <a:cubicBezTo>
                  <a:pt x="763334" y="3050286"/>
                  <a:pt x="764286" y="3049334"/>
                  <a:pt x="764286" y="3048191"/>
                </a:cubicBezTo>
                <a:cubicBezTo>
                  <a:pt x="764286" y="3047048"/>
                  <a:pt x="763334" y="3046095"/>
                  <a:pt x="762190" y="3046095"/>
                </a:cubicBezTo>
                <a:cubicBezTo>
                  <a:pt x="761048" y="3046095"/>
                  <a:pt x="760095" y="3047048"/>
                  <a:pt x="760095" y="3048191"/>
                </a:cubicBezTo>
                <a:cubicBezTo>
                  <a:pt x="760095" y="3049334"/>
                  <a:pt x="761048" y="3050286"/>
                  <a:pt x="762190" y="3050286"/>
                </a:cubicBezTo>
                <a:close/>
                <a:moveTo>
                  <a:pt x="838390" y="3050953"/>
                </a:moveTo>
                <a:cubicBezTo>
                  <a:pt x="839915" y="3050953"/>
                  <a:pt x="841153" y="3049715"/>
                  <a:pt x="841153" y="3048191"/>
                </a:cubicBezTo>
                <a:cubicBezTo>
                  <a:pt x="841153" y="3046666"/>
                  <a:pt x="839915" y="3045428"/>
                  <a:pt x="838390" y="3045428"/>
                </a:cubicBezTo>
                <a:cubicBezTo>
                  <a:pt x="836867" y="3045428"/>
                  <a:pt x="835628" y="3046666"/>
                  <a:pt x="835628" y="3048191"/>
                </a:cubicBezTo>
                <a:cubicBezTo>
                  <a:pt x="835628" y="3049715"/>
                  <a:pt x="836867" y="3050953"/>
                  <a:pt x="838390" y="3050953"/>
                </a:cubicBezTo>
                <a:close/>
                <a:moveTo>
                  <a:pt x="914590" y="3051620"/>
                </a:moveTo>
                <a:cubicBezTo>
                  <a:pt x="916496" y="3051620"/>
                  <a:pt x="917924" y="3050096"/>
                  <a:pt x="917924" y="3048286"/>
                </a:cubicBezTo>
                <a:cubicBezTo>
                  <a:pt x="917924" y="3046381"/>
                  <a:pt x="916400" y="3044952"/>
                  <a:pt x="914590" y="3044952"/>
                </a:cubicBezTo>
                <a:cubicBezTo>
                  <a:pt x="912781" y="3044952"/>
                  <a:pt x="911162" y="3046476"/>
                  <a:pt x="911162" y="3048286"/>
                </a:cubicBezTo>
                <a:cubicBezTo>
                  <a:pt x="911257" y="3050096"/>
                  <a:pt x="912781" y="3051620"/>
                  <a:pt x="914590" y="3051620"/>
                </a:cubicBezTo>
                <a:close/>
                <a:moveTo>
                  <a:pt x="990790" y="3052191"/>
                </a:moveTo>
                <a:cubicBezTo>
                  <a:pt x="992981" y="3052191"/>
                  <a:pt x="994791" y="3050381"/>
                  <a:pt x="994791" y="3048191"/>
                </a:cubicBezTo>
                <a:cubicBezTo>
                  <a:pt x="994791" y="3046000"/>
                  <a:pt x="992981" y="3044190"/>
                  <a:pt x="990790" y="3044190"/>
                </a:cubicBezTo>
                <a:cubicBezTo>
                  <a:pt x="988600" y="3044190"/>
                  <a:pt x="986790" y="3046000"/>
                  <a:pt x="986790" y="3048191"/>
                </a:cubicBezTo>
                <a:cubicBezTo>
                  <a:pt x="986790" y="3050477"/>
                  <a:pt x="988600" y="3052191"/>
                  <a:pt x="990790" y="3052191"/>
                </a:cubicBezTo>
                <a:close/>
                <a:moveTo>
                  <a:pt x="1066991" y="3052858"/>
                </a:moveTo>
                <a:cubicBezTo>
                  <a:pt x="1069562" y="3052858"/>
                  <a:pt x="1071658" y="3050762"/>
                  <a:pt x="1071658" y="3048191"/>
                </a:cubicBezTo>
                <a:cubicBezTo>
                  <a:pt x="1071658" y="3045619"/>
                  <a:pt x="1069562" y="3043523"/>
                  <a:pt x="1066991" y="3043523"/>
                </a:cubicBezTo>
                <a:cubicBezTo>
                  <a:pt x="1064419" y="3043523"/>
                  <a:pt x="1062323" y="3045619"/>
                  <a:pt x="1062323" y="3048191"/>
                </a:cubicBezTo>
                <a:cubicBezTo>
                  <a:pt x="1062323" y="3050762"/>
                  <a:pt x="1064419" y="3052858"/>
                  <a:pt x="1066991" y="3052858"/>
                </a:cubicBezTo>
                <a:close/>
                <a:moveTo>
                  <a:pt x="1143191" y="3053239"/>
                </a:moveTo>
                <a:cubicBezTo>
                  <a:pt x="1145953" y="3053239"/>
                  <a:pt x="1148239" y="3050953"/>
                  <a:pt x="1148239" y="3048191"/>
                </a:cubicBezTo>
                <a:cubicBezTo>
                  <a:pt x="1148239" y="3045428"/>
                  <a:pt x="1145953" y="3043142"/>
                  <a:pt x="1143191" y="3043142"/>
                </a:cubicBezTo>
                <a:cubicBezTo>
                  <a:pt x="1140428" y="3043142"/>
                  <a:pt x="1138142" y="3045428"/>
                  <a:pt x="1138142" y="3048191"/>
                </a:cubicBezTo>
                <a:cubicBezTo>
                  <a:pt x="1138142" y="3051048"/>
                  <a:pt x="1140428" y="3053239"/>
                  <a:pt x="1143191" y="3053239"/>
                </a:cubicBezTo>
                <a:close/>
                <a:moveTo>
                  <a:pt x="1219391" y="3053715"/>
                </a:moveTo>
                <a:cubicBezTo>
                  <a:pt x="1222439" y="3053715"/>
                  <a:pt x="1224915" y="3051239"/>
                  <a:pt x="1224915" y="3048191"/>
                </a:cubicBezTo>
                <a:cubicBezTo>
                  <a:pt x="1224915" y="3045143"/>
                  <a:pt x="1222439" y="3042666"/>
                  <a:pt x="1219391" y="3042666"/>
                </a:cubicBezTo>
                <a:cubicBezTo>
                  <a:pt x="1216343" y="3042666"/>
                  <a:pt x="1213866" y="3045143"/>
                  <a:pt x="1213866" y="3048191"/>
                </a:cubicBezTo>
                <a:cubicBezTo>
                  <a:pt x="1213961" y="3051239"/>
                  <a:pt x="1216343" y="3053715"/>
                  <a:pt x="1219391" y="3053715"/>
                </a:cubicBezTo>
                <a:close/>
                <a:moveTo>
                  <a:pt x="1295591" y="3054096"/>
                </a:moveTo>
                <a:cubicBezTo>
                  <a:pt x="1298829" y="3054096"/>
                  <a:pt x="1301496" y="3051429"/>
                  <a:pt x="1301496" y="3048191"/>
                </a:cubicBezTo>
                <a:cubicBezTo>
                  <a:pt x="1301496" y="3044952"/>
                  <a:pt x="1298829" y="3042285"/>
                  <a:pt x="1295591" y="3042285"/>
                </a:cubicBezTo>
                <a:cubicBezTo>
                  <a:pt x="1292352" y="3042285"/>
                  <a:pt x="1289685" y="3044952"/>
                  <a:pt x="1289685" y="3048191"/>
                </a:cubicBezTo>
                <a:cubicBezTo>
                  <a:pt x="1289685" y="3051524"/>
                  <a:pt x="1292352" y="3054096"/>
                  <a:pt x="1295591" y="3054096"/>
                </a:cubicBezTo>
                <a:close/>
                <a:moveTo>
                  <a:pt x="1371791" y="3054572"/>
                </a:moveTo>
                <a:cubicBezTo>
                  <a:pt x="1375315" y="3054572"/>
                  <a:pt x="1378172" y="3051715"/>
                  <a:pt x="1378172" y="3048191"/>
                </a:cubicBezTo>
                <a:cubicBezTo>
                  <a:pt x="1378172" y="3044666"/>
                  <a:pt x="1375315" y="3041809"/>
                  <a:pt x="1371791" y="3041809"/>
                </a:cubicBezTo>
                <a:cubicBezTo>
                  <a:pt x="1368266" y="3041809"/>
                  <a:pt x="1365409" y="3044666"/>
                  <a:pt x="1365409" y="3048191"/>
                </a:cubicBezTo>
                <a:cubicBezTo>
                  <a:pt x="1365504" y="3051715"/>
                  <a:pt x="1368266" y="3054572"/>
                  <a:pt x="1371791" y="3054572"/>
                </a:cubicBezTo>
                <a:close/>
                <a:moveTo>
                  <a:pt x="1447991" y="3054953"/>
                </a:moveTo>
                <a:cubicBezTo>
                  <a:pt x="1451705" y="3054953"/>
                  <a:pt x="1454753" y="3051905"/>
                  <a:pt x="1454753" y="3048191"/>
                </a:cubicBezTo>
                <a:cubicBezTo>
                  <a:pt x="1454753" y="3044476"/>
                  <a:pt x="1451705" y="3041428"/>
                  <a:pt x="1447991" y="3041428"/>
                </a:cubicBezTo>
                <a:cubicBezTo>
                  <a:pt x="1444276" y="3041428"/>
                  <a:pt x="1441228" y="3044476"/>
                  <a:pt x="1441228" y="3048191"/>
                </a:cubicBezTo>
                <a:cubicBezTo>
                  <a:pt x="1441228" y="3051905"/>
                  <a:pt x="1444276" y="3054953"/>
                  <a:pt x="1447991" y="3054953"/>
                </a:cubicBezTo>
                <a:close/>
                <a:moveTo>
                  <a:pt x="1524191" y="3055144"/>
                </a:moveTo>
                <a:cubicBezTo>
                  <a:pt x="1528001" y="3055144"/>
                  <a:pt x="1531144" y="3052001"/>
                  <a:pt x="1531144" y="3048191"/>
                </a:cubicBezTo>
                <a:cubicBezTo>
                  <a:pt x="1531144" y="3044381"/>
                  <a:pt x="1528001" y="3041237"/>
                  <a:pt x="1524191" y="3041237"/>
                </a:cubicBezTo>
                <a:cubicBezTo>
                  <a:pt x="1520381" y="3041237"/>
                  <a:pt x="1517237" y="3044381"/>
                  <a:pt x="1517237" y="3048191"/>
                </a:cubicBezTo>
                <a:cubicBezTo>
                  <a:pt x="1517237" y="3052096"/>
                  <a:pt x="1520381" y="3055144"/>
                  <a:pt x="1524191" y="3055144"/>
                </a:cubicBezTo>
                <a:close/>
                <a:moveTo>
                  <a:pt x="1600391" y="3055430"/>
                </a:moveTo>
                <a:cubicBezTo>
                  <a:pt x="1604391" y="3055430"/>
                  <a:pt x="1607534" y="3052191"/>
                  <a:pt x="1607534" y="3048286"/>
                </a:cubicBezTo>
                <a:cubicBezTo>
                  <a:pt x="1607534" y="3044285"/>
                  <a:pt x="1604296" y="3041142"/>
                  <a:pt x="1600391" y="3041142"/>
                </a:cubicBezTo>
                <a:cubicBezTo>
                  <a:pt x="1596390" y="3041142"/>
                  <a:pt x="1593247" y="3044381"/>
                  <a:pt x="1593247" y="3048286"/>
                </a:cubicBezTo>
                <a:cubicBezTo>
                  <a:pt x="1593247" y="3052191"/>
                  <a:pt x="1596485" y="3055430"/>
                  <a:pt x="1600391" y="3055430"/>
                </a:cubicBezTo>
                <a:close/>
                <a:moveTo>
                  <a:pt x="1676591" y="3055430"/>
                </a:moveTo>
                <a:cubicBezTo>
                  <a:pt x="1680591" y="3055430"/>
                  <a:pt x="1683734" y="3052191"/>
                  <a:pt x="1683734" y="3048286"/>
                </a:cubicBezTo>
                <a:cubicBezTo>
                  <a:pt x="1683734" y="3044285"/>
                  <a:pt x="1680496" y="3041142"/>
                  <a:pt x="1676591" y="3041142"/>
                </a:cubicBezTo>
                <a:cubicBezTo>
                  <a:pt x="1672590" y="3041142"/>
                  <a:pt x="1669447" y="3044381"/>
                  <a:pt x="1669447" y="3048286"/>
                </a:cubicBezTo>
                <a:cubicBezTo>
                  <a:pt x="1669447" y="3052191"/>
                  <a:pt x="1672685" y="3055430"/>
                  <a:pt x="1676591" y="3055430"/>
                </a:cubicBezTo>
                <a:close/>
                <a:moveTo>
                  <a:pt x="1752791" y="3055430"/>
                </a:moveTo>
                <a:cubicBezTo>
                  <a:pt x="1756791" y="3055430"/>
                  <a:pt x="1759934" y="3052191"/>
                  <a:pt x="1759934" y="3048286"/>
                </a:cubicBezTo>
                <a:cubicBezTo>
                  <a:pt x="1759934" y="3044285"/>
                  <a:pt x="1756696" y="3041142"/>
                  <a:pt x="1752791" y="3041142"/>
                </a:cubicBezTo>
                <a:cubicBezTo>
                  <a:pt x="1748790" y="3041142"/>
                  <a:pt x="1745647" y="3044381"/>
                  <a:pt x="1745647" y="3048286"/>
                </a:cubicBezTo>
                <a:cubicBezTo>
                  <a:pt x="1745647" y="3052191"/>
                  <a:pt x="1748885" y="3055430"/>
                  <a:pt x="1752791" y="3055430"/>
                </a:cubicBezTo>
                <a:close/>
                <a:moveTo>
                  <a:pt x="1828991" y="3055430"/>
                </a:moveTo>
                <a:cubicBezTo>
                  <a:pt x="1832991" y="3055430"/>
                  <a:pt x="1836134" y="3052191"/>
                  <a:pt x="1836134" y="3048286"/>
                </a:cubicBezTo>
                <a:cubicBezTo>
                  <a:pt x="1836134" y="3044285"/>
                  <a:pt x="1832896" y="3041142"/>
                  <a:pt x="1828991" y="3041142"/>
                </a:cubicBezTo>
                <a:cubicBezTo>
                  <a:pt x="1824990" y="3041142"/>
                  <a:pt x="1821847" y="3044381"/>
                  <a:pt x="1821847" y="3048286"/>
                </a:cubicBezTo>
                <a:cubicBezTo>
                  <a:pt x="1821847" y="3052191"/>
                  <a:pt x="1825085" y="3055430"/>
                  <a:pt x="1828991" y="3055430"/>
                </a:cubicBezTo>
                <a:close/>
                <a:moveTo>
                  <a:pt x="1905191" y="3055430"/>
                </a:moveTo>
                <a:cubicBezTo>
                  <a:pt x="1909191" y="3055430"/>
                  <a:pt x="1912334" y="3052191"/>
                  <a:pt x="1912334" y="3048286"/>
                </a:cubicBezTo>
                <a:cubicBezTo>
                  <a:pt x="1912334" y="3044285"/>
                  <a:pt x="1909096" y="3041142"/>
                  <a:pt x="1905191" y="3041142"/>
                </a:cubicBezTo>
                <a:cubicBezTo>
                  <a:pt x="1901190" y="3041142"/>
                  <a:pt x="1898047" y="3044381"/>
                  <a:pt x="1898047" y="3048286"/>
                </a:cubicBezTo>
                <a:cubicBezTo>
                  <a:pt x="1898047" y="3052191"/>
                  <a:pt x="1901285" y="3055430"/>
                  <a:pt x="1905191" y="3055430"/>
                </a:cubicBezTo>
                <a:close/>
                <a:moveTo>
                  <a:pt x="1981391" y="3055144"/>
                </a:moveTo>
                <a:cubicBezTo>
                  <a:pt x="1985201" y="3055144"/>
                  <a:pt x="1988344" y="3052001"/>
                  <a:pt x="1988344" y="3048191"/>
                </a:cubicBezTo>
                <a:cubicBezTo>
                  <a:pt x="1988344" y="3044381"/>
                  <a:pt x="1985201" y="3041237"/>
                  <a:pt x="1981391" y="3041237"/>
                </a:cubicBezTo>
                <a:cubicBezTo>
                  <a:pt x="1977581" y="3041237"/>
                  <a:pt x="1974437" y="3044381"/>
                  <a:pt x="1974437" y="3048191"/>
                </a:cubicBezTo>
                <a:cubicBezTo>
                  <a:pt x="1974437" y="3052096"/>
                  <a:pt x="1977581" y="3055144"/>
                  <a:pt x="1981391" y="3055144"/>
                </a:cubicBezTo>
                <a:close/>
                <a:moveTo>
                  <a:pt x="2057591" y="3054953"/>
                </a:moveTo>
                <a:cubicBezTo>
                  <a:pt x="2061305" y="3054953"/>
                  <a:pt x="2064353" y="3051905"/>
                  <a:pt x="2064353" y="3048191"/>
                </a:cubicBezTo>
                <a:cubicBezTo>
                  <a:pt x="2064353" y="3044476"/>
                  <a:pt x="2061305" y="3041428"/>
                  <a:pt x="2057591" y="3041428"/>
                </a:cubicBezTo>
                <a:cubicBezTo>
                  <a:pt x="2053876" y="3041428"/>
                  <a:pt x="2050828" y="3044476"/>
                  <a:pt x="2050828" y="3048191"/>
                </a:cubicBezTo>
                <a:cubicBezTo>
                  <a:pt x="2050828" y="3051905"/>
                  <a:pt x="2053876" y="3054953"/>
                  <a:pt x="2057591" y="3054953"/>
                </a:cubicBezTo>
                <a:close/>
                <a:moveTo>
                  <a:pt x="2133791" y="3054572"/>
                </a:moveTo>
                <a:cubicBezTo>
                  <a:pt x="2137315" y="3054572"/>
                  <a:pt x="2140172" y="3051715"/>
                  <a:pt x="2140172" y="3048191"/>
                </a:cubicBezTo>
                <a:cubicBezTo>
                  <a:pt x="2140172" y="3044666"/>
                  <a:pt x="2137315" y="3041809"/>
                  <a:pt x="2133791" y="3041809"/>
                </a:cubicBezTo>
                <a:cubicBezTo>
                  <a:pt x="2130266" y="3041809"/>
                  <a:pt x="2127409" y="3044666"/>
                  <a:pt x="2127409" y="3048191"/>
                </a:cubicBezTo>
                <a:cubicBezTo>
                  <a:pt x="2127504" y="3051715"/>
                  <a:pt x="2130266" y="3054572"/>
                  <a:pt x="2133791" y="3054572"/>
                </a:cubicBezTo>
                <a:close/>
                <a:moveTo>
                  <a:pt x="2209991" y="3054382"/>
                </a:moveTo>
                <a:cubicBezTo>
                  <a:pt x="2213420" y="3054382"/>
                  <a:pt x="2216087" y="3051620"/>
                  <a:pt x="2216087" y="3048286"/>
                </a:cubicBezTo>
                <a:cubicBezTo>
                  <a:pt x="2216087" y="3044857"/>
                  <a:pt x="2213324" y="3042190"/>
                  <a:pt x="2209991" y="3042190"/>
                </a:cubicBezTo>
                <a:cubicBezTo>
                  <a:pt x="2206657" y="3042190"/>
                  <a:pt x="2203895" y="3044952"/>
                  <a:pt x="2203895" y="3048286"/>
                </a:cubicBezTo>
                <a:cubicBezTo>
                  <a:pt x="2203895" y="3051620"/>
                  <a:pt x="2206657" y="3054382"/>
                  <a:pt x="2209991" y="3054382"/>
                </a:cubicBezTo>
                <a:close/>
                <a:moveTo>
                  <a:pt x="2286191" y="3053906"/>
                </a:moveTo>
                <a:cubicBezTo>
                  <a:pt x="2289334" y="3053906"/>
                  <a:pt x="2291906" y="3051334"/>
                  <a:pt x="2291906" y="3048191"/>
                </a:cubicBezTo>
                <a:cubicBezTo>
                  <a:pt x="2291906" y="3045047"/>
                  <a:pt x="2289334" y="3042476"/>
                  <a:pt x="2286191" y="3042476"/>
                </a:cubicBezTo>
                <a:cubicBezTo>
                  <a:pt x="2283047" y="3042476"/>
                  <a:pt x="2280476" y="3045047"/>
                  <a:pt x="2280476" y="3048191"/>
                </a:cubicBezTo>
                <a:cubicBezTo>
                  <a:pt x="2280476" y="3051334"/>
                  <a:pt x="2283047" y="3053906"/>
                  <a:pt x="2286191" y="3053906"/>
                </a:cubicBezTo>
                <a:close/>
                <a:moveTo>
                  <a:pt x="2362391" y="3053239"/>
                </a:moveTo>
                <a:cubicBezTo>
                  <a:pt x="2365153" y="3053239"/>
                  <a:pt x="2367439" y="3050953"/>
                  <a:pt x="2367439" y="3048191"/>
                </a:cubicBezTo>
                <a:cubicBezTo>
                  <a:pt x="2367439" y="3045428"/>
                  <a:pt x="2365153" y="3043142"/>
                  <a:pt x="2362391" y="3043142"/>
                </a:cubicBezTo>
                <a:cubicBezTo>
                  <a:pt x="2359628" y="3043142"/>
                  <a:pt x="2357342" y="3045428"/>
                  <a:pt x="2357342" y="3048191"/>
                </a:cubicBezTo>
                <a:cubicBezTo>
                  <a:pt x="2357342" y="3051048"/>
                  <a:pt x="2359628" y="3053239"/>
                  <a:pt x="2362391" y="3053239"/>
                </a:cubicBezTo>
                <a:close/>
                <a:moveTo>
                  <a:pt x="2438591" y="3052858"/>
                </a:moveTo>
                <a:cubicBezTo>
                  <a:pt x="2441162" y="3052858"/>
                  <a:pt x="2443258" y="3050762"/>
                  <a:pt x="2443258" y="3048191"/>
                </a:cubicBezTo>
                <a:cubicBezTo>
                  <a:pt x="2443258" y="3045619"/>
                  <a:pt x="2441162" y="3043523"/>
                  <a:pt x="2438591" y="3043523"/>
                </a:cubicBezTo>
                <a:cubicBezTo>
                  <a:pt x="2436019" y="3043523"/>
                  <a:pt x="2433923" y="3045619"/>
                  <a:pt x="2433923" y="3048191"/>
                </a:cubicBezTo>
                <a:cubicBezTo>
                  <a:pt x="2433923" y="3050762"/>
                  <a:pt x="2436019" y="3052858"/>
                  <a:pt x="2438591" y="3052858"/>
                </a:cubicBezTo>
                <a:close/>
                <a:moveTo>
                  <a:pt x="2514791" y="3052191"/>
                </a:moveTo>
                <a:cubicBezTo>
                  <a:pt x="2516981" y="3052191"/>
                  <a:pt x="2518791" y="3050381"/>
                  <a:pt x="2518791" y="3048191"/>
                </a:cubicBezTo>
                <a:cubicBezTo>
                  <a:pt x="2518791" y="3046000"/>
                  <a:pt x="2516981" y="3044190"/>
                  <a:pt x="2514791" y="3044190"/>
                </a:cubicBezTo>
                <a:cubicBezTo>
                  <a:pt x="2512600" y="3044190"/>
                  <a:pt x="2510790" y="3046000"/>
                  <a:pt x="2510790" y="3048191"/>
                </a:cubicBezTo>
                <a:cubicBezTo>
                  <a:pt x="2510790" y="3050477"/>
                  <a:pt x="2512600" y="3052191"/>
                  <a:pt x="2514791" y="3052191"/>
                </a:cubicBezTo>
                <a:close/>
                <a:moveTo>
                  <a:pt x="2590991" y="3051620"/>
                </a:moveTo>
                <a:cubicBezTo>
                  <a:pt x="2592896" y="3051620"/>
                  <a:pt x="2594324" y="3050096"/>
                  <a:pt x="2594324" y="3048286"/>
                </a:cubicBezTo>
                <a:cubicBezTo>
                  <a:pt x="2594324" y="3046381"/>
                  <a:pt x="2592800" y="3044952"/>
                  <a:pt x="2590991" y="3044952"/>
                </a:cubicBezTo>
                <a:cubicBezTo>
                  <a:pt x="2589086" y="3044952"/>
                  <a:pt x="2587657" y="3046476"/>
                  <a:pt x="2587657" y="3048286"/>
                </a:cubicBezTo>
                <a:cubicBezTo>
                  <a:pt x="2587657" y="3050096"/>
                  <a:pt x="2589181" y="3051620"/>
                  <a:pt x="2590991" y="3051620"/>
                </a:cubicBezTo>
                <a:close/>
                <a:moveTo>
                  <a:pt x="2667191" y="3050953"/>
                </a:moveTo>
                <a:cubicBezTo>
                  <a:pt x="2668715" y="3050953"/>
                  <a:pt x="2669953" y="3049715"/>
                  <a:pt x="2669953" y="3048191"/>
                </a:cubicBezTo>
                <a:cubicBezTo>
                  <a:pt x="2669953" y="3046666"/>
                  <a:pt x="2668715" y="3045428"/>
                  <a:pt x="2667191" y="3045428"/>
                </a:cubicBezTo>
                <a:cubicBezTo>
                  <a:pt x="2665666" y="3045428"/>
                  <a:pt x="2664428" y="3046666"/>
                  <a:pt x="2664428" y="3048191"/>
                </a:cubicBezTo>
                <a:cubicBezTo>
                  <a:pt x="2664428" y="3049715"/>
                  <a:pt x="2665666" y="3050953"/>
                  <a:pt x="2667191" y="3050953"/>
                </a:cubicBezTo>
                <a:close/>
                <a:moveTo>
                  <a:pt x="2743391" y="3050286"/>
                </a:moveTo>
                <a:cubicBezTo>
                  <a:pt x="2744534" y="3050286"/>
                  <a:pt x="2745486" y="3049334"/>
                  <a:pt x="2745486" y="3048191"/>
                </a:cubicBezTo>
                <a:cubicBezTo>
                  <a:pt x="2745486" y="3047048"/>
                  <a:pt x="2744534" y="3046095"/>
                  <a:pt x="2743391" y="3046095"/>
                </a:cubicBezTo>
                <a:cubicBezTo>
                  <a:pt x="2742248" y="3046095"/>
                  <a:pt x="2741295" y="3047048"/>
                  <a:pt x="2741295" y="3048191"/>
                </a:cubicBezTo>
                <a:cubicBezTo>
                  <a:pt x="2741295" y="3049334"/>
                  <a:pt x="2742248" y="3050286"/>
                  <a:pt x="2743391" y="3050286"/>
                </a:cubicBezTo>
                <a:close/>
                <a:moveTo>
                  <a:pt x="2819591" y="3049715"/>
                </a:moveTo>
                <a:cubicBezTo>
                  <a:pt x="2820448" y="3049715"/>
                  <a:pt x="2821115" y="3049048"/>
                  <a:pt x="2821115" y="3048191"/>
                </a:cubicBezTo>
                <a:cubicBezTo>
                  <a:pt x="2821115" y="3047333"/>
                  <a:pt x="2820448" y="3046666"/>
                  <a:pt x="2819591" y="3046666"/>
                </a:cubicBezTo>
                <a:cubicBezTo>
                  <a:pt x="2818733" y="3046666"/>
                  <a:pt x="2818066" y="3047333"/>
                  <a:pt x="2818066" y="3048191"/>
                </a:cubicBezTo>
                <a:cubicBezTo>
                  <a:pt x="2818162" y="3049048"/>
                  <a:pt x="2818829" y="3049715"/>
                  <a:pt x="2819591" y="3049715"/>
                </a:cubicBezTo>
                <a:close/>
                <a:moveTo>
                  <a:pt x="2895791" y="3048857"/>
                </a:moveTo>
                <a:cubicBezTo>
                  <a:pt x="2896172" y="3048857"/>
                  <a:pt x="2896457" y="3048572"/>
                  <a:pt x="2896457" y="3048191"/>
                </a:cubicBezTo>
                <a:cubicBezTo>
                  <a:pt x="2896457" y="3047810"/>
                  <a:pt x="2896172" y="3047524"/>
                  <a:pt x="2895791" y="3047524"/>
                </a:cubicBezTo>
                <a:cubicBezTo>
                  <a:pt x="2895410" y="3047524"/>
                  <a:pt x="2895124" y="3047810"/>
                  <a:pt x="2895124" y="3048191"/>
                </a:cubicBezTo>
                <a:cubicBezTo>
                  <a:pt x="2895219" y="3048572"/>
                  <a:pt x="2895505" y="3048857"/>
                  <a:pt x="2895791" y="3048857"/>
                </a:cubicBezTo>
                <a:close/>
                <a:moveTo>
                  <a:pt x="685990" y="3124867"/>
                </a:moveTo>
                <a:cubicBezTo>
                  <a:pt x="686181" y="3124867"/>
                  <a:pt x="686372" y="3124676"/>
                  <a:pt x="686372" y="3124486"/>
                </a:cubicBezTo>
                <a:cubicBezTo>
                  <a:pt x="686372" y="3124295"/>
                  <a:pt x="686181" y="3124105"/>
                  <a:pt x="685990" y="3124105"/>
                </a:cubicBezTo>
                <a:cubicBezTo>
                  <a:pt x="685800" y="3124105"/>
                  <a:pt x="685610" y="3124295"/>
                  <a:pt x="685610" y="3124486"/>
                </a:cubicBezTo>
                <a:cubicBezTo>
                  <a:pt x="685610" y="3124676"/>
                  <a:pt x="685800" y="3124867"/>
                  <a:pt x="685990" y="3124867"/>
                </a:cubicBezTo>
                <a:close/>
                <a:moveTo>
                  <a:pt x="762190" y="3125438"/>
                </a:moveTo>
                <a:cubicBezTo>
                  <a:pt x="762762" y="3125438"/>
                  <a:pt x="763238" y="3124962"/>
                  <a:pt x="763238" y="3124391"/>
                </a:cubicBezTo>
                <a:cubicBezTo>
                  <a:pt x="763238" y="3123819"/>
                  <a:pt x="762762" y="3123343"/>
                  <a:pt x="762190" y="3123343"/>
                </a:cubicBezTo>
                <a:cubicBezTo>
                  <a:pt x="761619" y="3123343"/>
                  <a:pt x="761143" y="3123819"/>
                  <a:pt x="761143" y="3124391"/>
                </a:cubicBezTo>
                <a:cubicBezTo>
                  <a:pt x="761143" y="3124962"/>
                  <a:pt x="761619" y="3125438"/>
                  <a:pt x="762190" y="3125438"/>
                </a:cubicBezTo>
                <a:close/>
                <a:moveTo>
                  <a:pt x="838390" y="3126296"/>
                </a:moveTo>
                <a:cubicBezTo>
                  <a:pt x="839438" y="3126296"/>
                  <a:pt x="840296" y="3125438"/>
                  <a:pt x="840296" y="3124391"/>
                </a:cubicBezTo>
                <a:cubicBezTo>
                  <a:pt x="840296" y="3123343"/>
                  <a:pt x="839438" y="3122486"/>
                  <a:pt x="838390" y="3122486"/>
                </a:cubicBezTo>
                <a:cubicBezTo>
                  <a:pt x="837343" y="3122486"/>
                  <a:pt x="836486" y="3123343"/>
                  <a:pt x="836486" y="3124391"/>
                </a:cubicBezTo>
                <a:cubicBezTo>
                  <a:pt x="836486" y="3125438"/>
                  <a:pt x="837343" y="3126296"/>
                  <a:pt x="838390" y="3126296"/>
                </a:cubicBezTo>
                <a:close/>
                <a:moveTo>
                  <a:pt x="914590" y="3126772"/>
                </a:moveTo>
                <a:cubicBezTo>
                  <a:pt x="915829" y="3126772"/>
                  <a:pt x="916877" y="3125724"/>
                  <a:pt x="916877" y="3124486"/>
                </a:cubicBezTo>
                <a:cubicBezTo>
                  <a:pt x="916877" y="3123248"/>
                  <a:pt x="915829" y="3122200"/>
                  <a:pt x="914590" y="3122200"/>
                </a:cubicBezTo>
                <a:cubicBezTo>
                  <a:pt x="913352" y="3122200"/>
                  <a:pt x="912305" y="3123248"/>
                  <a:pt x="912305" y="3124486"/>
                </a:cubicBezTo>
                <a:cubicBezTo>
                  <a:pt x="912305" y="3125724"/>
                  <a:pt x="913352" y="3126772"/>
                  <a:pt x="914590" y="3126772"/>
                </a:cubicBezTo>
                <a:close/>
                <a:moveTo>
                  <a:pt x="990790" y="3127343"/>
                </a:moveTo>
                <a:cubicBezTo>
                  <a:pt x="992410" y="3127343"/>
                  <a:pt x="993743" y="3126010"/>
                  <a:pt x="993743" y="3124391"/>
                </a:cubicBezTo>
                <a:cubicBezTo>
                  <a:pt x="993743" y="3122771"/>
                  <a:pt x="992410" y="3121438"/>
                  <a:pt x="990790" y="3121438"/>
                </a:cubicBezTo>
                <a:cubicBezTo>
                  <a:pt x="989171" y="3121438"/>
                  <a:pt x="987838" y="3122771"/>
                  <a:pt x="987838" y="3124391"/>
                </a:cubicBezTo>
                <a:cubicBezTo>
                  <a:pt x="987838" y="3126010"/>
                  <a:pt x="989171" y="3127343"/>
                  <a:pt x="990790" y="3127343"/>
                </a:cubicBezTo>
                <a:close/>
                <a:moveTo>
                  <a:pt x="1066991" y="3128010"/>
                </a:moveTo>
                <a:cubicBezTo>
                  <a:pt x="1068991" y="3128010"/>
                  <a:pt x="1070610" y="3126391"/>
                  <a:pt x="1070610" y="3124391"/>
                </a:cubicBezTo>
                <a:cubicBezTo>
                  <a:pt x="1070610" y="3122390"/>
                  <a:pt x="1068991" y="3120771"/>
                  <a:pt x="1066991" y="3120771"/>
                </a:cubicBezTo>
                <a:cubicBezTo>
                  <a:pt x="1064990" y="3120771"/>
                  <a:pt x="1063371" y="3122390"/>
                  <a:pt x="1063371" y="3124391"/>
                </a:cubicBezTo>
                <a:cubicBezTo>
                  <a:pt x="1063466" y="3126391"/>
                  <a:pt x="1064990" y="3128010"/>
                  <a:pt x="1066991" y="3128010"/>
                </a:cubicBezTo>
                <a:close/>
                <a:moveTo>
                  <a:pt x="1143191" y="3128391"/>
                </a:moveTo>
                <a:cubicBezTo>
                  <a:pt x="1145381" y="3128391"/>
                  <a:pt x="1147191" y="3126581"/>
                  <a:pt x="1147191" y="3124391"/>
                </a:cubicBezTo>
                <a:cubicBezTo>
                  <a:pt x="1147191" y="3122200"/>
                  <a:pt x="1145381" y="3120390"/>
                  <a:pt x="1143191" y="3120390"/>
                </a:cubicBezTo>
                <a:cubicBezTo>
                  <a:pt x="1141000" y="3120390"/>
                  <a:pt x="1139190" y="3122200"/>
                  <a:pt x="1139190" y="3124391"/>
                </a:cubicBezTo>
                <a:cubicBezTo>
                  <a:pt x="1139190" y="3126677"/>
                  <a:pt x="1141000" y="3128391"/>
                  <a:pt x="1143191" y="3128391"/>
                </a:cubicBezTo>
                <a:close/>
                <a:moveTo>
                  <a:pt x="1219391" y="3128867"/>
                </a:moveTo>
                <a:cubicBezTo>
                  <a:pt x="1221867" y="3128867"/>
                  <a:pt x="1223867" y="3126867"/>
                  <a:pt x="1223867" y="3124391"/>
                </a:cubicBezTo>
                <a:cubicBezTo>
                  <a:pt x="1223867" y="3121914"/>
                  <a:pt x="1221867" y="3119914"/>
                  <a:pt x="1219391" y="3119914"/>
                </a:cubicBezTo>
                <a:cubicBezTo>
                  <a:pt x="1216914" y="3119914"/>
                  <a:pt x="1214914" y="3121914"/>
                  <a:pt x="1214914" y="3124391"/>
                </a:cubicBezTo>
                <a:cubicBezTo>
                  <a:pt x="1215009" y="3126867"/>
                  <a:pt x="1216914" y="3128867"/>
                  <a:pt x="1219391" y="3128867"/>
                </a:cubicBezTo>
                <a:close/>
                <a:moveTo>
                  <a:pt x="1295591" y="3129248"/>
                </a:moveTo>
                <a:cubicBezTo>
                  <a:pt x="1298258" y="3129248"/>
                  <a:pt x="1300448" y="3127058"/>
                  <a:pt x="1300448" y="3124391"/>
                </a:cubicBezTo>
                <a:cubicBezTo>
                  <a:pt x="1300448" y="3121724"/>
                  <a:pt x="1298258" y="3119533"/>
                  <a:pt x="1295591" y="3119533"/>
                </a:cubicBezTo>
                <a:cubicBezTo>
                  <a:pt x="1292924" y="3119533"/>
                  <a:pt x="1290733" y="3121724"/>
                  <a:pt x="1290733" y="3124391"/>
                </a:cubicBezTo>
                <a:cubicBezTo>
                  <a:pt x="1290733" y="3127058"/>
                  <a:pt x="1292924" y="3129248"/>
                  <a:pt x="1295591" y="3129248"/>
                </a:cubicBezTo>
                <a:close/>
                <a:moveTo>
                  <a:pt x="1371791" y="3129724"/>
                </a:moveTo>
                <a:cubicBezTo>
                  <a:pt x="1374743" y="3129724"/>
                  <a:pt x="1377029" y="3127343"/>
                  <a:pt x="1377029" y="3124486"/>
                </a:cubicBezTo>
                <a:cubicBezTo>
                  <a:pt x="1377029" y="3121533"/>
                  <a:pt x="1374648" y="3119247"/>
                  <a:pt x="1371791" y="3119247"/>
                </a:cubicBezTo>
                <a:cubicBezTo>
                  <a:pt x="1368933" y="3119247"/>
                  <a:pt x="1366552" y="3121628"/>
                  <a:pt x="1366552" y="3124486"/>
                </a:cubicBezTo>
                <a:cubicBezTo>
                  <a:pt x="1366552" y="3127343"/>
                  <a:pt x="1368933" y="3129724"/>
                  <a:pt x="1371791" y="3129724"/>
                </a:cubicBezTo>
                <a:close/>
                <a:moveTo>
                  <a:pt x="1447991" y="3129915"/>
                </a:moveTo>
                <a:cubicBezTo>
                  <a:pt x="1451039" y="3129915"/>
                  <a:pt x="1453515" y="3127439"/>
                  <a:pt x="1453515" y="3124391"/>
                </a:cubicBezTo>
                <a:cubicBezTo>
                  <a:pt x="1453515" y="3121343"/>
                  <a:pt x="1451039" y="3118866"/>
                  <a:pt x="1447991" y="3118866"/>
                </a:cubicBezTo>
                <a:cubicBezTo>
                  <a:pt x="1444943" y="3118866"/>
                  <a:pt x="1442466" y="3121343"/>
                  <a:pt x="1442466" y="3124391"/>
                </a:cubicBezTo>
                <a:cubicBezTo>
                  <a:pt x="1442561" y="3127439"/>
                  <a:pt x="1444943" y="3129915"/>
                  <a:pt x="1447991" y="3129915"/>
                </a:cubicBezTo>
                <a:close/>
                <a:moveTo>
                  <a:pt x="1524191" y="3130106"/>
                </a:moveTo>
                <a:cubicBezTo>
                  <a:pt x="1527334" y="3130106"/>
                  <a:pt x="1529906" y="3127534"/>
                  <a:pt x="1529906" y="3124391"/>
                </a:cubicBezTo>
                <a:cubicBezTo>
                  <a:pt x="1529906" y="3121247"/>
                  <a:pt x="1527334" y="3118676"/>
                  <a:pt x="1524191" y="3118676"/>
                </a:cubicBezTo>
                <a:cubicBezTo>
                  <a:pt x="1521047" y="3118676"/>
                  <a:pt x="1518476" y="3121247"/>
                  <a:pt x="1518476" y="3124391"/>
                </a:cubicBezTo>
                <a:cubicBezTo>
                  <a:pt x="1518476" y="3127534"/>
                  <a:pt x="1521047" y="3130106"/>
                  <a:pt x="1524191" y="3130106"/>
                </a:cubicBezTo>
                <a:close/>
                <a:moveTo>
                  <a:pt x="1600391" y="3130296"/>
                </a:moveTo>
                <a:cubicBezTo>
                  <a:pt x="1603629" y="3130296"/>
                  <a:pt x="1606296" y="3127629"/>
                  <a:pt x="1606296" y="3124391"/>
                </a:cubicBezTo>
                <a:cubicBezTo>
                  <a:pt x="1606296" y="3121152"/>
                  <a:pt x="1603629" y="3118485"/>
                  <a:pt x="1600391" y="3118485"/>
                </a:cubicBezTo>
                <a:cubicBezTo>
                  <a:pt x="1597152" y="3118485"/>
                  <a:pt x="1594485" y="3121152"/>
                  <a:pt x="1594485" y="3124391"/>
                </a:cubicBezTo>
                <a:cubicBezTo>
                  <a:pt x="1594485" y="3127724"/>
                  <a:pt x="1597152" y="3130296"/>
                  <a:pt x="1600391" y="3130296"/>
                </a:cubicBezTo>
                <a:close/>
                <a:moveTo>
                  <a:pt x="1676591" y="3130582"/>
                </a:moveTo>
                <a:cubicBezTo>
                  <a:pt x="1680020" y="3130582"/>
                  <a:pt x="1682687" y="3127820"/>
                  <a:pt x="1682687" y="3124486"/>
                </a:cubicBezTo>
                <a:cubicBezTo>
                  <a:pt x="1682687" y="3121057"/>
                  <a:pt x="1679924" y="3118390"/>
                  <a:pt x="1676591" y="3118390"/>
                </a:cubicBezTo>
                <a:cubicBezTo>
                  <a:pt x="1673257" y="3118390"/>
                  <a:pt x="1670495" y="3121152"/>
                  <a:pt x="1670495" y="3124486"/>
                </a:cubicBezTo>
                <a:cubicBezTo>
                  <a:pt x="1670495" y="3127820"/>
                  <a:pt x="1673257" y="3130582"/>
                  <a:pt x="1676591" y="3130582"/>
                </a:cubicBezTo>
                <a:close/>
                <a:moveTo>
                  <a:pt x="1752791" y="3130582"/>
                </a:moveTo>
                <a:cubicBezTo>
                  <a:pt x="1756220" y="3130582"/>
                  <a:pt x="1758887" y="3127820"/>
                  <a:pt x="1758887" y="3124486"/>
                </a:cubicBezTo>
                <a:cubicBezTo>
                  <a:pt x="1758887" y="3121057"/>
                  <a:pt x="1756124" y="3118390"/>
                  <a:pt x="1752791" y="3118390"/>
                </a:cubicBezTo>
                <a:cubicBezTo>
                  <a:pt x="1749457" y="3118390"/>
                  <a:pt x="1746695" y="3121152"/>
                  <a:pt x="1746695" y="3124486"/>
                </a:cubicBezTo>
                <a:cubicBezTo>
                  <a:pt x="1746695" y="3127820"/>
                  <a:pt x="1749457" y="3130582"/>
                  <a:pt x="1752791" y="3130582"/>
                </a:cubicBezTo>
                <a:close/>
                <a:moveTo>
                  <a:pt x="1828991" y="3130582"/>
                </a:moveTo>
                <a:cubicBezTo>
                  <a:pt x="1832420" y="3130582"/>
                  <a:pt x="1835087" y="3127820"/>
                  <a:pt x="1835087" y="3124486"/>
                </a:cubicBezTo>
                <a:cubicBezTo>
                  <a:pt x="1835087" y="3121057"/>
                  <a:pt x="1832324" y="3118390"/>
                  <a:pt x="1828991" y="3118390"/>
                </a:cubicBezTo>
                <a:cubicBezTo>
                  <a:pt x="1825657" y="3118390"/>
                  <a:pt x="1822895" y="3121152"/>
                  <a:pt x="1822895" y="3124486"/>
                </a:cubicBezTo>
                <a:cubicBezTo>
                  <a:pt x="1822895" y="3127820"/>
                  <a:pt x="1825657" y="3130582"/>
                  <a:pt x="1828991" y="3130582"/>
                </a:cubicBezTo>
                <a:close/>
                <a:moveTo>
                  <a:pt x="1905191" y="3130296"/>
                </a:moveTo>
                <a:cubicBezTo>
                  <a:pt x="1908429" y="3130296"/>
                  <a:pt x="1911096" y="3127629"/>
                  <a:pt x="1911096" y="3124391"/>
                </a:cubicBezTo>
                <a:cubicBezTo>
                  <a:pt x="1911096" y="3121152"/>
                  <a:pt x="1908429" y="3118485"/>
                  <a:pt x="1905191" y="3118485"/>
                </a:cubicBezTo>
                <a:cubicBezTo>
                  <a:pt x="1901952" y="3118485"/>
                  <a:pt x="1899285" y="3121152"/>
                  <a:pt x="1899285" y="3124391"/>
                </a:cubicBezTo>
                <a:cubicBezTo>
                  <a:pt x="1899285" y="3127724"/>
                  <a:pt x="1901952" y="3130296"/>
                  <a:pt x="1905191" y="3130296"/>
                </a:cubicBezTo>
                <a:close/>
                <a:moveTo>
                  <a:pt x="1981391" y="3130106"/>
                </a:moveTo>
                <a:cubicBezTo>
                  <a:pt x="1984534" y="3130106"/>
                  <a:pt x="1987106" y="3127534"/>
                  <a:pt x="1987106" y="3124391"/>
                </a:cubicBezTo>
                <a:cubicBezTo>
                  <a:pt x="1987106" y="3121247"/>
                  <a:pt x="1984534" y="3118676"/>
                  <a:pt x="1981391" y="3118676"/>
                </a:cubicBezTo>
                <a:cubicBezTo>
                  <a:pt x="1978247" y="3118676"/>
                  <a:pt x="1975676" y="3121247"/>
                  <a:pt x="1975676" y="3124391"/>
                </a:cubicBezTo>
                <a:cubicBezTo>
                  <a:pt x="1975676" y="3127534"/>
                  <a:pt x="1978247" y="3130106"/>
                  <a:pt x="1981391" y="3130106"/>
                </a:cubicBezTo>
                <a:close/>
                <a:moveTo>
                  <a:pt x="2057591" y="3129915"/>
                </a:moveTo>
                <a:cubicBezTo>
                  <a:pt x="2060639" y="3129915"/>
                  <a:pt x="2063115" y="3127439"/>
                  <a:pt x="2063115" y="3124391"/>
                </a:cubicBezTo>
                <a:cubicBezTo>
                  <a:pt x="2063115" y="3121343"/>
                  <a:pt x="2060639" y="3118866"/>
                  <a:pt x="2057591" y="3118866"/>
                </a:cubicBezTo>
                <a:cubicBezTo>
                  <a:pt x="2054543" y="3118866"/>
                  <a:pt x="2052066" y="3121343"/>
                  <a:pt x="2052066" y="3124391"/>
                </a:cubicBezTo>
                <a:cubicBezTo>
                  <a:pt x="2052161" y="3127439"/>
                  <a:pt x="2054543" y="3129915"/>
                  <a:pt x="2057591" y="3129915"/>
                </a:cubicBezTo>
                <a:close/>
                <a:moveTo>
                  <a:pt x="2133791" y="3129724"/>
                </a:moveTo>
                <a:cubicBezTo>
                  <a:pt x="2136743" y="3129724"/>
                  <a:pt x="2139029" y="3127343"/>
                  <a:pt x="2139029" y="3124486"/>
                </a:cubicBezTo>
                <a:cubicBezTo>
                  <a:pt x="2139029" y="3121533"/>
                  <a:pt x="2136648" y="3119247"/>
                  <a:pt x="2133791" y="3119247"/>
                </a:cubicBezTo>
                <a:cubicBezTo>
                  <a:pt x="2130933" y="3119247"/>
                  <a:pt x="2128552" y="3121628"/>
                  <a:pt x="2128552" y="3124486"/>
                </a:cubicBezTo>
                <a:cubicBezTo>
                  <a:pt x="2128552" y="3127343"/>
                  <a:pt x="2130933" y="3129724"/>
                  <a:pt x="2133791" y="3129724"/>
                </a:cubicBezTo>
                <a:close/>
                <a:moveTo>
                  <a:pt x="2209991" y="3129248"/>
                </a:moveTo>
                <a:cubicBezTo>
                  <a:pt x="2212658" y="3129248"/>
                  <a:pt x="2214848" y="3127058"/>
                  <a:pt x="2214848" y="3124391"/>
                </a:cubicBezTo>
                <a:cubicBezTo>
                  <a:pt x="2214848" y="3121724"/>
                  <a:pt x="2212658" y="3119533"/>
                  <a:pt x="2209991" y="3119533"/>
                </a:cubicBezTo>
                <a:cubicBezTo>
                  <a:pt x="2207324" y="3119533"/>
                  <a:pt x="2205133" y="3121724"/>
                  <a:pt x="2205133" y="3124391"/>
                </a:cubicBezTo>
                <a:cubicBezTo>
                  <a:pt x="2205133" y="3127058"/>
                  <a:pt x="2207324" y="3129248"/>
                  <a:pt x="2209991" y="3129248"/>
                </a:cubicBezTo>
                <a:close/>
                <a:moveTo>
                  <a:pt x="2286191" y="3129058"/>
                </a:moveTo>
                <a:cubicBezTo>
                  <a:pt x="2288762" y="3129058"/>
                  <a:pt x="2290858" y="3126962"/>
                  <a:pt x="2290858" y="3124391"/>
                </a:cubicBezTo>
                <a:cubicBezTo>
                  <a:pt x="2290858" y="3121819"/>
                  <a:pt x="2288762" y="3119723"/>
                  <a:pt x="2286191" y="3119723"/>
                </a:cubicBezTo>
                <a:cubicBezTo>
                  <a:pt x="2283619" y="3119723"/>
                  <a:pt x="2281523" y="3121819"/>
                  <a:pt x="2281523" y="3124391"/>
                </a:cubicBezTo>
                <a:cubicBezTo>
                  <a:pt x="2281523" y="3126962"/>
                  <a:pt x="2283619" y="3129058"/>
                  <a:pt x="2286191" y="3129058"/>
                </a:cubicBezTo>
                <a:close/>
                <a:moveTo>
                  <a:pt x="2362391" y="3128391"/>
                </a:moveTo>
                <a:cubicBezTo>
                  <a:pt x="2364581" y="3128391"/>
                  <a:pt x="2366391" y="3126581"/>
                  <a:pt x="2366391" y="3124391"/>
                </a:cubicBezTo>
                <a:cubicBezTo>
                  <a:pt x="2366391" y="3122200"/>
                  <a:pt x="2364581" y="3120390"/>
                  <a:pt x="2362391" y="3120390"/>
                </a:cubicBezTo>
                <a:cubicBezTo>
                  <a:pt x="2360200" y="3120390"/>
                  <a:pt x="2358390" y="3122200"/>
                  <a:pt x="2358390" y="3124391"/>
                </a:cubicBezTo>
                <a:cubicBezTo>
                  <a:pt x="2358390" y="3126677"/>
                  <a:pt x="2360200" y="3128391"/>
                  <a:pt x="2362391" y="3128391"/>
                </a:cubicBezTo>
                <a:close/>
                <a:moveTo>
                  <a:pt x="2438591" y="3128010"/>
                </a:moveTo>
                <a:cubicBezTo>
                  <a:pt x="2440591" y="3128010"/>
                  <a:pt x="2442210" y="3126391"/>
                  <a:pt x="2442210" y="3124391"/>
                </a:cubicBezTo>
                <a:cubicBezTo>
                  <a:pt x="2442210" y="3122390"/>
                  <a:pt x="2440591" y="3120771"/>
                  <a:pt x="2438591" y="3120771"/>
                </a:cubicBezTo>
                <a:cubicBezTo>
                  <a:pt x="2436590" y="3120771"/>
                  <a:pt x="2434971" y="3122390"/>
                  <a:pt x="2434971" y="3124391"/>
                </a:cubicBezTo>
                <a:cubicBezTo>
                  <a:pt x="2435066" y="3126391"/>
                  <a:pt x="2436590" y="3128010"/>
                  <a:pt x="2438591" y="3128010"/>
                </a:cubicBezTo>
                <a:close/>
                <a:moveTo>
                  <a:pt x="2514791" y="3127534"/>
                </a:moveTo>
                <a:cubicBezTo>
                  <a:pt x="2516505" y="3127534"/>
                  <a:pt x="2517934" y="3126105"/>
                  <a:pt x="2517934" y="3124391"/>
                </a:cubicBezTo>
                <a:cubicBezTo>
                  <a:pt x="2517934" y="3122676"/>
                  <a:pt x="2516505" y="3121247"/>
                  <a:pt x="2514791" y="3121247"/>
                </a:cubicBezTo>
                <a:cubicBezTo>
                  <a:pt x="2513076" y="3121247"/>
                  <a:pt x="2511647" y="3122676"/>
                  <a:pt x="2511647" y="3124391"/>
                </a:cubicBezTo>
                <a:cubicBezTo>
                  <a:pt x="2511647" y="3126200"/>
                  <a:pt x="2513076" y="3127534"/>
                  <a:pt x="2514791" y="3127534"/>
                </a:cubicBezTo>
                <a:close/>
                <a:moveTo>
                  <a:pt x="2590991" y="3126962"/>
                </a:moveTo>
                <a:cubicBezTo>
                  <a:pt x="2592420" y="3126962"/>
                  <a:pt x="2593562" y="3125820"/>
                  <a:pt x="2593562" y="3124391"/>
                </a:cubicBezTo>
                <a:cubicBezTo>
                  <a:pt x="2593562" y="3122962"/>
                  <a:pt x="2592420" y="3121819"/>
                  <a:pt x="2590991" y="3121819"/>
                </a:cubicBezTo>
                <a:cubicBezTo>
                  <a:pt x="2589562" y="3121819"/>
                  <a:pt x="2588419" y="3122962"/>
                  <a:pt x="2588419" y="3124391"/>
                </a:cubicBezTo>
                <a:cubicBezTo>
                  <a:pt x="2588514" y="3125820"/>
                  <a:pt x="2589657" y="3126962"/>
                  <a:pt x="2590991" y="3126962"/>
                </a:cubicBezTo>
                <a:close/>
                <a:moveTo>
                  <a:pt x="2667191" y="3126296"/>
                </a:moveTo>
                <a:cubicBezTo>
                  <a:pt x="2668238" y="3126296"/>
                  <a:pt x="2669096" y="3125438"/>
                  <a:pt x="2669096" y="3124391"/>
                </a:cubicBezTo>
                <a:cubicBezTo>
                  <a:pt x="2669096" y="3123343"/>
                  <a:pt x="2668238" y="3122486"/>
                  <a:pt x="2667191" y="3122486"/>
                </a:cubicBezTo>
                <a:cubicBezTo>
                  <a:pt x="2666143" y="3122486"/>
                  <a:pt x="2665286" y="3123343"/>
                  <a:pt x="2665286" y="3124391"/>
                </a:cubicBezTo>
                <a:cubicBezTo>
                  <a:pt x="2665286" y="3125438"/>
                  <a:pt x="2666143" y="3126296"/>
                  <a:pt x="2667191" y="3126296"/>
                </a:cubicBezTo>
                <a:close/>
                <a:moveTo>
                  <a:pt x="2743391" y="3125724"/>
                </a:moveTo>
                <a:cubicBezTo>
                  <a:pt x="2744057" y="3125724"/>
                  <a:pt x="2744629" y="3125153"/>
                  <a:pt x="2744629" y="3124486"/>
                </a:cubicBezTo>
                <a:cubicBezTo>
                  <a:pt x="2744629" y="3123819"/>
                  <a:pt x="2744057" y="3123248"/>
                  <a:pt x="2743391" y="3123248"/>
                </a:cubicBezTo>
                <a:cubicBezTo>
                  <a:pt x="2742724" y="3123248"/>
                  <a:pt x="2742153" y="3123819"/>
                  <a:pt x="2742153" y="3124486"/>
                </a:cubicBezTo>
                <a:cubicBezTo>
                  <a:pt x="2742153" y="3125153"/>
                  <a:pt x="2742724" y="3125724"/>
                  <a:pt x="2743391" y="3125724"/>
                </a:cubicBezTo>
                <a:close/>
                <a:moveTo>
                  <a:pt x="2819591" y="3124867"/>
                </a:moveTo>
                <a:cubicBezTo>
                  <a:pt x="2819781" y="3124867"/>
                  <a:pt x="2819972" y="3124676"/>
                  <a:pt x="2819972" y="3124486"/>
                </a:cubicBezTo>
                <a:cubicBezTo>
                  <a:pt x="2819972" y="3124295"/>
                  <a:pt x="2819781" y="3124105"/>
                  <a:pt x="2819591" y="3124105"/>
                </a:cubicBezTo>
                <a:cubicBezTo>
                  <a:pt x="2819400" y="3124105"/>
                  <a:pt x="2819210" y="3124295"/>
                  <a:pt x="2819210" y="3124486"/>
                </a:cubicBezTo>
                <a:cubicBezTo>
                  <a:pt x="2819210" y="3124676"/>
                  <a:pt x="2819400" y="3124867"/>
                  <a:pt x="2819591" y="3124867"/>
                </a:cubicBezTo>
                <a:close/>
                <a:moveTo>
                  <a:pt x="762190" y="3200781"/>
                </a:moveTo>
                <a:cubicBezTo>
                  <a:pt x="762286" y="3200781"/>
                  <a:pt x="762381" y="3200686"/>
                  <a:pt x="762381" y="3200591"/>
                </a:cubicBezTo>
                <a:cubicBezTo>
                  <a:pt x="762381" y="3200495"/>
                  <a:pt x="762286" y="3200400"/>
                  <a:pt x="762190" y="3200400"/>
                </a:cubicBezTo>
                <a:cubicBezTo>
                  <a:pt x="762095" y="3200400"/>
                  <a:pt x="762000" y="3200495"/>
                  <a:pt x="762000" y="3200591"/>
                </a:cubicBezTo>
                <a:cubicBezTo>
                  <a:pt x="762000" y="3200686"/>
                  <a:pt x="762095" y="3200781"/>
                  <a:pt x="762190" y="3200781"/>
                </a:cubicBezTo>
                <a:close/>
                <a:moveTo>
                  <a:pt x="838390" y="3201448"/>
                </a:moveTo>
                <a:cubicBezTo>
                  <a:pt x="838867" y="3201448"/>
                  <a:pt x="839248" y="3201067"/>
                  <a:pt x="839248" y="3200591"/>
                </a:cubicBezTo>
                <a:cubicBezTo>
                  <a:pt x="839248" y="3200114"/>
                  <a:pt x="838867" y="3199733"/>
                  <a:pt x="838390" y="3199733"/>
                </a:cubicBezTo>
                <a:cubicBezTo>
                  <a:pt x="837914" y="3199733"/>
                  <a:pt x="837533" y="3200114"/>
                  <a:pt x="837533" y="3200591"/>
                </a:cubicBezTo>
                <a:cubicBezTo>
                  <a:pt x="837533" y="3201067"/>
                  <a:pt x="837914" y="3201448"/>
                  <a:pt x="838390" y="3201448"/>
                </a:cubicBezTo>
                <a:close/>
                <a:moveTo>
                  <a:pt x="914590" y="3202115"/>
                </a:moveTo>
                <a:cubicBezTo>
                  <a:pt x="915448" y="3202115"/>
                  <a:pt x="916115" y="3201448"/>
                  <a:pt x="916115" y="3200591"/>
                </a:cubicBezTo>
                <a:cubicBezTo>
                  <a:pt x="916115" y="3199733"/>
                  <a:pt x="915448" y="3199066"/>
                  <a:pt x="914590" y="3199066"/>
                </a:cubicBezTo>
                <a:cubicBezTo>
                  <a:pt x="913733" y="3199066"/>
                  <a:pt x="913067" y="3199733"/>
                  <a:pt x="913067" y="3200591"/>
                </a:cubicBezTo>
                <a:cubicBezTo>
                  <a:pt x="913162" y="3201448"/>
                  <a:pt x="913829" y="3202115"/>
                  <a:pt x="914590" y="3202115"/>
                </a:cubicBezTo>
                <a:close/>
                <a:moveTo>
                  <a:pt x="990790" y="3202496"/>
                </a:moveTo>
                <a:cubicBezTo>
                  <a:pt x="991838" y="3202496"/>
                  <a:pt x="992696" y="3201638"/>
                  <a:pt x="992696" y="3200591"/>
                </a:cubicBezTo>
                <a:cubicBezTo>
                  <a:pt x="992696" y="3199543"/>
                  <a:pt x="991838" y="3198686"/>
                  <a:pt x="990790" y="3198686"/>
                </a:cubicBezTo>
                <a:cubicBezTo>
                  <a:pt x="989743" y="3198686"/>
                  <a:pt x="988886" y="3199543"/>
                  <a:pt x="988886" y="3200591"/>
                </a:cubicBezTo>
                <a:cubicBezTo>
                  <a:pt x="988886" y="3201638"/>
                  <a:pt x="989743" y="3202496"/>
                  <a:pt x="990790" y="3202496"/>
                </a:cubicBezTo>
                <a:close/>
                <a:moveTo>
                  <a:pt x="1066991" y="3203162"/>
                </a:moveTo>
                <a:cubicBezTo>
                  <a:pt x="1068419" y="3203162"/>
                  <a:pt x="1069562" y="3202020"/>
                  <a:pt x="1069562" y="3200591"/>
                </a:cubicBezTo>
                <a:cubicBezTo>
                  <a:pt x="1069562" y="3199162"/>
                  <a:pt x="1068419" y="3198019"/>
                  <a:pt x="1066991" y="3198019"/>
                </a:cubicBezTo>
                <a:cubicBezTo>
                  <a:pt x="1065562" y="3198019"/>
                  <a:pt x="1064419" y="3199162"/>
                  <a:pt x="1064419" y="3200591"/>
                </a:cubicBezTo>
                <a:cubicBezTo>
                  <a:pt x="1064514" y="3202020"/>
                  <a:pt x="1065657" y="3203162"/>
                  <a:pt x="1066991" y="3203162"/>
                </a:cubicBezTo>
                <a:close/>
                <a:moveTo>
                  <a:pt x="1143191" y="3203543"/>
                </a:moveTo>
                <a:cubicBezTo>
                  <a:pt x="1144810" y="3203543"/>
                  <a:pt x="1146143" y="3202210"/>
                  <a:pt x="1146143" y="3200591"/>
                </a:cubicBezTo>
                <a:cubicBezTo>
                  <a:pt x="1146143" y="3198971"/>
                  <a:pt x="1144810" y="3197638"/>
                  <a:pt x="1143191" y="3197638"/>
                </a:cubicBezTo>
                <a:cubicBezTo>
                  <a:pt x="1141571" y="3197638"/>
                  <a:pt x="1140238" y="3198971"/>
                  <a:pt x="1140238" y="3200591"/>
                </a:cubicBezTo>
                <a:cubicBezTo>
                  <a:pt x="1140238" y="3202210"/>
                  <a:pt x="1141571" y="3203543"/>
                  <a:pt x="1143191" y="3203543"/>
                </a:cubicBezTo>
                <a:close/>
                <a:moveTo>
                  <a:pt x="1219391" y="3204020"/>
                </a:moveTo>
                <a:cubicBezTo>
                  <a:pt x="1221296" y="3204020"/>
                  <a:pt x="1222724" y="3202496"/>
                  <a:pt x="1222724" y="3200686"/>
                </a:cubicBezTo>
                <a:cubicBezTo>
                  <a:pt x="1222724" y="3198781"/>
                  <a:pt x="1221200" y="3197352"/>
                  <a:pt x="1219391" y="3197352"/>
                </a:cubicBezTo>
                <a:cubicBezTo>
                  <a:pt x="1217581" y="3197352"/>
                  <a:pt x="1215962" y="3198876"/>
                  <a:pt x="1215962" y="3200686"/>
                </a:cubicBezTo>
                <a:cubicBezTo>
                  <a:pt x="1216057" y="3202496"/>
                  <a:pt x="1217581" y="3204020"/>
                  <a:pt x="1219391" y="3204020"/>
                </a:cubicBezTo>
                <a:close/>
                <a:moveTo>
                  <a:pt x="1295591" y="3204401"/>
                </a:moveTo>
                <a:cubicBezTo>
                  <a:pt x="1297686" y="3204401"/>
                  <a:pt x="1299401" y="3202686"/>
                  <a:pt x="1299401" y="3200591"/>
                </a:cubicBezTo>
                <a:cubicBezTo>
                  <a:pt x="1299401" y="3198495"/>
                  <a:pt x="1297686" y="3196781"/>
                  <a:pt x="1295591" y="3196781"/>
                </a:cubicBezTo>
                <a:cubicBezTo>
                  <a:pt x="1293495" y="3196781"/>
                  <a:pt x="1291781" y="3198495"/>
                  <a:pt x="1291781" y="3200591"/>
                </a:cubicBezTo>
                <a:cubicBezTo>
                  <a:pt x="1291781" y="3202686"/>
                  <a:pt x="1293495" y="3204401"/>
                  <a:pt x="1295591" y="3204401"/>
                </a:cubicBezTo>
                <a:close/>
                <a:moveTo>
                  <a:pt x="1371791" y="3204591"/>
                </a:moveTo>
                <a:cubicBezTo>
                  <a:pt x="1373981" y="3204591"/>
                  <a:pt x="1375791" y="3202781"/>
                  <a:pt x="1375791" y="3200591"/>
                </a:cubicBezTo>
                <a:cubicBezTo>
                  <a:pt x="1375791" y="3198400"/>
                  <a:pt x="1373981" y="3196590"/>
                  <a:pt x="1371791" y="3196590"/>
                </a:cubicBezTo>
                <a:cubicBezTo>
                  <a:pt x="1369600" y="3196590"/>
                  <a:pt x="1367790" y="3198400"/>
                  <a:pt x="1367790" y="3200591"/>
                </a:cubicBezTo>
                <a:cubicBezTo>
                  <a:pt x="1367790" y="3202877"/>
                  <a:pt x="1369600" y="3204591"/>
                  <a:pt x="1371791" y="3204591"/>
                </a:cubicBezTo>
                <a:close/>
                <a:moveTo>
                  <a:pt x="1447991" y="3205067"/>
                </a:moveTo>
                <a:cubicBezTo>
                  <a:pt x="1450467" y="3205067"/>
                  <a:pt x="1452467" y="3203067"/>
                  <a:pt x="1452467" y="3200591"/>
                </a:cubicBezTo>
                <a:cubicBezTo>
                  <a:pt x="1452467" y="3198114"/>
                  <a:pt x="1450467" y="3196114"/>
                  <a:pt x="1447991" y="3196114"/>
                </a:cubicBezTo>
                <a:cubicBezTo>
                  <a:pt x="1445514" y="3196114"/>
                  <a:pt x="1443514" y="3198114"/>
                  <a:pt x="1443514" y="3200591"/>
                </a:cubicBezTo>
                <a:cubicBezTo>
                  <a:pt x="1443609" y="3203067"/>
                  <a:pt x="1445514" y="3205067"/>
                  <a:pt x="1447991" y="3205067"/>
                </a:cubicBezTo>
                <a:close/>
                <a:moveTo>
                  <a:pt x="1524191" y="3205258"/>
                </a:moveTo>
                <a:cubicBezTo>
                  <a:pt x="1526762" y="3205258"/>
                  <a:pt x="1528858" y="3203162"/>
                  <a:pt x="1528858" y="3200591"/>
                </a:cubicBezTo>
                <a:cubicBezTo>
                  <a:pt x="1528858" y="3198019"/>
                  <a:pt x="1526762" y="3195923"/>
                  <a:pt x="1524191" y="3195923"/>
                </a:cubicBezTo>
                <a:cubicBezTo>
                  <a:pt x="1521619" y="3195923"/>
                  <a:pt x="1519523" y="3198019"/>
                  <a:pt x="1519523" y="3200591"/>
                </a:cubicBezTo>
                <a:cubicBezTo>
                  <a:pt x="1519523" y="3203162"/>
                  <a:pt x="1521619" y="3205258"/>
                  <a:pt x="1524191" y="3205258"/>
                </a:cubicBezTo>
                <a:close/>
                <a:moveTo>
                  <a:pt x="1600391" y="3205448"/>
                </a:moveTo>
                <a:cubicBezTo>
                  <a:pt x="1603058" y="3205448"/>
                  <a:pt x="1605248" y="3203258"/>
                  <a:pt x="1605248" y="3200591"/>
                </a:cubicBezTo>
                <a:cubicBezTo>
                  <a:pt x="1605248" y="3197924"/>
                  <a:pt x="1603058" y="3195733"/>
                  <a:pt x="1600391" y="3195733"/>
                </a:cubicBezTo>
                <a:cubicBezTo>
                  <a:pt x="1597724" y="3195733"/>
                  <a:pt x="1595533" y="3197924"/>
                  <a:pt x="1595533" y="3200591"/>
                </a:cubicBezTo>
                <a:cubicBezTo>
                  <a:pt x="1595533" y="3203258"/>
                  <a:pt x="1597724" y="3205448"/>
                  <a:pt x="1600391" y="3205448"/>
                </a:cubicBezTo>
                <a:close/>
                <a:moveTo>
                  <a:pt x="1676591" y="3205448"/>
                </a:moveTo>
                <a:cubicBezTo>
                  <a:pt x="1679258" y="3205448"/>
                  <a:pt x="1681448" y="3203258"/>
                  <a:pt x="1681448" y="3200591"/>
                </a:cubicBezTo>
                <a:cubicBezTo>
                  <a:pt x="1681448" y="3197924"/>
                  <a:pt x="1679258" y="3195733"/>
                  <a:pt x="1676591" y="3195733"/>
                </a:cubicBezTo>
                <a:cubicBezTo>
                  <a:pt x="1673924" y="3195733"/>
                  <a:pt x="1671733" y="3197924"/>
                  <a:pt x="1671733" y="3200591"/>
                </a:cubicBezTo>
                <a:cubicBezTo>
                  <a:pt x="1671733" y="3203258"/>
                  <a:pt x="1673924" y="3205448"/>
                  <a:pt x="1676591" y="3205448"/>
                </a:cubicBezTo>
                <a:close/>
                <a:moveTo>
                  <a:pt x="1752791" y="3205448"/>
                </a:moveTo>
                <a:cubicBezTo>
                  <a:pt x="1755458" y="3205448"/>
                  <a:pt x="1757648" y="3203258"/>
                  <a:pt x="1757648" y="3200591"/>
                </a:cubicBezTo>
                <a:cubicBezTo>
                  <a:pt x="1757648" y="3197924"/>
                  <a:pt x="1755458" y="3195733"/>
                  <a:pt x="1752791" y="3195733"/>
                </a:cubicBezTo>
                <a:cubicBezTo>
                  <a:pt x="1750124" y="3195733"/>
                  <a:pt x="1747933" y="3197924"/>
                  <a:pt x="1747933" y="3200591"/>
                </a:cubicBezTo>
                <a:cubicBezTo>
                  <a:pt x="1747933" y="3203258"/>
                  <a:pt x="1750124" y="3205448"/>
                  <a:pt x="1752791" y="3205448"/>
                </a:cubicBezTo>
                <a:close/>
                <a:moveTo>
                  <a:pt x="1828991" y="3205448"/>
                </a:moveTo>
                <a:cubicBezTo>
                  <a:pt x="1831658" y="3205448"/>
                  <a:pt x="1833848" y="3203258"/>
                  <a:pt x="1833848" y="3200591"/>
                </a:cubicBezTo>
                <a:cubicBezTo>
                  <a:pt x="1833848" y="3197924"/>
                  <a:pt x="1831658" y="3195733"/>
                  <a:pt x="1828991" y="3195733"/>
                </a:cubicBezTo>
                <a:cubicBezTo>
                  <a:pt x="1826324" y="3195733"/>
                  <a:pt x="1824133" y="3197924"/>
                  <a:pt x="1824133" y="3200591"/>
                </a:cubicBezTo>
                <a:cubicBezTo>
                  <a:pt x="1824133" y="3203258"/>
                  <a:pt x="1826324" y="3205448"/>
                  <a:pt x="1828991" y="3205448"/>
                </a:cubicBezTo>
                <a:close/>
                <a:moveTo>
                  <a:pt x="1905191" y="3205448"/>
                </a:moveTo>
                <a:cubicBezTo>
                  <a:pt x="1907858" y="3205448"/>
                  <a:pt x="1910048" y="3203258"/>
                  <a:pt x="1910048" y="3200591"/>
                </a:cubicBezTo>
                <a:cubicBezTo>
                  <a:pt x="1910048" y="3197924"/>
                  <a:pt x="1907858" y="3195733"/>
                  <a:pt x="1905191" y="3195733"/>
                </a:cubicBezTo>
                <a:cubicBezTo>
                  <a:pt x="1902524" y="3195733"/>
                  <a:pt x="1900333" y="3197924"/>
                  <a:pt x="1900333" y="3200591"/>
                </a:cubicBezTo>
                <a:cubicBezTo>
                  <a:pt x="1900333" y="3203258"/>
                  <a:pt x="1902524" y="3205448"/>
                  <a:pt x="1905191" y="3205448"/>
                </a:cubicBezTo>
                <a:close/>
                <a:moveTo>
                  <a:pt x="1981391" y="3205258"/>
                </a:moveTo>
                <a:cubicBezTo>
                  <a:pt x="1983962" y="3205258"/>
                  <a:pt x="1986058" y="3203162"/>
                  <a:pt x="1986058" y="3200591"/>
                </a:cubicBezTo>
                <a:cubicBezTo>
                  <a:pt x="1986058" y="3198019"/>
                  <a:pt x="1983962" y="3195923"/>
                  <a:pt x="1981391" y="3195923"/>
                </a:cubicBezTo>
                <a:cubicBezTo>
                  <a:pt x="1978819" y="3195923"/>
                  <a:pt x="1976723" y="3198019"/>
                  <a:pt x="1976723" y="3200591"/>
                </a:cubicBezTo>
                <a:cubicBezTo>
                  <a:pt x="1976723" y="3203162"/>
                  <a:pt x="1978819" y="3205258"/>
                  <a:pt x="1981391" y="3205258"/>
                </a:cubicBezTo>
                <a:close/>
                <a:moveTo>
                  <a:pt x="2057591" y="3205067"/>
                </a:moveTo>
                <a:cubicBezTo>
                  <a:pt x="2060067" y="3205067"/>
                  <a:pt x="2062067" y="3203067"/>
                  <a:pt x="2062067" y="3200591"/>
                </a:cubicBezTo>
                <a:cubicBezTo>
                  <a:pt x="2062067" y="3198114"/>
                  <a:pt x="2060067" y="3196114"/>
                  <a:pt x="2057591" y="3196114"/>
                </a:cubicBezTo>
                <a:cubicBezTo>
                  <a:pt x="2055114" y="3196114"/>
                  <a:pt x="2053114" y="3198114"/>
                  <a:pt x="2053114" y="3200591"/>
                </a:cubicBezTo>
                <a:cubicBezTo>
                  <a:pt x="2053209" y="3203067"/>
                  <a:pt x="2055114" y="3205067"/>
                  <a:pt x="2057591" y="3205067"/>
                </a:cubicBezTo>
                <a:close/>
                <a:moveTo>
                  <a:pt x="2133791" y="3204877"/>
                </a:moveTo>
                <a:cubicBezTo>
                  <a:pt x="2136077" y="3204877"/>
                  <a:pt x="2137982" y="3202972"/>
                  <a:pt x="2137982" y="3200686"/>
                </a:cubicBezTo>
                <a:cubicBezTo>
                  <a:pt x="2137982" y="3198400"/>
                  <a:pt x="2136077" y="3196495"/>
                  <a:pt x="2133791" y="3196495"/>
                </a:cubicBezTo>
                <a:cubicBezTo>
                  <a:pt x="2131409" y="3196495"/>
                  <a:pt x="2129600" y="3198400"/>
                  <a:pt x="2129600" y="3200686"/>
                </a:cubicBezTo>
                <a:cubicBezTo>
                  <a:pt x="2129600" y="3202972"/>
                  <a:pt x="2131505" y="3204877"/>
                  <a:pt x="2133791" y="3204877"/>
                </a:cubicBezTo>
                <a:close/>
                <a:moveTo>
                  <a:pt x="2209991" y="3204401"/>
                </a:moveTo>
                <a:cubicBezTo>
                  <a:pt x="2212086" y="3204401"/>
                  <a:pt x="2213801" y="3202686"/>
                  <a:pt x="2213801" y="3200591"/>
                </a:cubicBezTo>
                <a:cubicBezTo>
                  <a:pt x="2213801" y="3198495"/>
                  <a:pt x="2212086" y="3196781"/>
                  <a:pt x="2209991" y="3196781"/>
                </a:cubicBezTo>
                <a:cubicBezTo>
                  <a:pt x="2207895" y="3196781"/>
                  <a:pt x="2206181" y="3198495"/>
                  <a:pt x="2206181" y="3200591"/>
                </a:cubicBezTo>
                <a:cubicBezTo>
                  <a:pt x="2206181" y="3202686"/>
                  <a:pt x="2207895" y="3204401"/>
                  <a:pt x="2209991" y="3204401"/>
                </a:cubicBezTo>
                <a:close/>
                <a:moveTo>
                  <a:pt x="2286191" y="3204020"/>
                </a:moveTo>
                <a:cubicBezTo>
                  <a:pt x="2288096" y="3204020"/>
                  <a:pt x="2289524" y="3202496"/>
                  <a:pt x="2289524" y="3200686"/>
                </a:cubicBezTo>
                <a:cubicBezTo>
                  <a:pt x="2289524" y="3198781"/>
                  <a:pt x="2288000" y="3197352"/>
                  <a:pt x="2286191" y="3197352"/>
                </a:cubicBezTo>
                <a:cubicBezTo>
                  <a:pt x="2284381" y="3197352"/>
                  <a:pt x="2282857" y="3198876"/>
                  <a:pt x="2282857" y="3200686"/>
                </a:cubicBezTo>
                <a:cubicBezTo>
                  <a:pt x="2282857" y="3202496"/>
                  <a:pt x="2284381" y="3204020"/>
                  <a:pt x="2286191" y="3204020"/>
                </a:cubicBezTo>
                <a:close/>
                <a:moveTo>
                  <a:pt x="2362391" y="3203543"/>
                </a:moveTo>
                <a:cubicBezTo>
                  <a:pt x="2364010" y="3203543"/>
                  <a:pt x="2365343" y="3202210"/>
                  <a:pt x="2365343" y="3200591"/>
                </a:cubicBezTo>
                <a:cubicBezTo>
                  <a:pt x="2365343" y="3198971"/>
                  <a:pt x="2364010" y="3197638"/>
                  <a:pt x="2362391" y="3197638"/>
                </a:cubicBezTo>
                <a:cubicBezTo>
                  <a:pt x="2360771" y="3197638"/>
                  <a:pt x="2359438" y="3198971"/>
                  <a:pt x="2359438" y="3200591"/>
                </a:cubicBezTo>
                <a:cubicBezTo>
                  <a:pt x="2359438" y="3202210"/>
                  <a:pt x="2360771" y="3203543"/>
                  <a:pt x="2362391" y="3203543"/>
                </a:cubicBezTo>
                <a:close/>
                <a:moveTo>
                  <a:pt x="2438591" y="3203162"/>
                </a:moveTo>
                <a:cubicBezTo>
                  <a:pt x="2440020" y="3203162"/>
                  <a:pt x="2441162" y="3202020"/>
                  <a:pt x="2441162" y="3200591"/>
                </a:cubicBezTo>
                <a:cubicBezTo>
                  <a:pt x="2441162" y="3199162"/>
                  <a:pt x="2440020" y="3198019"/>
                  <a:pt x="2438591" y="3198019"/>
                </a:cubicBezTo>
                <a:cubicBezTo>
                  <a:pt x="2437162" y="3198019"/>
                  <a:pt x="2436019" y="3199162"/>
                  <a:pt x="2436019" y="3200591"/>
                </a:cubicBezTo>
                <a:cubicBezTo>
                  <a:pt x="2436114" y="3202020"/>
                  <a:pt x="2437257" y="3203162"/>
                  <a:pt x="2438591" y="3203162"/>
                </a:cubicBezTo>
                <a:close/>
                <a:moveTo>
                  <a:pt x="2514791" y="3202686"/>
                </a:moveTo>
                <a:cubicBezTo>
                  <a:pt x="2515934" y="3202686"/>
                  <a:pt x="2516886" y="3201734"/>
                  <a:pt x="2516886" y="3200591"/>
                </a:cubicBezTo>
                <a:cubicBezTo>
                  <a:pt x="2516886" y="3199448"/>
                  <a:pt x="2515934" y="3198495"/>
                  <a:pt x="2514791" y="3198495"/>
                </a:cubicBezTo>
                <a:cubicBezTo>
                  <a:pt x="2513648" y="3198495"/>
                  <a:pt x="2512695" y="3199448"/>
                  <a:pt x="2512695" y="3200591"/>
                </a:cubicBezTo>
                <a:cubicBezTo>
                  <a:pt x="2512695" y="3201734"/>
                  <a:pt x="2513648" y="3202686"/>
                  <a:pt x="2514791" y="3202686"/>
                </a:cubicBezTo>
                <a:close/>
                <a:moveTo>
                  <a:pt x="2590991" y="3202115"/>
                </a:moveTo>
                <a:cubicBezTo>
                  <a:pt x="2591848" y="3202115"/>
                  <a:pt x="2592515" y="3201448"/>
                  <a:pt x="2592515" y="3200591"/>
                </a:cubicBezTo>
                <a:cubicBezTo>
                  <a:pt x="2592515" y="3199733"/>
                  <a:pt x="2591848" y="3199066"/>
                  <a:pt x="2590991" y="3199066"/>
                </a:cubicBezTo>
                <a:cubicBezTo>
                  <a:pt x="2590133" y="3199066"/>
                  <a:pt x="2589466" y="3199733"/>
                  <a:pt x="2589466" y="3200591"/>
                </a:cubicBezTo>
                <a:cubicBezTo>
                  <a:pt x="2589562" y="3201448"/>
                  <a:pt x="2590229" y="3202115"/>
                  <a:pt x="2590991" y="3202115"/>
                </a:cubicBezTo>
                <a:close/>
                <a:moveTo>
                  <a:pt x="2667191" y="3201448"/>
                </a:moveTo>
                <a:cubicBezTo>
                  <a:pt x="2667667" y="3201448"/>
                  <a:pt x="2668048" y="3201067"/>
                  <a:pt x="2668048" y="3200591"/>
                </a:cubicBezTo>
                <a:cubicBezTo>
                  <a:pt x="2668048" y="3200114"/>
                  <a:pt x="2667667" y="3199733"/>
                  <a:pt x="2667191" y="3199733"/>
                </a:cubicBezTo>
                <a:cubicBezTo>
                  <a:pt x="2666714" y="3199733"/>
                  <a:pt x="2666333" y="3200114"/>
                  <a:pt x="2666333" y="3200591"/>
                </a:cubicBezTo>
                <a:cubicBezTo>
                  <a:pt x="2666333" y="3201067"/>
                  <a:pt x="2666714" y="3201448"/>
                  <a:pt x="2667191" y="3201448"/>
                </a:cubicBezTo>
                <a:close/>
                <a:moveTo>
                  <a:pt x="2743391" y="3200781"/>
                </a:moveTo>
                <a:cubicBezTo>
                  <a:pt x="2743486" y="3200781"/>
                  <a:pt x="2743581" y="3200686"/>
                  <a:pt x="2743581" y="3200591"/>
                </a:cubicBezTo>
                <a:cubicBezTo>
                  <a:pt x="2743581" y="3200495"/>
                  <a:pt x="2743486" y="3200400"/>
                  <a:pt x="2743391" y="3200400"/>
                </a:cubicBezTo>
                <a:cubicBezTo>
                  <a:pt x="2743295" y="3200400"/>
                  <a:pt x="2743200" y="3200495"/>
                  <a:pt x="2743200" y="3200591"/>
                </a:cubicBezTo>
                <a:cubicBezTo>
                  <a:pt x="2743200" y="3200686"/>
                  <a:pt x="2743295" y="3200781"/>
                  <a:pt x="2743391" y="3200781"/>
                </a:cubicBezTo>
                <a:close/>
                <a:moveTo>
                  <a:pt x="914590" y="3277267"/>
                </a:moveTo>
                <a:cubicBezTo>
                  <a:pt x="914781" y="3277267"/>
                  <a:pt x="914972" y="3277076"/>
                  <a:pt x="914972" y="3276886"/>
                </a:cubicBezTo>
                <a:cubicBezTo>
                  <a:pt x="914972" y="3276695"/>
                  <a:pt x="914781" y="3276505"/>
                  <a:pt x="914590" y="3276505"/>
                </a:cubicBezTo>
                <a:cubicBezTo>
                  <a:pt x="914400" y="3276505"/>
                  <a:pt x="914210" y="3276695"/>
                  <a:pt x="914210" y="3276886"/>
                </a:cubicBezTo>
                <a:cubicBezTo>
                  <a:pt x="914210" y="3277076"/>
                  <a:pt x="914400" y="3277267"/>
                  <a:pt x="914590" y="3277267"/>
                </a:cubicBezTo>
                <a:close/>
                <a:moveTo>
                  <a:pt x="990790" y="3277838"/>
                </a:moveTo>
                <a:cubicBezTo>
                  <a:pt x="991362" y="3277838"/>
                  <a:pt x="991838" y="3277362"/>
                  <a:pt x="991838" y="3276791"/>
                </a:cubicBezTo>
                <a:cubicBezTo>
                  <a:pt x="991838" y="3276219"/>
                  <a:pt x="991362" y="3275743"/>
                  <a:pt x="990790" y="3275743"/>
                </a:cubicBezTo>
                <a:cubicBezTo>
                  <a:pt x="990219" y="3275743"/>
                  <a:pt x="989743" y="3276219"/>
                  <a:pt x="989743" y="3276791"/>
                </a:cubicBezTo>
                <a:cubicBezTo>
                  <a:pt x="989743" y="3277362"/>
                  <a:pt x="990219" y="3277838"/>
                  <a:pt x="990790" y="3277838"/>
                </a:cubicBezTo>
                <a:close/>
                <a:moveTo>
                  <a:pt x="1066991" y="3278315"/>
                </a:moveTo>
                <a:cubicBezTo>
                  <a:pt x="1067848" y="3278315"/>
                  <a:pt x="1068515" y="3277648"/>
                  <a:pt x="1068515" y="3276791"/>
                </a:cubicBezTo>
                <a:cubicBezTo>
                  <a:pt x="1068515" y="3275933"/>
                  <a:pt x="1067848" y="3275266"/>
                  <a:pt x="1066991" y="3275266"/>
                </a:cubicBezTo>
                <a:cubicBezTo>
                  <a:pt x="1066133" y="3275266"/>
                  <a:pt x="1065467" y="3275933"/>
                  <a:pt x="1065467" y="3276791"/>
                </a:cubicBezTo>
                <a:cubicBezTo>
                  <a:pt x="1065562" y="3277648"/>
                  <a:pt x="1066229" y="3278315"/>
                  <a:pt x="1066991" y="3278315"/>
                </a:cubicBezTo>
                <a:close/>
                <a:moveTo>
                  <a:pt x="1143191" y="3278696"/>
                </a:moveTo>
                <a:cubicBezTo>
                  <a:pt x="1144238" y="3278696"/>
                  <a:pt x="1145096" y="3277838"/>
                  <a:pt x="1145096" y="3276791"/>
                </a:cubicBezTo>
                <a:cubicBezTo>
                  <a:pt x="1145096" y="3275743"/>
                  <a:pt x="1144238" y="3274886"/>
                  <a:pt x="1143191" y="3274886"/>
                </a:cubicBezTo>
                <a:cubicBezTo>
                  <a:pt x="1142143" y="3274886"/>
                  <a:pt x="1141286" y="3275743"/>
                  <a:pt x="1141286" y="3276791"/>
                </a:cubicBezTo>
                <a:cubicBezTo>
                  <a:pt x="1141286" y="3277838"/>
                  <a:pt x="1142143" y="3278696"/>
                  <a:pt x="1143191" y="3278696"/>
                </a:cubicBezTo>
                <a:close/>
                <a:moveTo>
                  <a:pt x="1219391" y="3279172"/>
                </a:moveTo>
                <a:cubicBezTo>
                  <a:pt x="1220629" y="3279172"/>
                  <a:pt x="1221677" y="3278124"/>
                  <a:pt x="1221677" y="3276886"/>
                </a:cubicBezTo>
                <a:cubicBezTo>
                  <a:pt x="1221677" y="3275648"/>
                  <a:pt x="1220629" y="3274600"/>
                  <a:pt x="1219391" y="3274600"/>
                </a:cubicBezTo>
                <a:cubicBezTo>
                  <a:pt x="1218152" y="3274600"/>
                  <a:pt x="1217105" y="3275648"/>
                  <a:pt x="1217105" y="3276886"/>
                </a:cubicBezTo>
                <a:cubicBezTo>
                  <a:pt x="1217105" y="3278124"/>
                  <a:pt x="1218152" y="3279172"/>
                  <a:pt x="1219391" y="3279172"/>
                </a:cubicBezTo>
                <a:close/>
                <a:moveTo>
                  <a:pt x="1295591" y="3279553"/>
                </a:moveTo>
                <a:cubicBezTo>
                  <a:pt x="1297114" y="3279553"/>
                  <a:pt x="1298353" y="3278315"/>
                  <a:pt x="1298353" y="3276791"/>
                </a:cubicBezTo>
                <a:cubicBezTo>
                  <a:pt x="1298353" y="3275266"/>
                  <a:pt x="1297114" y="3274028"/>
                  <a:pt x="1295591" y="3274028"/>
                </a:cubicBezTo>
                <a:cubicBezTo>
                  <a:pt x="1294067" y="3274028"/>
                  <a:pt x="1292828" y="3275266"/>
                  <a:pt x="1292828" y="3276791"/>
                </a:cubicBezTo>
                <a:cubicBezTo>
                  <a:pt x="1292828" y="3278315"/>
                  <a:pt x="1294067" y="3279553"/>
                  <a:pt x="1295591" y="3279553"/>
                </a:cubicBezTo>
                <a:close/>
                <a:moveTo>
                  <a:pt x="1371791" y="3279743"/>
                </a:moveTo>
                <a:cubicBezTo>
                  <a:pt x="1373410" y="3279743"/>
                  <a:pt x="1374743" y="3278410"/>
                  <a:pt x="1374743" y="3276791"/>
                </a:cubicBezTo>
                <a:cubicBezTo>
                  <a:pt x="1374743" y="3275171"/>
                  <a:pt x="1373410" y="3273838"/>
                  <a:pt x="1371791" y="3273838"/>
                </a:cubicBezTo>
                <a:cubicBezTo>
                  <a:pt x="1370171" y="3273838"/>
                  <a:pt x="1368838" y="3275171"/>
                  <a:pt x="1368838" y="3276791"/>
                </a:cubicBezTo>
                <a:cubicBezTo>
                  <a:pt x="1368838" y="3278410"/>
                  <a:pt x="1370171" y="3279743"/>
                  <a:pt x="1371791" y="3279743"/>
                </a:cubicBezTo>
                <a:close/>
                <a:moveTo>
                  <a:pt x="1447991" y="3279934"/>
                </a:moveTo>
                <a:cubicBezTo>
                  <a:pt x="1449705" y="3279934"/>
                  <a:pt x="1451134" y="3278505"/>
                  <a:pt x="1451134" y="3276791"/>
                </a:cubicBezTo>
                <a:cubicBezTo>
                  <a:pt x="1451134" y="3275076"/>
                  <a:pt x="1449705" y="3273647"/>
                  <a:pt x="1447991" y="3273647"/>
                </a:cubicBezTo>
                <a:cubicBezTo>
                  <a:pt x="1446276" y="3273647"/>
                  <a:pt x="1444847" y="3275076"/>
                  <a:pt x="1444847" y="3276791"/>
                </a:cubicBezTo>
                <a:cubicBezTo>
                  <a:pt x="1444847" y="3278600"/>
                  <a:pt x="1446276" y="3279934"/>
                  <a:pt x="1447991" y="3279934"/>
                </a:cubicBezTo>
                <a:close/>
                <a:moveTo>
                  <a:pt x="1524191" y="3280220"/>
                </a:moveTo>
                <a:cubicBezTo>
                  <a:pt x="1526096" y="3280220"/>
                  <a:pt x="1527524" y="3278696"/>
                  <a:pt x="1527524" y="3276886"/>
                </a:cubicBezTo>
                <a:cubicBezTo>
                  <a:pt x="1527524" y="3274981"/>
                  <a:pt x="1526000" y="3273552"/>
                  <a:pt x="1524191" y="3273552"/>
                </a:cubicBezTo>
                <a:cubicBezTo>
                  <a:pt x="1522381" y="3273552"/>
                  <a:pt x="1520857" y="3275076"/>
                  <a:pt x="1520857" y="3276886"/>
                </a:cubicBezTo>
                <a:cubicBezTo>
                  <a:pt x="1520857" y="3278696"/>
                  <a:pt x="1522381" y="3280220"/>
                  <a:pt x="1524191" y="3280220"/>
                </a:cubicBezTo>
                <a:close/>
                <a:moveTo>
                  <a:pt x="1600391" y="3280410"/>
                </a:moveTo>
                <a:cubicBezTo>
                  <a:pt x="1602391" y="3280410"/>
                  <a:pt x="1604010" y="3278791"/>
                  <a:pt x="1604010" y="3276791"/>
                </a:cubicBezTo>
                <a:cubicBezTo>
                  <a:pt x="1604010" y="3274790"/>
                  <a:pt x="1602391" y="3273171"/>
                  <a:pt x="1600391" y="3273171"/>
                </a:cubicBezTo>
                <a:cubicBezTo>
                  <a:pt x="1598390" y="3273171"/>
                  <a:pt x="1596771" y="3274790"/>
                  <a:pt x="1596771" y="3276791"/>
                </a:cubicBezTo>
                <a:cubicBezTo>
                  <a:pt x="1596866" y="3278791"/>
                  <a:pt x="1598390" y="3280410"/>
                  <a:pt x="1600391" y="3280410"/>
                </a:cubicBezTo>
                <a:close/>
                <a:moveTo>
                  <a:pt x="1676591" y="3280601"/>
                </a:moveTo>
                <a:cubicBezTo>
                  <a:pt x="1678686" y="3280601"/>
                  <a:pt x="1680401" y="3278886"/>
                  <a:pt x="1680401" y="3276791"/>
                </a:cubicBezTo>
                <a:cubicBezTo>
                  <a:pt x="1680401" y="3274695"/>
                  <a:pt x="1678686" y="3272981"/>
                  <a:pt x="1676591" y="3272981"/>
                </a:cubicBezTo>
                <a:cubicBezTo>
                  <a:pt x="1674495" y="3272981"/>
                  <a:pt x="1672781" y="3274695"/>
                  <a:pt x="1672781" y="3276791"/>
                </a:cubicBezTo>
                <a:cubicBezTo>
                  <a:pt x="1672781" y="3278886"/>
                  <a:pt x="1674495" y="3280601"/>
                  <a:pt x="1676591" y="3280601"/>
                </a:cubicBezTo>
                <a:close/>
                <a:moveTo>
                  <a:pt x="1752791" y="3280601"/>
                </a:moveTo>
                <a:cubicBezTo>
                  <a:pt x="1754886" y="3280601"/>
                  <a:pt x="1756601" y="3278886"/>
                  <a:pt x="1756601" y="3276791"/>
                </a:cubicBezTo>
                <a:cubicBezTo>
                  <a:pt x="1756601" y="3274695"/>
                  <a:pt x="1754886" y="3272981"/>
                  <a:pt x="1752791" y="3272981"/>
                </a:cubicBezTo>
                <a:cubicBezTo>
                  <a:pt x="1750695" y="3272981"/>
                  <a:pt x="1748981" y="3274695"/>
                  <a:pt x="1748981" y="3276791"/>
                </a:cubicBezTo>
                <a:cubicBezTo>
                  <a:pt x="1748981" y="3278886"/>
                  <a:pt x="1750695" y="3280601"/>
                  <a:pt x="1752791" y="3280601"/>
                </a:cubicBezTo>
                <a:close/>
                <a:moveTo>
                  <a:pt x="1828991" y="3280601"/>
                </a:moveTo>
                <a:cubicBezTo>
                  <a:pt x="1831086" y="3280601"/>
                  <a:pt x="1832801" y="3278886"/>
                  <a:pt x="1832801" y="3276791"/>
                </a:cubicBezTo>
                <a:cubicBezTo>
                  <a:pt x="1832801" y="3274695"/>
                  <a:pt x="1831086" y="3272981"/>
                  <a:pt x="1828991" y="3272981"/>
                </a:cubicBezTo>
                <a:cubicBezTo>
                  <a:pt x="1826895" y="3272981"/>
                  <a:pt x="1825181" y="3274695"/>
                  <a:pt x="1825181" y="3276791"/>
                </a:cubicBezTo>
                <a:cubicBezTo>
                  <a:pt x="1825181" y="3278886"/>
                  <a:pt x="1826895" y="3280601"/>
                  <a:pt x="1828991" y="3280601"/>
                </a:cubicBezTo>
                <a:close/>
                <a:moveTo>
                  <a:pt x="1905191" y="3280410"/>
                </a:moveTo>
                <a:cubicBezTo>
                  <a:pt x="1907191" y="3280410"/>
                  <a:pt x="1908810" y="3278791"/>
                  <a:pt x="1908810" y="3276791"/>
                </a:cubicBezTo>
                <a:cubicBezTo>
                  <a:pt x="1908810" y="3274790"/>
                  <a:pt x="1907191" y="3273171"/>
                  <a:pt x="1905191" y="3273171"/>
                </a:cubicBezTo>
                <a:cubicBezTo>
                  <a:pt x="1903190" y="3273171"/>
                  <a:pt x="1901571" y="3274790"/>
                  <a:pt x="1901571" y="3276791"/>
                </a:cubicBezTo>
                <a:cubicBezTo>
                  <a:pt x="1901666" y="3278791"/>
                  <a:pt x="1903190" y="3280410"/>
                  <a:pt x="1905191" y="3280410"/>
                </a:cubicBezTo>
                <a:close/>
                <a:moveTo>
                  <a:pt x="1981391" y="3280410"/>
                </a:moveTo>
                <a:cubicBezTo>
                  <a:pt x="1983391" y="3280410"/>
                  <a:pt x="1985010" y="3278791"/>
                  <a:pt x="1985010" y="3276791"/>
                </a:cubicBezTo>
                <a:cubicBezTo>
                  <a:pt x="1985010" y="3274790"/>
                  <a:pt x="1983391" y="3273171"/>
                  <a:pt x="1981391" y="3273171"/>
                </a:cubicBezTo>
                <a:cubicBezTo>
                  <a:pt x="1979390" y="3273171"/>
                  <a:pt x="1977771" y="3274790"/>
                  <a:pt x="1977771" y="3276791"/>
                </a:cubicBezTo>
                <a:cubicBezTo>
                  <a:pt x="1977866" y="3278791"/>
                  <a:pt x="1979390" y="3280410"/>
                  <a:pt x="1981391" y="3280410"/>
                </a:cubicBezTo>
                <a:close/>
                <a:moveTo>
                  <a:pt x="2057591" y="3280220"/>
                </a:moveTo>
                <a:cubicBezTo>
                  <a:pt x="2059496" y="3280220"/>
                  <a:pt x="2060924" y="3278696"/>
                  <a:pt x="2060924" y="3276886"/>
                </a:cubicBezTo>
                <a:cubicBezTo>
                  <a:pt x="2060924" y="3274981"/>
                  <a:pt x="2059400" y="3273552"/>
                  <a:pt x="2057591" y="3273552"/>
                </a:cubicBezTo>
                <a:cubicBezTo>
                  <a:pt x="2055781" y="3273552"/>
                  <a:pt x="2054257" y="3275076"/>
                  <a:pt x="2054257" y="3276886"/>
                </a:cubicBezTo>
                <a:cubicBezTo>
                  <a:pt x="2054257" y="3278696"/>
                  <a:pt x="2055781" y="3280220"/>
                  <a:pt x="2057591" y="3280220"/>
                </a:cubicBezTo>
                <a:close/>
                <a:moveTo>
                  <a:pt x="2133791" y="3279743"/>
                </a:moveTo>
                <a:cubicBezTo>
                  <a:pt x="2135410" y="3279743"/>
                  <a:pt x="2136743" y="3278410"/>
                  <a:pt x="2136743" y="3276791"/>
                </a:cubicBezTo>
                <a:cubicBezTo>
                  <a:pt x="2136743" y="3275171"/>
                  <a:pt x="2135410" y="3273838"/>
                  <a:pt x="2133791" y="3273838"/>
                </a:cubicBezTo>
                <a:cubicBezTo>
                  <a:pt x="2132171" y="3273838"/>
                  <a:pt x="2130838" y="3275171"/>
                  <a:pt x="2130838" y="3276791"/>
                </a:cubicBezTo>
                <a:cubicBezTo>
                  <a:pt x="2130838" y="3278410"/>
                  <a:pt x="2132171" y="3279743"/>
                  <a:pt x="2133791" y="3279743"/>
                </a:cubicBezTo>
                <a:close/>
                <a:moveTo>
                  <a:pt x="2209991" y="3279553"/>
                </a:moveTo>
                <a:cubicBezTo>
                  <a:pt x="2211515" y="3279553"/>
                  <a:pt x="2212753" y="3278315"/>
                  <a:pt x="2212753" y="3276791"/>
                </a:cubicBezTo>
                <a:cubicBezTo>
                  <a:pt x="2212753" y="3275266"/>
                  <a:pt x="2211515" y="3274028"/>
                  <a:pt x="2209991" y="3274028"/>
                </a:cubicBezTo>
                <a:cubicBezTo>
                  <a:pt x="2208467" y="3274028"/>
                  <a:pt x="2207228" y="3275266"/>
                  <a:pt x="2207228" y="3276791"/>
                </a:cubicBezTo>
                <a:cubicBezTo>
                  <a:pt x="2207228" y="3278315"/>
                  <a:pt x="2208467" y="3279553"/>
                  <a:pt x="2209991" y="3279553"/>
                </a:cubicBezTo>
                <a:close/>
                <a:moveTo>
                  <a:pt x="2286191" y="3279172"/>
                </a:moveTo>
                <a:cubicBezTo>
                  <a:pt x="2287429" y="3279172"/>
                  <a:pt x="2288477" y="3278124"/>
                  <a:pt x="2288477" y="3276886"/>
                </a:cubicBezTo>
                <a:cubicBezTo>
                  <a:pt x="2288477" y="3275648"/>
                  <a:pt x="2287429" y="3274600"/>
                  <a:pt x="2286191" y="3274600"/>
                </a:cubicBezTo>
                <a:cubicBezTo>
                  <a:pt x="2284952" y="3274600"/>
                  <a:pt x="2283905" y="3275648"/>
                  <a:pt x="2283905" y="3276886"/>
                </a:cubicBezTo>
                <a:cubicBezTo>
                  <a:pt x="2283905" y="3278124"/>
                  <a:pt x="2284952" y="3279172"/>
                  <a:pt x="2286191" y="3279172"/>
                </a:cubicBezTo>
                <a:close/>
                <a:moveTo>
                  <a:pt x="2362391" y="3278696"/>
                </a:moveTo>
                <a:cubicBezTo>
                  <a:pt x="2363438" y="3278696"/>
                  <a:pt x="2364296" y="3277838"/>
                  <a:pt x="2364296" y="3276791"/>
                </a:cubicBezTo>
                <a:cubicBezTo>
                  <a:pt x="2364296" y="3275743"/>
                  <a:pt x="2363438" y="3274886"/>
                  <a:pt x="2362391" y="3274886"/>
                </a:cubicBezTo>
                <a:cubicBezTo>
                  <a:pt x="2361343" y="3274886"/>
                  <a:pt x="2360486" y="3275743"/>
                  <a:pt x="2360486" y="3276791"/>
                </a:cubicBezTo>
                <a:cubicBezTo>
                  <a:pt x="2360486" y="3277838"/>
                  <a:pt x="2361343" y="3278696"/>
                  <a:pt x="2362391" y="3278696"/>
                </a:cubicBezTo>
                <a:close/>
                <a:moveTo>
                  <a:pt x="2438591" y="3278315"/>
                </a:moveTo>
                <a:cubicBezTo>
                  <a:pt x="2439448" y="3278315"/>
                  <a:pt x="2440115" y="3277648"/>
                  <a:pt x="2440115" y="3276791"/>
                </a:cubicBezTo>
                <a:cubicBezTo>
                  <a:pt x="2440115" y="3275933"/>
                  <a:pt x="2439448" y="3275266"/>
                  <a:pt x="2438591" y="3275266"/>
                </a:cubicBezTo>
                <a:cubicBezTo>
                  <a:pt x="2437733" y="3275266"/>
                  <a:pt x="2437067" y="3275933"/>
                  <a:pt x="2437067" y="3276791"/>
                </a:cubicBezTo>
                <a:cubicBezTo>
                  <a:pt x="2437162" y="3277648"/>
                  <a:pt x="2437829" y="3278315"/>
                  <a:pt x="2438591" y="3278315"/>
                </a:cubicBezTo>
                <a:close/>
                <a:moveTo>
                  <a:pt x="2514791" y="3277838"/>
                </a:moveTo>
                <a:cubicBezTo>
                  <a:pt x="2515362" y="3277838"/>
                  <a:pt x="2515838" y="3277362"/>
                  <a:pt x="2515838" y="3276791"/>
                </a:cubicBezTo>
                <a:cubicBezTo>
                  <a:pt x="2515838" y="3276219"/>
                  <a:pt x="2515362" y="3275743"/>
                  <a:pt x="2514791" y="3275743"/>
                </a:cubicBezTo>
                <a:cubicBezTo>
                  <a:pt x="2514219" y="3275743"/>
                  <a:pt x="2513743" y="3276219"/>
                  <a:pt x="2513743" y="3276791"/>
                </a:cubicBezTo>
                <a:cubicBezTo>
                  <a:pt x="2513743" y="3277362"/>
                  <a:pt x="2514219" y="3277838"/>
                  <a:pt x="2514791" y="3277838"/>
                </a:cubicBezTo>
                <a:close/>
                <a:moveTo>
                  <a:pt x="2590991" y="3277267"/>
                </a:moveTo>
                <a:cubicBezTo>
                  <a:pt x="2591181" y="3277267"/>
                  <a:pt x="2591372" y="3277076"/>
                  <a:pt x="2591372" y="3276886"/>
                </a:cubicBezTo>
                <a:cubicBezTo>
                  <a:pt x="2591372" y="3276695"/>
                  <a:pt x="2591181" y="3276505"/>
                  <a:pt x="2590991" y="3276505"/>
                </a:cubicBezTo>
                <a:cubicBezTo>
                  <a:pt x="2590800" y="3276505"/>
                  <a:pt x="2590610" y="3276695"/>
                  <a:pt x="2590610" y="3276886"/>
                </a:cubicBezTo>
                <a:cubicBezTo>
                  <a:pt x="2590610" y="3277076"/>
                  <a:pt x="2590800" y="3277267"/>
                  <a:pt x="2590991" y="3277267"/>
                </a:cubicBezTo>
                <a:close/>
                <a:moveTo>
                  <a:pt x="1066991" y="3353467"/>
                </a:moveTo>
                <a:cubicBezTo>
                  <a:pt x="1067181" y="3353467"/>
                  <a:pt x="1067372" y="3353276"/>
                  <a:pt x="1067372" y="3353086"/>
                </a:cubicBezTo>
                <a:cubicBezTo>
                  <a:pt x="1067372" y="3352895"/>
                  <a:pt x="1067181" y="3352705"/>
                  <a:pt x="1066991" y="3352705"/>
                </a:cubicBezTo>
                <a:cubicBezTo>
                  <a:pt x="1066800" y="3352705"/>
                  <a:pt x="1066610" y="3352895"/>
                  <a:pt x="1066610" y="3353086"/>
                </a:cubicBezTo>
                <a:cubicBezTo>
                  <a:pt x="1066610" y="3353276"/>
                  <a:pt x="1066800" y="3353467"/>
                  <a:pt x="1066991" y="3353467"/>
                </a:cubicBezTo>
                <a:close/>
                <a:moveTo>
                  <a:pt x="1143191" y="3353848"/>
                </a:moveTo>
                <a:cubicBezTo>
                  <a:pt x="1143667" y="3353848"/>
                  <a:pt x="1144048" y="3353467"/>
                  <a:pt x="1144048" y="3352991"/>
                </a:cubicBezTo>
                <a:cubicBezTo>
                  <a:pt x="1144048" y="3352514"/>
                  <a:pt x="1143667" y="3352133"/>
                  <a:pt x="1143191" y="3352133"/>
                </a:cubicBezTo>
                <a:cubicBezTo>
                  <a:pt x="1142714" y="3352133"/>
                  <a:pt x="1142333" y="3352514"/>
                  <a:pt x="1142333" y="3352991"/>
                </a:cubicBezTo>
                <a:cubicBezTo>
                  <a:pt x="1142333" y="3353467"/>
                  <a:pt x="1142714" y="3353848"/>
                  <a:pt x="1143191" y="3353848"/>
                </a:cubicBezTo>
                <a:close/>
                <a:moveTo>
                  <a:pt x="1219391" y="3354324"/>
                </a:moveTo>
                <a:cubicBezTo>
                  <a:pt x="1220057" y="3354324"/>
                  <a:pt x="1220629" y="3353753"/>
                  <a:pt x="1220629" y="3353086"/>
                </a:cubicBezTo>
                <a:cubicBezTo>
                  <a:pt x="1220629" y="3352419"/>
                  <a:pt x="1220057" y="3351848"/>
                  <a:pt x="1219391" y="3351848"/>
                </a:cubicBezTo>
                <a:cubicBezTo>
                  <a:pt x="1218724" y="3351848"/>
                  <a:pt x="1218152" y="3352419"/>
                  <a:pt x="1218152" y="3353086"/>
                </a:cubicBezTo>
                <a:cubicBezTo>
                  <a:pt x="1218152" y="3353753"/>
                  <a:pt x="1218724" y="3354324"/>
                  <a:pt x="1219391" y="3354324"/>
                </a:cubicBezTo>
                <a:close/>
                <a:moveTo>
                  <a:pt x="1295591" y="3354515"/>
                </a:moveTo>
                <a:cubicBezTo>
                  <a:pt x="1296448" y="3354515"/>
                  <a:pt x="1297114" y="3353848"/>
                  <a:pt x="1297114" y="3352991"/>
                </a:cubicBezTo>
                <a:cubicBezTo>
                  <a:pt x="1297114" y="3352133"/>
                  <a:pt x="1296448" y="3351466"/>
                  <a:pt x="1295591" y="3351466"/>
                </a:cubicBezTo>
                <a:cubicBezTo>
                  <a:pt x="1294733" y="3351466"/>
                  <a:pt x="1294067" y="3352133"/>
                  <a:pt x="1294067" y="3352991"/>
                </a:cubicBezTo>
                <a:cubicBezTo>
                  <a:pt x="1294162" y="3353848"/>
                  <a:pt x="1294829" y="3354515"/>
                  <a:pt x="1295591" y="3354515"/>
                </a:cubicBezTo>
                <a:close/>
                <a:moveTo>
                  <a:pt x="1371791" y="3354896"/>
                </a:moveTo>
                <a:cubicBezTo>
                  <a:pt x="1372838" y="3354896"/>
                  <a:pt x="1373696" y="3354038"/>
                  <a:pt x="1373696" y="3352991"/>
                </a:cubicBezTo>
                <a:cubicBezTo>
                  <a:pt x="1373696" y="3351943"/>
                  <a:pt x="1372838" y="3351086"/>
                  <a:pt x="1371791" y="3351086"/>
                </a:cubicBezTo>
                <a:cubicBezTo>
                  <a:pt x="1370743" y="3351086"/>
                  <a:pt x="1369886" y="3351943"/>
                  <a:pt x="1369886" y="3352991"/>
                </a:cubicBezTo>
                <a:cubicBezTo>
                  <a:pt x="1369886" y="3354038"/>
                  <a:pt x="1370743" y="3354896"/>
                  <a:pt x="1371791" y="3354896"/>
                </a:cubicBezTo>
                <a:close/>
                <a:moveTo>
                  <a:pt x="1447991" y="3355086"/>
                </a:moveTo>
                <a:cubicBezTo>
                  <a:pt x="1449134" y="3355086"/>
                  <a:pt x="1450086" y="3354134"/>
                  <a:pt x="1450086" y="3352991"/>
                </a:cubicBezTo>
                <a:cubicBezTo>
                  <a:pt x="1450086" y="3351848"/>
                  <a:pt x="1449134" y="3350895"/>
                  <a:pt x="1447991" y="3350895"/>
                </a:cubicBezTo>
                <a:cubicBezTo>
                  <a:pt x="1446848" y="3350895"/>
                  <a:pt x="1445895" y="3351848"/>
                  <a:pt x="1445895" y="3352991"/>
                </a:cubicBezTo>
                <a:cubicBezTo>
                  <a:pt x="1445895" y="3354134"/>
                  <a:pt x="1446848" y="3355086"/>
                  <a:pt x="1447991" y="3355086"/>
                </a:cubicBezTo>
                <a:close/>
                <a:moveTo>
                  <a:pt x="1524191" y="3355372"/>
                </a:moveTo>
                <a:cubicBezTo>
                  <a:pt x="1525429" y="3355372"/>
                  <a:pt x="1526477" y="3354324"/>
                  <a:pt x="1526477" y="3353086"/>
                </a:cubicBezTo>
                <a:cubicBezTo>
                  <a:pt x="1526477" y="3351848"/>
                  <a:pt x="1525429" y="3350800"/>
                  <a:pt x="1524191" y="3350800"/>
                </a:cubicBezTo>
                <a:cubicBezTo>
                  <a:pt x="1522952" y="3350800"/>
                  <a:pt x="1521905" y="3351848"/>
                  <a:pt x="1521905" y="3353086"/>
                </a:cubicBezTo>
                <a:cubicBezTo>
                  <a:pt x="1521905" y="3354324"/>
                  <a:pt x="1522952" y="3355372"/>
                  <a:pt x="1524191" y="3355372"/>
                </a:cubicBezTo>
                <a:close/>
                <a:moveTo>
                  <a:pt x="1600391" y="3355562"/>
                </a:moveTo>
                <a:cubicBezTo>
                  <a:pt x="1601819" y="3355562"/>
                  <a:pt x="1602962" y="3354420"/>
                  <a:pt x="1602962" y="3352991"/>
                </a:cubicBezTo>
                <a:cubicBezTo>
                  <a:pt x="1602962" y="3351562"/>
                  <a:pt x="1601819" y="3350419"/>
                  <a:pt x="1600391" y="3350419"/>
                </a:cubicBezTo>
                <a:cubicBezTo>
                  <a:pt x="1598962" y="3350419"/>
                  <a:pt x="1597819" y="3351562"/>
                  <a:pt x="1597819" y="3352991"/>
                </a:cubicBezTo>
                <a:cubicBezTo>
                  <a:pt x="1597914" y="3354420"/>
                  <a:pt x="1599057" y="3355562"/>
                  <a:pt x="1600391" y="3355562"/>
                </a:cubicBezTo>
                <a:close/>
                <a:moveTo>
                  <a:pt x="1676591" y="3355562"/>
                </a:moveTo>
                <a:cubicBezTo>
                  <a:pt x="1678019" y="3355562"/>
                  <a:pt x="1679162" y="3354420"/>
                  <a:pt x="1679162" y="3352991"/>
                </a:cubicBezTo>
                <a:cubicBezTo>
                  <a:pt x="1679162" y="3351562"/>
                  <a:pt x="1678019" y="3350419"/>
                  <a:pt x="1676591" y="3350419"/>
                </a:cubicBezTo>
                <a:cubicBezTo>
                  <a:pt x="1675162" y="3350419"/>
                  <a:pt x="1674019" y="3351562"/>
                  <a:pt x="1674019" y="3352991"/>
                </a:cubicBezTo>
                <a:cubicBezTo>
                  <a:pt x="1674114" y="3354420"/>
                  <a:pt x="1675257" y="3355562"/>
                  <a:pt x="1676591" y="3355562"/>
                </a:cubicBezTo>
                <a:close/>
                <a:moveTo>
                  <a:pt x="1752791" y="3355562"/>
                </a:moveTo>
                <a:cubicBezTo>
                  <a:pt x="1754219" y="3355562"/>
                  <a:pt x="1755362" y="3354420"/>
                  <a:pt x="1755362" y="3352991"/>
                </a:cubicBezTo>
                <a:cubicBezTo>
                  <a:pt x="1755362" y="3351562"/>
                  <a:pt x="1754219" y="3350419"/>
                  <a:pt x="1752791" y="3350419"/>
                </a:cubicBezTo>
                <a:cubicBezTo>
                  <a:pt x="1751362" y="3350419"/>
                  <a:pt x="1750219" y="3351562"/>
                  <a:pt x="1750219" y="3352991"/>
                </a:cubicBezTo>
                <a:cubicBezTo>
                  <a:pt x="1750314" y="3354420"/>
                  <a:pt x="1751457" y="3355562"/>
                  <a:pt x="1752791" y="3355562"/>
                </a:cubicBezTo>
                <a:close/>
                <a:moveTo>
                  <a:pt x="1828991" y="3355562"/>
                </a:moveTo>
                <a:cubicBezTo>
                  <a:pt x="1830419" y="3355562"/>
                  <a:pt x="1831562" y="3354420"/>
                  <a:pt x="1831562" y="3352991"/>
                </a:cubicBezTo>
                <a:cubicBezTo>
                  <a:pt x="1831562" y="3351562"/>
                  <a:pt x="1830419" y="3350419"/>
                  <a:pt x="1828991" y="3350419"/>
                </a:cubicBezTo>
                <a:cubicBezTo>
                  <a:pt x="1827562" y="3350419"/>
                  <a:pt x="1826419" y="3351562"/>
                  <a:pt x="1826419" y="3352991"/>
                </a:cubicBezTo>
                <a:cubicBezTo>
                  <a:pt x="1826514" y="3354420"/>
                  <a:pt x="1827657" y="3355562"/>
                  <a:pt x="1828991" y="3355562"/>
                </a:cubicBezTo>
                <a:close/>
                <a:moveTo>
                  <a:pt x="1905191" y="3355562"/>
                </a:moveTo>
                <a:cubicBezTo>
                  <a:pt x="1906619" y="3355562"/>
                  <a:pt x="1907762" y="3354420"/>
                  <a:pt x="1907762" y="3352991"/>
                </a:cubicBezTo>
                <a:cubicBezTo>
                  <a:pt x="1907762" y="3351562"/>
                  <a:pt x="1906619" y="3350419"/>
                  <a:pt x="1905191" y="3350419"/>
                </a:cubicBezTo>
                <a:cubicBezTo>
                  <a:pt x="1903762" y="3350419"/>
                  <a:pt x="1902619" y="3351562"/>
                  <a:pt x="1902619" y="3352991"/>
                </a:cubicBezTo>
                <a:cubicBezTo>
                  <a:pt x="1902714" y="3354420"/>
                  <a:pt x="1903857" y="3355562"/>
                  <a:pt x="1905191" y="3355562"/>
                </a:cubicBezTo>
                <a:close/>
                <a:moveTo>
                  <a:pt x="1981391" y="3355372"/>
                </a:moveTo>
                <a:cubicBezTo>
                  <a:pt x="1982629" y="3355372"/>
                  <a:pt x="1983677" y="3354324"/>
                  <a:pt x="1983677" y="3353086"/>
                </a:cubicBezTo>
                <a:cubicBezTo>
                  <a:pt x="1983677" y="3351848"/>
                  <a:pt x="1982629" y="3350800"/>
                  <a:pt x="1981391" y="3350800"/>
                </a:cubicBezTo>
                <a:cubicBezTo>
                  <a:pt x="1980152" y="3350800"/>
                  <a:pt x="1979105" y="3351848"/>
                  <a:pt x="1979105" y="3353086"/>
                </a:cubicBezTo>
                <a:cubicBezTo>
                  <a:pt x="1979105" y="3354324"/>
                  <a:pt x="1980152" y="3355372"/>
                  <a:pt x="1981391" y="3355372"/>
                </a:cubicBezTo>
                <a:close/>
                <a:moveTo>
                  <a:pt x="2057591" y="3355086"/>
                </a:moveTo>
                <a:cubicBezTo>
                  <a:pt x="2058734" y="3355086"/>
                  <a:pt x="2059686" y="3354134"/>
                  <a:pt x="2059686" y="3352991"/>
                </a:cubicBezTo>
                <a:cubicBezTo>
                  <a:pt x="2059686" y="3351848"/>
                  <a:pt x="2058734" y="3350895"/>
                  <a:pt x="2057591" y="3350895"/>
                </a:cubicBezTo>
                <a:cubicBezTo>
                  <a:pt x="2056448" y="3350895"/>
                  <a:pt x="2055495" y="3351848"/>
                  <a:pt x="2055495" y="3352991"/>
                </a:cubicBezTo>
                <a:cubicBezTo>
                  <a:pt x="2055495" y="3354134"/>
                  <a:pt x="2056448" y="3355086"/>
                  <a:pt x="2057591" y="3355086"/>
                </a:cubicBezTo>
                <a:close/>
                <a:moveTo>
                  <a:pt x="2133791" y="3354896"/>
                </a:moveTo>
                <a:cubicBezTo>
                  <a:pt x="2134838" y="3354896"/>
                  <a:pt x="2135696" y="3354038"/>
                  <a:pt x="2135696" y="3352991"/>
                </a:cubicBezTo>
                <a:cubicBezTo>
                  <a:pt x="2135696" y="3351943"/>
                  <a:pt x="2134838" y="3351086"/>
                  <a:pt x="2133791" y="3351086"/>
                </a:cubicBezTo>
                <a:cubicBezTo>
                  <a:pt x="2132743" y="3351086"/>
                  <a:pt x="2131886" y="3351943"/>
                  <a:pt x="2131886" y="3352991"/>
                </a:cubicBezTo>
                <a:cubicBezTo>
                  <a:pt x="2131886" y="3354038"/>
                  <a:pt x="2132743" y="3354896"/>
                  <a:pt x="2133791" y="3354896"/>
                </a:cubicBezTo>
                <a:close/>
                <a:moveTo>
                  <a:pt x="2209991" y="3354705"/>
                </a:moveTo>
                <a:cubicBezTo>
                  <a:pt x="2210943" y="3354705"/>
                  <a:pt x="2211705" y="3353943"/>
                  <a:pt x="2211705" y="3352991"/>
                </a:cubicBezTo>
                <a:cubicBezTo>
                  <a:pt x="2211705" y="3352038"/>
                  <a:pt x="2210943" y="3351276"/>
                  <a:pt x="2209991" y="3351276"/>
                </a:cubicBezTo>
                <a:cubicBezTo>
                  <a:pt x="2209038" y="3351276"/>
                  <a:pt x="2208276" y="3352038"/>
                  <a:pt x="2208276" y="3352991"/>
                </a:cubicBezTo>
                <a:cubicBezTo>
                  <a:pt x="2208276" y="3353943"/>
                  <a:pt x="2209038" y="3354705"/>
                  <a:pt x="2209991" y="3354705"/>
                </a:cubicBezTo>
                <a:close/>
                <a:moveTo>
                  <a:pt x="2286191" y="3354324"/>
                </a:moveTo>
                <a:cubicBezTo>
                  <a:pt x="2286857" y="3354324"/>
                  <a:pt x="2287429" y="3353753"/>
                  <a:pt x="2287429" y="3353086"/>
                </a:cubicBezTo>
                <a:cubicBezTo>
                  <a:pt x="2287429" y="3352419"/>
                  <a:pt x="2286857" y="3351848"/>
                  <a:pt x="2286191" y="3351848"/>
                </a:cubicBezTo>
                <a:cubicBezTo>
                  <a:pt x="2285524" y="3351848"/>
                  <a:pt x="2284952" y="3352419"/>
                  <a:pt x="2284952" y="3353086"/>
                </a:cubicBezTo>
                <a:cubicBezTo>
                  <a:pt x="2284952" y="3353753"/>
                  <a:pt x="2285524" y="3354324"/>
                  <a:pt x="2286191" y="3354324"/>
                </a:cubicBezTo>
                <a:close/>
                <a:moveTo>
                  <a:pt x="2362391" y="3353848"/>
                </a:moveTo>
                <a:cubicBezTo>
                  <a:pt x="2362867" y="3353848"/>
                  <a:pt x="2363248" y="3353467"/>
                  <a:pt x="2363248" y="3352991"/>
                </a:cubicBezTo>
                <a:cubicBezTo>
                  <a:pt x="2363248" y="3352514"/>
                  <a:pt x="2362867" y="3352133"/>
                  <a:pt x="2362391" y="3352133"/>
                </a:cubicBezTo>
                <a:cubicBezTo>
                  <a:pt x="2361914" y="3352133"/>
                  <a:pt x="2361533" y="3352514"/>
                  <a:pt x="2361533" y="3352991"/>
                </a:cubicBezTo>
                <a:cubicBezTo>
                  <a:pt x="2361533" y="3353467"/>
                  <a:pt x="2361914" y="3353848"/>
                  <a:pt x="2362391" y="3353848"/>
                </a:cubicBezTo>
                <a:close/>
                <a:moveTo>
                  <a:pt x="2438591" y="3353467"/>
                </a:moveTo>
                <a:cubicBezTo>
                  <a:pt x="2438781" y="3353467"/>
                  <a:pt x="2438972" y="3353276"/>
                  <a:pt x="2438972" y="3353086"/>
                </a:cubicBezTo>
                <a:cubicBezTo>
                  <a:pt x="2438972" y="3352895"/>
                  <a:pt x="2438781" y="3352705"/>
                  <a:pt x="2438591" y="3352705"/>
                </a:cubicBezTo>
                <a:cubicBezTo>
                  <a:pt x="2438400" y="3352705"/>
                  <a:pt x="2438210" y="3352895"/>
                  <a:pt x="2438210" y="3353086"/>
                </a:cubicBezTo>
                <a:cubicBezTo>
                  <a:pt x="2438210" y="3353276"/>
                  <a:pt x="2438400" y="3353467"/>
                  <a:pt x="2438591" y="3353467"/>
                </a:cubicBezTo>
                <a:close/>
                <a:moveTo>
                  <a:pt x="2514791" y="3353181"/>
                </a:moveTo>
                <a:cubicBezTo>
                  <a:pt x="2514886" y="3353181"/>
                  <a:pt x="2514981" y="3353086"/>
                  <a:pt x="2514981" y="3352991"/>
                </a:cubicBezTo>
                <a:cubicBezTo>
                  <a:pt x="2514981" y="3352895"/>
                  <a:pt x="2514886" y="3352800"/>
                  <a:pt x="2514791" y="3352800"/>
                </a:cubicBezTo>
                <a:cubicBezTo>
                  <a:pt x="2514695" y="3352800"/>
                  <a:pt x="2514600" y="3352895"/>
                  <a:pt x="2514600" y="3352991"/>
                </a:cubicBezTo>
                <a:cubicBezTo>
                  <a:pt x="2514600" y="3353086"/>
                  <a:pt x="2514695" y="3353181"/>
                  <a:pt x="2514791" y="3353181"/>
                </a:cubicBezTo>
                <a:close/>
                <a:moveTo>
                  <a:pt x="1219391" y="3429381"/>
                </a:moveTo>
                <a:cubicBezTo>
                  <a:pt x="1219486" y="3429381"/>
                  <a:pt x="1219581" y="3429286"/>
                  <a:pt x="1219581" y="3429191"/>
                </a:cubicBezTo>
                <a:cubicBezTo>
                  <a:pt x="1219581" y="3429095"/>
                  <a:pt x="1219486" y="3429000"/>
                  <a:pt x="1219391" y="3429000"/>
                </a:cubicBezTo>
                <a:cubicBezTo>
                  <a:pt x="1219295" y="3429000"/>
                  <a:pt x="1219200" y="3429095"/>
                  <a:pt x="1219200" y="3429191"/>
                </a:cubicBezTo>
                <a:cubicBezTo>
                  <a:pt x="1219200" y="3429286"/>
                  <a:pt x="1219295" y="3429381"/>
                  <a:pt x="1219391" y="3429381"/>
                </a:cubicBezTo>
                <a:close/>
                <a:moveTo>
                  <a:pt x="1295591" y="3429667"/>
                </a:moveTo>
                <a:cubicBezTo>
                  <a:pt x="1295781" y="3429667"/>
                  <a:pt x="1295972" y="3429476"/>
                  <a:pt x="1295972" y="3429286"/>
                </a:cubicBezTo>
                <a:cubicBezTo>
                  <a:pt x="1295972" y="3429095"/>
                  <a:pt x="1295781" y="3428905"/>
                  <a:pt x="1295591" y="3428905"/>
                </a:cubicBezTo>
                <a:cubicBezTo>
                  <a:pt x="1295400" y="3428905"/>
                  <a:pt x="1295210" y="3429095"/>
                  <a:pt x="1295210" y="3429286"/>
                </a:cubicBezTo>
                <a:cubicBezTo>
                  <a:pt x="1295210" y="3429476"/>
                  <a:pt x="1295400" y="3429667"/>
                  <a:pt x="1295591" y="3429667"/>
                </a:cubicBezTo>
                <a:close/>
                <a:moveTo>
                  <a:pt x="1371791" y="3429857"/>
                </a:moveTo>
                <a:cubicBezTo>
                  <a:pt x="1372172" y="3429857"/>
                  <a:pt x="1372457" y="3429572"/>
                  <a:pt x="1372457" y="3429191"/>
                </a:cubicBezTo>
                <a:cubicBezTo>
                  <a:pt x="1372457" y="3428810"/>
                  <a:pt x="1372172" y="3428524"/>
                  <a:pt x="1371791" y="3428524"/>
                </a:cubicBezTo>
                <a:cubicBezTo>
                  <a:pt x="1371410" y="3428524"/>
                  <a:pt x="1371124" y="3428810"/>
                  <a:pt x="1371124" y="3429191"/>
                </a:cubicBezTo>
                <a:cubicBezTo>
                  <a:pt x="1371219" y="3429572"/>
                  <a:pt x="1371505" y="3429857"/>
                  <a:pt x="1371791" y="3429857"/>
                </a:cubicBezTo>
                <a:close/>
                <a:moveTo>
                  <a:pt x="1447991" y="3430238"/>
                </a:moveTo>
                <a:cubicBezTo>
                  <a:pt x="1448562" y="3430238"/>
                  <a:pt x="1449038" y="3429762"/>
                  <a:pt x="1449038" y="3429191"/>
                </a:cubicBezTo>
                <a:cubicBezTo>
                  <a:pt x="1449038" y="3428619"/>
                  <a:pt x="1448562" y="3428143"/>
                  <a:pt x="1447991" y="3428143"/>
                </a:cubicBezTo>
                <a:cubicBezTo>
                  <a:pt x="1447419" y="3428143"/>
                  <a:pt x="1446943" y="3428619"/>
                  <a:pt x="1446943" y="3429191"/>
                </a:cubicBezTo>
                <a:cubicBezTo>
                  <a:pt x="1446943" y="3429762"/>
                  <a:pt x="1447419" y="3430238"/>
                  <a:pt x="1447991" y="3430238"/>
                </a:cubicBezTo>
                <a:close/>
                <a:moveTo>
                  <a:pt x="1524191" y="3430524"/>
                </a:moveTo>
                <a:cubicBezTo>
                  <a:pt x="1524857" y="3430524"/>
                  <a:pt x="1525429" y="3429953"/>
                  <a:pt x="1525429" y="3429286"/>
                </a:cubicBezTo>
                <a:cubicBezTo>
                  <a:pt x="1525429" y="3428619"/>
                  <a:pt x="1524857" y="3428048"/>
                  <a:pt x="1524191" y="3428048"/>
                </a:cubicBezTo>
                <a:cubicBezTo>
                  <a:pt x="1523524" y="3428048"/>
                  <a:pt x="1522952" y="3428619"/>
                  <a:pt x="1522952" y="3429286"/>
                </a:cubicBezTo>
                <a:cubicBezTo>
                  <a:pt x="1522952" y="3429953"/>
                  <a:pt x="1523524" y="3430524"/>
                  <a:pt x="1524191" y="3430524"/>
                </a:cubicBezTo>
                <a:close/>
                <a:moveTo>
                  <a:pt x="1600391" y="3430524"/>
                </a:moveTo>
                <a:cubicBezTo>
                  <a:pt x="1601057" y="3430524"/>
                  <a:pt x="1601629" y="3429953"/>
                  <a:pt x="1601629" y="3429286"/>
                </a:cubicBezTo>
                <a:cubicBezTo>
                  <a:pt x="1601629" y="3428619"/>
                  <a:pt x="1601057" y="3428048"/>
                  <a:pt x="1600391" y="3428048"/>
                </a:cubicBezTo>
                <a:cubicBezTo>
                  <a:pt x="1599724" y="3428048"/>
                  <a:pt x="1599152" y="3428619"/>
                  <a:pt x="1599152" y="3429286"/>
                </a:cubicBezTo>
                <a:cubicBezTo>
                  <a:pt x="1599152" y="3429953"/>
                  <a:pt x="1599724" y="3430524"/>
                  <a:pt x="1600391" y="3430524"/>
                </a:cubicBezTo>
                <a:close/>
                <a:moveTo>
                  <a:pt x="1676591" y="3430524"/>
                </a:moveTo>
                <a:cubicBezTo>
                  <a:pt x="1677257" y="3430524"/>
                  <a:pt x="1677829" y="3429953"/>
                  <a:pt x="1677829" y="3429286"/>
                </a:cubicBezTo>
                <a:cubicBezTo>
                  <a:pt x="1677829" y="3428619"/>
                  <a:pt x="1677257" y="3428048"/>
                  <a:pt x="1676591" y="3428048"/>
                </a:cubicBezTo>
                <a:cubicBezTo>
                  <a:pt x="1675924" y="3428048"/>
                  <a:pt x="1675352" y="3428619"/>
                  <a:pt x="1675352" y="3429286"/>
                </a:cubicBezTo>
                <a:cubicBezTo>
                  <a:pt x="1675352" y="3429953"/>
                  <a:pt x="1675924" y="3430524"/>
                  <a:pt x="1676591" y="3430524"/>
                </a:cubicBezTo>
                <a:close/>
                <a:moveTo>
                  <a:pt x="1752791" y="3430715"/>
                </a:moveTo>
                <a:cubicBezTo>
                  <a:pt x="1753648" y="3430715"/>
                  <a:pt x="1754314" y="3430048"/>
                  <a:pt x="1754314" y="3429191"/>
                </a:cubicBezTo>
                <a:cubicBezTo>
                  <a:pt x="1754314" y="3428333"/>
                  <a:pt x="1753648" y="3427666"/>
                  <a:pt x="1752791" y="3427666"/>
                </a:cubicBezTo>
                <a:cubicBezTo>
                  <a:pt x="1751933" y="3427666"/>
                  <a:pt x="1751267" y="3428333"/>
                  <a:pt x="1751267" y="3429191"/>
                </a:cubicBezTo>
                <a:cubicBezTo>
                  <a:pt x="1751362" y="3430048"/>
                  <a:pt x="1752029" y="3430715"/>
                  <a:pt x="1752791" y="3430715"/>
                </a:cubicBezTo>
                <a:close/>
                <a:moveTo>
                  <a:pt x="1828991" y="3430715"/>
                </a:moveTo>
                <a:cubicBezTo>
                  <a:pt x="1829848" y="3430715"/>
                  <a:pt x="1830514" y="3430048"/>
                  <a:pt x="1830514" y="3429191"/>
                </a:cubicBezTo>
                <a:cubicBezTo>
                  <a:pt x="1830514" y="3428333"/>
                  <a:pt x="1829848" y="3427666"/>
                  <a:pt x="1828991" y="3427666"/>
                </a:cubicBezTo>
                <a:cubicBezTo>
                  <a:pt x="1828133" y="3427666"/>
                  <a:pt x="1827467" y="3428333"/>
                  <a:pt x="1827467" y="3429191"/>
                </a:cubicBezTo>
                <a:cubicBezTo>
                  <a:pt x="1827562" y="3430048"/>
                  <a:pt x="1828229" y="3430715"/>
                  <a:pt x="1828991" y="3430715"/>
                </a:cubicBezTo>
                <a:close/>
                <a:moveTo>
                  <a:pt x="1905191" y="3430524"/>
                </a:moveTo>
                <a:cubicBezTo>
                  <a:pt x="1905857" y="3430524"/>
                  <a:pt x="1906429" y="3429953"/>
                  <a:pt x="1906429" y="3429286"/>
                </a:cubicBezTo>
                <a:cubicBezTo>
                  <a:pt x="1906429" y="3428619"/>
                  <a:pt x="1905857" y="3428048"/>
                  <a:pt x="1905191" y="3428048"/>
                </a:cubicBezTo>
                <a:cubicBezTo>
                  <a:pt x="1904524" y="3428048"/>
                  <a:pt x="1903952" y="3428619"/>
                  <a:pt x="1903952" y="3429286"/>
                </a:cubicBezTo>
                <a:cubicBezTo>
                  <a:pt x="1903952" y="3429953"/>
                  <a:pt x="1904524" y="3430524"/>
                  <a:pt x="1905191" y="3430524"/>
                </a:cubicBezTo>
                <a:close/>
                <a:moveTo>
                  <a:pt x="1981391" y="3430524"/>
                </a:moveTo>
                <a:cubicBezTo>
                  <a:pt x="1982057" y="3430524"/>
                  <a:pt x="1982629" y="3429953"/>
                  <a:pt x="1982629" y="3429286"/>
                </a:cubicBezTo>
                <a:cubicBezTo>
                  <a:pt x="1982629" y="3428619"/>
                  <a:pt x="1982057" y="3428048"/>
                  <a:pt x="1981391" y="3428048"/>
                </a:cubicBezTo>
                <a:cubicBezTo>
                  <a:pt x="1980724" y="3428048"/>
                  <a:pt x="1980152" y="3428619"/>
                  <a:pt x="1980152" y="3429286"/>
                </a:cubicBezTo>
                <a:cubicBezTo>
                  <a:pt x="1980152" y="3429953"/>
                  <a:pt x="1980724" y="3430524"/>
                  <a:pt x="1981391" y="3430524"/>
                </a:cubicBezTo>
                <a:close/>
                <a:moveTo>
                  <a:pt x="2057591" y="3430238"/>
                </a:moveTo>
                <a:cubicBezTo>
                  <a:pt x="2058162" y="3430238"/>
                  <a:pt x="2058638" y="3429762"/>
                  <a:pt x="2058638" y="3429191"/>
                </a:cubicBezTo>
                <a:cubicBezTo>
                  <a:pt x="2058638" y="3428619"/>
                  <a:pt x="2058162" y="3428143"/>
                  <a:pt x="2057591" y="3428143"/>
                </a:cubicBezTo>
                <a:cubicBezTo>
                  <a:pt x="2057019" y="3428143"/>
                  <a:pt x="2056543" y="3428619"/>
                  <a:pt x="2056543" y="3429191"/>
                </a:cubicBezTo>
                <a:cubicBezTo>
                  <a:pt x="2056543" y="3429762"/>
                  <a:pt x="2057019" y="3430238"/>
                  <a:pt x="2057591" y="3430238"/>
                </a:cubicBezTo>
                <a:close/>
                <a:moveTo>
                  <a:pt x="2133791" y="3430048"/>
                </a:moveTo>
                <a:cubicBezTo>
                  <a:pt x="2134267" y="3430048"/>
                  <a:pt x="2134648" y="3429667"/>
                  <a:pt x="2134648" y="3429191"/>
                </a:cubicBezTo>
                <a:cubicBezTo>
                  <a:pt x="2134648" y="3428714"/>
                  <a:pt x="2134267" y="3428333"/>
                  <a:pt x="2133791" y="3428333"/>
                </a:cubicBezTo>
                <a:cubicBezTo>
                  <a:pt x="2133314" y="3428333"/>
                  <a:pt x="2132933" y="3428714"/>
                  <a:pt x="2132933" y="3429191"/>
                </a:cubicBezTo>
                <a:cubicBezTo>
                  <a:pt x="2132933" y="3429667"/>
                  <a:pt x="2133314" y="3430048"/>
                  <a:pt x="2133791" y="3430048"/>
                </a:cubicBezTo>
                <a:close/>
                <a:moveTo>
                  <a:pt x="2209991" y="3429667"/>
                </a:moveTo>
                <a:cubicBezTo>
                  <a:pt x="2210181" y="3429667"/>
                  <a:pt x="2210372" y="3429476"/>
                  <a:pt x="2210372" y="3429286"/>
                </a:cubicBezTo>
                <a:cubicBezTo>
                  <a:pt x="2210372" y="3429095"/>
                  <a:pt x="2210181" y="3428905"/>
                  <a:pt x="2209991" y="3428905"/>
                </a:cubicBezTo>
                <a:cubicBezTo>
                  <a:pt x="2209800" y="3428905"/>
                  <a:pt x="2209610" y="3429095"/>
                  <a:pt x="2209610" y="3429286"/>
                </a:cubicBezTo>
                <a:cubicBezTo>
                  <a:pt x="2209610" y="3429476"/>
                  <a:pt x="2209800" y="3429667"/>
                  <a:pt x="2209991" y="3429667"/>
                </a:cubicBezTo>
                <a:close/>
                <a:moveTo>
                  <a:pt x="2286191" y="3429381"/>
                </a:moveTo>
                <a:cubicBezTo>
                  <a:pt x="2286286" y="3429381"/>
                  <a:pt x="2286381" y="3429286"/>
                  <a:pt x="2286381" y="3429191"/>
                </a:cubicBezTo>
                <a:cubicBezTo>
                  <a:pt x="2286381" y="3429095"/>
                  <a:pt x="2286286" y="3429000"/>
                  <a:pt x="2286191" y="3429000"/>
                </a:cubicBezTo>
                <a:cubicBezTo>
                  <a:pt x="2286095" y="3429000"/>
                  <a:pt x="2286000" y="3429095"/>
                  <a:pt x="2286000" y="3429191"/>
                </a:cubicBezTo>
                <a:cubicBezTo>
                  <a:pt x="2286000" y="3429286"/>
                  <a:pt x="2286095" y="3429381"/>
                  <a:pt x="2286191" y="3429381"/>
                </a:cubicBezTo>
                <a:close/>
                <a:moveTo>
                  <a:pt x="1524191" y="3505581"/>
                </a:moveTo>
                <a:cubicBezTo>
                  <a:pt x="1524286" y="3505581"/>
                  <a:pt x="1524381" y="3505486"/>
                  <a:pt x="1524381" y="3505391"/>
                </a:cubicBezTo>
                <a:cubicBezTo>
                  <a:pt x="1524381" y="3505295"/>
                  <a:pt x="1524286" y="3505200"/>
                  <a:pt x="1524191" y="3505200"/>
                </a:cubicBezTo>
                <a:cubicBezTo>
                  <a:pt x="1524095" y="3505200"/>
                  <a:pt x="1524000" y="3505295"/>
                  <a:pt x="1524000" y="3505391"/>
                </a:cubicBezTo>
                <a:cubicBezTo>
                  <a:pt x="1524000" y="3505486"/>
                  <a:pt x="1524095" y="3505581"/>
                  <a:pt x="1524191" y="3505581"/>
                </a:cubicBezTo>
                <a:close/>
                <a:moveTo>
                  <a:pt x="1600391" y="3505581"/>
                </a:moveTo>
                <a:cubicBezTo>
                  <a:pt x="1600486" y="3505581"/>
                  <a:pt x="1600581" y="3505486"/>
                  <a:pt x="1600581" y="3505391"/>
                </a:cubicBezTo>
                <a:cubicBezTo>
                  <a:pt x="1600581" y="3505295"/>
                  <a:pt x="1600486" y="3505200"/>
                  <a:pt x="1600391" y="3505200"/>
                </a:cubicBezTo>
                <a:cubicBezTo>
                  <a:pt x="1600295" y="3505200"/>
                  <a:pt x="1600200" y="3505295"/>
                  <a:pt x="1600200" y="3505391"/>
                </a:cubicBezTo>
                <a:cubicBezTo>
                  <a:pt x="1600200" y="3505486"/>
                  <a:pt x="1600295" y="3505581"/>
                  <a:pt x="1600391" y="3505581"/>
                </a:cubicBezTo>
                <a:close/>
                <a:moveTo>
                  <a:pt x="1676591" y="3505581"/>
                </a:moveTo>
                <a:cubicBezTo>
                  <a:pt x="1676686" y="3505581"/>
                  <a:pt x="1676781" y="3505486"/>
                  <a:pt x="1676781" y="3505391"/>
                </a:cubicBezTo>
                <a:cubicBezTo>
                  <a:pt x="1676781" y="3505295"/>
                  <a:pt x="1676686" y="3505200"/>
                  <a:pt x="1676591" y="3505200"/>
                </a:cubicBezTo>
                <a:cubicBezTo>
                  <a:pt x="1676495" y="3505200"/>
                  <a:pt x="1676400" y="3505295"/>
                  <a:pt x="1676400" y="3505391"/>
                </a:cubicBezTo>
                <a:cubicBezTo>
                  <a:pt x="1676400" y="3505486"/>
                  <a:pt x="1676495" y="3505581"/>
                  <a:pt x="1676591" y="3505581"/>
                </a:cubicBezTo>
                <a:close/>
                <a:moveTo>
                  <a:pt x="1752791" y="3505581"/>
                </a:moveTo>
                <a:cubicBezTo>
                  <a:pt x="1752886" y="3505581"/>
                  <a:pt x="1752981" y="3505486"/>
                  <a:pt x="1752981" y="3505391"/>
                </a:cubicBezTo>
                <a:cubicBezTo>
                  <a:pt x="1752981" y="3505295"/>
                  <a:pt x="1752886" y="3505200"/>
                  <a:pt x="1752791" y="3505200"/>
                </a:cubicBezTo>
                <a:cubicBezTo>
                  <a:pt x="1752695" y="3505200"/>
                  <a:pt x="1752600" y="3505295"/>
                  <a:pt x="1752600" y="3505391"/>
                </a:cubicBezTo>
                <a:cubicBezTo>
                  <a:pt x="1752600" y="3505486"/>
                  <a:pt x="1752695" y="3505581"/>
                  <a:pt x="1752791" y="3505581"/>
                </a:cubicBezTo>
                <a:close/>
                <a:moveTo>
                  <a:pt x="1828991" y="3505581"/>
                </a:moveTo>
                <a:cubicBezTo>
                  <a:pt x="1829086" y="3505581"/>
                  <a:pt x="1829181" y="3505486"/>
                  <a:pt x="1829181" y="3505391"/>
                </a:cubicBezTo>
                <a:cubicBezTo>
                  <a:pt x="1829181" y="3505295"/>
                  <a:pt x="1829086" y="3505200"/>
                  <a:pt x="1828991" y="3505200"/>
                </a:cubicBezTo>
                <a:cubicBezTo>
                  <a:pt x="1828895" y="3505200"/>
                  <a:pt x="1828800" y="3505295"/>
                  <a:pt x="1828800" y="3505391"/>
                </a:cubicBezTo>
                <a:cubicBezTo>
                  <a:pt x="1828800" y="3505486"/>
                  <a:pt x="1828895" y="3505581"/>
                  <a:pt x="1828991" y="3505581"/>
                </a:cubicBezTo>
                <a:close/>
                <a:moveTo>
                  <a:pt x="1905191" y="3505581"/>
                </a:moveTo>
                <a:cubicBezTo>
                  <a:pt x="1905286" y="3505581"/>
                  <a:pt x="1905381" y="3505486"/>
                  <a:pt x="1905381" y="3505391"/>
                </a:cubicBezTo>
                <a:cubicBezTo>
                  <a:pt x="1905381" y="3505295"/>
                  <a:pt x="1905286" y="3505200"/>
                  <a:pt x="1905191" y="3505200"/>
                </a:cubicBezTo>
                <a:cubicBezTo>
                  <a:pt x="1905095" y="3505200"/>
                  <a:pt x="1905000" y="3505295"/>
                  <a:pt x="1905000" y="3505391"/>
                </a:cubicBezTo>
                <a:cubicBezTo>
                  <a:pt x="1905000" y="3505486"/>
                  <a:pt x="1905095" y="3505581"/>
                  <a:pt x="1905191" y="3505581"/>
                </a:cubicBezTo>
                <a:close/>
                <a:moveTo>
                  <a:pt x="1981391" y="3505581"/>
                </a:moveTo>
                <a:cubicBezTo>
                  <a:pt x="1981486" y="3505581"/>
                  <a:pt x="1981581" y="3505486"/>
                  <a:pt x="1981581" y="3505391"/>
                </a:cubicBezTo>
                <a:cubicBezTo>
                  <a:pt x="1981581" y="3505295"/>
                  <a:pt x="1981486" y="3505200"/>
                  <a:pt x="1981391" y="3505200"/>
                </a:cubicBezTo>
                <a:cubicBezTo>
                  <a:pt x="1981295" y="3505200"/>
                  <a:pt x="1981200" y="3505295"/>
                  <a:pt x="1981200" y="3505391"/>
                </a:cubicBezTo>
                <a:cubicBezTo>
                  <a:pt x="1981200" y="3505486"/>
                  <a:pt x="1981295" y="3505581"/>
                  <a:pt x="1981391" y="350558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kern="0">
              <a:solidFill>
                <a:srgbClr val="E9ECEF"/>
              </a:solidFill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D2BBAE-E8D9-4044-ACF3-BD687653DA0C}"/>
              </a:ext>
            </a:extLst>
          </p:cNvPr>
          <p:cNvSpPr txBox="1"/>
          <p:nvPr/>
        </p:nvSpPr>
        <p:spPr>
          <a:xfrm>
            <a:off x="390624" y="3023988"/>
            <a:ext cx="223997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2500" b="1">
                <a:solidFill>
                  <a:schemeClr val="tx1">
                    <a:lumMod val="50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algn="l"/>
            <a:r>
              <a:rPr lang="en-US" sz="4000">
                <a:latin typeface="+mj-lt"/>
              </a:rPr>
              <a:t>Agenda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C7E73E-E9EA-464B-A3F3-2EB5FD6470A0}"/>
              </a:ext>
            </a:extLst>
          </p:cNvPr>
          <p:cNvSpPr/>
          <p:nvPr/>
        </p:nvSpPr>
        <p:spPr>
          <a:xfrm>
            <a:off x="5148030" y="502314"/>
            <a:ext cx="4557567" cy="593932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/>
              <a:t>Mobile Banking Feature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/>
              <a:t>Account Summary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/>
              <a:t>Fund Transfer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/>
              <a:t>Bill Payment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/>
              <a:t>Service Request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/>
              <a:t>UPI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/>
              <a:t>Apply Now Request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/>
              <a:t>Compatibility Test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/>
              <a:t>FAQ</a:t>
            </a:r>
          </a:p>
        </p:txBody>
      </p:sp>
      <p:sp>
        <p:nvSpPr>
          <p:cNvPr id="16" name="Placeholder text">
            <a:extLst>
              <a:ext uri="{FF2B5EF4-FFF2-40B4-BE49-F238E27FC236}">
                <a16:creationId xmlns:a16="http://schemas.microsoft.com/office/drawing/2014/main" id="{5E961799-F5F1-AC4F-AAD7-C2D5719F2188}"/>
              </a:ext>
            </a:extLst>
          </p:cNvPr>
          <p:cNvSpPr txBox="1"/>
          <p:nvPr/>
        </p:nvSpPr>
        <p:spPr>
          <a:xfrm>
            <a:off x="5920165" y="2750945"/>
            <a:ext cx="3690113" cy="266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25400" tIns="25400" rIns="25400" bIns="25400">
            <a:spAutoFit/>
          </a:bodyPr>
          <a:lstStyle>
            <a:lvl1pPr algn="l">
              <a:defRPr sz="2600" b="0" cap="all" spc="364">
                <a:solidFill>
                  <a:srgbClr val="1C1D22"/>
                </a:solidFill>
                <a:latin typeface="Open Sans Bold"/>
                <a:ea typeface="Open Sans Bold"/>
                <a:cs typeface="Open Sans Bold"/>
                <a:sym typeface="Open Sans Bold"/>
              </a:defRPr>
            </a:lvl1pPr>
          </a:lstStyle>
          <a:p>
            <a:pPr lvl="0" defTabSz="412750"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 b="1" kern="0" cap="none" spc="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9" name="Placeholder text">
            <a:extLst>
              <a:ext uri="{FF2B5EF4-FFF2-40B4-BE49-F238E27FC236}">
                <a16:creationId xmlns:a16="http://schemas.microsoft.com/office/drawing/2014/main" id="{A50A6FEF-5D67-E342-9585-AE84C60E8795}"/>
              </a:ext>
            </a:extLst>
          </p:cNvPr>
          <p:cNvSpPr txBox="1"/>
          <p:nvPr/>
        </p:nvSpPr>
        <p:spPr>
          <a:xfrm>
            <a:off x="5902942" y="2811955"/>
            <a:ext cx="3690113" cy="266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25400" tIns="25400" rIns="25400" bIns="25400">
            <a:spAutoFit/>
          </a:bodyPr>
          <a:lstStyle>
            <a:lvl1pPr algn="l">
              <a:defRPr sz="2600" b="0" cap="all" spc="364">
                <a:solidFill>
                  <a:srgbClr val="1C1D22"/>
                </a:solidFill>
                <a:latin typeface="Open Sans Bold"/>
                <a:ea typeface="Open Sans Bold"/>
                <a:cs typeface="Open Sans Bold"/>
                <a:sym typeface="Open Sans Bold"/>
              </a:defRPr>
            </a:lvl1pPr>
          </a:lstStyle>
          <a:p>
            <a:pPr lvl="0" defTabSz="412750"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 b="1" kern="0" cap="none" spc="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22" name="Placeholder text">
            <a:extLst>
              <a:ext uri="{FF2B5EF4-FFF2-40B4-BE49-F238E27FC236}">
                <a16:creationId xmlns:a16="http://schemas.microsoft.com/office/drawing/2014/main" id="{B6C65306-6E85-E642-BE40-2CA05E395FD4}"/>
              </a:ext>
            </a:extLst>
          </p:cNvPr>
          <p:cNvSpPr txBox="1"/>
          <p:nvPr/>
        </p:nvSpPr>
        <p:spPr>
          <a:xfrm>
            <a:off x="5902942" y="4202054"/>
            <a:ext cx="3802655" cy="266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25400" tIns="25400" rIns="25400" bIns="25400">
            <a:spAutoFit/>
          </a:bodyPr>
          <a:lstStyle>
            <a:lvl1pPr algn="l">
              <a:defRPr sz="2600" b="0" cap="all" spc="364">
                <a:solidFill>
                  <a:srgbClr val="1C1D22"/>
                </a:solidFill>
                <a:latin typeface="Open Sans Bold"/>
                <a:ea typeface="Open Sans Bold"/>
                <a:cs typeface="Open Sans Bold"/>
                <a:sym typeface="Open Sans Bold"/>
              </a:defRPr>
            </a:lvl1pPr>
          </a:lstStyle>
          <a:p>
            <a:pPr marL="0" marR="0" lvl="0" indent="0" algn="l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entury Gothic" panose="020B0502020202020204" pitchFamily="34" charset="0"/>
              <a:sym typeface="Open Sans Bold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9114" y="6356350"/>
            <a:ext cx="2743200" cy="365125"/>
          </a:xfrm>
        </p:spPr>
        <p:txBody>
          <a:bodyPr/>
          <a:lstStyle/>
          <a:p>
            <a:pPr>
              <a:defRPr/>
            </a:pPr>
            <a:fld id="{5E91F9F7-F8BE-4752-95CD-CCD7B30180ED}" type="datetime2">
              <a:rPr lang="en-IN" smtClean="0"/>
              <a:t>Monday, 23 June 2025</a:t>
            </a:fld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-1024348" y="6356350"/>
            <a:ext cx="390525" cy="365125"/>
          </a:xfrm>
        </p:spPr>
        <p:txBody>
          <a:bodyPr/>
          <a:lstStyle/>
          <a:p>
            <a:pPr>
              <a:defRPr/>
            </a:pPr>
            <a:fld id="{16A18E9C-4141-422F-880A-67E7F83A44A8}" type="slidenum">
              <a:rPr lang="en-IN" smtClean="0"/>
              <a:pPr>
                <a:defRPr/>
              </a:pPr>
              <a:t>2</a:t>
            </a:fld>
            <a:endParaRPr lang="en-IN"/>
          </a:p>
        </p:txBody>
      </p:sp>
      <p:sp>
        <p:nvSpPr>
          <p:cNvPr id="23" name="Placeholder text">
            <a:extLst>
              <a:ext uri="{FF2B5EF4-FFF2-40B4-BE49-F238E27FC236}">
                <a16:creationId xmlns:a16="http://schemas.microsoft.com/office/drawing/2014/main" id="{0D62AE6A-3321-448C-9158-2FDCE7C0C03C}"/>
              </a:ext>
            </a:extLst>
          </p:cNvPr>
          <p:cNvSpPr txBox="1"/>
          <p:nvPr/>
        </p:nvSpPr>
        <p:spPr>
          <a:xfrm>
            <a:off x="5894983" y="3471978"/>
            <a:ext cx="3690113" cy="266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25400" tIns="25400" rIns="25400" bIns="25400">
            <a:spAutoFit/>
          </a:bodyPr>
          <a:lstStyle>
            <a:lvl1pPr algn="l">
              <a:defRPr sz="2600" b="0" cap="all" spc="364">
                <a:solidFill>
                  <a:srgbClr val="1C1D22"/>
                </a:solidFill>
                <a:latin typeface="Open Sans Bold"/>
                <a:ea typeface="Open Sans Bold"/>
                <a:cs typeface="Open Sans Bold"/>
                <a:sym typeface="Open Sans Bold"/>
              </a:defRPr>
            </a:lvl1pPr>
          </a:lstStyle>
          <a:p>
            <a:pPr lvl="0" defTabSz="412750"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 b="1" kern="0" cap="none" spc="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24" name="Placeholder text">
            <a:extLst>
              <a:ext uri="{FF2B5EF4-FFF2-40B4-BE49-F238E27FC236}">
                <a16:creationId xmlns:a16="http://schemas.microsoft.com/office/drawing/2014/main" id="{CFBA7546-2103-4249-BAD0-08ACE4726156}"/>
              </a:ext>
            </a:extLst>
          </p:cNvPr>
          <p:cNvSpPr txBox="1"/>
          <p:nvPr/>
        </p:nvSpPr>
        <p:spPr>
          <a:xfrm>
            <a:off x="5894982" y="2015491"/>
            <a:ext cx="3690113" cy="266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25400" tIns="25400" rIns="25400" bIns="25400">
            <a:spAutoFit/>
          </a:bodyPr>
          <a:lstStyle>
            <a:lvl1pPr algn="l">
              <a:defRPr sz="2600" b="0" cap="all" spc="364">
                <a:solidFill>
                  <a:srgbClr val="1C1D22"/>
                </a:solidFill>
                <a:latin typeface="Open Sans Bold"/>
                <a:ea typeface="Open Sans Bold"/>
                <a:cs typeface="Open Sans Bold"/>
                <a:sym typeface="Open Sans Bold"/>
              </a:defRPr>
            </a:lvl1pPr>
          </a:lstStyle>
          <a:p>
            <a:pPr lvl="0" defTabSz="412750"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 b="1" kern="0" cap="none" spc="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3149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12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0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151 -0.14699 L -0.0608 -0.01505 " pathEditMode="relative" rAng="0" ptsTypes="AA">
                                      <p:cBhvr>
                                        <p:cTn id="19" dur="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122" y="65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 animBg="1"/>
      <p:bldP spid="4" grpId="1" animBg="1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6679181B-7AA5-48D5-BBD8-FC1659000FE5}"/>
              </a:ext>
            </a:extLst>
          </p:cNvPr>
          <p:cNvSpPr/>
          <p:nvPr/>
        </p:nvSpPr>
        <p:spPr>
          <a:xfrm>
            <a:off x="242888" y="194823"/>
            <a:ext cx="7200680" cy="683503"/>
          </a:xfrm>
          <a:prstGeom prst="round2DiagRect">
            <a:avLst/>
          </a:prstGeom>
          <a:solidFill>
            <a:schemeClr val="tx1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reflection stA="920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+mj-lt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16FF449-E6AB-49FE-8EF4-EE6987052845}"/>
              </a:ext>
            </a:extLst>
          </p:cNvPr>
          <p:cNvSpPr txBox="1">
            <a:spLocks/>
          </p:cNvSpPr>
          <p:nvPr/>
        </p:nvSpPr>
        <p:spPr bwMode="auto">
          <a:xfrm>
            <a:off x="242888" y="197258"/>
            <a:ext cx="3830348" cy="696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85000" lnSpcReduction="10000"/>
          </a:bodyPr>
          <a:lstStyle>
            <a:lvl1pPr marL="0" indent="0" algn="ctr" rtl="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4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3200" b="0"/>
              <a:t>General Banking Feature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04252" y="4685782"/>
            <a:ext cx="14745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bg1"/>
                </a:solidFill>
                <a:latin typeface="+mj-lt"/>
              </a:rPr>
              <a:t>Improvement</a:t>
            </a:r>
            <a:endParaRPr lang="en-IN" sz="14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3" name="Date Placeholder 2"/>
          <p:cNvSpPr>
            <a:spLocks noGrp="1"/>
          </p:cNvSpPr>
          <p:nvPr>
            <p:ph type="dt" sz="half" idx="11"/>
          </p:nvPr>
        </p:nvSpPr>
        <p:spPr>
          <a:xfrm>
            <a:off x="1162050" y="6356350"/>
            <a:ext cx="2743200" cy="365125"/>
          </a:xfrm>
        </p:spPr>
        <p:txBody>
          <a:bodyPr/>
          <a:lstStyle/>
          <a:p>
            <a:pPr>
              <a:defRPr/>
            </a:pPr>
            <a:fld id="{23767CFA-9493-45E6-8A50-026ACFDB16A4}" type="datetime2">
              <a:rPr lang="en-IN" smtClean="0"/>
              <a:t>Monday, 23 June 2025</a:t>
            </a:fld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6A18E9C-4141-422F-880A-67E7F83A44A8}" type="slidenum">
              <a:rPr lang="en-IN" smtClean="0"/>
              <a:pPr>
                <a:defRPr/>
              </a:pPr>
              <a:t>3</a:t>
            </a:fld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21CFAD3-EFEC-44B8-9FED-505A0A5A483C}"/>
              </a:ext>
            </a:extLst>
          </p:cNvPr>
          <p:cNvSpPr txBox="1"/>
          <p:nvPr/>
        </p:nvSpPr>
        <p:spPr>
          <a:xfrm>
            <a:off x="545502" y="1319314"/>
            <a:ext cx="1106340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/>
              <a:t>Customer Type- Retail /Corporate/SME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/>
              <a:t>Individuals, (like Traders),Proprietorship Firms, Partnership firms, Private Limited Companies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/>
              <a:t>Individuals-Person/ </a:t>
            </a:r>
            <a:r>
              <a:rPr lang="en-IN"/>
              <a:t>Staff/Sr Citizen/Minor/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/>
              <a:t>Account Type- SA/CA/RD/TD/NRI/NRO/Joint/OD/Loan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/>
              <a:t>Account Status- Closed, Freeze(DR/CR), Inactive, Dormant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/>
              <a:t>Bank Service- IB/MB/CB/Investment/Loans/Cards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IN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2516836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6679181B-7AA5-48D5-BBD8-FC1659000FE5}"/>
              </a:ext>
            </a:extLst>
          </p:cNvPr>
          <p:cNvSpPr/>
          <p:nvPr/>
        </p:nvSpPr>
        <p:spPr>
          <a:xfrm>
            <a:off x="242888" y="194823"/>
            <a:ext cx="7200680" cy="683503"/>
          </a:xfrm>
          <a:prstGeom prst="round2DiagRect">
            <a:avLst/>
          </a:prstGeom>
          <a:solidFill>
            <a:schemeClr val="tx1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reflection stA="920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+mj-lt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16FF449-E6AB-49FE-8EF4-EE6987052845}"/>
              </a:ext>
            </a:extLst>
          </p:cNvPr>
          <p:cNvSpPr txBox="1">
            <a:spLocks/>
          </p:cNvSpPr>
          <p:nvPr/>
        </p:nvSpPr>
        <p:spPr bwMode="auto">
          <a:xfrm>
            <a:off x="242888" y="197258"/>
            <a:ext cx="3830348" cy="696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marL="0" indent="0" algn="ctr" rtl="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4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3200" b="0"/>
              <a:t>MB/IB Feature 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04252" y="4685782"/>
            <a:ext cx="14745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bg1"/>
                </a:solidFill>
                <a:latin typeface="+mj-lt"/>
              </a:rPr>
              <a:t>Improvement</a:t>
            </a:r>
            <a:endParaRPr lang="en-IN" sz="14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3" name="Date Placeholder 2"/>
          <p:cNvSpPr>
            <a:spLocks noGrp="1"/>
          </p:cNvSpPr>
          <p:nvPr>
            <p:ph type="dt" sz="half" idx="11"/>
          </p:nvPr>
        </p:nvSpPr>
        <p:spPr>
          <a:xfrm>
            <a:off x="1162050" y="6356350"/>
            <a:ext cx="2743200" cy="365125"/>
          </a:xfrm>
        </p:spPr>
        <p:txBody>
          <a:bodyPr/>
          <a:lstStyle/>
          <a:p>
            <a:pPr>
              <a:defRPr/>
            </a:pPr>
            <a:fld id="{23767CFA-9493-45E6-8A50-026ACFDB16A4}" type="datetime2">
              <a:rPr lang="en-IN" smtClean="0"/>
              <a:t>Monday, 23 June 2025</a:t>
            </a:fld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6A18E9C-4141-422F-880A-67E7F83A44A8}" type="slidenum">
              <a:rPr lang="en-IN" smtClean="0"/>
              <a:pPr>
                <a:defRPr/>
              </a:pPr>
              <a:t>4</a:t>
            </a:fld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21CFAD3-EFEC-44B8-9FED-505A0A5A483C}"/>
              </a:ext>
            </a:extLst>
          </p:cNvPr>
          <p:cNvSpPr txBox="1"/>
          <p:nvPr/>
        </p:nvSpPr>
        <p:spPr>
          <a:xfrm>
            <a:off x="545503" y="1319314"/>
            <a:ext cx="6096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/>
              <a:t>Onboarding/Registration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/>
              <a:t>Accounts Management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/>
              <a:t>Fund Transfer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/>
              <a:t>Bene </a:t>
            </a:r>
            <a:r>
              <a:rPr lang="en-IN" err="1"/>
              <a:t>Maintaince</a:t>
            </a:r>
            <a:endParaRPr lang="en-IN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/>
              <a:t>Bill Payment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/>
              <a:t>UPI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/>
              <a:t>Cards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/>
              <a:t>Loan Account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/>
              <a:t>Insurance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/>
              <a:t>Service Request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/>
              <a:t>Trade Finance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/>
              <a:t>Tax Payment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/>
              <a:t>Shopping Mall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/>
              <a:t>Investment Management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9963747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6679181B-7AA5-48D5-BBD8-FC1659000FE5}"/>
              </a:ext>
            </a:extLst>
          </p:cNvPr>
          <p:cNvSpPr/>
          <p:nvPr/>
        </p:nvSpPr>
        <p:spPr>
          <a:xfrm>
            <a:off x="242888" y="194823"/>
            <a:ext cx="7200680" cy="683503"/>
          </a:xfrm>
          <a:prstGeom prst="round2DiagRect">
            <a:avLst/>
          </a:prstGeom>
          <a:solidFill>
            <a:schemeClr val="tx1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reflection stA="920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+mj-lt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16FF449-E6AB-49FE-8EF4-EE6987052845}"/>
              </a:ext>
            </a:extLst>
          </p:cNvPr>
          <p:cNvSpPr txBox="1">
            <a:spLocks/>
          </p:cNvSpPr>
          <p:nvPr/>
        </p:nvSpPr>
        <p:spPr bwMode="auto">
          <a:xfrm>
            <a:off x="323850" y="194823"/>
            <a:ext cx="3830348" cy="696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marL="0" indent="0" algn="ctr" rtl="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4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3200" b="0"/>
              <a:t>Account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04252" y="4685782"/>
            <a:ext cx="14745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bg1"/>
                </a:solidFill>
                <a:latin typeface="+mj-lt"/>
              </a:rPr>
              <a:t>Improvement</a:t>
            </a:r>
            <a:endParaRPr lang="en-IN" sz="14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3" name="Date Placeholder 2"/>
          <p:cNvSpPr>
            <a:spLocks noGrp="1"/>
          </p:cNvSpPr>
          <p:nvPr>
            <p:ph type="dt" sz="half" idx="11"/>
          </p:nvPr>
        </p:nvSpPr>
        <p:spPr>
          <a:xfrm>
            <a:off x="1162050" y="6356350"/>
            <a:ext cx="2743200" cy="365125"/>
          </a:xfrm>
        </p:spPr>
        <p:txBody>
          <a:bodyPr/>
          <a:lstStyle/>
          <a:p>
            <a:pPr>
              <a:defRPr/>
            </a:pPr>
            <a:fld id="{23767CFA-9493-45E6-8A50-026ACFDB16A4}" type="datetime2">
              <a:rPr lang="en-IN" smtClean="0"/>
              <a:t>Monday, 23 June 2025</a:t>
            </a:fld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6A18E9C-4141-422F-880A-67E7F83A44A8}" type="slidenum">
              <a:rPr lang="en-IN" smtClean="0"/>
              <a:pPr>
                <a:defRPr/>
              </a:pPr>
              <a:t>5</a:t>
            </a:fld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19B15A-F038-400F-BA6C-237C0B9EEFD2}"/>
              </a:ext>
            </a:extLst>
          </p:cNvPr>
          <p:cNvSpPr txBox="1"/>
          <p:nvPr/>
        </p:nvSpPr>
        <p:spPr>
          <a:xfrm>
            <a:off x="323850" y="1113257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/>
              <a:t>Saving Account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Fixed Deposits (FD)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Recurring Deposit (RD)</a:t>
            </a:r>
          </a:p>
          <a:p>
            <a:pPr marL="342900" indent="-342900">
              <a:buFont typeface="+mj-lt"/>
              <a:buAutoNum type="arabicPeriod"/>
            </a:pPr>
            <a:r>
              <a:rPr lang="en-US" err="1"/>
              <a:t>Iwish</a:t>
            </a:r>
            <a:r>
              <a:rPr lang="en-US"/>
              <a:t>/Flexible RD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PPF Account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Current Account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Loan Account</a:t>
            </a:r>
          </a:p>
          <a:p>
            <a:pPr marL="342900" indent="-342900">
              <a:buFont typeface="+mj-lt"/>
              <a:buAutoNum type="arabicPeriod"/>
            </a:pPr>
            <a:r>
              <a:rPr lang="en-US" err="1"/>
              <a:t>Demat</a:t>
            </a:r>
            <a:r>
              <a:rPr lang="en-US"/>
              <a:t> Account</a:t>
            </a:r>
          </a:p>
          <a:p>
            <a:pPr marL="342900" indent="-342900">
              <a:buFont typeface="+mj-lt"/>
              <a:buAutoNum type="arabicPeriod"/>
            </a:pPr>
            <a:r>
              <a:rPr lang="en-US" err="1"/>
              <a:t>PayLater</a:t>
            </a:r>
            <a:r>
              <a:rPr lang="en-US"/>
              <a:t> Account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Wallet Account</a:t>
            </a:r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52E7D1-B68E-43E9-AFA8-6B23A33E4C90}"/>
              </a:ext>
            </a:extLst>
          </p:cNvPr>
          <p:cNvSpPr txBox="1"/>
          <p:nvPr/>
        </p:nvSpPr>
        <p:spPr>
          <a:xfrm>
            <a:off x="5957358" y="1113257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/>
              <a:t>Account Status- Closed, Freeze, Inactive, Dormant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/>
              <a:t>View Summary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/>
              <a:t>View details-Balance, Status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/>
              <a:t>Breakup of Total </a:t>
            </a:r>
            <a:r>
              <a:rPr lang="en-US" err="1"/>
              <a:t>Bal,Avg</a:t>
            </a:r>
            <a:r>
              <a:rPr lang="en-US"/>
              <a:t> Bal, + Sweep TD –Lien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/>
              <a:t>View statement-Mini/Detailed/Date Range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err="1"/>
              <a:t>Downloand</a:t>
            </a:r>
            <a:r>
              <a:rPr lang="en-US"/>
              <a:t> Statement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/>
              <a:t>Open Account FD/RD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/>
              <a:t>Shortcut to Transaction- Pay, </a:t>
            </a:r>
            <a:r>
              <a:rPr lang="en-US" err="1"/>
              <a:t>Transfer,Apply</a:t>
            </a:r>
            <a:endParaRPr lang="en-US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/>
              <a:t>Deposit- View rates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/>
              <a:t>Card Limit</a:t>
            </a:r>
            <a:endParaRPr lang="en-IN"/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IN"/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IN"/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6673502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6679181B-7AA5-48D5-BBD8-FC1659000FE5}"/>
              </a:ext>
            </a:extLst>
          </p:cNvPr>
          <p:cNvSpPr/>
          <p:nvPr/>
        </p:nvSpPr>
        <p:spPr>
          <a:xfrm>
            <a:off x="242888" y="194823"/>
            <a:ext cx="7200680" cy="683503"/>
          </a:xfrm>
          <a:prstGeom prst="round2DiagRect">
            <a:avLst/>
          </a:prstGeom>
          <a:solidFill>
            <a:schemeClr val="tx1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reflection stA="920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+mj-lt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16FF449-E6AB-49FE-8EF4-EE6987052845}"/>
              </a:ext>
            </a:extLst>
          </p:cNvPr>
          <p:cNvSpPr txBox="1">
            <a:spLocks/>
          </p:cNvSpPr>
          <p:nvPr/>
        </p:nvSpPr>
        <p:spPr bwMode="auto">
          <a:xfrm>
            <a:off x="323850" y="194823"/>
            <a:ext cx="3830348" cy="696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marL="0" indent="0" algn="ctr" rtl="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4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3200" b="0"/>
              <a:t>Fund Transfer 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04252" y="4685782"/>
            <a:ext cx="14745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bg1"/>
                </a:solidFill>
                <a:latin typeface="+mj-lt"/>
              </a:rPr>
              <a:t>Improvement</a:t>
            </a:r>
            <a:endParaRPr lang="en-IN" sz="14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3" name="Date Placeholder 2"/>
          <p:cNvSpPr>
            <a:spLocks noGrp="1"/>
          </p:cNvSpPr>
          <p:nvPr>
            <p:ph type="dt" sz="half" idx="11"/>
          </p:nvPr>
        </p:nvSpPr>
        <p:spPr>
          <a:xfrm>
            <a:off x="1162050" y="6356350"/>
            <a:ext cx="2743200" cy="365125"/>
          </a:xfrm>
        </p:spPr>
        <p:txBody>
          <a:bodyPr/>
          <a:lstStyle/>
          <a:p>
            <a:pPr>
              <a:defRPr/>
            </a:pPr>
            <a:fld id="{23767CFA-9493-45E6-8A50-026ACFDB16A4}" type="datetime2">
              <a:rPr lang="en-IN" smtClean="0"/>
              <a:t>Monday, 23 June 2025</a:t>
            </a:fld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6A18E9C-4141-422F-880A-67E7F83A44A8}" type="slidenum">
              <a:rPr lang="en-IN" smtClean="0"/>
              <a:pPr>
                <a:defRPr/>
              </a:pPr>
              <a:t>6</a:t>
            </a:fld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19B15A-F038-400F-BA6C-237C0B9EEFD2}"/>
              </a:ext>
            </a:extLst>
          </p:cNvPr>
          <p:cNvSpPr txBox="1"/>
          <p:nvPr/>
        </p:nvSpPr>
        <p:spPr>
          <a:xfrm>
            <a:off x="323850" y="1113257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/>
              <a:t>Within Self Linked Account</a:t>
            </a:r>
          </a:p>
          <a:p>
            <a:pPr marL="342900" indent="-342900">
              <a:buFont typeface="+mj-lt"/>
              <a:buAutoNum type="arabicPeriod"/>
            </a:pPr>
            <a:r>
              <a:rPr lang="en-IN"/>
              <a:t>Within  bank Account</a:t>
            </a:r>
          </a:p>
          <a:p>
            <a:pPr marL="342900" indent="-342900">
              <a:buFont typeface="+mj-lt"/>
              <a:buAutoNum type="arabicPeriod"/>
            </a:pPr>
            <a:r>
              <a:rPr lang="en-IN"/>
              <a:t>Outside Bank Account- NEFT/RTGS</a:t>
            </a:r>
          </a:p>
          <a:p>
            <a:pPr marL="342900" indent="-342900">
              <a:buFont typeface="+mj-lt"/>
              <a:buAutoNum type="arabicPeriod"/>
            </a:pPr>
            <a:r>
              <a:rPr lang="en-IN"/>
              <a:t>International Payment</a:t>
            </a:r>
          </a:p>
          <a:p>
            <a:pPr marL="342900" indent="-342900">
              <a:buFont typeface="+mj-lt"/>
              <a:buAutoNum type="arabicPeriod"/>
            </a:pPr>
            <a:r>
              <a:rPr lang="en-IN"/>
              <a:t>UPI</a:t>
            </a:r>
          </a:p>
          <a:p>
            <a:pPr marL="342900" indent="-342900">
              <a:buFont typeface="+mj-lt"/>
              <a:buAutoNum type="arabicPeriod"/>
            </a:pPr>
            <a:r>
              <a:rPr lang="en-IN"/>
              <a:t>Pay to Contact</a:t>
            </a:r>
          </a:p>
          <a:p>
            <a:pPr marL="342900" indent="-342900">
              <a:buFont typeface="+mj-lt"/>
              <a:buAutoNum type="arabicPeriod"/>
            </a:pPr>
            <a:r>
              <a:rPr lang="en-IN"/>
              <a:t>IMPS</a:t>
            </a:r>
          </a:p>
          <a:p>
            <a:pPr marL="342900" indent="-342900">
              <a:buFont typeface="+mj-lt"/>
              <a:buAutoNum type="arabicPeriod"/>
            </a:pPr>
            <a:r>
              <a:rPr lang="en-IN"/>
              <a:t>Credit Card Payment</a:t>
            </a:r>
          </a:p>
          <a:p>
            <a:pPr marL="342900" indent="-342900">
              <a:buFont typeface="+mj-lt"/>
              <a:buAutoNum type="arabicPeriod"/>
            </a:pPr>
            <a:r>
              <a:rPr lang="en-IN"/>
              <a:t>Scan &amp; Pay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52E7D1-B68E-43E9-AFA8-6B23A33E4C90}"/>
              </a:ext>
            </a:extLst>
          </p:cNvPr>
          <p:cNvSpPr txBox="1"/>
          <p:nvPr/>
        </p:nvSpPr>
        <p:spPr>
          <a:xfrm>
            <a:off x="5957358" y="1113257"/>
            <a:ext cx="60960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/>
              <a:t>Account Status- Closed, Freeze, Inactive, Dormant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/>
              <a:t>Account Type- SA,CA, NRO/NRE,CC,OD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/>
              <a:t>Multiple currency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err="1"/>
              <a:t>Adhoc</a:t>
            </a:r>
            <a:r>
              <a:rPr lang="en-IN"/>
              <a:t>/Registered Bene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/>
              <a:t>Insufficient Balance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/>
              <a:t>Transaction Limit Scenario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/>
              <a:t>Daily Limit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err="1"/>
              <a:t>Cardless</a:t>
            </a:r>
            <a:r>
              <a:rPr lang="en-IN"/>
              <a:t> Cash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/>
              <a:t>Invalid Authentication More than 3 Times- OTP, Password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/>
              <a:t>User Profile access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/>
              <a:t>Schedule/Recurring </a:t>
            </a:r>
            <a:r>
              <a:rPr lang="en-IN" err="1"/>
              <a:t>Txn</a:t>
            </a:r>
            <a:endParaRPr lang="en-IN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/>
              <a:t>Pending/Completed /</a:t>
            </a:r>
            <a:r>
              <a:rPr lang="en-IN" err="1"/>
              <a:t>PastTransactions</a:t>
            </a:r>
            <a:endParaRPr lang="en-IN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/>
              <a:t>View Transaction History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/>
              <a:t>Reversal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IN"/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IN"/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IN"/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7156204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6679181B-7AA5-48D5-BBD8-FC1659000FE5}"/>
              </a:ext>
            </a:extLst>
          </p:cNvPr>
          <p:cNvSpPr/>
          <p:nvPr/>
        </p:nvSpPr>
        <p:spPr>
          <a:xfrm>
            <a:off x="242888" y="194823"/>
            <a:ext cx="7200680" cy="683503"/>
          </a:xfrm>
          <a:prstGeom prst="round2DiagRect">
            <a:avLst/>
          </a:prstGeom>
          <a:solidFill>
            <a:schemeClr val="tx1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reflection stA="920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+mj-lt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16FF449-E6AB-49FE-8EF4-EE6987052845}"/>
              </a:ext>
            </a:extLst>
          </p:cNvPr>
          <p:cNvSpPr txBox="1">
            <a:spLocks/>
          </p:cNvSpPr>
          <p:nvPr/>
        </p:nvSpPr>
        <p:spPr bwMode="auto">
          <a:xfrm>
            <a:off x="323850" y="194823"/>
            <a:ext cx="3830348" cy="696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marL="0" indent="0" algn="ctr" rtl="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4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3200" b="0"/>
              <a:t>Bill Payment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04252" y="4685782"/>
            <a:ext cx="14745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bg1"/>
                </a:solidFill>
                <a:latin typeface="+mj-lt"/>
              </a:rPr>
              <a:t>Improvement</a:t>
            </a:r>
            <a:endParaRPr lang="en-IN" sz="14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3" name="Date Placeholder 2"/>
          <p:cNvSpPr>
            <a:spLocks noGrp="1"/>
          </p:cNvSpPr>
          <p:nvPr>
            <p:ph type="dt" sz="half" idx="11"/>
          </p:nvPr>
        </p:nvSpPr>
        <p:spPr>
          <a:xfrm>
            <a:off x="1162050" y="6356350"/>
            <a:ext cx="2743200" cy="365125"/>
          </a:xfrm>
        </p:spPr>
        <p:txBody>
          <a:bodyPr/>
          <a:lstStyle/>
          <a:p>
            <a:pPr>
              <a:defRPr/>
            </a:pPr>
            <a:fld id="{23767CFA-9493-45E6-8A50-026ACFDB16A4}" type="datetime2">
              <a:rPr lang="en-IN" smtClean="0"/>
              <a:t>Monday, 23 June 2025</a:t>
            </a:fld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6A18E9C-4141-422F-880A-67E7F83A44A8}" type="slidenum">
              <a:rPr lang="en-IN" smtClean="0"/>
              <a:pPr>
                <a:defRPr/>
              </a:pPr>
              <a:t>7</a:t>
            </a:fld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19B15A-F038-400F-BA6C-237C0B9EEFD2}"/>
              </a:ext>
            </a:extLst>
          </p:cNvPr>
          <p:cNvSpPr txBox="1"/>
          <p:nvPr/>
        </p:nvSpPr>
        <p:spPr>
          <a:xfrm>
            <a:off x="323850" y="1113257"/>
            <a:ext cx="6096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/>
              <a:t>Electricity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DTH Recharge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Gas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Insurance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Landline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Postpaid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Pre-Paid Mobile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Water Bill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Tax payment</a:t>
            </a:r>
          </a:p>
          <a:p>
            <a:pPr marL="342900" indent="-342900">
              <a:buFont typeface="+mj-lt"/>
              <a:buAutoNum type="arabicPeriod"/>
            </a:pPr>
            <a:r>
              <a:rPr lang="en-US" err="1"/>
              <a:t>Fastag</a:t>
            </a:r>
            <a:endParaRPr lang="en-US"/>
          </a:p>
          <a:p>
            <a:pPr marL="342900" indent="-342900">
              <a:buFont typeface="+mj-lt"/>
              <a:buAutoNum type="arabicPeriod"/>
            </a:pPr>
            <a:r>
              <a:rPr lang="en-US"/>
              <a:t>Donations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Property Tax</a:t>
            </a:r>
          </a:p>
          <a:p>
            <a:pPr marL="342900" indent="-342900">
              <a:buFont typeface="+mj-lt"/>
              <a:buAutoNum type="arabicPeriod"/>
            </a:pPr>
            <a:endParaRPr lang="en-US"/>
          </a:p>
          <a:p>
            <a:pPr marL="342900" indent="-342900">
              <a:buFont typeface="+mj-lt"/>
              <a:buAutoNum type="arabicPeriod"/>
            </a:pPr>
            <a:endParaRPr lang="en-IN"/>
          </a:p>
          <a:p>
            <a:pPr marL="342900" indent="-342900">
              <a:buFont typeface="+mj-lt"/>
              <a:buAutoNum type="arabicPeriod"/>
            </a:pPr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52E7D1-B68E-43E9-AFA8-6B23A33E4C90}"/>
              </a:ext>
            </a:extLst>
          </p:cNvPr>
          <p:cNvSpPr txBox="1"/>
          <p:nvPr/>
        </p:nvSpPr>
        <p:spPr>
          <a:xfrm>
            <a:off x="5957358" y="1113257"/>
            <a:ext cx="6096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/>
              <a:t>Add Biller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/>
              <a:t>Biller Maintenance- Consumer Number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/>
              <a:t>Account Status- Closed, Freeze, Inactive, Dormant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/>
              <a:t>Account Type- SA,CA, CC,OD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/>
              <a:t>Insufficient Balance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/>
              <a:t>Transaction Limit Scenario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/>
              <a:t>Daily Limit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/>
              <a:t>Invalid Authentication More than 3 Times- OTP, Password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/>
              <a:t>Auto Debit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/>
              <a:t>Pending/Completed Transactions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/>
              <a:t>View Transaction History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/>
              <a:t>Receipts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/>
              <a:t>Thx Reversal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IN"/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IN"/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IN"/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7887133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6679181B-7AA5-48D5-BBD8-FC1659000FE5}"/>
              </a:ext>
            </a:extLst>
          </p:cNvPr>
          <p:cNvSpPr/>
          <p:nvPr/>
        </p:nvSpPr>
        <p:spPr>
          <a:xfrm>
            <a:off x="242888" y="194823"/>
            <a:ext cx="7200680" cy="683503"/>
          </a:xfrm>
          <a:prstGeom prst="round2DiagRect">
            <a:avLst/>
          </a:prstGeom>
          <a:solidFill>
            <a:schemeClr val="tx1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reflection stA="920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+mj-lt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16FF449-E6AB-49FE-8EF4-EE6987052845}"/>
              </a:ext>
            </a:extLst>
          </p:cNvPr>
          <p:cNvSpPr txBox="1">
            <a:spLocks/>
          </p:cNvSpPr>
          <p:nvPr/>
        </p:nvSpPr>
        <p:spPr bwMode="auto">
          <a:xfrm>
            <a:off x="323850" y="194823"/>
            <a:ext cx="3830348" cy="696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marL="0" indent="0" algn="ctr" rtl="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4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3200" b="0"/>
              <a:t>Service Request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04252" y="4685782"/>
            <a:ext cx="14745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bg1"/>
                </a:solidFill>
                <a:latin typeface="+mj-lt"/>
              </a:rPr>
              <a:t>Improvement</a:t>
            </a:r>
            <a:endParaRPr lang="en-IN" sz="14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3" name="Date Placeholder 2"/>
          <p:cNvSpPr>
            <a:spLocks noGrp="1"/>
          </p:cNvSpPr>
          <p:nvPr>
            <p:ph type="dt" sz="half" idx="11"/>
          </p:nvPr>
        </p:nvSpPr>
        <p:spPr>
          <a:xfrm>
            <a:off x="1162050" y="6356350"/>
            <a:ext cx="2743200" cy="365125"/>
          </a:xfrm>
        </p:spPr>
        <p:txBody>
          <a:bodyPr/>
          <a:lstStyle/>
          <a:p>
            <a:pPr>
              <a:defRPr/>
            </a:pPr>
            <a:fld id="{23767CFA-9493-45E6-8A50-026ACFDB16A4}" type="datetime2">
              <a:rPr lang="en-IN" smtClean="0"/>
              <a:t>Monday, 23 June 2025</a:t>
            </a:fld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6A18E9C-4141-422F-880A-67E7F83A44A8}" type="slidenum">
              <a:rPr lang="en-IN" smtClean="0"/>
              <a:pPr>
                <a:defRPr/>
              </a:pPr>
              <a:t>8</a:t>
            </a:fld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19B15A-F038-400F-BA6C-237C0B9EEFD2}"/>
              </a:ext>
            </a:extLst>
          </p:cNvPr>
          <p:cNvSpPr txBox="1"/>
          <p:nvPr/>
        </p:nvSpPr>
        <p:spPr>
          <a:xfrm>
            <a:off x="323850" y="1113257"/>
            <a:ext cx="37696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Account Related Service Request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Cheque book Request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Stop Cheque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Positive Pay</a:t>
            </a:r>
          </a:p>
          <a:p>
            <a:pPr marL="342900" indent="-342900">
              <a:buFont typeface="+mj-lt"/>
              <a:buAutoNum type="arabicPeriod"/>
            </a:pPr>
            <a:endParaRPr lang="en-US"/>
          </a:p>
          <a:p>
            <a:pPr marL="342900" indent="-342900">
              <a:buFont typeface="+mj-lt"/>
              <a:buAutoNum type="arabicPeriod"/>
            </a:pPr>
            <a:endParaRPr lang="en-US"/>
          </a:p>
          <a:p>
            <a:pPr marL="342900" indent="-342900">
              <a:buFont typeface="+mj-lt"/>
              <a:buAutoNum type="arabicPeriod"/>
            </a:pPr>
            <a:endParaRPr lang="en-IN"/>
          </a:p>
          <a:p>
            <a:pPr marL="342900" indent="-342900">
              <a:buFont typeface="+mj-lt"/>
              <a:buAutoNum type="arabicPeriod"/>
            </a:pPr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825D8D-7C4C-4DCA-8858-37BEE46119E4}"/>
              </a:ext>
            </a:extLst>
          </p:cNvPr>
          <p:cNvSpPr txBox="1"/>
          <p:nvPr/>
        </p:nvSpPr>
        <p:spPr>
          <a:xfrm>
            <a:off x="4093470" y="1113257"/>
            <a:ext cx="6096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Cards Related Service Request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Block /Unblock Card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Generate PIN CC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Generate PIN DC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Modify Debit Card Limit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Reissue Debit Card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Upgrade Credit Card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Debit Card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Credit Card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3 in 1 Account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Image Debit Card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My image credit card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gift card</a:t>
            </a:r>
          </a:p>
          <a:p>
            <a:pPr marL="342900" indent="-342900">
              <a:buFont typeface="+mj-lt"/>
              <a:buAutoNum type="arabicPeriod"/>
            </a:pPr>
            <a:endParaRPr lang="en-US"/>
          </a:p>
          <a:p>
            <a:pPr marL="342900" indent="-342900">
              <a:buFont typeface="+mj-lt"/>
              <a:buAutoNum type="arabicPeriod"/>
            </a:pPr>
            <a:endParaRPr lang="en-IN"/>
          </a:p>
          <a:p>
            <a:pPr marL="342900" indent="-342900">
              <a:buFont typeface="+mj-lt"/>
              <a:buAutoNum type="arabicPeriod"/>
            </a:pPr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4EB31B-422F-4DA0-A6C2-EFE94DD1B989}"/>
              </a:ext>
            </a:extLst>
          </p:cNvPr>
          <p:cNvSpPr txBox="1"/>
          <p:nvPr/>
        </p:nvSpPr>
        <p:spPr>
          <a:xfrm>
            <a:off x="7689995" y="1093417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Other Service Request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Update Address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Update Email Id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Email statement Registration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Update PAN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Update Aadhar</a:t>
            </a:r>
          </a:p>
          <a:p>
            <a:pPr marL="800100" lvl="1" indent="-342900">
              <a:buFont typeface="+mj-lt"/>
              <a:buAutoNum type="arabicPeriod"/>
            </a:pPr>
            <a:endParaRPr lang="en-US"/>
          </a:p>
          <a:p>
            <a:pPr marL="342900" indent="-342900">
              <a:buFont typeface="+mj-lt"/>
              <a:buAutoNum type="arabicPeriod"/>
            </a:pPr>
            <a:endParaRPr lang="en-IN"/>
          </a:p>
          <a:p>
            <a:pPr marL="342900" indent="-342900">
              <a:buFont typeface="+mj-lt"/>
              <a:buAutoNum type="arabicPeriod"/>
            </a:pPr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038884-0338-4F8C-A027-D08E217CB1B4}"/>
              </a:ext>
            </a:extLst>
          </p:cNvPr>
          <p:cNvSpPr txBox="1"/>
          <p:nvPr/>
        </p:nvSpPr>
        <p:spPr>
          <a:xfrm>
            <a:off x="7501775" y="3429000"/>
            <a:ext cx="488570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Deposit Related Service Request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Break RD Account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Break Fixed Deposit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Open a RD Account 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Open TD/FD Account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Renew Fixed Deposit 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Renew Top Up Deposit 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Cancel Auto Renewal of Term Deposit 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Submit form 15G/15H (online)</a:t>
            </a:r>
          </a:p>
          <a:p>
            <a:pPr marL="342900" indent="-342900">
              <a:buFont typeface="+mj-lt"/>
              <a:buAutoNum type="arabicPeriod"/>
            </a:pPr>
            <a:endParaRPr lang="en-US"/>
          </a:p>
          <a:p>
            <a:pPr marL="342900" indent="-342900">
              <a:buFont typeface="+mj-lt"/>
              <a:buAutoNum type="arabicPeriod"/>
            </a:pPr>
            <a:endParaRPr lang="en-US"/>
          </a:p>
          <a:p>
            <a:pPr marL="342900" indent="-342900">
              <a:buFont typeface="+mj-lt"/>
              <a:buAutoNum type="arabicPeriod"/>
            </a:pPr>
            <a:endParaRPr lang="en-IN"/>
          </a:p>
          <a:p>
            <a:pPr marL="342900" indent="-342900">
              <a:buFont typeface="+mj-lt"/>
              <a:buAutoNum type="arabicPeriod"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2679519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6679181B-7AA5-48D5-BBD8-FC1659000FE5}"/>
              </a:ext>
            </a:extLst>
          </p:cNvPr>
          <p:cNvSpPr/>
          <p:nvPr/>
        </p:nvSpPr>
        <p:spPr>
          <a:xfrm>
            <a:off x="242888" y="194823"/>
            <a:ext cx="7200680" cy="683503"/>
          </a:xfrm>
          <a:prstGeom prst="round2DiagRect">
            <a:avLst/>
          </a:prstGeom>
          <a:solidFill>
            <a:schemeClr val="tx1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reflection stA="920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+mj-lt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16FF449-E6AB-49FE-8EF4-EE6987052845}"/>
              </a:ext>
            </a:extLst>
          </p:cNvPr>
          <p:cNvSpPr txBox="1">
            <a:spLocks/>
          </p:cNvSpPr>
          <p:nvPr/>
        </p:nvSpPr>
        <p:spPr bwMode="auto">
          <a:xfrm>
            <a:off x="323850" y="194823"/>
            <a:ext cx="3830348" cy="696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marL="0" indent="0" algn="ctr" rtl="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4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3200" b="0"/>
              <a:t>Apply Now Request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04252" y="4685782"/>
            <a:ext cx="14745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bg1"/>
                </a:solidFill>
                <a:latin typeface="+mj-lt"/>
              </a:rPr>
              <a:t>Improvement</a:t>
            </a:r>
            <a:endParaRPr lang="en-IN" sz="14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3" name="Date Placeholder 2"/>
          <p:cNvSpPr>
            <a:spLocks noGrp="1"/>
          </p:cNvSpPr>
          <p:nvPr>
            <p:ph type="dt" sz="half" idx="11"/>
          </p:nvPr>
        </p:nvSpPr>
        <p:spPr>
          <a:xfrm>
            <a:off x="1162050" y="6356350"/>
            <a:ext cx="2743200" cy="365125"/>
          </a:xfrm>
        </p:spPr>
        <p:txBody>
          <a:bodyPr/>
          <a:lstStyle/>
          <a:p>
            <a:pPr>
              <a:defRPr/>
            </a:pPr>
            <a:fld id="{23767CFA-9493-45E6-8A50-026ACFDB16A4}" type="datetime2">
              <a:rPr lang="en-IN" smtClean="0"/>
              <a:t>Monday, 23 June 2025</a:t>
            </a:fld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6A18E9C-4141-422F-880A-67E7F83A44A8}" type="slidenum">
              <a:rPr lang="en-IN" smtClean="0"/>
              <a:pPr>
                <a:defRPr/>
              </a:pPr>
              <a:t>9</a:t>
            </a:fld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19B15A-F038-400F-BA6C-237C0B9EEFD2}"/>
              </a:ext>
            </a:extLst>
          </p:cNvPr>
          <p:cNvSpPr txBox="1"/>
          <p:nvPr/>
        </p:nvSpPr>
        <p:spPr>
          <a:xfrm>
            <a:off x="323849" y="1113257"/>
            <a:ext cx="5772151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General Service Request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Request for Sovereign gold bond (online)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Apply for Atal Pension Yojana (online)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Locker Request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LPG id </a:t>
            </a:r>
            <a:r>
              <a:rPr lang="en-US" err="1"/>
              <a:t>updation</a:t>
            </a:r>
            <a:r>
              <a:rPr lang="en-US"/>
              <a:t> for DBTL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Enrollment in Pradhan Mantri Suraksha </a:t>
            </a:r>
            <a:r>
              <a:rPr lang="en-US" err="1"/>
              <a:t>Bima</a:t>
            </a:r>
            <a:r>
              <a:rPr lang="en-US"/>
              <a:t> </a:t>
            </a:r>
            <a:r>
              <a:rPr lang="en-US" err="1"/>
              <a:t>Yojna</a:t>
            </a:r>
            <a:r>
              <a:rPr lang="en-US"/>
              <a:t> - PMSBY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Enrollment in Pradhan Mantri Jeevan Jyoti </a:t>
            </a:r>
            <a:r>
              <a:rPr lang="en-US" err="1"/>
              <a:t>Bima</a:t>
            </a:r>
            <a:r>
              <a:rPr lang="en-US"/>
              <a:t> </a:t>
            </a:r>
            <a:r>
              <a:rPr lang="en-US" err="1"/>
              <a:t>Yojna</a:t>
            </a:r>
            <a:r>
              <a:rPr lang="en-US"/>
              <a:t> - PMJBY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Issuance of TDS Certificate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FATCA</a:t>
            </a:r>
          </a:p>
          <a:p>
            <a:pPr marL="342900" indent="-342900">
              <a:buFont typeface="+mj-lt"/>
              <a:buAutoNum type="arabicPeriod"/>
            </a:pPr>
            <a:endParaRPr lang="en-US"/>
          </a:p>
          <a:p>
            <a:pPr marL="342900" indent="-342900">
              <a:buFont typeface="+mj-lt"/>
              <a:buAutoNum type="arabicPeriod"/>
            </a:pPr>
            <a:endParaRPr lang="en-US"/>
          </a:p>
          <a:p>
            <a:pPr marL="342900" indent="-342900">
              <a:buFont typeface="+mj-lt"/>
              <a:buAutoNum type="arabicPeriod"/>
            </a:pPr>
            <a:endParaRPr lang="en-IN"/>
          </a:p>
          <a:p>
            <a:pPr marL="342900" indent="-342900">
              <a:buFont typeface="+mj-lt"/>
              <a:buAutoNum type="arabicPeriod"/>
            </a:pPr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0A94BC-59A7-4AE4-AC0C-F393391AD0C6}"/>
              </a:ext>
            </a:extLst>
          </p:cNvPr>
          <p:cNvSpPr txBox="1"/>
          <p:nvPr/>
        </p:nvSpPr>
        <p:spPr>
          <a:xfrm>
            <a:off x="6096000" y="1099848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Apply Loan</a:t>
            </a:r>
          </a:p>
          <a:p>
            <a:pPr marL="342900" indent="-342900">
              <a:buFont typeface="+mj-lt"/>
              <a:buAutoNum type="arabicPeriod"/>
            </a:pPr>
            <a:endParaRPr lang="en-US"/>
          </a:p>
          <a:p>
            <a:pPr marL="342900" indent="-342900">
              <a:buFont typeface="+mj-lt"/>
              <a:buAutoNum type="arabicPeriod"/>
            </a:pPr>
            <a:r>
              <a:rPr lang="en-US"/>
              <a:t>Home Loan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Loan on CC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Gold Loan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Car Loan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Two-wheeler insurance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loan against securities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Motor insurance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NPS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Business loan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Two-wheeler loan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Personal Loan</a:t>
            </a:r>
          </a:p>
        </p:txBody>
      </p:sp>
    </p:spTree>
    <p:extLst>
      <p:ext uri="{BB962C8B-B14F-4D97-AF65-F5344CB8AC3E}">
        <p14:creationId xmlns:p14="http://schemas.microsoft.com/office/powerpoint/2010/main" val="258609151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6679181B-7AA5-48D5-BBD8-FC1659000FE5}"/>
              </a:ext>
            </a:extLst>
          </p:cNvPr>
          <p:cNvSpPr/>
          <p:nvPr/>
        </p:nvSpPr>
        <p:spPr>
          <a:xfrm>
            <a:off x="242888" y="194823"/>
            <a:ext cx="7200680" cy="683503"/>
          </a:xfrm>
          <a:prstGeom prst="round2DiagRect">
            <a:avLst/>
          </a:prstGeom>
          <a:solidFill>
            <a:schemeClr val="tx1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reflection stA="920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+mj-lt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16FF449-E6AB-49FE-8EF4-EE6987052845}"/>
              </a:ext>
            </a:extLst>
          </p:cNvPr>
          <p:cNvSpPr txBox="1">
            <a:spLocks/>
          </p:cNvSpPr>
          <p:nvPr/>
        </p:nvSpPr>
        <p:spPr bwMode="auto">
          <a:xfrm>
            <a:off x="323850" y="194823"/>
            <a:ext cx="3830348" cy="696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marL="0" indent="0" algn="ctr" rtl="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4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3200" b="0"/>
              <a:t>UPI Module 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04252" y="4685782"/>
            <a:ext cx="14745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bg1"/>
                </a:solidFill>
                <a:latin typeface="+mj-lt"/>
              </a:rPr>
              <a:t>Improvement</a:t>
            </a:r>
            <a:endParaRPr lang="en-IN" sz="14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3" name="Date Placeholder 2"/>
          <p:cNvSpPr>
            <a:spLocks noGrp="1"/>
          </p:cNvSpPr>
          <p:nvPr>
            <p:ph type="dt" sz="half" idx="11"/>
          </p:nvPr>
        </p:nvSpPr>
        <p:spPr>
          <a:xfrm>
            <a:off x="1162050" y="6356350"/>
            <a:ext cx="2743200" cy="365125"/>
          </a:xfrm>
        </p:spPr>
        <p:txBody>
          <a:bodyPr/>
          <a:lstStyle/>
          <a:p>
            <a:pPr>
              <a:defRPr/>
            </a:pPr>
            <a:fld id="{23767CFA-9493-45E6-8A50-026ACFDB16A4}" type="datetime2">
              <a:rPr lang="en-IN" smtClean="0"/>
              <a:t>Monday, 23 June 2025</a:t>
            </a:fld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6A18E9C-4141-422F-880A-67E7F83A44A8}" type="slidenum">
              <a:rPr lang="en-IN" smtClean="0"/>
              <a:pPr>
                <a:defRPr/>
              </a:pPr>
              <a:t>10</a:t>
            </a:fld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19B15A-F038-400F-BA6C-237C0B9EEFD2}"/>
              </a:ext>
            </a:extLst>
          </p:cNvPr>
          <p:cNvSpPr txBox="1"/>
          <p:nvPr/>
        </p:nvSpPr>
        <p:spPr>
          <a:xfrm>
            <a:off x="1620072" y="948690"/>
            <a:ext cx="856836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/>
              <a:t>SIM Binding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Set UPI PIN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Manage UPI ID-Link Account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Send Money-P2P,P2M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Scan &amp; Pay (QR)-P2P,P2M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Pay to Contact- Mobile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Pay to contact using UPI number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Pay to Account Number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Receive Money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Pending Money request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UPI Mandate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UPI transaction history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Blocked UPI ID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Blocking and Unblocking of UPI services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Changes in UPI MB limit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Linking of Non-Kotak Bank Account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UPI checklist of PSP- deregistration of UPI accounts, delete of accounts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2 Party, 3 Party,4 Party Transaction</a:t>
            </a:r>
          </a:p>
          <a:p>
            <a:pPr marL="342900" indent="-342900">
              <a:buFont typeface="+mj-lt"/>
              <a:buAutoNum type="arabicPeriod"/>
            </a:pPr>
            <a:endParaRPr lang="en-US"/>
          </a:p>
          <a:p>
            <a:pPr marL="342900" indent="-342900">
              <a:buFont typeface="+mj-lt"/>
              <a:buAutoNum type="arabicPeriod"/>
            </a:pPr>
            <a:endParaRPr lang="en-US"/>
          </a:p>
          <a:p>
            <a:pPr marL="342900" indent="-342900">
              <a:buFont typeface="+mj-lt"/>
              <a:buAutoNum type="arabicPeriod"/>
            </a:pPr>
            <a:endParaRPr lang="en-IN"/>
          </a:p>
          <a:p>
            <a:pPr marL="342900" indent="-342900">
              <a:buFont typeface="+mj-lt"/>
              <a:buAutoNum type="arabicPeriod"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6708948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6679181B-7AA5-48D5-BBD8-FC1659000FE5}"/>
              </a:ext>
            </a:extLst>
          </p:cNvPr>
          <p:cNvSpPr/>
          <p:nvPr/>
        </p:nvSpPr>
        <p:spPr>
          <a:xfrm>
            <a:off x="242888" y="194823"/>
            <a:ext cx="7200680" cy="683503"/>
          </a:xfrm>
          <a:prstGeom prst="round2DiagRect">
            <a:avLst/>
          </a:prstGeom>
          <a:solidFill>
            <a:schemeClr val="tx1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reflection stA="920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+mj-lt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16FF449-E6AB-49FE-8EF4-EE6987052845}"/>
              </a:ext>
            </a:extLst>
          </p:cNvPr>
          <p:cNvSpPr txBox="1">
            <a:spLocks/>
          </p:cNvSpPr>
          <p:nvPr/>
        </p:nvSpPr>
        <p:spPr bwMode="auto">
          <a:xfrm>
            <a:off x="323850" y="194823"/>
            <a:ext cx="3830348" cy="696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marL="0" indent="0" algn="ctr" rtl="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4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3200" b="0"/>
              <a:t>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04252" y="4685782"/>
            <a:ext cx="14745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bg1"/>
                </a:solidFill>
                <a:latin typeface="+mj-lt"/>
              </a:rPr>
              <a:t>Improvement</a:t>
            </a:r>
            <a:endParaRPr lang="en-IN" sz="14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3" name="Date Placeholder 2"/>
          <p:cNvSpPr>
            <a:spLocks noGrp="1"/>
          </p:cNvSpPr>
          <p:nvPr>
            <p:ph type="dt" sz="half" idx="11"/>
          </p:nvPr>
        </p:nvSpPr>
        <p:spPr>
          <a:xfrm>
            <a:off x="1162050" y="6356350"/>
            <a:ext cx="2743200" cy="365125"/>
          </a:xfrm>
        </p:spPr>
        <p:txBody>
          <a:bodyPr/>
          <a:lstStyle/>
          <a:p>
            <a:pPr>
              <a:defRPr/>
            </a:pPr>
            <a:fld id="{23767CFA-9493-45E6-8A50-026ACFDB16A4}" type="datetime2">
              <a:rPr lang="en-IN" smtClean="0"/>
              <a:t>Monday, 23 June 2025</a:t>
            </a:fld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6A18E9C-4141-422F-880A-67E7F83A44A8}" type="slidenum">
              <a:rPr lang="en-IN" smtClean="0"/>
              <a:pPr>
                <a:defRPr/>
              </a:pPr>
              <a:t>11</a:t>
            </a:fld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19B15A-F038-400F-BA6C-237C0B9EEFD2}"/>
              </a:ext>
            </a:extLst>
          </p:cNvPr>
          <p:cNvSpPr txBox="1"/>
          <p:nvPr/>
        </p:nvSpPr>
        <p:spPr>
          <a:xfrm>
            <a:off x="323849" y="1113257"/>
            <a:ext cx="856836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/>
              <a:t>CBS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Payment Gateways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Flight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Hotel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Bus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Amazon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Big basket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Train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Flipkart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Magazine subscription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Flipkart  -  submodules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Offers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OLA</a:t>
            </a:r>
          </a:p>
          <a:p>
            <a:pPr marL="342900" indent="-342900">
              <a:buFont typeface="+mj-lt"/>
              <a:buAutoNum type="arabicPeriod"/>
            </a:pPr>
            <a:r>
              <a:rPr lang="en-US" err="1"/>
              <a:t>Cleartrip</a:t>
            </a:r>
            <a:endParaRPr lang="en-US"/>
          </a:p>
          <a:p>
            <a:pPr marL="342900" indent="-342900">
              <a:buFont typeface="+mj-lt"/>
              <a:buAutoNum type="arabicPeriod"/>
            </a:pPr>
            <a:r>
              <a:rPr lang="en-US"/>
              <a:t>Subscriptions</a:t>
            </a:r>
          </a:p>
          <a:p>
            <a:pPr marL="342900" indent="-342900">
              <a:buFont typeface="+mj-lt"/>
              <a:buAutoNum type="arabicPeriod"/>
            </a:pPr>
            <a:endParaRPr lang="en-US"/>
          </a:p>
          <a:p>
            <a:pPr marL="342900" indent="-342900">
              <a:buFont typeface="+mj-lt"/>
              <a:buAutoNum type="arabicPeriod"/>
            </a:pPr>
            <a:endParaRPr lang="en-IN"/>
          </a:p>
          <a:p>
            <a:pPr marL="342900" indent="-342900">
              <a:buFont typeface="+mj-lt"/>
              <a:buAutoNum type="arabicPeriod"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6269476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6679181B-7AA5-48D5-BBD8-FC1659000FE5}"/>
              </a:ext>
            </a:extLst>
          </p:cNvPr>
          <p:cNvSpPr/>
          <p:nvPr/>
        </p:nvSpPr>
        <p:spPr>
          <a:xfrm>
            <a:off x="242888" y="194823"/>
            <a:ext cx="7200680" cy="683503"/>
          </a:xfrm>
          <a:prstGeom prst="round2DiagRect">
            <a:avLst/>
          </a:prstGeom>
          <a:solidFill>
            <a:schemeClr val="tx1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reflection stA="920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+mj-lt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16FF449-E6AB-49FE-8EF4-EE6987052845}"/>
              </a:ext>
            </a:extLst>
          </p:cNvPr>
          <p:cNvSpPr txBox="1">
            <a:spLocks/>
          </p:cNvSpPr>
          <p:nvPr/>
        </p:nvSpPr>
        <p:spPr bwMode="auto">
          <a:xfrm>
            <a:off x="323850" y="194823"/>
            <a:ext cx="3830348" cy="696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marL="0" indent="0" algn="ctr" rtl="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4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3200" b="0"/>
              <a:t>Compatibility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04252" y="4685782"/>
            <a:ext cx="14745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bg1"/>
                </a:solidFill>
                <a:latin typeface="+mj-lt"/>
              </a:rPr>
              <a:t>Improvement</a:t>
            </a:r>
            <a:endParaRPr lang="en-IN" sz="14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3" name="Date Placeholder 2"/>
          <p:cNvSpPr>
            <a:spLocks noGrp="1"/>
          </p:cNvSpPr>
          <p:nvPr>
            <p:ph type="dt" sz="half" idx="11"/>
          </p:nvPr>
        </p:nvSpPr>
        <p:spPr>
          <a:xfrm>
            <a:off x="1162050" y="6356350"/>
            <a:ext cx="2743200" cy="365125"/>
          </a:xfrm>
        </p:spPr>
        <p:txBody>
          <a:bodyPr/>
          <a:lstStyle/>
          <a:p>
            <a:pPr>
              <a:defRPr/>
            </a:pPr>
            <a:fld id="{23767CFA-9493-45E6-8A50-026ACFDB16A4}" type="datetime2">
              <a:rPr lang="en-IN" smtClean="0"/>
              <a:t>Monday, 23 June 2025</a:t>
            </a:fld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6A18E9C-4141-422F-880A-67E7F83A44A8}" type="slidenum">
              <a:rPr lang="en-IN" smtClean="0"/>
              <a:pPr>
                <a:defRPr/>
              </a:pPr>
              <a:t>12</a:t>
            </a:fld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19B15A-F038-400F-BA6C-237C0B9EEFD2}"/>
              </a:ext>
            </a:extLst>
          </p:cNvPr>
          <p:cNvSpPr txBox="1"/>
          <p:nvPr/>
        </p:nvSpPr>
        <p:spPr>
          <a:xfrm>
            <a:off x="323849" y="1113257"/>
            <a:ext cx="856836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/>
              <a:t>Mobile device testing on iOS, Android, Tablets, Windows and Mac. 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Validation of different OS version, Device size, Ram &amp; storage capacity- Device </a:t>
            </a:r>
            <a:r>
              <a:rPr lang="en-US" err="1"/>
              <a:t>Matrx</a:t>
            </a:r>
            <a:r>
              <a:rPr lang="en-US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Testing related device permissions-Camera, SMS, Phone contact, Geolocation 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 Device Binding, SIM Slot interchange 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Design- alignment , Visibility 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Browser compatibility, Multitasking, 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App crashes issues identification 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Device Control -Home, Back, scroll </a:t>
            </a:r>
          </a:p>
          <a:p>
            <a:pPr marL="342900" indent="-342900">
              <a:buFont typeface="+mj-lt"/>
              <a:buAutoNum type="arabicPeriod"/>
            </a:pPr>
            <a:endParaRPr lang="en-IN"/>
          </a:p>
          <a:p>
            <a:pPr marL="342900" indent="-342900">
              <a:buFont typeface="+mj-lt"/>
              <a:buAutoNum type="arabicPeriod"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0812293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6679181B-7AA5-48D5-BBD8-FC1659000FE5}"/>
              </a:ext>
            </a:extLst>
          </p:cNvPr>
          <p:cNvSpPr/>
          <p:nvPr/>
        </p:nvSpPr>
        <p:spPr>
          <a:xfrm>
            <a:off x="242888" y="194823"/>
            <a:ext cx="7200680" cy="683503"/>
          </a:xfrm>
          <a:prstGeom prst="round2DiagRect">
            <a:avLst/>
          </a:prstGeom>
          <a:solidFill>
            <a:schemeClr val="tx1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reflection stA="920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+mj-lt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16FF449-E6AB-49FE-8EF4-EE6987052845}"/>
              </a:ext>
            </a:extLst>
          </p:cNvPr>
          <p:cNvSpPr txBox="1">
            <a:spLocks/>
          </p:cNvSpPr>
          <p:nvPr/>
        </p:nvSpPr>
        <p:spPr bwMode="auto">
          <a:xfrm>
            <a:off x="323850" y="194823"/>
            <a:ext cx="3830348" cy="696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marL="0" indent="0" algn="ctr" rtl="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4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3200" b="0"/>
              <a:t>Compatibility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04252" y="4685782"/>
            <a:ext cx="14745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bg1"/>
                </a:solidFill>
                <a:latin typeface="+mj-lt"/>
              </a:rPr>
              <a:t>Improvement</a:t>
            </a:r>
            <a:endParaRPr lang="en-IN" sz="14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3" name="Date Placeholder 2"/>
          <p:cNvSpPr>
            <a:spLocks noGrp="1"/>
          </p:cNvSpPr>
          <p:nvPr>
            <p:ph type="dt" sz="half" idx="11"/>
          </p:nvPr>
        </p:nvSpPr>
        <p:spPr>
          <a:xfrm>
            <a:off x="1162050" y="6356350"/>
            <a:ext cx="2743200" cy="365125"/>
          </a:xfrm>
        </p:spPr>
        <p:txBody>
          <a:bodyPr/>
          <a:lstStyle/>
          <a:p>
            <a:pPr>
              <a:defRPr/>
            </a:pPr>
            <a:fld id="{23767CFA-9493-45E6-8A50-026ACFDB16A4}" type="datetime2">
              <a:rPr lang="en-IN" smtClean="0"/>
              <a:t>Monday, 23 June 2025</a:t>
            </a:fld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6A18E9C-4141-422F-880A-67E7F83A44A8}" type="slidenum">
              <a:rPr lang="en-IN" smtClean="0"/>
              <a:pPr>
                <a:defRPr/>
              </a:pPr>
              <a:t>13</a:t>
            </a:fld>
            <a:endParaRPr lang="en-IN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71D6207-F609-424F-A904-ABD42104C1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0988898"/>
              </p:ext>
            </p:extLst>
          </p:nvPr>
        </p:nvGraphicFramePr>
        <p:xfrm>
          <a:off x="242888" y="1172545"/>
          <a:ext cx="6883400" cy="3667125"/>
        </p:xfrm>
        <a:graphic>
          <a:graphicData uri="http://schemas.openxmlformats.org/drawingml/2006/table">
            <a:tbl>
              <a:tblPr/>
              <a:tblGrid>
                <a:gridCol w="2336800">
                  <a:extLst>
                    <a:ext uri="{9D8B030D-6E8A-4147-A177-3AD203B41FA5}">
                      <a16:colId xmlns:a16="http://schemas.microsoft.com/office/drawing/2014/main" val="338970486"/>
                    </a:ext>
                  </a:extLst>
                </a:gridCol>
                <a:gridCol w="4546600">
                  <a:extLst>
                    <a:ext uri="{9D8B030D-6E8A-4147-A177-3AD203B41FA5}">
                      <a16:colId xmlns:a16="http://schemas.microsoft.com/office/drawing/2014/main" val="1855023546"/>
                    </a:ext>
                  </a:extLst>
                </a:gridCol>
              </a:tblGrid>
              <a:tr h="1371600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Information Architecture </a:t>
                      </a:r>
                      <a:b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b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• Functional Workflow</a:t>
                      </a:r>
                      <a:b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• Screen Navigation</a:t>
                      </a:r>
                      <a:b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• Screen Utilization</a:t>
                      </a:r>
                      <a:b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• Information Heading</a:t>
                      </a:r>
                      <a:b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• Labels</a:t>
                      </a:r>
                      <a:b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• User Inputs/Forms</a:t>
                      </a:r>
                      <a:b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Design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b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b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• Consistency -Colour, shading, and gradient </a:t>
                      </a:r>
                      <a:b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• Text Alignment</a:t>
                      </a:r>
                      <a:b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• Visibility-Resolution</a:t>
                      </a:r>
                      <a:b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• Flexibility</a:t>
                      </a:r>
                      <a:b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• Readability</a:t>
                      </a:r>
                      <a:b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• Theme Texture-Hover and selection states highlight and colour changes</a:t>
                      </a:r>
                      <a:b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•Character Display - Date formats, Special characters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971321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Content</a:t>
                      </a:r>
                      <a:b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b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• Appropriateness of content ( Normally checked with industry specific standards)</a:t>
                      </a:r>
                      <a:b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• Use of Multimedia</a:t>
                      </a:r>
                      <a:b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• Balanced Mix of content</a:t>
                      </a:r>
                      <a:b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• Formatting and ease of comprehension</a:t>
                      </a:r>
                      <a:b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•Pop ups &amp; Informative  Error Messages 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Mobile Context</a:t>
                      </a:r>
                      <a:b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b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• Utilization of device specific features like GPS, Email, Google Map, Click to Call</a:t>
                      </a:r>
                      <a:b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205305"/>
                  </a:ext>
                </a:extLst>
              </a:tr>
              <a:tr h="1076325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Branding </a:t>
                      </a:r>
                      <a:b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b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• Brand Visibility across application</a:t>
                      </a:r>
                      <a:b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• Brand Consistency across channels</a:t>
                      </a:r>
                      <a:b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Usability</a:t>
                      </a:r>
                      <a:b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b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• Intuitiveness</a:t>
                      </a:r>
                      <a:b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• Accessibility</a:t>
                      </a:r>
                      <a:b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• Fluency of transaction / swipe</a:t>
                      </a:r>
                      <a:b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• Device Orientation/ Gravity</a:t>
                      </a:r>
                      <a:b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77792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4489688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6679181B-7AA5-48D5-BBD8-FC1659000FE5}"/>
              </a:ext>
            </a:extLst>
          </p:cNvPr>
          <p:cNvSpPr/>
          <p:nvPr/>
        </p:nvSpPr>
        <p:spPr>
          <a:xfrm>
            <a:off x="242888" y="194823"/>
            <a:ext cx="7200680" cy="683503"/>
          </a:xfrm>
          <a:prstGeom prst="round2DiagRect">
            <a:avLst/>
          </a:prstGeom>
          <a:solidFill>
            <a:schemeClr val="tx1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reflection stA="920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+mj-lt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16FF449-E6AB-49FE-8EF4-EE6987052845}"/>
              </a:ext>
            </a:extLst>
          </p:cNvPr>
          <p:cNvSpPr txBox="1">
            <a:spLocks/>
          </p:cNvSpPr>
          <p:nvPr/>
        </p:nvSpPr>
        <p:spPr bwMode="auto">
          <a:xfrm>
            <a:off x="323850" y="194823"/>
            <a:ext cx="3830348" cy="696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2500"/>
          </a:bodyPr>
          <a:lstStyle>
            <a:lvl1pPr marL="0" indent="0" algn="ctr" rtl="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4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3200" b="0"/>
              <a:t>Device Specific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04252" y="4685782"/>
            <a:ext cx="14745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bg1"/>
                </a:solidFill>
                <a:latin typeface="+mj-lt"/>
              </a:rPr>
              <a:t>Improvement</a:t>
            </a:r>
            <a:endParaRPr lang="en-IN" sz="14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3" name="Date Placeholder 2"/>
          <p:cNvSpPr>
            <a:spLocks noGrp="1"/>
          </p:cNvSpPr>
          <p:nvPr>
            <p:ph type="dt" sz="half" idx="11"/>
          </p:nvPr>
        </p:nvSpPr>
        <p:spPr>
          <a:xfrm>
            <a:off x="1162050" y="6356350"/>
            <a:ext cx="2743200" cy="365125"/>
          </a:xfrm>
        </p:spPr>
        <p:txBody>
          <a:bodyPr/>
          <a:lstStyle/>
          <a:p>
            <a:pPr>
              <a:defRPr/>
            </a:pPr>
            <a:fld id="{23767CFA-9493-45E6-8A50-026ACFDB16A4}" type="datetime2">
              <a:rPr lang="en-IN" smtClean="0"/>
              <a:t>Monday, 23 June 2025</a:t>
            </a:fld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6A18E9C-4141-422F-880A-67E7F83A44A8}" type="slidenum">
              <a:rPr lang="en-IN" smtClean="0"/>
              <a:pPr>
                <a:defRPr/>
              </a:pPr>
              <a:t>14</a:t>
            </a:fld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19B15A-F038-400F-BA6C-237C0B9EEFD2}"/>
              </a:ext>
            </a:extLst>
          </p:cNvPr>
          <p:cNvSpPr txBox="1"/>
          <p:nvPr/>
        </p:nvSpPr>
        <p:spPr>
          <a:xfrm>
            <a:off x="323849" y="1113257"/>
            <a:ext cx="85683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en-IN"/>
          </a:p>
          <a:p>
            <a:pPr marL="342900" indent="-342900">
              <a:buFont typeface="+mj-lt"/>
              <a:buAutoNum type="arabicPeriod"/>
            </a:pPr>
            <a:endParaRPr lang="en-IN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5AB6FB1-C122-4AA5-BA05-CE5C41AC7C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5801098"/>
              </p:ext>
            </p:extLst>
          </p:nvPr>
        </p:nvGraphicFramePr>
        <p:xfrm>
          <a:off x="519113" y="1137160"/>
          <a:ext cx="9751321" cy="7805304"/>
        </p:xfrm>
        <a:graphic>
          <a:graphicData uri="http://schemas.openxmlformats.org/drawingml/2006/table">
            <a:tbl>
              <a:tblPr/>
              <a:tblGrid>
                <a:gridCol w="3310413">
                  <a:extLst>
                    <a:ext uri="{9D8B030D-6E8A-4147-A177-3AD203B41FA5}">
                      <a16:colId xmlns:a16="http://schemas.microsoft.com/office/drawing/2014/main" val="259232780"/>
                    </a:ext>
                  </a:extLst>
                </a:gridCol>
                <a:gridCol w="6440908">
                  <a:extLst>
                    <a:ext uri="{9D8B030D-6E8A-4147-A177-3AD203B41FA5}">
                      <a16:colId xmlns:a16="http://schemas.microsoft.com/office/drawing/2014/main" val="1012822579"/>
                    </a:ext>
                  </a:extLst>
                </a:gridCol>
              </a:tblGrid>
              <a:tr h="201527">
                <a:tc>
                  <a:txBody>
                    <a:bodyPr/>
                    <a:lstStyle/>
                    <a:p>
                      <a:pPr algn="l" fontAlgn="t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Installation / Uninstallation</a:t>
                      </a:r>
                    </a:p>
                  </a:txBody>
                  <a:tcPr marL="4113" marR="4113" marT="411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 Ease and user friendliness of installation / uninstallation </a:t>
                      </a:r>
                      <a:b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2. Behavior of application if installation / uninstallation is abolished</a:t>
                      </a:r>
                      <a:b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113" marR="4113" marT="411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9925516"/>
                  </a:ext>
                </a:extLst>
              </a:tr>
              <a:tr h="592243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Application Start/Stop &amp; Login/Logout behavior</a:t>
                      </a:r>
                    </a:p>
                  </a:txBody>
                  <a:tcPr marL="4113" marR="4113" marT="411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 Ease of launching and closing application</a:t>
                      </a:r>
                      <a:b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2. Verification of multiple login sessions and launch time</a:t>
                      </a:r>
                      <a:b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3. Application behavior on minimizing / maximizing screen and during multitasking</a:t>
                      </a:r>
                      <a:b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4. Login / log out button alignment, log out feature availability on all pages</a:t>
                      </a:r>
                      <a:b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5. Password encryption</a:t>
                      </a:r>
                      <a:b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6. Session idle time verification and log out functionality on abrupt shut down of application</a:t>
                      </a:r>
                      <a:b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7. Verify authentication protocols if any</a:t>
                      </a:r>
                      <a:b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113" marR="4113" marT="411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7578003"/>
                  </a:ext>
                </a:extLst>
              </a:tr>
              <a:tr h="855461">
                <a:tc>
                  <a:txBody>
                    <a:bodyPr/>
                    <a:lstStyle/>
                    <a:p>
                      <a:pPr algn="l" fontAlgn="t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Network Test Cases</a:t>
                      </a:r>
                    </a:p>
                  </a:txBody>
                  <a:tcPr marL="4113" marR="4113" marT="411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1.Application behavior and usability on all networks (4G,3G, , Wi Fi etc)</a:t>
                      </a:r>
                      <a:b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2.Network Drop</a:t>
                      </a:r>
                      <a:b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3. Application download and installation on all networks</a:t>
                      </a:r>
                      <a:b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4.  Behavior of application while accessing incoming voice calls, outgoing voice calls, conference calls, ending calls, calls on hold etc</a:t>
                      </a:r>
                      <a:b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5. Verification of session idle time during voice calls</a:t>
                      </a:r>
                      <a:b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6. Behavior of application while accessing multiple data calls or other applications</a:t>
                      </a:r>
                      <a:b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7.  Behavior of application while accessing emails</a:t>
                      </a:r>
                      <a:b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8.  Interference of application with other apps that are installed on device</a:t>
                      </a:r>
                      <a:b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9.Monitor critical scenarios against</a:t>
                      </a:r>
                      <a:b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low, medium, high bandwidth network</a:t>
                      </a:r>
                      <a:b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10.Airplane Mode</a:t>
                      </a:r>
                      <a:b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11.Network Drop</a:t>
                      </a:r>
                    </a:p>
                  </a:txBody>
                  <a:tcPr marL="4113" marR="4113" marT="411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3462422"/>
                  </a:ext>
                </a:extLst>
              </a:tr>
              <a:tr h="1118680">
                <a:tc>
                  <a:txBody>
                    <a:bodyPr/>
                    <a:lstStyle/>
                    <a:p>
                      <a:pPr algn="l" fontAlgn="t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Event Handling</a:t>
                      </a:r>
                    </a:p>
                  </a:txBody>
                  <a:tcPr marL="4113" marR="4113" marT="411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Event handling SMS, Bluetooth, File Sharing, Active GPS</a:t>
                      </a:r>
                      <a:b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Multitasking</a:t>
                      </a:r>
                      <a:b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Airplane Mode</a:t>
                      </a:r>
                      <a:b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Display font changes</a:t>
                      </a:r>
                      <a:b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Application on Resume/ Transaction Rollbacks</a:t>
                      </a:r>
                      <a:b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Voice Call Handling</a:t>
                      </a:r>
                      <a:b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Simultaneous Data &amp; Voice calls</a:t>
                      </a:r>
                      <a:b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Device Permission</a:t>
                      </a:r>
                      <a:b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-Camera, Phone, Contacts, Fingerprint, Face id</a:t>
                      </a:r>
                    </a:p>
                  </a:txBody>
                  <a:tcPr marL="4113" marR="4113" marT="411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4176604"/>
                  </a:ext>
                </a:extLst>
              </a:tr>
              <a:tr h="460633">
                <a:tc>
                  <a:txBody>
                    <a:bodyPr/>
                    <a:lstStyle/>
                    <a:p>
                      <a:pPr algn="l" fontAlgn="t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Application Management</a:t>
                      </a:r>
                    </a:p>
                  </a:txBody>
                  <a:tcPr marL="4113" marR="4113" marT="411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 Application information management (versions, vendor etc) through the app manager</a:t>
                      </a:r>
                      <a:b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2. Verification of delete &amp; upgrade feature through app manager</a:t>
                      </a:r>
                      <a:b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3. Splash screen while application is loading and loading time</a:t>
                      </a:r>
                      <a:b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4.Applicarion Management &amp; Security permissions</a:t>
                      </a:r>
                    </a:p>
                  </a:txBody>
                  <a:tcPr marL="4113" marR="4113" marT="411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7191461"/>
                  </a:ext>
                </a:extLst>
              </a:tr>
              <a:tr h="394828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Mapped / Unmapped Keys &amp; Continual Keypad Entries </a:t>
                      </a:r>
                    </a:p>
                  </a:txBody>
                  <a:tcPr marL="4113" marR="4113" marT="411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b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 Verification of operations mapped to certain keys</a:t>
                      </a:r>
                      <a:b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2. Verification of abrupt behavior of application because of unmapped keys</a:t>
                      </a:r>
                      <a:b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3. Verify that application accurately grasps continual keypad entries and does not hang</a:t>
                      </a:r>
                      <a:b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4.Device Control: Back, Home, Lock, Volume Keys</a:t>
                      </a:r>
                    </a:p>
                  </a:txBody>
                  <a:tcPr marL="4113" marR="4113" marT="411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11224"/>
                  </a:ext>
                </a:extLst>
              </a:tr>
              <a:tr h="329024">
                <a:tc>
                  <a:txBody>
                    <a:bodyPr/>
                    <a:lstStyle/>
                    <a:p>
                      <a:pPr algn="l" fontAlgn="t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Visual Feedback </a:t>
                      </a:r>
                    </a:p>
                  </a:txBody>
                  <a:tcPr marL="4113" marR="4113" marT="411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 Verify value / texture and availability of visual</a:t>
                      </a:r>
                      <a:b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feedback for any transaction, errors and vital</a:t>
                      </a:r>
                      <a:b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actions</a:t>
                      </a:r>
                    </a:p>
                  </a:txBody>
                  <a:tcPr marL="4113" marR="4113" marT="411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8192635"/>
                  </a:ext>
                </a:extLst>
              </a:tr>
              <a:tr h="398941">
                <a:tc>
                  <a:txBody>
                    <a:bodyPr/>
                    <a:lstStyle/>
                    <a:p>
                      <a:pPr algn="l" fontAlgn="t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Resource Usages</a:t>
                      </a:r>
                    </a:p>
                  </a:txBody>
                  <a:tcPr marL="4113" marR="4113" marT="411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 Application behavior for</a:t>
                      </a:r>
                      <a:b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Battery Drain Out/ Low Battery</a:t>
                      </a:r>
                      <a:b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Battery on Charge</a:t>
                      </a:r>
                      <a:b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Phone Switch Off &amp; Restart</a:t>
                      </a:r>
                      <a:b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2. Battery Consumption Pattern</a:t>
                      </a:r>
                      <a:b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3.Memory Usages</a:t>
                      </a:r>
                    </a:p>
                  </a:txBody>
                  <a:tcPr marL="4113" marR="4113" marT="411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72685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5963752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6679181B-7AA5-48D5-BBD8-FC1659000FE5}"/>
              </a:ext>
            </a:extLst>
          </p:cNvPr>
          <p:cNvSpPr/>
          <p:nvPr/>
        </p:nvSpPr>
        <p:spPr>
          <a:xfrm>
            <a:off x="242888" y="194823"/>
            <a:ext cx="7200680" cy="683503"/>
          </a:xfrm>
          <a:prstGeom prst="round2DiagRect">
            <a:avLst/>
          </a:prstGeom>
          <a:solidFill>
            <a:schemeClr val="tx1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reflection stA="920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+mj-lt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16FF449-E6AB-49FE-8EF4-EE6987052845}"/>
              </a:ext>
            </a:extLst>
          </p:cNvPr>
          <p:cNvSpPr txBox="1">
            <a:spLocks/>
          </p:cNvSpPr>
          <p:nvPr/>
        </p:nvSpPr>
        <p:spPr bwMode="auto">
          <a:xfrm>
            <a:off x="323850" y="194823"/>
            <a:ext cx="3830348" cy="696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marL="0" indent="0" algn="ctr" rtl="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4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3200" b="0"/>
              <a:t>Corporate IB/MB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04252" y="4685782"/>
            <a:ext cx="14745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bg1"/>
                </a:solidFill>
                <a:latin typeface="+mj-lt"/>
              </a:rPr>
              <a:t>Improvement</a:t>
            </a:r>
            <a:endParaRPr lang="en-IN" sz="14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3" name="Date Placeholder 2"/>
          <p:cNvSpPr>
            <a:spLocks noGrp="1"/>
          </p:cNvSpPr>
          <p:nvPr>
            <p:ph type="dt" sz="half" idx="11"/>
          </p:nvPr>
        </p:nvSpPr>
        <p:spPr>
          <a:xfrm>
            <a:off x="1162050" y="6356350"/>
            <a:ext cx="2743200" cy="365125"/>
          </a:xfrm>
        </p:spPr>
        <p:txBody>
          <a:bodyPr/>
          <a:lstStyle/>
          <a:p>
            <a:pPr>
              <a:defRPr/>
            </a:pPr>
            <a:fld id="{23767CFA-9493-45E6-8A50-026ACFDB16A4}" type="datetime2">
              <a:rPr lang="en-IN" smtClean="0"/>
              <a:t>Monday, 23 June 2025</a:t>
            </a:fld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6A18E9C-4141-422F-880A-67E7F83A44A8}" type="slidenum">
              <a:rPr lang="en-IN" smtClean="0"/>
              <a:pPr>
                <a:defRPr/>
              </a:pPr>
              <a:t>15</a:t>
            </a:fld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19B15A-F038-400F-BA6C-237C0B9EEFD2}"/>
              </a:ext>
            </a:extLst>
          </p:cNvPr>
          <p:cNvSpPr txBox="1"/>
          <p:nvPr/>
        </p:nvSpPr>
        <p:spPr>
          <a:xfrm>
            <a:off x="323850" y="1113257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/>
              <a:t>Corporate ID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Role Maintenance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User Maintenance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Role Access Management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Account Management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Rule Maintenance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Transaction Type mapping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File upload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Authorization Matrix- Sequential, Parallel</a:t>
            </a:r>
          </a:p>
          <a:p>
            <a:pPr marL="342900" indent="-342900">
              <a:buFont typeface="+mj-lt"/>
              <a:buAutoNum type="arabicPeriod"/>
            </a:pPr>
            <a:endParaRPr lang="en-US"/>
          </a:p>
          <a:p>
            <a:pPr marL="342900" indent="-342900">
              <a:buFont typeface="+mj-lt"/>
              <a:buAutoNum type="arabicPeriod"/>
            </a:pPr>
            <a:endParaRPr lang="en-US"/>
          </a:p>
          <a:p>
            <a:pPr marL="342900" indent="-342900">
              <a:buFont typeface="+mj-lt"/>
              <a:buAutoNum type="arabicPeriod"/>
            </a:pPr>
            <a:endParaRPr lang="en-US"/>
          </a:p>
          <a:p>
            <a:pPr marL="342900" indent="-342900">
              <a:buFont typeface="+mj-lt"/>
              <a:buAutoNum type="arabicPeriod"/>
            </a:pPr>
            <a:endParaRPr lang="en-US"/>
          </a:p>
          <a:p>
            <a:pPr marL="342900" indent="-342900">
              <a:buFont typeface="+mj-lt"/>
              <a:buAutoNum type="arabicPeriod"/>
            </a:pPr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52E7D1-B68E-43E9-AFA8-6B23A33E4C90}"/>
              </a:ext>
            </a:extLst>
          </p:cNvPr>
          <p:cNvSpPr txBox="1"/>
          <p:nvPr/>
        </p:nvSpPr>
        <p:spPr>
          <a:xfrm>
            <a:off x="5957358" y="1113257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/>
              <a:t>Linking of Account To Corporate Id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/>
              <a:t>Linking of User-Role-Account-Access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/>
              <a:t>Rule &amp; Transaction Type Mapping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/>
              <a:t>Transaction Workflow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/>
              <a:t>File upload Validation- Fixed Length, Delimited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/>
              <a:t>Limit Validation-User Limit, Corporate limit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IN"/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IN"/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IN"/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9321469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QK Theam">
      <a:dk1>
        <a:srgbClr val="292663"/>
      </a:dk1>
      <a:lt1>
        <a:srgbClr val="FFFFFF"/>
      </a:lt1>
      <a:dk2>
        <a:srgbClr val="FFC000"/>
      </a:dk2>
      <a:lt2>
        <a:srgbClr val="FFFFFF"/>
      </a:lt2>
      <a:accent1>
        <a:srgbClr val="292663"/>
      </a:accent1>
      <a:accent2>
        <a:srgbClr val="FAA61A"/>
      </a:accent2>
      <a:accent3>
        <a:srgbClr val="424465"/>
      </a:accent3>
      <a:accent4>
        <a:srgbClr val="A46E08"/>
      </a:accent4>
      <a:accent5>
        <a:srgbClr val="00B0F0"/>
      </a:accent5>
      <a:accent6>
        <a:srgbClr val="F41C3B"/>
      </a:accent6>
      <a:hlink>
        <a:srgbClr val="424465"/>
      </a:hlink>
      <a:folHlink>
        <a:srgbClr val="FAA61A"/>
      </a:folHlink>
    </a:clrScheme>
    <a:fontScheme name="QK Theam">
      <a:majorFont>
        <a:latin typeface="Filson Pro Medium"/>
        <a:ea typeface=""/>
        <a:cs typeface=""/>
      </a:majorFont>
      <a:minorFont>
        <a:latin typeface="Filson Pro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15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Durga Prasad</dc:creator>
  <cp:revision>4</cp:revision>
  <dcterms:created xsi:type="dcterms:W3CDTF">2018-12-05T18:19:15Z</dcterms:created>
  <dcterms:modified xsi:type="dcterms:W3CDTF">2025-06-24T05:55:36Z</dcterms:modified>
</cp:coreProperties>
</file>